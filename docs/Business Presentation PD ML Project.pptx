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9"/>
  </p:notesMasterIdLst>
  <p:sldIdLst>
    <p:sldId id="256" r:id="rId2"/>
    <p:sldId id="294" r:id="rId3"/>
    <p:sldId id="295" r:id="rId4"/>
    <p:sldId id="257" r:id="rId5"/>
    <p:sldId id="293" r:id="rId6"/>
    <p:sldId id="297" r:id="rId7"/>
    <p:sldId id="298" r:id="rId8"/>
    <p:sldId id="264" r:id="rId9"/>
    <p:sldId id="299" r:id="rId10"/>
    <p:sldId id="296" r:id="rId11"/>
    <p:sldId id="272" r:id="rId12"/>
    <p:sldId id="276" r:id="rId13"/>
    <p:sldId id="306" r:id="rId14"/>
    <p:sldId id="311" r:id="rId15"/>
    <p:sldId id="310" r:id="rId16"/>
    <p:sldId id="309" r:id="rId17"/>
    <p:sldId id="308" r:id="rId18"/>
    <p:sldId id="307" r:id="rId19"/>
    <p:sldId id="305" r:id="rId20"/>
    <p:sldId id="300" r:id="rId21"/>
    <p:sldId id="334" r:id="rId22"/>
    <p:sldId id="333" r:id="rId23"/>
    <p:sldId id="316" r:id="rId24"/>
    <p:sldId id="363" r:id="rId25"/>
    <p:sldId id="318" r:id="rId26"/>
    <p:sldId id="359" r:id="rId27"/>
    <p:sldId id="360" r:id="rId28"/>
    <p:sldId id="321" r:id="rId29"/>
    <p:sldId id="319" r:id="rId30"/>
    <p:sldId id="320" r:id="rId31"/>
    <p:sldId id="314" r:id="rId32"/>
    <p:sldId id="315" r:id="rId33"/>
    <p:sldId id="312" r:id="rId34"/>
    <p:sldId id="313" r:id="rId35"/>
    <p:sldId id="361" r:id="rId36"/>
    <p:sldId id="362" r:id="rId37"/>
    <p:sldId id="291" r:id="rId38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40"/>
      <p:bold r:id="rId41"/>
      <p:italic r:id="rId42"/>
      <p:boldItalic r:id="rId43"/>
    </p:embeddedFont>
    <p:embeddedFont>
      <p:font typeface="Fira Sans Extra Condensed SemiBold" panose="020B0604020202020204" charset="0"/>
      <p:regular r:id="rId44"/>
      <p:bold r:id="rId45"/>
      <p:italic r:id="rId46"/>
      <p:boldItalic r:id="rId47"/>
    </p:embeddedFont>
    <p:embeddedFont>
      <p:font typeface="Roboto" panose="02000000000000000000" pitchFamily="2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E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9BFA9B-003B-4A43-8745-FA9A13E0D8D4}">
  <a:tblStyle styleId="{979BFA9B-003B-4A43-8745-FA9A13E0D8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48" autoAdjust="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2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dcb566e1d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>
          <a:extLst>
            <a:ext uri="{FF2B5EF4-FFF2-40B4-BE49-F238E27FC236}">
              <a16:creationId xmlns:a16="http://schemas.microsoft.com/office/drawing/2014/main" id="{BA372DBA-1F78-7A0F-B34B-9FA5D379E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198591eaa3_0_0:notes">
            <a:extLst>
              <a:ext uri="{FF2B5EF4-FFF2-40B4-BE49-F238E27FC236}">
                <a16:creationId xmlns:a16="http://schemas.microsoft.com/office/drawing/2014/main" id="{59A2AF5D-34A9-FDC2-02B5-5B31D2A86A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198591eaa3_0_0:notes">
            <a:extLst>
              <a:ext uri="{FF2B5EF4-FFF2-40B4-BE49-F238E27FC236}">
                <a16:creationId xmlns:a16="http://schemas.microsoft.com/office/drawing/2014/main" id="{71EACC7E-7BB2-50E2-6441-E91E5F1F2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8557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>
          <a:extLst>
            <a:ext uri="{FF2B5EF4-FFF2-40B4-BE49-F238E27FC236}">
              <a16:creationId xmlns:a16="http://schemas.microsoft.com/office/drawing/2014/main" id="{53C4FC0E-5B3F-4ECC-3D33-ADD898E8F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198591eaa3_0_0:notes">
            <a:extLst>
              <a:ext uri="{FF2B5EF4-FFF2-40B4-BE49-F238E27FC236}">
                <a16:creationId xmlns:a16="http://schemas.microsoft.com/office/drawing/2014/main" id="{6D3CE5CA-D38A-3E36-BE64-FC4F8B2D2B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198591eaa3_0_0:notes">
            <a:extLst>
              <a:ext uri="{FF2B5EF4-FFF2-40B4-BE49-F238E27FC236}">
                <a16:creationId xmlns:a16="http://schemas.microsoft.com/office/drawing/2014/main" id="{1BD04935-663E-9933-0FF3-2C78AEE39A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1534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198591eaa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198591eaa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>
          <a:extLst>
            <a:ext uri="{FF2B5EF4-FFF2-40B4-BE49-F238E27FC236}">
              <a16:creationId xmlns:a16="http://schemas.microsoft.com/office/drawing/2014/main" id="{826E8026-6D52-B600-B009-736028F28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198591eaa3_0_0:notes">
            <a:extLst>
              <a:ext uri="{FF2B5EF4-FFF2-40B4-BE49-F238E27FC236}">
                <a16:creationId xmlns:a16="http://schemas.microsoft.com/office/drawing/2014/main" id="{1F26E498-5E86-88D0-9D9D-BB57831A22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198591eaa3_0_0:notes">
            <a:extLst>
              <a:ext uri="{FF2B5EF4-FFF2-40B4-BE49-F238E27FC236}">
                <a16:creationId xmlns:a16="http://schemas.microsoft.com/office/drawing/2014/main" id="{F2AFB4DE-A01E-612F-E05E-15E816206C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362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>
          <a:extLst>
            <a:ext uri="{FF2B5EF4-FFF2-40B4-BE49-F238E27FC236}">
              <a16:creationId xmlns:a16="http://schemas.microsoft.com/office/drawing/2014/main" id="{C7CBB068-82E8-2737-47D4-BC68D5ABD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1941f20ec8_0_341:notes">
            <a:extLst>
              <a:ext uri="{FF2B5EF4-FFF2-40B4-BE49-F238E27FC236}">
                <a16:creationId xmlns:a16="http://schemas.microsoft.com/office/drawing/2014/main" id="{0DC6F5A8-591A-0281-35BC-182B44B478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1941f20ec8_0_341:notes">
            <a:extLst>
              <a:ext uri="{FF2B5EF4-FFF2-40B4-BE49-F238E27FC236}">
                <a16:creationId xmlns:a16="http://schemas.microsoft.com/office/drawing/2014/main" id="{4EC93D63-5BB2-0EE8-C975-E1FD83327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7013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>
          <a:extLst>
            <a:ext uri="{FF2B5EF4-FFF2-40B4-BE49-F238E27FC236}">
              <a16:creationId xmlns:a16="http://schemas.microsoft.com/office/drawing/2014/main" id="{A7258C7C-CBEB-F381-6254-E9058A541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1941f20ec8_0_341:notes">
            <a:extLst>
              <a:ext uri="{FF2B5EF4-FFF2-40B4-BE49-F238E27FC236}">
                <a16:creationId xmlns:a16="http://schemas.microsoft.com/office/drawing/2014/main" id="{C3089C02-07B0-6216-449F-3913355A33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1941f20ec8_0_341:notes">
            <a:extLst>
              <a:ext uri="{FF2B5EF4-FFF2-40B4-BE49-F238E27FC236}">
                <a16:creationId xmlns:a16="http://schemas.microsoft.com/office/drawing/2014/main" id="{F4C3339E-B2BE-3E3F-9F64-CB8DCCA0AA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402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1941f20ec8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1941f20ec8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>
          <a:extLst>
            <a:ext uri="{FF2B5EF4-FFF2-40B4-BE49-F238E27FC236}">
              <a16:creationId xmlns:a16="http://schemas.microsoft.com/office/drawing/2014/main" id="{4805DFE8-AE92-F7C1-CED1-8A676B691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1941f20ec8_0_341:notes">
            <a:extLst>
              <a:ext uri="{FF2B5EF4-FFF2-40B4-BE49-F238E27FC236}">
                <a16:creationId xmlns:a16="http://schemas.microsoft.com/office/drawing/2014/main" id="{9C13A05A-05DA-DB2D-563F-AED56E7C56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1941f20ec8_0_341:notes">
            <a:extLst>
              <a:ext uri="{FF2B5EF4-FFF2-40B4-BE49-F238E27FC236}">
                <a16:creationId xmlns:a16="http://schemas.microsoft.com/office/drawing/2014/main" id="{53D57AB1-0507-5C1E-36BA-180711C98C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15100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>
          <a:extLst>
            <a:ext uri="{FF2B5EF4-FFF2-40B4-BE49-F238E27FC236}">
              <a16:creationId xmlns:a16="http://schemas.microsoft.com/office/drawing/2014/main" id="{E2CA0C2F-2807-B175-C3B8-BF44568D1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1941f20ec8_0_341:notes">
            <a:extLst>
              <a:ext uri="{FF2B5EF4-FFF2-40B4-BE49-F238E27FC236}">
                <a16:creationId xmlns:a16="http://schemas.microsoft.com/office/drawing/2014/main" id="{2C5EDB23-5B2F-621F-49EA-6BD20092FD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1941f20ec8_0_341:notes">
            <a:extLst>
              <a:ext uri="{FF2B5EF4-FFF2-40B4-BE49-F238E27FC236}">
                <a16:creationId xmlns:a16="http://schemas.microsoft.com/office/drawing/2014/main" id="{FDD3002A-154A-F0B8-4167-F854446B25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1626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1198591eaa3_0_1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1198591eaa3_0_1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315EBD85-83C4-BF24-ADAE-CF1D7938D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D4EBBB6C-CB84-71F0-3561-3E98C5C2EA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CCD0D3A2-97BB-2668-AD50-8F17F10313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44237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DD20EC56-4727-EF90-1523-0E416133F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C3A1D9E9-36DB-E8BB-5612-CB64BFB3C6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11096995-660E-52D5-7E2B-99D39308B1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3165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AE967DA9-AF94-94AB-3B56-F928B1D4D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118D161F-578A-91A2-09F6-EACEC16E66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BB6FA882-6829-24AC-2C57-992120DAD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02805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4BF2C42A-8463-EC1C-730C-D2F1982F6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D641A86D-F150-32DB-F4E5-0114DD1D74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346B8B40-C5B1-AF2C-8174-85219D7A29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76234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79E731BE-189A-8904-21C2-E8B569875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D9E31ED6-50DC-B9F3-BD47-090A12F6EF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44534CEC-67D2-2852-23DA-A5BAB9858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49654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D245DCC1-876A-81FC-1B5D-D6A4FB313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5A93D564-62DA-C2D4-B21F-8EB5F8320D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8B04D44D-9E7E-9335-CDAE-1914168180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54073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EEB365F7-A91E-534C-3600-E7F362E1F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AFED3071-B799-DAFA-FA88-2708D1ECF0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D0EDCE18-97C5-2457-D7F3-6478FA59D5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74084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14005050-97F2-E08E-20C1-4A01A6EC2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F11793C9-F72E-D4AD-8E84-6403BD3BEB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E0A7683B-E3D2-1986-E4B1-4987E6EDCA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46518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E215C3C0-2BD1-0699-AAE6-939BAAE08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48429219-A467-8746-D569-206623893E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314115EE-EA6D-0E4E-DE2C-F64ED049A5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1649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9B27B8BF-2774-6BDD-D470-3A794CBC2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785ECF47-0A97-5B48-3E23-E7058997A5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3F3221C6-B5EF-86EE-A118-61D3C57AC1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79353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4616D8D8-E47E-3D9C-4877-19401BC8B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6B2C9DB2-8D68-208A-BE36-24100774EE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8D2F4A3C-03D2-FAAB-4B3E-79E6BB0A77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05116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96B5731B-8D7E-6314-D8AC-8D468F365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8817DEDF-1EB7-9A3F-F6B6-B230976223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AD2C8642-8F53-F1EF-92BB-C374BA31D2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231385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A8374375-D8FF-E79E-02C7-02A3C3B4B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D31BE833-FDD5-2BB4-4B31-2165E6C780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86EB8824-8054-A396-6199-F3EB83809F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44100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B5024E55-34D0-989A-680C-57DB982DA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482610B7-E830-F537-CFC4-72CE07E823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0991FA8E-8DA4-ED17-BD83-104EC28742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18209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9ABE1281-74E7-7E21-8D0F-0CBF6C73F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7C5149CC-B9DC-68CF-114A-96FCF3EDBC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C3A3BCE7-ECA7-2D2F-6365-674EF0C766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75521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23EAF646-20DC-9CF9-156C-CC252DF21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D8119D40-BA7E-A56E-A6FD-FA573F851A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5A0B8060-1FB5-2FD4-82C8-F4AF2F92ED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6546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9DAFDBAA-25C2-A70B-63B9-4D135DE01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EEEEB07A-D033-CE25-B7B8-97C4B94FBD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753883A2-2EFC-CF80-9553-B0165B2702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54991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8F365A5B-B260-F339-7644-BFCAE0195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63C33804-77A5-A2C7-5508-369610ECE8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AC513A45-9672-D204-4803-FBAD9FE901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83353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0">
          <a:extLst>
            <a:ext uri="{FF2B5EF4-FFF2-40B4-BE49-F238E27FC236}">
              <a16:creationId xmlns:a16="http://schemas.microsoft.com/office/drawing/2014/main" id="{8E1A46C5-E059-F623-0906-8546EFA96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1198591eaa3_0_2628:notes">
            <a:extLst>
              <a:ext uri="{FF2B5EF4-FFF2-40B4-BE49-F238E27FC236}">
                <a16:creationId xmlns:a16="http://schemas.microsoft.com/office/drawing/2014/main" id="{4414CCBD-DF64-DBC3-0928-BC0DFAA118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1198591eaa3_0_2628:notes">
            <a:extLst>
              <a:ext uri="{FF2B5EF4-FFF2-40B4-BE49-F238E27FC236}">
                <a16:creationId xmlns:a16="http://schemas.microsoft.com/office/drawing/2014/main" id="{D15CB642-977A-37D5-9F0C-1C1668DE2C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33003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0">
          <a:extLst>
            <a:ext uri="{FF2B5EF4-FFF2-40B4-BE49-F238E27FC236}">
              <a16:creationId xmlns:a16="http://schemas.microsoft.com/office/drawing/2014/main" id="{48C24792-C40C-8802-9AC2-49D80FE64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1198591eaa3_0_2628:notes">
            <a:extLst>
              <a:ext uri="{FF2B5EF4-FFF2-40B4-BE49-F238E27FC236}">
                <a16:creationId xmlns:a16="http://schemas.microsoft.com/office/drawing/2014/main" id="{4D85FA36-1370-5FBF-C4B8-0B01A5336C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1198591eaa3_0_2628:notes">
            <a:extLst>
              <a:ext uri="{FF2B5EF4-FFF2-40B4-BE49-F238E27FC236}">
                <a16:creationId xmlns:a16="http://schemas.microsoft.com/office/drawing/2014/main" id="{B9E596C9-3BB0-B6D5-CA7E-CD59A07BAA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6588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0">
          <a:extLst>
            <a:ext uri="{FF2B5EF4-FFF2-40B4-BE49-F238E27FC236}">
              <a16:creationId xmlns:a16="http://schemas.microsoft.com/office/drawing/2014/main" id="{4E978A1A-410D-034C-EFBB-D7D8FEEC2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1198591eaa3_0_2628:notes">
            <a:extLst>
              <a:ext uri="{FF2B5EF4-FFF2-40B4-BE49-F238E27FC236}">
                <a16:creationId xmlns:a16="http://schemas.microsoft.com/office/drawing/2014/main" id="{67FB9825-12D9-A903-4FE4-4AF154CB3A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1198591eaa3_0_2628:notes">
            <a:extLst>
              <a:ext uri="{FF2B5EF4-FFF2-40B4-BE49-F238E27FC236}">
                <a16:creationId xmlns:a16="http://schemas.microsoft.com/office/drawing/2014/main" id="{2633E2D1-F4FA-C914-7CCC-395304838B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65300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0">
          <a:extLst>
            <a:ext uri="{FF2B5EF4-FFF2-40B4-BE49-F238E27FC236}">
              <a16:creationId xmlns:a16="http://schemas.microsoft.com/office/drawing/2014/main" id="{AFA71ECF-0EE1-6D6F-C9F2-9C103A793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1198591eaa3_0_2628:notes">
            <a:extLst>
              <a:ext uri="{FF2B5EF4-FFF2-40B4-BE49-F238E27FC236}">
                <a16:creationId xmlns:a16="http://schemas.microsoft.com/office/drawing/2014/main" id="{56B33E90-8A4B-3185-E2E0-968CB8F6DF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1198591eaa3_0_2628:notes">
            <a:extLst>
              <a:ext uri="{FF2B5EF4-FFF2-40B4-BE49-F238E27FC236}">
                <a16:creationId xmlns:a16="http://schemas.microsoft.com/office/drawing/2014/main" id="{BE2F0C43-7D17-B3C1-AD56-44936B5344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98151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1198591eaa3_0_1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1198591eaa3_0_1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>
          <a:extLst>
            <a:ext uri="{FF2B5EF4-FFF2-40B4-BE49-F238E27FC236}">
              <a16:creationId xmlns:a16="http://schemas.microsoft.com/office/drawing/2014/main" id="{2CB4897F-7F1E-82CE-F4CD-7BB8954AE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1198591eaa3_0_1506:notes">
            <a:extLst>
              <a:ext uri="{FF2B5EF4-FFF2-40B4-BE49-F238E27FC236}">
                <a16:creationId xmlns:a16="http://schemas.microsoft.com/office/drawing/2014/main" id="{83459228-A6DF-A789-9F22-584E3F36CC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1198591eaa3_0_1506:notes">
            <a:extLst>
              <a:ext uri="{FF2B5EF4-FFF2-40B4-BE49-F238E27FC236}">
                <a16:creationId xmlns:a16="http://schemas.microsoft.com/office/drawing/2014/main" id="{893F67AE-8583-FF7C-30B0-7AA508B1DB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58120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924297ca04_0_1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924297ca04_0_1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270925" y="1552075"/>
            <a:ext cx="3370500" cy="16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 b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270824" y="3163625"/>
            <a:ext cx="3370500" cy="4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github.com/LunaPerezT/Parkinson-s-Disease-Predictive-ML-Model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hyperlink" Target="https://parkinsons-disease-ml-predictive-model-webpage.streamlit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15"/>
          <p:cNvGrpSpPr/>
          <p:nvPr/>
        </p:nvGrpSpPr>
        <p:grpSpPr>
          <a:xfrm>
            <a:off x="544820" y="1055034"/>
            <a:ext cx="2591456" cy="2840143"/>
            <a:chOff x="1040100" y="1301975"/>
            <a:chExt cx="2753353" cy="3017577"/>
          </a:xfrm>
        </p:grpSpPr>
        <p:sp>
          <p:nvSpPr>
            <p:cNvPr id="47" name="Google Shape;47;p15"/>
            <p:cNvSpPr/>
            <p:nvPr/>
          </p:nvSpPr>
          <p:spPr>
            <a:xfrm>
              <a:off x="1040100" y="1301975"/>
              <a:ext cx="2753353" cy="3017577"/>
            </a:xfrm>
            <a:custGeom>
              <a:avLst/>
              <a:gdLst/>
              <a:ahLst/>
              <a:cxnLst/>
              <a:rect l="l" t="t" r="r" b="b"/>
              <a:pathLst>
                <a:path w="48466" h="53117" extrusionOk="0">
                  <a:moveTo>
                    <a:pt x="37358" y="42897"/>
                  </a:moveTo>
                  <a:lnTo>
                    <a:pt x="37350" y="43004"/>
                  </a:lnTo>
                  <a:lnTo>
                    <a:pt x="37359" y="42903"/>
                  </a:lnTo>
                  <a:lnTo>
                    <a:pt x="37358" y="42897"/>
                  </a:lnTo>
                  <a:close/>
                  <a:moveTo>
                    <a:pt x="30534" y="47447"/>
                  </a:moveTo>
                  <a:lnTo>
                    <a:pt x="30538" y="47454"/>
                  </a:lnTo>
                  <a:lnTo>
                    <a:pt x="30584" y="47517"/>
                  </a:lnTo>
                  <a:lnTo>
                    <a:pt x="30534" y="47447"/>
                  </a:lnTo>
                  <a:close/>
                  <a:moveTo>
                    <a:pt x="27748" y="1"/>
                  </a:moveTo>
                  <a:lnTo>
                    <a:pt x="27702" y="92"/>
                  </a:lnTo>
                  <a:lnTo>
                    <a:pt x="27666" y="201"/>
                  </a:lnTo>
                  <a:lnTo>
                    <a:pt x="27620" y="347"/>
                  </a:lnTo>
                  <a:lnTo>
                    <a:pt x="27584" y="511"/>
                  </a:lnTo>
                  <a:lnTo>
                    <a:pt x="27502" y="912"/>
                  </a:lnTo>
                  <a:lnTo>
                    <a:pt x="27420" y="1387"/>
                  </a:lnTo>
                  <a:lnTo>
                    <a:pt x="27237" y="2490"/>
                  </a:lnTo>
                  <a:lnTo>
                    <a:pt x="27146" y="3083"/>
                  </a:lnTo>
                  <a:lnTo>
                    <a:pt x="27037" y="3675"/>
                  </a:lnTo>
                  <a:lnTo>
                    <a:pt x="26927" y="4250"/>
                  </a:lnTo>
                  <a:lnTo>
                    <a:pt x="26800" y="4797"/>
                  </a:lnTo>
                  <a:lnTo>
                    <a:pt x="26736" y="5052"/>
                  </a:lnTo>
                  <a:lnTo>
                    <a:pt x="26663" y="5289"/>
                  </a:lnTo>
                  <a:lnTo>
                    <a:pt x="26590" y="5517"/>
                  </a:lnTo>
                  <a:lnTo>
                    <a:pt x="26508" y="5718"/>
                  </a:lnTo>
                  <a:lnTo>
                    <a:pt x="26426" y="5900"/>
                  </a:lnTo>
                  <a:lnTo>
                    <a:pt x="26344" y="6064"/>
                  </a:lnTo>
                  <a:lnTo>
                    <a:pt x="26253" y="6192"/>
                  </a:lnTo>
                  <a:lnTo>
                    <a:pt x="26207" y="6256"/>
                  </a:lnTo>
                  <a:lnTo>
                    <a:pt x="26161" y="6302"/>
                  </a:lnTo>
                  <a:lnTo>
                    <a:pt x="26116" y="6347"/>
                  </a:lnTo>
                  <a:lnTo>
                    <a:pt x="26061" y="6374"/>
                  </a:lnTo>
                  <a:lnTo>
                    <a:pt x="26015" y="6402"/>
                  </a:lnTo>
                  <a:lnTo>
                    <a:pt x="25961" y="6420"/>
                  </a:lnTo>
                  <a:lnTo>
                    <a:pt x="25906" y="6429"/>
                  </a:lnTo>
                  <a:lnTo>
                    <a:pt x="25851" y="6429"/>
                  </a:lnTo>
                  <a:lnTo>
                    <a:pt x="25797" y="6420"/>
                  </a:lnTo>
                  <a:lnTo>
                    <a:pt x="25742" y="6402"/>
                  </a:lnTo>
                  <a:lnTo>
                    <a:pt x="25660" y="6365"/>
                  </a:lnTo>
                  <a:lnTo>
                    <a:pt x="25596" y="6311"/>
                  </a:lnTo>
                  <a:lnTo>
                    <a:pt x="25532" y="6247"/>
                  </a:lnTo>
                  <a:lnTo>
                    <a:pt x="25487" y="6174"/>
                  </a:lnTo>
                  <a:lnTo>
                    <a:pt x="25450" y="6083"/>
                  </a:lnTo>
                  <a:lnTo>
                    <a:pt x="25414" y="5991"/>
                  </a:lnTo>
                  <a:lnTo>
                    <a:pt x="25395" y="5891"/>
                  </a:lnTo>
                  <a:lnTo>
                    <a:pt x="25386" y="5782"/>
                  </a:lnTo>
                  <a:lnTo>
                    <a:pt x="25377" y="5672"/>
                  </a:lnTo>
                  <a:lnTo>
                    <a:pt x="25377" y="5545"/>
                  </a:lnTo>
                  <a:lnTo>
                    <a:pt x="25386" y="5426"/>
                  </a:lnTo>
                  <a:lnTo>
                    <a:pt x="25395" y="5289"/>
                  </a:lnTo>
                  <a:lnTo>
                    <a:pt x="25441" y="5025"/>
                  </a:lnTo>
                  <a:lnTo>
                    <a:pt x="25496" y="4742"/>
                  </a:lnTo>
                  <a:lnTo>
                    <a:pt x="25560" y="4469"/>
                  </a:lnTo>
                  <a:lnTo>
                    <a:pt x="25642" y="4186"/>
                  </a:lnTo>
                  <a:lnTo>
                    <a:pt x="25806" y="3666"/>
                  </a:lnTo>
                  <a:lnTo>
                    <a:pt x="25942" y="3229"/>
                  </a:lnTo>
                  <a:lnTo>
                    <a:pt x="25988" y="3055"/>
                  </a:lnTo>
                  <a:lnTo>
                    <a:pt x="26025" y="2928"/>
                  </a:lnTo>
                  <a:lnTo>
                    <a:pt x="26061" y="2709"/>
                  </a:lnTo>
                  <a:lnTo>
                    <a:pt x="26079" y="2508"/>
                  </a:lnTo>
                  <a:lnTo>
                    <a:pt x="26088" y="2308"/>
                  </a:lnTo>
                  <a:lnTo>
                    <a:pt x="26088" y="2116"/>
                  </a:lnTo>
                  <a:lnTo>
                    <a:pt x="26070" y="1934"/>
                  </a:lnTo>
                  <a:lnTo>
                    <a:pt x="26052" y="1751"/>
                  </a:lnTo>
                  <a:lnTo>
                    <a:pt x="26025" y="1569"/>
                  </a:lnTo>
                  <a:lnTo>
                    <a:pt x="25988" y="1396"/>
                  </a:lnTo>
                  <a:lnTo>
                    <a:pt x="25906" y="1058"/>
                  </a:lnTo>
                  <a:lnTo>
                    <a:pt x="25806" y="721"/>
                  </a:lnTo>
                  <a:lnTo>
                    <a:pt x="25705" y="374"/>
                  </a:lnTo>
                  <a:lnTo>
                    <a:pt x="25605" y="28"/>
                  </a:lnTo>
                  <a:lnTo>
                    <a:pt x="25614" y="229"/>
                  </a:lnTo>
                  <a:lnTo>
                    <a:pt x="25614" y="438"/>
                  </a:lnTo>
                  <a:lnTo>
                    <a:pt x="25596" y="648"/>
                  </a:lnTo>
                  <a:lnTo>
                    <a:pt x="25578" y="858"/>
                  </a:lnTo>
                  <a:lnTo>
                    <a:pt x="25550" y="1067"/>
                  </a:lnTo>
                  <a:lnTo>
                    <a:pt x="25514" y="1286"/>
                  </a:lnTo>
                  <a:lnTo>
                    <a:pt x="25477" y="1496"/>
                  </a:lnTo>
                  <a:lnTo>
                    <a:pt x="25432" y="1715"/>
                  </a:lnTo>
                  <a:lnTo>
                    <a:pt x="25322" y="2134"/>
                  </a:lnTo>
                  <a:lnTo>
                    <a:pt x="25204" y="2554"/>
                  </a:lnTo>
                  <a:lnTo>
                    <a:pt x="25076" y="2955"/>
                  </a:lnTo>
                  <a:lnTo>
                    <a:pt x="24939" y="3329"/>
                  </a:lnTo>
                  <a:lnTo>
                    <a:pt x="24848" y="3621"/>
                  </a:lnTo>
                  <a:lnTo>
                    <a:pt x="24766" y="3912"/>
                  </a:lnTo>
                  <a:lnTo>
                    <a:pt x="24711" y="4195"/>
                  </a:lnTo>
                  <a:lnTo>
                    <a:pt x="24666" y="4478"/>
                  </a:lnTo>
                  <a:lnTo>
                    <a:pt x="24639" y="4760"/>
                  </a:lnTo>
                  <a:lnTo>
                    <a:pt x="24629" y="5034"/>
                  </a:lnTo>
                  <a:lnTo>
                    <a:pt x="24629" y="5308"/>
                  </a:lnTo>
                  <a:lnTo>
                    <a:pt x="24648" y="5590"/>
                  </a:lnTo>
                  <a:lnTo>
                    <a:pt x="24666" y="5864"/>
                  </a:lnTo>
                  <a:lnTo>
                    <a:pt x="24702" y="6147"/>
                  </a:lnTo>
                  <a:lnTo>
                    <a:pt x="24748" y="6438"/>
                  </a:lnTo>
                  <a:lnTo>
                    <a:pt x="24794" y="6730"/>
                  </a:lnTo>
                  <a:lnTo>
                    <a:pt x="24903" y="7341"/>
                  </a:lnTo>
                  <a:lnTo>
                    <a:pt x="25022" y="7998"/>
                  </a:lnTo>
                  <a:lnTo>
                    <a:pt x="25076" y="8308"/>
                  </a:lnTo>
                  <a:lnTo>
                    <a:pt x="25122" y="8618"/>
                  </a:lnTo>
                  <a:lnTo>
                    <a:pt x="25158" y="8919"/>
                  </a:lnTo>
                  <a:lnTo>
                    <a:pt x="25195" y="9238"/>
                  </a:lnTo>
                  <a:lnTo>
                    <a:pt x="25240" y="9858"/>
                  </a:lnTo>
                  <a:lnTo>
                    <a:pt x="25286" y="10478"/>
                  </a:lnTo>
                  <a:lnTo>
                    <a:pt x="25322" y="10952"/>
                  </a:lnTo>
                  <a:lnTo>
                    <a:pt x="25341" y="11189"/>
                  </a:lnTo>
                  <a:lnTo>
                    <a:pt x="25359" y="11426"/>
                  </a:lnTo>
                  <a:lnTo>
                    <a:pt x="25368" y="11663"/>
                  </a:lnTo>
                  <a:lnTo>
                    <a:pt x="25359" y="11891"/>
                  </a:lnTo>
                  <a:lnTo>
                    <a:pt x="25341" y="12128"/>
                  </a:lnTo>
                  <a:lnTo>
                    <a:pt x="25322" y="12247"/>
                  </a:lnTo>
                  <a:lnTo>
                    <a:pt x="25295" y="12356"/>
                  </a:lnTo>
                  <a:lnTo>
                    <a:pt x="25240" y="12584"/>
                  </a:lnTo>
                  <a:lnTo>
                    <a:pt x="25177" y="12803"/>
                  </a:lnTo>
                  <a:lnTo>
                    <a:pt x="25131" y="12903"/>
                  </a:lnTo>
                  <a:lnTo>
                    <a:pt x="25094" y="12995"/>
                  </a:lnTo>
                  <a:lnTo>
                    <a:pt x="25049" y="13077"/>
                  </a:lnTo>
                  <a:lnTo>
                    <a:pt x="24994" y="13150"/>
                  </a:lnTo>
                  <a:lnTo>
                    <a:pt x="24939" y="13204"/>
                  </a:lnTo>
                  <a:lnTo>
                    <a:pt x="24876" y="13241"/>
                  </a:lnTo>
                  <a:lnTo>
                    <a:pt x="24812" y="13250"/>
                  </a:lnTo>
                  <a:lnTo>
                    <a:pt x="24766" y="13259"/>
                  </a:lnTo>
                  <a:lnTo>
                    <a:pt x="24730" y="13250"/>
                  </a:lnTo>
                  <a:lnTo>
                    <a:pt x="24648" y="13223"/>
                  </a:lnTo>
                  <a:lnTo>
                    <a:pt x="24556" y="13168"/>
                  </a:lnTo>
                  <a:lnTo>
                    <a:pt x="24447" y="13095"/>
                  </a:lnTo>
                  <a:lnTo>
                    <a:pt x="24338" y="12985"/>
                  </a:lnTo>
                  <a:lnTo>
                    <a:pt x="24146" y="12767"/>
                  </a:lnTo>
                  <a:lnTo>
                    <a:pt x="23973" y="12539"/>
                  </a:lnTo>
                  <a:lnTo>
                    <a:pt x="23809" y="12311"/>
                  </a:lnTo>
                  <a:lnTo>
                    <a:pt x="23645" y="12074"/>
                  </a:lnTo>
                  <a:lnTo>
                    <a:pt x="23380" y="11691"/>
                  </a:lnTo>
                  <a:lnTo>
                    <a:pt x="23107" y="11335"/>
                  </a:lnTo>
                  <a:lnTo>
                    <a:pt x="22970" y="11162"/>
                  </a:lnTo>
                  <a:lnTo>
                    <a:pt x="22815" y="10988"/>
                  </a:lnTo>
                  <a:lnTo>
                    <a:pt x="22477" y="10624"/>
                  </a:lnTo>
                  <a:lnTo>
                    <a:pt x="22304" y="10441"/>
                  </a:lnTo>
                  <a:lnTo>
                    <a:pt x="22140" y="10259"/>
                  </a:lnTo>
                  <a:lnTo>
                    <a:pt x="21976" y="10067"/>
                  </a:lnTo>
                  <a:lnTo>
                    <a:pt x="21821" y="9876"/>
                  </a:lnTo>
                  <a:lnTo>
                    <a:pt x="21675" y="9675"/>
                  </a:lnTo>
                  <a:lnTo>
                    <a:pt x="21529" y="9475"/>
                  </a:lnTo>
                  <a:lnTo>
                    <a:pt x="21383" y="9265"/>
                  </a:lnTo>
                  <a:lnTo>
                    <a:pt x="21256" y="9055"/>
                  </a:lnTo>
                  <a:lnTo>
                    <a:pt x="21137" y="8846"/>
                  </a:lnTo>
                  <a:lnTo>
                    <a:pt x="21028" y="8645"/>
                  </a:lnTo>
                  <a:lnTo>
                    <a:pt x="20927" y="8444"/>
                  </a:lnTo>
                  <a:lnTo>
                    <a:pt x="20836" y="8253"/>
                  </a:lnTo>
                  <a:lnTo>
                    <a:pt x="20754" y="8052"/>
                  </a:lnTo>
                  <a:lnTo>
                    <a:pt x="20681" y="7852"/>
                  </a:lnTo>
                  <a:lnTo>
                    <a:pt x="20608" y="7660"/>
                  </a:lnTo>
                  <a:lnTo>
                    <a:pt x="20544" y="7460"/>
                  </a:lnTo>
                  <a:lnTo>
                    <a:pt x="20435" y="7058"/>
                  </a:lnTo>
                  <a:lnTo>
                    <a:pt x="20344" y="6648"/>
                  </a:lnTo>
                  <a:lnTo>
                    <a:pt x="20262" y="6210"/>
                  </a:lnTo>
                  <a:lnTo>
                    <a:pt x="20189" y="5754"/>
                  </a:lnTo>
                  <a:lnTo>
                    <a:pt x="20152" y="5563"/>
                  </a:lnTo>
                  <a:lnTo>
                    <a:pt x="20107" y="5371"/>
                  </a:lnTo>
                  <a:lnTo>
                    <a:pt x="20052" y="5189"/>
                  </a:lnTo>
                  <a:lnTo>
                    <a:pt x="19997" y="4998"/>
                  </a:lnTo>
                  <a:lnTo>
                    <a:pt x="19869" y="4642"/>
                  </a:lnTo>
                  <a:lnTo>
                    <a:pt x="19724" y="4277"/>
                  </a:lnTo>
                  <a:lnTo>
                    <a:pt x="19587" y="3922"/>
                  </a:lnTo>
                  <a:lnTo>
                    <a:pt x="19450" y="3566"/>
                  </a:lnTo>
                  <a:lnTo>
                    <a:pt x="19386" y="3384"/>
                  </a:lnTo>
                  <a:lnTo>
                    <a:pt x="19331" y="3201"/>
                  </a:lnTo>
                  <a:lnTo>
                    <a:pt x="19286" y="3019"/>
                  </a:lnTo>
                  <a:lnTo>
                    <a:pt x="19240" y="2827"/>
                  </a:lnTo>
                  <a:lnTo>
                    <a:pt x="19213" y="3757"/>
                  </a:lnTo>
                  <a:lnTo>
                    <a:pt x="19204" y="4241"/>
                  </a:lnTo>
                  <a:lnTo>
                    <a:pt x="19204" y="4733"/>
                  </a:lnTo>
                  <a:lnTo>
                    <a:pt x="19222" y="5216"/>
                  </a:lnTo>
                  <a:lnTo>
                    <a:pt x="19240" y="5700"/>
                  </a:lnTo>
                  <a:lnTo>
                    <a:pt x="19277" y="6165"/>
                  </a:lnTo>
                  <a:lnTo>
                    <a:pt x="19331" y="6612"/>
                  </a:lnTo>
                  <a:lnTo>
                    <a:pt x="19359" y="6739"/>
                  </a:lnTo>
                  <a:lnTo>
                    <a:pt x="19404" y="6876"/>
                  </a:lnTo>
                  <a:lnTo>
                    <a:pt x="19441" y="7013"/>
                  </a:lnTo>
                  <a:lnTo>
                    <a:pt x="19468" y="7150"/>
                  </a:lnTo>
                  <a:lnTo>
                    <a:pt x="19477" y="7213"/>
                  </a:lnTo>
                  <a:lnTo>
                    <a:pt x="19468" y="7277"/>
                  </a:lnTo>
                  <a:lnTo>
                    <a:pt x="19459" y="7332"/>
                  </a:lnTo>
                  <a:lnTo>
                    <a:pt x="19432" y="7387"/>
                  </a:lnTo>
                  <a:lnTo>
                    <a:pt x="19395" y="7432"/>
                  </a:lnTo>
                  <a:lnTo>
                    <a:pt x="19341" y="7469"/>
                  </a:lnTo>
                  <a:lnTo>
                    <a:pt x="19277" y="7505"/>
                  </a:lnTo>
                  <a:lnTo>
                    <a:pt x="19186" y="7533"/>
                  </a:lnTo>
                  <a:lnTo>
                    <a:pt x="19131" y="7533"/>
                  </a:lnTo>
                  <a:lnTo>
                    <a:pt x="19067" y="7523"/>
                  </a:lnTo>
                  <a:lnTo>
                    <a:pt x="18994" y="7505"/>
                  </a:lnTo>
                  <a:lnTo>
                    <a:pt x="18930" y="7478"/>
                  </a:lnTo>
                  <a:lnTo>
                    <a:pt x="18857" y="7441"/>
                  </a:lnTo>
                  <a:lnTo>
                    <a:pt x="18793" y="7396"/>
                  </a:lnTo>
                  <a:lnTo>
                    <a:pt x="18648" y="7286"/>
                  </a:lnTo>
                  <a:lnTo>
                    <a:pt x="18520" y="7177"/>
                  </a:lnTo>
                  <a:lnTo>
                    <a:pt x="18392" y="7058"/>
                  </a:lnTo>
                  <a:lnTo>
                    <a:pt x="18201" y="6867"/>
                  </a:lnTo>
                  <a:lnTo>
                    <a:pt x="18091" y="6757"/>
                  </a:lnTo>
                  <a:lnTo>
                    <a:pt x="17982" y="6639"/>
                  </a:lnTo>
                  <a:lnTo>
                    <a:pt x="17882" y="6520"/>
                  </a:lnTo>
                  <a:lnTo>
                    <a:pt x="17781" y="6402"/>
                  </a:lnTo>
                  <a:lnTo>
                    <a:pt x="17690" y="6274"/>
                  </a:lnTo>
                  <a:lnTo>
                    <a:pt x="17608" y="6147"/>
                  </a:lnTo>
                  <a:lnTo>
                    <a:pt x="17444" y="5873"/>
                  </a:lnTo>
                  <a:lnTo>
                    <a:pt x="17262" y="5572"/>
                  </a:lnTo>
                  <a:lnTo>
                    <a:pt x="17015" y="5162"/>
                  </a:lnTo>
                  <a:lnTo>
                    <a:pt x="16897" y="4952"/>
                  </a:lnTo>
                  <a:lnTo>
                    <a:pt x="16797" y="4760"/>
                  </a:lnTo>
                  <a:lnTo>
                    <a:pt x="16760" y="4669"/>
                  </a:lnTo>
                  <a:lnTo>
                    <a:pt x="16733" y="4587"/>
                  </a:lnTo>
                  <a:lnTo>
                    <a:pt x="16714" y="4514"/>
                  </a:lnTo>
                  <a:lnTo>
                    <a:pt x="16705" y="4450"/>
                  </a:lnTo>
                  <a:lnTo>
                    <a:pt x="16705" y="4742"/>
                  </a:lnTo>
                  <a:lnTo>
                    <a:pt x="16724" y="5034"/>
                  </a:lnTo>
                  <a:lnTo>
                    <a:pt x="16751" y="5317"/>
                  </a:lnTo>
                  <a:lnTo>
                    <a:pt x="16787" y="5590"/>
                  </a:lnTo>
                  <a:lnTo>
                    <a:pt x="16842" y="5864"/>
                  </a:lnTo>
                  <a:lnTo>
                    <a:pt x="16915" y="6128"/>
                  </a:lnTo>
                  <a:lnTo>
                    <a:pt x="16997" y="6384"/>
                  </a:lnTo>
                  <a:lnTo>
                    <a:pt x="17088" y="6639"/>
                  </a:lnTo>
                  <a:lnTo>
                    <a:pt x="17198" y="6894"/>
                  </a:lnTo>
                  <a:lnTo>
                    <a:pt x="17316" y="7131"/>
                  </a:lnTo>
                  <a:lnTo>
                    <a:pt x="17453" y="7378"/>
                  </a:lnTo>
                  <a:lnTo>
                    <a:pt x="17590" y="7605"/>
                  </a:lnTo>
                  <a:lnTo>
                    <a:pt x="17754" y="7843"/>
                  </a:lnTo>
                  <a:lnTo>
                    <a:pt x="17918" y="8071"/>
                  </a:lnTo>
                  <a:lnTo>
                    <a:pt x="18100" y="8289"/>
                  </a:lnTo>
                  <a:lnTo>
                    <a:pt x="18301" y="8508"/>
                  </a:lnTo>
                  <a:lnTo>
                    <a:pt x="18420" y="8627"/>
                  </a:lnTo>
                  <a:lnTo>
                    <a:pt x="18547" y="8745"/>
                  </a:lnTo>
                  <a:lnTo>
                    <a:pt x="18675" y="8855"/>
                  </a:lnTo>
                  <a:lnTo>
                    <a:pt x="18812" y="8964"/>
                  </a:lnTo>
                  <a:lnTo>
                    <a:pt x="19085" y="9156"/>
                  </a:lnTo>
                  <a:lnTo>
                    <a:pt x="19359" y="9329"/>
                  </a:lnTo>
                  <a:lnTo>
                    <a:pt x="19933" y="9675"/>
                  </a:lnTo>
                  <a:lnTo>
                    <a:pt x="20225" y="9849"/>
                  </a:lnTo>
                  <a:lnTo>
                    <a:pt x="20517" y="10031"/>
                  </a:lnTo>
                  <a:lnTo>
                    <a:pt x="20690" y="10168"/>
                  </a:lnTo>
                  <a:lnTo>
                    <a:pt x="20818" y="10286"/>
                  </a:lnTo>
                  <a:lnTo>
                    <a:pt x="20863" y="10341"/>
                  </a:lnTo>
                  <a:lnTo>
                    <a:pt x="20900" y="10387"/>
                  </a:lnTo>
                  <a:lnTo>
                    <a:pt x="20927" y="10432"/>
                  </a:lnTo>
                  <a:lnTo>
                    <a:pt x="20945" y="10478"/>
                  </a:lnTo>
                  <a:lnTo>
                    <a:pt x="20945" y="10514"/>
                  </a:lnTo>
                  <a:lnTo>
                    <a:pt x="20945" y="10560"/>
                  </a:lnTo>
                  <a:lnTo>
                    <a:pt x="20936" y="10587"/>
                  </a:lnTo>
                  <a:lnTo>
                    <a:pt x="20918" y="10624"/>
                  </a:lnTo>
                  <a:lnTo>
                    <a:pt x="20891" y="10651"/>
                  </a:lnTo>
                  <a:lnTo>
                    <a:pt x="20854" y="10678"/>
                  </a:lnTo>
                  <a:lnTo>
                    <a:pt x="20772" y="10724"/>
                  </a:lnTo>
                  <a:lnTo>
                    <a:pt x="20672" y="10770"/>
                  </a:lnTo>
                  <a:lnTo>
                    <a:pt x="20553" y="10806"/>
                  </a:lnTo>
                  <a:lnTo>
                    <a:pt x="20289" y="10861"/>
                  </a:lnTo>
                  <a:lnTo>
                    <a:pt x="20006" y="10916"/>
                  </a:lnTo>
                  <a:lnTo>
                    <a:pt x="19760" y="10970"/>
                  </a:lnTo>
                  <a:lnTo>
                    <a:pt x="19414" y="11061"/>
                  </a:lnTo>
                  <a:lnTo>
                    <a:pt x="19085" y="11125"/>
                  </a:lnTo>
                  <a:lnTo>
                    <a:pt x="18757" y="11171"/>
                  </a:lnTo>
                  <a:lnTo>
                    <a:pt x="18602" y="11189"/>
                  </a:lnTo>
                  <a:lnTo>
                    <a:pt x="18438" y="11198"/>
                  </a:lnTo>
                  <a:lnTo>
                    <a:pt x="18119" y="11198"/>
                  </a:lnTo>
                  <a:lnTo>
                    <a:pt x="17955" y="11189"/>
                  </a:lnTo>
                  <a:lnTo>
                    <a:pt x="17781" y="11171"/>
                  </a:lnTo>
                  <a:lnTo>
                    <a:pt x="17617" y="11153"/>
                  </a:lnTo>
                  <a:lnTo>
                    <a:pt x="17444" y="11125"/>
                  </a:lnTo>
                  <a:lnTo>
                    <a:pt x="17271" y="11098"/>
                  </a:lnTo>
                  <a:lnTo>
                    <a:pt x="17088" y="11052"/>
                  </a:lnTo>
                  <a:lnTo>
                    <a:pt x="16724" y="10970"/>
                  </a:lnTo>
                  <a:lnTo>
                    <a:pt x="16386" y="10888"/>
                  </a:lnTo>
                  <a:lnTo>
                    <a:pt x="16067" y="10833"/>
                  </a:lnTo>
                  <a:lnTo>
                    <a:pt x="15766" y="10779"/>
                  </a:lnTo>
                  <a:lnTo>
                    <a:pt x="15483" y="10742"/>
                  </a:lnTo>
                  <a:lnTo>
                    <a:pt x="15210" y="10715"/>
                  </a:lnTo>
                  <a:lnTo>
                    <a:pt x="14945" y="10697"/>
                  </a:lnTo>
                  <a:lnTo>
                    <a:pt x="14681" y="10697"/>
                  </a:lnTo>
                  <a:lnTo>
                    <a:pt x="14417" y="10706"/>
                  </a:lnTo>
                  <a:lnTo>
                    <a:pt x="14152" y="10724"/>
                  </a:lnTo>
                  <a:lnTo>
                    <a:pt x="13879" y="10761"/>
                  </a:lnTo>
                  <a:lnTo>
                    <a:pt x="13596" y="10815"/>
                  </a:lnTo>
                  <a:lnTo>
                    <a:pt x="13304" y="10879"/>
                  </a:lnTo>
                  <a:lnTo>
                    <a:pt x="12985" y="10952"/>
                  </a:lnTo>
                  <a:lnTo>
                    <a:pt x="12648" y="11043"/>
                  </a:lnTo>
                  <a:lnTo>
                    <a:pt x="12292" y="11143"/>
                  </a:lnTo>
                  <a:lnTo>
                    <a:pt x="12803" y="11143"/>
                  </a:lnTo>
                  <a:lnTo>
                    <a:pt x="13322" y="11171"/>
                  </a:lnTo>
                  <a:lnTo>
                    <a:pt x="13578" y="11189"/>
                  </a:lnTo>
                  <a:lnTo>
                    <a:pt x="13824" y="11207"/>
                  </a:lnTo>
                  <a:lnTo>
                    <a:pt x="14079" y="11244"/>
                  </a:lnTo>
                  <a:lnTo>
                    <a:pt x="14334" y="11280"/>
                  </a:lnTo>
                  <a:lnTo>
                    <a:pt x="14581" y="11326"/>
                  </a:lnTo>
                  <a:lnTo>
                    <a:pt x="14827" y="11381"/>
                  </a:lnTo>
                  <a:lnTo>
                    <a:pt x="15073" y="11444"/>
                  </a:lnTo>
                  <a:lnTo>
                    <a:pt x="15319" y="11517"/>
                  </a:lnTo>
                  <a:lnTo>
                    <a:pt x="15556" y="11599"/>
                  </a:lnTo>
                  <a:lnTo>
                    <a:pt x="15803" y="11691"/>
                  </a:lnTo>
                  <a:lnTo>
                    <a:pt x="16040" y="11791"/>
                  </a:lnTo>
                  <a:lnTo>
                    <a:pt x="16277" y="11900"/>
                  </a:lnTo>
                  <a:lnTo>
                    <a:pt x="16213" y="12037"/>
                  </a:lnTo>
                  <a:lnTo>
                    <a:pt x="16140" y="12165"/>
                  </a:lnTo>
                  <a:lnTo>
                    <a:pt x="16049" y="12274"/>
                  </a:lnTo>
                  <a:lnTo>
                    <a:pt x="15948" y="12374"/>
                  </a:lnTo>
                  <a:lnTo>
                    <a:pt x="15839" y="12466"/>
                  </a:lnTo>
                  <a:lnTo>
                    <a:pt x="15721" y="12557"/>
                  </a:lnTo>
                  <a:lnTo>
                    <a:pt x="15593" y="12639"/>
                  </a:lnTo>
                  <a:lnTo>
                    <a:pt x="15456" y="12721"/>
                  </a:lnTo>
                  <a:lnTo>
                    <a:pt x="15192" y="12876"/>
                  </a:lnTo>
                  <a:lnTo>
                    <a:pt x="14927" y="13040"/>
                  </a:lnTo>
                  <a:lnTo>
                    <a:pt x="14809" y="13131"/>
                  </a:lnTo>
                  <a:lnTo>
                    <a:pt x="14690" y="13223"/>
                  </a:lnTo>
                  <a:lnTo>
                    <a:pt x="14581" y="13323"/>
                  </a:lnTo>
                  <a:lnTo>
                    <a:pt x="14480" y="13441"/>
                  </a:lnTo>
                  <a:lnTo>
                    <a:pt x="14608" y="13396"/>
                  </a:lnTo>
                  <a:lnTo>
                    <a:pt x="14736" y="13359"/>
                  </a:lnTo>
                  <a:lnTo>
                    <a:pt x="14991" y="13305"/>
                  </a:lnTo>
                  <a:lnTo>
                    <a:pt x="15529" y="13213"/>
                  </a:lnTo>
                  <a:lnTo>
                    <a:pt x="15784" y="13168"/>
                  </a:lnTo>
                  <a:lnTo>
                    <a:pt x="15912" y="13140"/>
                  </a:lnTo>
                  <a:lnTo>
                    <a:pt x="16040" y="13104"/>
                  </a:lnTo>
                  <a:lnTo>
                    <a:pt x="16167" y="13058"/>
                  </a:lnTo>
                  <a:lnTo>
                    <a:pt x="16286" y="13013"/>
                  </a:lnTo>
                  <a:lnTo>
                    <a:pt x="16404" y="12958"/>
                  </a:lnTo>
                  <a:lnTo>
                    <a:pt x="16514" y="12894"/>
                  </a:lnTo>
                  <a:lnTo>
                    <a:pt x="16660" y="12803"/>
                  </a:lnTo>
                  <a:lnTo>
                    <a:pt x="16778" y="12712"/>
                  </a:lnTo>
                  <a:lnTo>
                    <a:pt x="16888" y="12621"/>
                  </a:lnTo>
                  <a:lnTo>
                    <a:pt x="16979" y="12530"/>
                  </a:lnTo>
                  <a:lnTo>
                    <a:pt x="17143" y="12365"/>
                  </a:lnTo>
                  <a:lnTo>
                    <a:pt x="17298" y="12219"/>
                  </a:lnTo>
                  <a:lnTo>
                    <a:pt x="17371" y="12147"/>
                  </a:lnTo>
                  <a:lnTo>
                    <a:pt x="17453" y="12083"/>
                  </a:lnTo>
                  <a:lnTo>
                    <a:pt x="17544" y="12028"/>
                  </a:lnTo>
                  <a:lnTo>
                    <a:pt x="17645" y="11964"/>
                  </a:lnTo>
                  <a:lnTo>
                    <a:pt x="17763" y="11919"/>
                  </a:lnTo>
                  <a:lnTo>
                    <a:pt x="17900" y="11873"/>
                  </a:lnTo>
                  <a:lnTo>
                    <a:pt x="18055" y="11827"/>
                  </a:lnTo>
                  <a:lnTo>
                    <a:pt x="18228" y="11800"/>
                  </a:lnTo>
                  <a:lnTo>
                    <a:pt x="18383" y="11773"/>
                  </a:lnTo>
                  <a:lnTo>
                    <a:pt x="18538" y="11764"/>
                  </a:lnTo>
                  <a:lnTo>
                    <a:pt x="18711" y="11754"/>
                  </a:lnTo>
                  <a:lnTo>
                    <a:pt x="18885" y="11745"/>
                  </a:lnTo>
                  <a:lnTo>
                    <a:pt x="19067" y="11754"/>
                  </a:lnTo>
                  <a:lnTo>
                    <a:pt x="19249" y="11764"/>
                  </a:lnTo>
                  <a:lnTo>
                    <a:pt x="19642" y="11800"/>
                  </a:lnTo>
                  <a:lnTo>
                    <a:pt x="20052" y="11855"/>
                  </a:lnTo>
                  <a:lnTo>
                    <a:pt x="20462" y="11928"/>
                  </a:lnTo>
                  <a:lnTo>
                    <a:pt x="20882" y="12028"/>
                  </a:lnTo>
                  <a:lnTo>
                    <a:pt x="21310" y="12137"/>
                  </a:lnTo>
                  <a:lnTo>
                    <a:pt x="21584" y="12229"/>
                  </a:lnTo>
                  <a:lnTo>
                    <a:pt x="21848" y="12329"/>
                  </a:lnTo>
                  <a:lnTo>
                    <a:pt x="22104" y="12457"/>
                  </a:lnTo>
                  <a:lnTo>
                    <a:pt x="22350" y="12602"/>
                  </a:lnTo>
                  <a:lnTo>
                    <a:pt x="22587" y="12767"/>
                  </a:lnTo>
                  <a:lnTo>
                    <a:pt x="22705" y="12849"/>
                  </a:lnTo>
                  <a:lnTo>
                    <a:pt x="22815" y="12940"/>
                  </a:lnTo>
                  <a:lnTo>
                    <a:pt x="22915" y="13040"/>
                  </a:lnTo>
                  <a:lnTo>
                    <a:pt x="23025" y="13140"/>
                  </a:lnTo>
                  <a:lnTo>
                    <a:pt x="23116" y="13250"/>
                  </a:lnTo>
                  <a:lnTo>
                    <a:pt x="23216" y="13350"/>
                  </a:lnTo>
                  <a:lnTo>
                    <a:pt x="23335" y="13496"/>
                  </a:lnTo>
                  <a:lnTo>
                    <a:pt x="23408" y="13605"/>
                  </a:lnTo>
                  <a:lnTo>
                    <a:pt x="23490" y="13706"/>
                  </a:lnTo>
                  <a:lnTo>
                    <a:pt x="23553" y="13815"/>
                  </a:lnTo>
                  <a:lnTo>
                    <a:pt x="23617" y="13925"/>
                  </a:lnTo>
                  <a:lnTo>
                    <a:pt x="23681" y="14043"/>
                  </a:lnTo>
                  <a:lnTo>
                    <a:pt x="23736" y="14153"/>
                  </a:lnTo>
                  <a:lnTo>
                    <a:pt x="23827" y="14390"/>
                  </a:lnTo>
                  <a:lnTo>
                    <a:pt x="23891" y="14627"/>
                  </a:lnTo>
                  <a:lnTo>
                    <a:pt x="23946" y="14873"/>
                  </a:lnTo>
                  <a:lnTo>
                    <a:pt x="23973" y="15119"/>
                  </a:lnTo>
                  <a:lnTo>
                    <a:pt x="23982" y="15365"/>
                  </a:lnTo>
                  <a:lnTo>
                    <a:pt x="23973" y="15612"/>
                  </a:lnTo>
                  <a:lnTo>
                    <a:pt x="23936" y="15858"/>
                  </a:lnTo>
                  <a:lnTo>
                    <a:pt x="23882" y="16104"/>
                  </a:lnTo>
                  <a:lnTo>
                    <a:pt x="23809" y="16341"/>
                  </a:lnTo>
                  <a:lnTo>
                    <a:pt x="23708" y="16569"/>
                  </a:lnTo>
                  <a:lnTo>
                    <a:pt x="23654" y="16688"/>
                  </a:lnTo>
                  <a:lnTo>
                    <a:pt x="23599" y="16797"/>
                  </a:lnTo>
                  <a:lnTo>
                    <a:pt x="23526" y="16906"/>
                  </a:lnTo>
                  <a:lnTo>
                    <a:pt x="23462" y="17016"/>
                  </a:lnTo>
                  <a:lnTo>
                    <a:pt x="23380" y="17116"/>
                  </a:lnTo>
                  <a:lnTo>
                    <a:pt x="23298" y="17216"/>
                  </a:lnTo>
                  <a:lnTo>
                    <a:pt x="23298" y="17226"/>
                  </a:lnTo>
                  <a:lnTo>
                    <a:pt x="23143" y="17399"/>
                  </a:lnTo>
                  <a:lnTo>
                    <a:pt x="22988" y="17572"/>
                  </a:lnTo>
                  <a:lnTo>
                    <a:pt x="22824" y="17727"/>
                  </a:lnTo>
                  <a:lnTo>
                    <a:pt x="22660" y="17873"/>
                  </a:lnTo>
                  <a:lnTo>
                    <a:pt x="22487" y="18019"/>
                  </a:lnTo>
                  <a:lnTo>
                    <a:pt x="22313" y="18147"/>
                  </a:lnTo>
                  <a:lnTo>
                    <a:pt x="22140" y="18274"/>
                  </a:lnTo>
                  <a:lnTo>
                    <a:pt x="21958" y="18384"/>
                  </a:lnTo>
                  <a:lnTo>
                    <a:pt x="21766" y="18493"/>
                  </a:lnTo>
                  <a:lnTo>
                    <a:pt x="21584" y="18593"/>
                  </a:lnTo>
                  <a:lnTo>
                    <a:pt x="21383" y="18694"/>
                  </a:lnTo>
                  <a:lnTo>
                    <a:pt x="21183" y="18785"/>
                  </a:lnTo>
                  <a:lnTo>
                    <a:pt x="20973" y="18867"/>
                  </a:lnTo>
                  <a:lnTo>
                    <a:pt x="20763" y="18940"/>
                  </a:lnTo>
                  <a:lnTo>
                    <a:pt x="20544" y="19013"/>
                  </a:lnTo>
                  <a:lnTo>
                    <a:pt x="20325" y="19077"/>
                  </a:lnTo>
                  <a:lnTo>
                    <a:pt x="19942" y="19177"/>
                  </a:lnTo>
                  <a:lnTo>
                    <a:pt x="19569" y="19259"/>
                  </a:lnTo>
                  <a:lnTo>
                    <a:pt x="19186" y="19332"/>
                  </a:lnTo>
                  <a:lnTo>
                    <a:pt x="18803" y="19387"/>
                  </a:lnTo>
                  <a:lnTo>
                    <a:pt x="18420" y="19441"/>
                  </a:lnTo>
                  <a:lnTo>
                    <a:pt x="18028" y="19478"/>
                  </a:lnTo>
                  <a:lnTo>
                    <a:pt x="17262" y="19560"/>
                  </a:lnTo>
                  <a:lnTo>
                    <a:pt x="16988" y="19578"/>
                  </a:lnTo>
                  <a:lnTo>
                    <a:pt x="16714" y="19587"/>
                  </a:lnTo>
                  <a:lnTo>
                    <a:pt x="16441" y="19596"/>
                  </a:lnTo>
                  <a:lnTo>
                    <a:pt x="16167" y="19587"/>
                  </a:lnTo>
                  <a:lnTo>
                    <a:pt x="15903" y="19578"/>
                  </a:lnTo>
                  <a:lnTo>
                    <a:pt x="15629" y="19551"/>
                  </a:lnTo>
                  <a:lnTo>
                    <a:pt x="15356" y="19523"/>
                  </a:lnTo>
                  <a:lnTo>
                    <a:pt x="15091" y="19478"/>
                  </a:lnTo>
                  <a:lnTo>
                    <a:pt x="14827" y="19423"/>
                  </a:lnTo>
                  <a:lnTo>
                    <a:pt x="14562" y="19359"/>
                  </a:lnTo>
                  <a:lnTo>
                    <a:pt x="14298" y="19295"/>
                  </a:lnTo>
                  <a:lnTo>
                    <a:pt x="14043" y="19213"/>
                  </a:lnTo>
                  <a:lnTo>
                    <a:pt x="13787" y="19113"/>
                  </a:lnTo>
                  <a:lnTo>
                    <a:pt x="13541" y="19013"/>
                  </a:lnTo>
                  <a:lnTo>
                    <a:pt x="13295" y="18903"/>
                  </a:lnTo>
                  <a:lnTo>
                    <a:pt x="13049" y="18776"/>
                  </a:lnTo>
                  <a:lnTo>
                    <a:pt x="12803" y="18630"/>
                  </a:lnTo>
                  <a:lnTo>
                    <a:pt x="12575" y="18484"/>
                  </a:lnTo>
                  <a:lnTo>
                    <a:pt x="12356" y="18329"/>
                  </a:lnTo>
                  <a:lnTo>
                    <a:pt x="12137" y="18156"/>
                  </a:lnTo>
                  <a:lnTo>
                    <a:pt x="11936" y="17973"/>
                  </a:lnTo>
                  <a:lnTo>
                    <a:pt x="11745" y="17773"/>
                  </a:lnTo>
                  <a:lnTo>
                    <a:pt x="11562" y="17563"/>
                  </a:lnTo>
                  <a:lnTo>
                    <a:pt x="11389" y="17344"/>
                  </a:lnTo>
                  <a:lnTo>
                    <a:pt x="11225" y="17098"/>
                  </a:lnTo>
                  <a:lnTo>
                    <a:pt x="11070" y="16843"/>
                  </a:lnTo>
                  <a:lnTo>
                    <a:pt x="10924" y="16578"/>
                  </a:lnTo>
                  <a:lnTo>
                    <a:pt x="10787" y="16286"/>
                  </a:lnTo>
                  <a:lnTo>
                    <a:pt x="10660" y="15976"/>
                  </a:lnTo>
                  <a:lnTo>
                    <a:pt x="10550" y="15648"/>
                  </a:lnTo>
                  <a:lnTo>
                    <a:pt x="10441" y="15302"/>
                  </a:lnTo>
                  <a:lnTo>
                    <a:pt x="10341" y="14928"/>
                  </a:lnTo>
                  <a:lnTo>
                    <a:pt x="10149" y="14162"/>
                  </a:lnTo>
                  <a:lnTo>
                    <a:pt x="9958" y="13414"/>
                  </a:lnTo>
                  <a:lnTo>
                    <a:pt x="9866" y="13049"/>
                  </a:lnTo>
                  <a:lnTo>
                    <a:pt x="9793" y="12685"/>
                  </a:lnTo>
                  <a:lnTo>
                    <a:pt x="9739" y="12329"/>
                  </a:lnTo>
                  <a:lnTo>
                    <a:pt x="9693" y="11964"/>
                  </a:lnTo>
                  <a:lnTo>
                    <a:pt x="9675" y="11782"/>
                  </a:lnTo>
                  <a:lnTo>
                    <a:pt x="9666" y="11609"/>
                  </a:lnTo>
                  <a:lnTo>
                    <a:pt x="9666" y="11426"/>
                  </a:lnTo>
                  <a:lnTo>
                    <a:pt x="9666" y="11244"/>
                  </a:lnTo>
                  <a:lnTo>
                    <a:pt x="9675" y="11061"/>
                  </a:lnTo>
                  <a:lnTo>
                    <a:pt x="9693" y="10879"/>
                  </a:lnTo>
                  <a:lnTo>
                    <a:pt x="9720" y="10697"/>
                  </a:lnTo>
                  <a:lnTo>
                    <a:pt x="9748" y="10514"/>
                  </a:lnTo>
                  <a:lnTo>
                    <a:pt x="9784" y="10332"/>
                  </a:lnTo>
                  <a:lnTo>
                    <a:pt x="9839" y="10150"/>
                  </a:lnTo>
                  <a:lnTo>
                    <a:pt x="9894" y="9967"/>
                  </a:lnTo>
                  <a:lnTo>
                    <a:pt x="9958" y="9776"/>
                  </a:lnTo>
                  <a:lnTo>
                    <a:pt x="10031" y="9584"/>
                  </a:lnTo>
                  <a:lnTo>
                    <a:pt x="10122" y="9402"/>
                  </a:lnTo>
                  <a:lnTo>
                    <a:pt x="10213" y="9210"/>
                  </a:lnTo>
                  <a:lnTo>
                    <a:pt x="10322" y="9010"/>
                  </a:lnTo>
                  <a:lnTo>
                    <a:pt x="10113" y="9128"/>
                  </a:lnTo>
                  <a:lnTo>
                    <a:pt x="9921" y="9256"/>
                  </a:lnTo>
                  <a:lnTo>
                    <a:pt x="9748" y="9384"/>
                  </a:lnTo>
                  <a:lnTo>
                    <a:pt x="9593" y="9520"/>
                  </a:lnTo>
                  <a:lnTo>
                    <a:pt x="9456" y="9657"/>
                  </a:lnTo>
                  <a:lnTo>
                    <a:pt x="9337" y="9794"/>
                  </a:lnTo>
                  <a:lnTo>
                    <a:pt x="9237" y="9949"/>
                  </a:lnTo>
                  <a:lnTo>
                    <a:pt x="9146" y="10095"/>
                  </a:lnTo>
                  <a:lnTo>
                    <a:pt x="9073" y="10250"/>
                  </a:lnTo>
                  <a:lnTo>
                    <a:pt x="9018" y="10414"/>
                  </a:lnTo>
                  <a:lnTo>
                    <a:pt x="8964" y="10578"/>
                  </a:lnTo>
                  <a:lnTo>
                    <a:pt x="8927" y="10742"/>
                  </a:lnTo>
                  <a:lnTo>
                    <a:pt x="8900" y="10916"/>
                  </a:lnTo>
                  <a:lnTo>
                    <a:pt x="8882" y="11089"/>
                  </a:lnTo>
                  <a:lnTo>
                    <a:pt x="8872" y="11262"/>
                  </a:lnTo>
                  <a:lnTo>
                    <a:pt x="8872" y="11444"/>
                  </a:lnTo>
                  <a:lnTo>
                    <a:pt x="8872" y="11627"/>
                  </a:lnTo>
                  <a:lnTo>
                    <a:pt x="8882" y="11809"/>
                  </a:lnTo>
                  <a:lnTo>
                    <a:pt x="8918" y="12183"/>
                  </a:lnTo>
                  <a:lnTo>
                    <a:pt x="8964" y="12566"/>
                  </a:lnTo>
                  <a:lnTo>
                    <a:pt x="9009" y="12949"/>
                  </a:lnTo>
                  <a:lnTo>
                    <a:pt x="9055" y="13332"/>
                  </a:lnTo>
                  <a:lnTo>
                    <a:pt x="9091" y="13724"/>
                  </a:lnTo>
                  <a:lnTo>
                    <a:pt x="9110" y="13916"/>
                  </a:lnTo>
                  <a:lnTo>
                    <a:pt x="9110" y="14116"/>
                  </a:lnTo>
                  <a:lnTo>
                    <a:pt x="9110" y="14308"/>
                  </a:lnTo>
                  <a:lnTo>
                    <a:pt x="9110" y="14499"/>
                  </a:lnTo>
                  <a:lnTo>
                    <a:pt x="9100" y="14536"/>
                  </a:lnTo>
                  <a:lnTo>
                    <a:pt x="9091" y="14554"/>
                  </a:lnTo>
                  <a:lnTo>
                    <a:pt x="9064" y="14581"/>
                  </a:lnTo>
                  <a:lnTo>
                    <a:pt x="9037" y="14590"/>
                  </a:lnTo>
                  <a:lnTo>
                    <a:pt x="9000" y="14599"/>
                  </a:lnTo>
                  <a:lnTo>
                    <a:pt x="8955" y="14599"/>
                  </a:lnTo>
                  <a:lnTo>
                    <a:pt x="8863" y="14590"/>
                  </a:lnTo>
                  <a:lnTo>
                    <a:pt x="8745" y="14563"/>
                  </a:lnTo>
                  <a:lnTo>
                    <a:pt x="8608" y="14526"/>
                  </a:lnTo>
                  <a:lnTo>
                    <a:pt x="8471" y="14472"/>
                  </a:lnTo>
                  <a:lnTo>
                    <a:pt x="8325" y="14417"/>
                  </a:lnTo>
                  <a:lnTo>
                    <a:pt x="8034" y="14289"/>
                  </a:lnTo>
                  <a:lnTo>
                    <a:pt x="7769" y="14162"/>
                  </a:lnTo>
                  <a:lnTo>
                    <a:pt x="7578" y="14052"/>
                  </a:lnTo>
                  <a:lnTo>
                    <a:pt x="7477" y="13988"/>
                  </a:lnTo>
                  <a:lnTo>
                    <a:pt x="7313" y="13852"/>
                  </a:lnTo>
                  <a:lnTo>
                    <a:pt x="7158" y="13706"/>
                  </a:lnTo>
                  <a:lnTo>
                    <a:pt x="7021" y="13551"/>
                  </a:lnTo>
                  <a:lnTo>
                    <a:pt x="6885" y="13396"/>
                  </a:lnTo>
                  <a:lnTo>
                    <a:pt x="6766" y="13241"/>
                  </a:lnTo>
                  <a:lnTo>
                    <a:pt x="6657" y="13068"/>
                  </a:lnTo>
                  <a:lnTo>
                    <a:pt x="6547" y="12885"/>
                  </a:lnTo>
                  <a:lnTo>
                    <a:pt x="6456" y="12694"/>
                  </a:lnTo>
                  <a:lnTo>
                    <a:pt x="6137" y="11909"/>
                  </a:lnTo>
                  <a:lnTo>
                    <a:pt x="6046" y="11718"/>
                  </a:lnTo>
                  <a:lnTo>
                    <a:pt x="5954" y="11536"/>
                  </a:lnTo>
                  <a:lnTo>
                    <a:pt x="5863" y="11344"/>
                  </a:lnTo>
                  <a:lnTo>
                    <a:pt x="5763" y="11171"/>
                  </a:lnTo>
                  <a:lnTo>
                    <a:pt x="5644" y="10998"/>
                  </a:lnTo>
                  <a:lnTo>
                    <a:pt x="5526" y="10833"/>
                  </a:lnTo>
                  <a:lnTo>
                    <a:pt x="5389" y="10688"/>
                  </a:lnTo>
                  <a:lnTo>
                    <a:pt x="5252" y="10542"/>
                  </a:lnTo>
                  <a:lnTo>
                    <a:pt x="5088" y="10414"/>
                  </a:lnTo>
                  <a:lnTo>
                    <a:pt x="4915" y="10295"/>
                  </a:lnTo>
                  <a:lnTo>
                    <a:pt x="4824" y="10241"/>
                  </a:lnTo>
                  <a:lnTo>
                    <a:pt x="4723" y="10195"/>
                  </a:lnTo>
                  <a:lnTo>
                    <a:pt x="4623" y="10150"/>
                  </a:lnTo>
                  <a:lnTo>
                    <a:pt x="4514" y="10113"/>
                  </a:lnTo>
                  <a:lnTo>
                    <a:pt x="4532" y="10213"/>
                  </a:lnTo>
                  <a:lnTo>
                    <a:pt x="4568" y="10314"/>
                  </a:lnTo>
                  <a:lnTo>
                    <a:pt x="4614" y="10414"/>
                  </a:lnTo>
                  <a:lnTo>
                    <a:pt x="4669" y="10514"/>
                  </a:lnTo>
                  <a:lnTo>
                    <a:pt x="4787" y="10706"/>
                  </a:lnTo>
                  <a:lnTo>
                    <a:pt x="4924" y="10906"/>
                  </a:lnTo>
                  <a:lnTo>
                    <a:pt x="5061" y="11098"/>
                  </a:lnTo>
                  <a:lnTo>
                    <a:pt x="5198" y="11289"/>
                  </a:lnTo>
                  <a:lnTo>
                    <a:pt x="5252" y="11390"/>
                  </a:lnTo>
                  <a:lnTo>
                    <a:pt x="5307" y="11499"/>
                  </a:lnTo>
                  <a:lnTo>
                    <a:pt x="5353" y="11599"/>
                  </a:lnTo>
                  <a:lnTo>
                    <a:pt x="5389" y="11709"/>
                  </a:lnTo>
                  <a:lnTo>
                    <a:pt x="5526" y="12192"/>
                  </a:lnTo>
                  <a:lnTo>
                    <a:pt x="5672" y="12694"/>
                  </a:lnTo>
                  <a:lnTo>
                    <a:pt x="5754" y="12940"/>
                  </a:lnTo>
                  <a:lnTo>
                    <a:pt x="5836" y="13177"/>
                  </a:lnTo>
                  <a:lnTo>
                    <a:pt x="5936" y="13405"/>
                  </a:lnTo>
                  <a:lnTo>
                    <a:pt x="6046" y="13624"/>
                  </a:lnTo>
                  <a:lnTo>
                    <a:pt x="6128" y="13751"/>
                  </a:lnTo>
                  <a:lnTo>
                    <a:pt x="6246" y="13916"/>
                  </a:lnTo>
                  <a:lnTo>
                    <a:pt x="6365" y="14089"/>
                  </a:lnTo>
                  <a:lnTo>
                    <a:pt x="6429" y="14180"/>
                  </a:lnTo>
                  <a:lnTo>
                    <a:pt x="6483" y="14280"/>
                  </a:lnTo>
                  <a:lnTo>
                    <a:pt x="6520" y="14371"/>
                  </a:lnTo>
                  <a:lnTo>
                    <a:pt x="6556" y="14463"/>
                  </a:lnTo>
                  <a:lnTo>
                    <a:pt x="6575" y="14554"/>
                  </a:lnTo>
                  <a:lnTo>
                    <a:pt x="6575" y="14636"/>
                  </a:lnTo>
                  <a:lnTo>
                    <a:pt x="6565" y="14681"/>
                  </a:lnTo>
                  <a:lnTo>
                    <a:pt x="6556" y="14718"/>
                  </a:lnTo>
                  <a:lnTo>
                    <a:pt x="6538" y="14754"/>
                  </a:lnTo>
                  <a:lnTo>
                    <a:pt x="6520" y="14791"/>
                  </a:lnTo>
                  <a:lnTo>
                    <a:pt x="6483" y="14827"/>
                  </a:lnTo>
                  <a:lnTo>
                    <a:pt x="6456" y="14855"/>
                  </a:lnTo>
                  <a:lnTo>
                    <a:pt x="6410" y="14891"/>
                  </a:lnTo>
                  <a:lnTo>
                    <a:pt x="6356" y="14919"/>
                  </a:lnTo>
                  <a:lnTo>
                    <a:pt x="6310" y="14937"/>
                  </a:lnTo>
                  <a:lnTo>
                    <a:pt x="6246" y="14955"/>
                  </a:lnTo>
                  <a:lnTo>
                    <a:pt x="6082" y="14982"/>
                  </a:lnTo>
                  <a:lnTo>
                    <a:pt x="5882" y="15001"/>
                  </a:lnTo>
                  <a:lnTo>
                    <a:pt x="5635" y="15010"/>
                  </a:lnTo>
                  <a:lnTo>
                    <a:pt x="5088" y="15010"/>
                  </a:lnTo>
                  <a:lnTo>
                    <a:pt x="4796" y="14992"/>
                  </a:lnTo>
                  <a:lnTo>
                    <a:pt x="4496" y="14964"/>
                  </a:lnTo>
                  <a:lnTo>
                    <a:pt x="4195" y="14928"/>
                  </a:lnTo>
                  <a:lnTo>
                    <a:pt x="3903" y="14882"/>
                  </a:lnTo>
                  <a:lnTo>
                    <a:pt x="3629" y="14837"/>
                  </a:lnTo>
                  <a:lnTo>
                    <a:pt x="3383" y="14773"/>
                  </a:lnTo>
                  <a:lnTo>
                    <a:pt x="3164" y="14700"/>
                  </a:lnTo>
                  <a:lnTo>
                    <a:pt x="3073" y="14663"/>
                  </a:lnTo>
                  <a:lnTo>
                    <a:pt x="2991" y="14618"/>
                  </a:lnTo>
                  <a:lnTo>
                    <a:pt x="2918" y="14581"/>
                  </a:lnTo>
                  <a:lnTo>
                    <a:pt x="2854" y="14536"/>
                  </a:lnTo>
                  <a:lnTo>
                    <a:pt x="2809" y="14490"/>
                  </a:lnTo>
                  <a:lnTo>
                    <a:pt x="2772" y="14435"/>
                  </a:lnTo>
                  <a:lnTo>
                    <a:pt x="2854" y="14590"/>
                  </a:lnTo>
                  <a:lnTo>
                    <a:pt x="2945" y="14736"/>
                  </a:lnTo>
                  <a:lnTo>
                    <a:pt x="3037" y="14855"/>
                  </a:lnTo>
                  <a:lnTo>
                    <a:pt x="3128" y="14973"/>
                  </a:lnTo>
                  <a:lnTo>
                    <a:pt x="3219" y="15064"/>
                  </a:lnTo>
                  <a:lnTo>
                    <a:pt x="3319" y="15156"/>
                  </a:lnTo>
                  <a:lnTo>
                    <a:pt x="3420" y="15229"/>
                  </a:lnTo>
                  <a:lnTo>
                    <a:pt x="3529" y="15292"/>
                  </a:lnTo>
                  <a:lnTo>
                    <a:pt x="3638" y="15347"/>
                  </a:lnTo>
                  <a:lnTo>
                    <a:pt x="3748" y="15393"/>
                  </a:lnTo>
                  <a:lnTo>
                    <a:pt x="3857" y="15429"/>
                  </a:lnTo>
                  <a:lnTo>
                    <a:pt x="3976" y="15457"/>
                  </a:lnTo>
                  <a:lnTo>
                    <a:pt x="4085" y="15484"/>
                  </a:lnTo>
                  <a:lnTo>
                    <a:pt x="4213" y="15502"/>
                  </a:lnTo>
                  <a:lnTo>
                    <a:pt x="4450" y="15520"/>
                  </a:lnTo>
                  <a:lnTo>
                    <a:pt x="4705" y="15530"/>
                  </a:lnTo>
                  <a:lnTo>
                    <a:pt x="5489" y="15530"/>
                  </a:lnTo>
                  <a:lnTo>
                    <a:pt x="5754" y="15548"/>
                  </a:lnTo>
                  <a:lnTo>
                    <a:pt x="5891" y="15566"/>
                  </a:lnTo>
                  <a:lnTo>
                    <a:pt x="6018" y="15584"/>
                  </a:lnTo>
                  <a:lnTo>
                    <a:pt x="6155" y="15612"/>
                  </a:lnTo>
                  <a:lnTo>
                    <a:pt x="6292" y="15648"/>
                  </a:lnTo>
                  <a:lnTo>
                    <a:pt x="6429" y="15694"/>
                  </a:lnTo>
                  <a:lnTo>
                    <a:pt x="6556" y="15739"/>
                  </a:lnTo>
                  <a:lnTo>
                    <a:pt x="6748" y="15821"/>
                  </a:lnTo>
                  <a:lnTo>
                    <a:pt x="6903" y="15903"/>
                  </a:lnTo>
                  <a:lnTo>
                    <a:pt x="7040" y="15976"/>
                  </a:lnTo>
                  <a:lnTo>
                    <a:pt x="7149" y="16049"/>
                  </a:lnTo>
                  <a:lnTo>
                    <a:pt x="7240" y="16122"/>
                  </a:lnTo>
                  <a:lnTo>
                    <a:pt x="7304" y="16195"/>
                  </a:lnTo>
                  <a:lnTo>
                    <a:pt x="7350" y="16268"/>
                  </a:lnTo>
                  <a:lnTo>
                    <a:pt x="7386" y="16332"/>
                  </a:lnTo>
                  <a:lnTo>
                    <a:pt x="7395" y="16405"/>
                  </a:lnTo>
                  <a:lnTo>
                    <a:pt x="7386" y="16469"/>
                  </a:lnTo>
                  <a:lnTo>
                    <a:pt x="7368" y="16533"/>
                  </a:lnTo>
                  <a:lnTo>
                    <a:pt x="7331" y="16596"/>
                  </a:lnTo>
                  <a:lnTo>
                    <a:pt x="7286" y="16651"/>
                  </a:lnTo>
                  <a:lnTo>
                    <a:pt x="7222" y="16715"/>
                  </a:lnTo>
                  <a:lnTo>
                    <a:pt x="7149" y="16779"/>
                  </a:lnTo>
                  <a:lnTo>
                    <a:pt x="7067" y="16833"/>
                  </a:lnTo>
                  <a:lnTo>
                    <a:pt x="6875" y="16952"/>
                  </a:lnTo>
                  <a:lnTo>
                    <a:pt x="6666" y="17061"/>
                  </a:lnTo>
                  <a:lnTo>
                    <a:pt x="6201" y="17280"/>
                  </a:lnTo>
                  <a:lnTo>
                    <a:pt x="5964" y="17390"/>
                  </a:lnTo>
                  <a:lnTo>
                    <a:pt x="5736" y="17499"/>
                  </a:lnTo>
                  <a:lnTo>
                    <a:pt x="5535" y="17618"/>
                  </a:lnTo>
                  <a:lnTo>
                    <a:pt x="5362" y="17727"/>
                  </a:lnTo>
                  <a:lnTo>
                    <a:pt x="5362" y="17727"/>
                  </a:lnTo>
                  <a:lnTo>
                    <a:pt x="5380" y="17718"/>
                  </a:lnTo>
                  <a:lnTo>
                    <a:pt x="5416" y="17709"/>
                  </a:lnTo>
                  <a:lnTo>
                    <a:pt x="5635" y="17709"/>
                  </a:lnTo>
                  <a:lnTo>
                    <a:pt x="5763" y="17718"/>
                  </a:lnTo>
                  <a:lnTo>
                    <a:pt x="6037" y="17745"/>
                  </a:lnTo>
                  <a:lnTo>
                    <a:pt x="6219" y="17745"/>
                  </a:lnTo>
                  <a:lnTo>
                    <a:pt x="6474" y="17709"/>
                  </a:lnTo>
                  <a:lnTo>
                    <a:pt x="6720" y="17663"/>
                  </a:lnTo>
                  <a:lnTo>
                    <a:pt x="7213" y="17545"/>
                  </a:lnTo>
                  <a:lnTo>
                    <a:pt x="7450" y="17490"/>
                  </a:lnTo>
                  <a:lnTo>
                    <a:pt x="7678" y="17435"/>
                  </a:lnTo>
                  <a:lnTo>
                    <a:pt x="7906" y="17399"/>
                  </a:lnTo>
                  <a:lnTo>
                    <a:pt x="8125" y="17371"/>
                  </a:lnTo>
                  <a:lnTo>
                    <a:pt x="8353" y="17353"/>
                  </a:lnTo>
                  <a:lnTo>
                    <a:pt x="8581" y="17353"/>
                  </a:lnTo>
                  <a:lnTo>
                    <a:pt x="8809" y="17381"/>
                  </a:lnTo>
                  <a:lnTo>
                    <a:pt x="9046" y="17417"/>
                  </a:lnTo>
                  <a:lnTo>
                    <a:pt x="9155" y="17454"/>
                  </a:lnTo>
                  <a:lnTo>
                    <a:pt x="9292" y="17508"/>
                  </a:lnTo>
                  <a:lnTo>
                    <a:pt x="9429" y="17581"/>
                  </a:lnTo>
                  <a:lnTo>
                    <a:pt x="9593" y="17681"/>
                  </a:lnTo>
                  <a:lnTo>
                    <a:pt x="9766" y="17791"/>
                  </a:lnTo>
                  <a:lnTo>
                    <a:pt x="9948" y="17919"/>
                  </a:lnTo>
                  <a:lnTo>
                    <a:pt x="10350" y="18210"/>
                  </a:lnTo>
                  <a:lnTo>
                    <a:pt x="10778" y="18557"/>
                  </a:lnTo>
                  <a:lnTo>
                    <a:pt x="11225" y="18931"/>
                  </a:lnTo>
                  <a:lnTo>
                    <a:pt x="11690" y="19332"/>
                  </a:lnTo>
                  <a:lnTo>
                    <a:pt x="12155" y="19751"/>
                  </a:lnTo>
                  <a:lnTo>
                    <a:pt x="12611" y="20171"/>
                  </a:lnTo>
                  <a:lnTo>
                    <a:pt x="13040" y="20581"/>
                  </a:lnTo>
                  <a:lnTo>
                    <a:pt x="13450" y="20973"/>
                  </a:lnTo>
                  <a:lnTo>
                    <a:pt x="13815" y="21338"/>
                  </a:lnTo>
                  <a:lnTo>
                    <a:pt x="14125" y="21657"/>
                  </a:lnTo>
                  <a:lnTo>
                    <a:pt x="14380" y="21922"/>
                  </a:lnTo>
                  <a:lnTo>
                    <a:pt x="14553" y="22131"/>
                  </a:lnTo>
                  <a:lnTo>
                    <a:pt x="14617" y="22204"/>
                  </a:lnTo>
                  <a:lnTo>
                    <a:pt x="14654" y="22259"/>
                  </a:lnTo>
                  <a:lnTo>
                    <a:pt x="14708" y="22359"/>
                  </a:lnTo>
                  <a:lnTo>
                    <a:pt x="14745" y="22469"/>
                  </a:lnTo>
                  <a:lnTo>
                    <a:pt x="14772" y="22578"/>
                  </a:lnTo>
                  <a:lnTo>
                    <a:pt x="14790" y="22697"/>
                  </a:lnTo>
                  <a:lnTo>
                    <a:pt x="14800" y="22815"/>
                  </a:lnTo>
                  <a:lnTo>
                    <a:pt x="14800" y="22934"/>
                  </a:lnTo>
                  <a:lnTo>
                    <a:pt x="14790" y="23052"/>
                  </a:lnTo>
                  <a:lnTo>
                    <a:pt x="14772" y="23180"/>
                  </a:lnTo>
                  <a:lnTo>
                    <a:pt x="14727" y="23426"/>
                  </a:lnTo>
                  <a:lnTo>
                    <a:pt x="14663" y="23663"/>
                  </a:lnTo>
                  <a:lnTo>
                    <a:pt x="14526" y="24101"/>
                  </a:lnTo>
                  <a:lnTo>
                    <a:pt x="14462" y="24274"/>
                  </a:lnTo>
                  <a:lnTo>
                    <a:pt x="14389" y="24438"/>
                  </a:lnTo>
                  <a:lnTo>
                    <a:pt x="14316" y="24602"/>
                  </a:lnTo>
                  <a:lnTo>
                    <a:pt x="14234" y="24758"/>
                  </a:lnTo>
                  <a:lnTo>
                    <a:pt x="14143" y="24903"/>
                  </a:lnTo>
                  <a:lnTo>
                    <a:pt x="14052" y="25040"/>
                  </a:lnTo>
                  <a:lnTo>
                    <a:pt x="13952" y="25177"/>
                  </a:lnTo>
                  <a:lnTo>
                    <a:pt x="13842" y="25305"/>
                  </a:lnTo>
                  <a:lnTo>
                    <a:pt x="13724" y="25423"/>
                  </a:lnTo>
                  <a:lnTo>
                    <a:pt x="13605" y="25542"/>
                  </a:lnTo>
                  <a:lnTo>
                    <a:pt x="13486" y="25651"/>
                  </a:lnTo>
                  <a:lnTo>
                    <a:pt x="13359" y="25761"/>
                  </a:lnTo>
                  <a:lnTo>
                    <a:pt x="13222" y="25852"/>
                  </a:lnTo>
                  <a:lnTo>
                    <a:pt x="13085" y="25952"/>
                  </a:lnTo>
                  <a:lnTo>
                    <a:pt x="12939" y="26043"/>
                  </a:lnTo>
                  <a:lnTo>
                    <a:pt x="12793" y="26125"/>
                  </a:lnTo>
                  <a:lnTo>
                    <a:pt x="12502" y="26280"/>
                  </a:lnTo>
                  <a:lnTo>
                    <a:pt x="12182" y="26426"/>
                  </a:lnTo>
                  <a:lnTo>
                    <a:pt x="11863" y="26545"/>
                  </a:lnTo>
                  <a:lnTo>
                    <a:pt x="11535" y="26663"/>
                  </a:lnTo>
                  <a:lnTo>
                    <a:pt x="11207" y="26754"/>
                  </a:lnTo>
                  <a:lnTo>
                    <a:pt x="10869" y="26846"/>
                  </a:lnTo>
                  <a:lnTo>
                    <a:pt x="10532" y="26919"/>
                  </a:lnTo>
                  <a:lnTo>
                    <a:pt x="10195" y="26992"/>
                  </a:lnTo>
                  <a:lnTo>
                    <a:pt x="10003" y="26982"/>
                  </a:lnTo>
                  <a:lnTo>
                    <a:pt x="9821" y="26964"/>
                  </a:lnTo>
                  <a:lnTo>
                    <a:pt x="9629" y="26928"/>
                  </a:lnTo>
                  <a:lnTo>
                    <a:pt x="9447" y="26873"/>
                  </a:lnTo>
                  <a:lnTo>
                    <a:pt x="9265" y="26809"/>
                  </a:lnTo>
                  <a:lnTo>
                    <a:pt x="9091" y="26736"/>
                  </a:lnTo>
                  <a:lnTo>
                    <a:pt x="8909" y="26645"/>
                  </a:lnTo>
                  <a:lnTo>
                    <a:pt x="8736" y="26545"/>
                  </a:lnTo>
                  <a:lnTo>
                    <a:pt x="8553" y="26444"/>
                  </a:lnTo>
                  <a:lnTo>
                    <a:pt x="8380" y="26326"/>
                  </a:lnTo>
                  <a:lnTo>
                    <a:pt x="8216" y="26198"/>
                  </a:lnTo>
                  <a:lnTo>
                    <a:pt x="8043" y="26071"/>
                  </a:lnTo>
                  <a:lnTo>
                    <a:pt x="7869" y="25925"/>
                  </a:lnTo>
                  <a:lnTo>
                    <a:pt x="7705" y="25788"/>
                  </a:lnTo>
                  <a:lnTo>
                    <a:pt x="7377" y="25487"/>
                  </a:lnTo>
                  <a:lnTo>
                    <a:pt x="7049" y="25168"/>
                  </a:lnTo>
                  <a:lnTo>
                    <a:pt x="6730" y="24849"/>
                  </a:lnTo>
                  <a:lnTo>
                    <a:pt x="6119" y="24220"/>
                  </a:lnTo>
                  <a:lnTo>
                    <a:pt x="5818" y="23919"/>
                  </a:lnTo>
                  <a:lnTo>
                    <a:pt x="5517" y="23645"/>
                  </a:lnTo>
                  <a:lnTo>
                    <a:pt x="5234" y="23399"/>
                  </a:lnTo>
                  <a:lnTo>
                    <a:pt x="5088" y="23280"/>
                  </a:lnTo>
                  <a:lnTo>
                    <a:pt x="4951" y="23180"/>
                  </a:lnTo>
                  <a:lnTo>
                    <a:pt x="4641" y="22961"/>
                  </a:lnTo>
                  <a:lnTo>
                    <a:pt x="4368" y="22761"/>
                  </a:lnTo>
                  <a:lnTo>
                    <a:pt x="4103" y="22560"/>
                  </a:lnTo>
                  <a:lnTo>
                    <a:pt x="3866" y="22359"/>
                  </a:lnTo>
                  <a:lnTo>
                    <a:pt x="3748" y="22241"/>
                  </a:lnTo>
                  <a:lnTo>
                    <a:pt x="3638" y="22131"/>
                  </a:lnTo>
                  <a:lnTo>
                    <a:pt x="3520" y="22004"/>
                  </a:lnTo>
                  <a:lnTo>
                    <a:pt x="3410" y="21876"/>
                  </a:lnTo>
                  <a:lnTo>
                    <a:pt x="3301" y="21730"/>
                  </a:lnTo>
                  <a:lnTo>
                    <a:pt x="3182" y="21584"/>
                  </a:lnTo>
                  <a:lnTo>
                    <a:pt x="3073" y="21411"/>
                  </a:lnTo>
                  <a:lnTo>
                    <a:pt x="2954" y="21238"/>
                  </a:lnTo>
                  <a:lnTo>
                    <a:pt x="2599" y="20654"/>
                  </a:lnTo>
                  <a:lnTo>
                    <a:pt x="2243" y="20080"/>
                  </a:lnTo>
                  <a:lnTo>
                    <a:pt x="2052" y="19797"/>
                  </a:lnTo>
                  <a:lnTo>
                    <a:pt x="1869" y="19514"/>
                  </a:lnTo>
                  <a:lnTo>
                    <a:pt x="1669" y="19250"/>
                  </a:lnTo>
                  <a:lnTo>
                    <a:pt x="1468" y="18985"/>
                  </a:lnTo>
                  <a:lnTo>
                    <a:pt x="1468" y="18985"/>
                  </a:lnTo>
                  <a:lnTo>
                    <a:pt x="1486" y="19013"/>
                  </a:lnTo>
                  <a:lnTo>
                    <a:pt x="1495" y="19049"/>
                  </a:lnTo>
                  <a:lnTo>
                    <a:pt x="1523" y="19140"/>
                  </a:lnTo>
                  <a:lnTo>
                    <a:pt x="1541" y="19268"/>
                  </a:lnTo>
                  <a:lnTo>
                    <a:pt x="1559" y="19396"/>
                  </a:lnTo>
                  <a:lnTo>
                    <a:pt x="1596" y="19669"/>
                  </a:lnTo>
                  <a:lnTo>
                    <a:pt x="1614" y="19779"/>
                  </a:lnTo>
                  <a:lnTo>
                    <a:pt x="1641" y="19870"/>
                  </a:lnTo>
                  <a:lnTo>
                    <a:pt x="1687" y="19988"/>
                  </a:lnTo>
                  <a:lnTo>
                    <a:pt x="1751" y="20107"/>
                  </a:lnTo>
                  <a:lnTo>
                    <a:pt x="1869" y="20335"/>
                  </a:lnTo>
                  <a:lnTo>
                    <a:pt x="1997" y="20563"/>
                  </a:lnTo>
                  <a:lnTo>
                    <a:pt x="2116" y="20800"/>
                  </a:lnTo>
                  <a:lnTo>
                    <a:pt x="2188" y="20955"/>
                  </a:lnTo>
                  <a:lnTo>
                    <a:pt x="2271" y="21147"/>
                  </a:lnTo>
                  <a:lnTo>
                    <a:pt x="2344" y="21365"/>
                  </a:lnTo>
                  <a:lnTo>
                    <a:pt x="2371" y="21475"/>
                  </a:lnTo>
                  <a:lnTo>
                    <a:pt x="2389" y="21584"/>
                  </a:lnTo>
                  <a:lnTo>
                    <a:pt x="2398" y="21694"/>
                  </a:lnTo>
                  <a:lnTo>
                    <a:pt x="2398" y="21803"/>
                  </a:lnTo>
                  <a:lnTo>
                    <a:pt x="2380" y="21894"/>
                  </a:lnTo>
                  <a:lnTo>
                    <a:pt x="2353" y="21985"/>
                  </a:lnTo>
                  <a:lnTo>
                    <a:pt x="2334" y="22022"/>
                  </a:lnTo>
                  <a:lnTo>
                    <a:pt x="2307" y="22068"/>
                  </a:lnTo>
                  <a:lnTo>
                    <a:pt x="2280" y="22095"/>
                  </a:lnTo>
                  <a:lnTo>
                    <a:pt x="2243" y="22131"/>
                  </a:lnTo>
                  <a:lnTo>
                    <a:pt x="2198" y="22159"/>
                  </a:lnTo>
                  <a:lnTo>
                    <a:pt x="2152" y="22177"/>
                  </a:lnTo>
                  <a:lnTo>
                    <a:pt x="2097" y="22195"/>
                  </a:lnTo>
                  <a:lnTo>
                    <a:pt x="2043" y="22213"/>
                  </a:lnTo>
                  <a:lnTo>
                    <a:pt x="1979" y="22213"/>
                  </a:lnTo>
                  <a:lnTo>
                    <a:pt x="1924" y="22223"/>
                  </a:lnTo>
                  <a:lnTo>
                    <a:pt x="1806" y="22204"/>
                  </a:lnTo>
                  <a:lnTo>
                    <a:pt x="1678" y="22177"/>
                  </a:lnTo>
                  <a:lnTo>
                    <a:pt x="1541" y="22131"/>
                  </a:lnTo>
                  <a:lnTo>
                    <a:pt x="1404" y="22068"/>
                  </a:lnTo>
                  <a:lnTo>
                    <a:pt x="1268" y="21995"/>
                  </a:lnTo>
                  <a:lnTo>
                    <a:pt x="1122" y="21903"/>
                  </a:lnTo>
                  <a:lnTo>
                    <a:pt x="985" y="21812"/>
                  </a:lnTo>
                  <a:lnTo>
                    <a:pt x="857" y="21721"/>
                  </a:lnTo>
                  <a:lnTo>
                    <a:pt x="720" y="21612"/>
                  </a:lnTo>
                  <a:lnTo>
                    <a:pt x="483" y="21411"/>
                  </a:lnTo>
                  <a:lnTo>
                    <a:pt x="274" y="21210"/>
                  </a:lnTo>
                  <a:lnTo>
                    <a:pt x="109" y="21046"/>
                  </a:lnTo>
                  <a:lnTo>
                    <a:pt x="292" y="21356"/>
                  </a:lnTo>
                  <a:lnTo>
                    <a:pt x="456" y="21630"/>
                  </a:lnTo>
                  <a:lnTo>
                    <a:pt x="629" y="21885"/>
                  </a:lnTo>
                  <a:lnTo>
                    <a:pt x="793" y="22104"/>
                  </a:lnTo>
                  <a:lnTo>
                    <a:pt x="957" y="22295"/>
                  </a:lnTo>
                  <a:lnTo>
                    <a:pt x="1131" y="22469"/>
                  </a:lnTo>
                  <a:lnTo>
                    <a:pt x="1313" y="22615"/>
                  </a:lnTo>
                  <a:lnTo>
                    <a:pt x="1495" y="22742"/>
                  </a:lnTo>
                  <a:lnTo>
                    <a:pt x="1687" y="22861"/>
                  </a:lnTo>
                  <a:lnTo>
                    <a:pt x="1888" y="22961"/>
                  </a:lnTo>
                  <a:lnTo>
                    <a:pt x="2106" y="23043"/>
                  </a:lnTo>
                  <a:lnTo>
                    <a:pt x="2344" y="23125"/>
                  </a:lnTo>
                  <a:lnTo>
                    <a:pt x="2590" y="23189"/>
                  </a:lnTo>
                  <a:lnTo>
                    <a:pt x="2863" y="23253"/>
                  </a:lnTo>
                  <a:lnTo>
                    <a:pt x="3155" y="23308"/>
                  </a:lnTo>
                  <a:lnTo>
                    <a:pt x="3465" y="23362"/>
                  </a:lnTo>
                  <a:lnTo>
                    <a:pt x="3547" y="23381"/>
                  </a:lnTo>
                  <a:lnTo>
                    <a:pt x="3629" y="23408"/>
                  </a:lnTo>
                  <a:lnTo>
                    <a:pt x="3730" y="23454"/>
                  </a:lnTo>
                  <a:lnTo>
                    <a:pt x="3830" y="23508"/>
                  </a:lnTo>
                  <a:lnTo>
                    <a:pt x="4067" y="23636"/>
                  </a:lnTo>
                  <a:lnTo>
                    <a:pt x="4322" y="23809"/>
                  </a:lnTo>
                  <a:lnTo>
                    <a:pt x="4596" y="24010"/>
                  </a:lnTo>
                  <a:lnTo>
                    <a:pt x="4878" y="24229"/>
                  </a:lnTo>
                  <a:lnTo>
                    <a:pt x="5179" y="24475"/>
                  </a:lnTo>
                  <a:lnTo>
                    <a:pt x="5471" y="24721"/>
                  </a:lnTo>
                  <a:lnTo>
                    <a:pt x="5763" y="24985"/>
                  </a:lnTo>
                  <a:lnTo>
                    <a:pt x="6046" y="25241"/>
                  </a:lnTo>
                  <a:lnTo>
                    <a:pt x="6301" y="25496"/>
                  </a:lnTo>
                  <a:lnTo>
                    <a:pt x="6547" y="25742"/>
                  </a:lnTo>
                  <a:lnTo>
                    <a:pt x="6757" y="25979"/>
                  </a:lnTo>
                  <a:lnTo>
                    <a:pt x="6939" y="26189"/>
                  </a:lnTo>
                  <a:lnTo>
                    <a:pt x="7085" y="26371"/>
                  </a:lnTo>
                  <a:lnTo>
                    <a:pt x="7140" y="26454"/>
                  </a:lnTo>
                  <a:lnTo>
                    <a:pt x="7176" y="26527"/>
                  </a:lnTo>
                  <a:lnTo>
                    <a:pt x="7231" y="26645"/>
                  </a:lnTo>
                  <a:lnTo>
                    <a:pt x="7258" y="26754"/>
                  </a:lnTo>
                  <a:lnTo>
                    <a:pt x="7268" y="26800"/>
                  </a:lnTo>
                  <a:lnTo>
                    <a:pt x="7268" y="26846"/>
                  </a:lnTo>
                  <a:lnTo>
                    <a:pt x="7258" y="26900"/>
                  </a:lnTo>
                  <a:lnTo>
                    <a:pt x="7249" y="26937"/>
                  </a:lnTo>
                  <a:lnTo>
                    <a:pt x="7204" y="27019"/>
                  </a:lnTo>
                  <a:lnTo>
                    <a:pt x="7149" y="27101"/>
                  </a:lnTo>
                  <a:lnTo>
                    <a:pt x="7076" y="27165"/>
                  </a:lnTo>
                  <a:lnTo>
                    <a:pt x="6985" y="27229"/>
                  </a:lnTo>
                  <a:lnTo>
                    <a:pt x="6875" y="27283"/>
                  </a:lnTo>
                  <a:lnTo>
                    <a:pt x="6757" y="27329"/>
                  </a:lnTo>
                  <a:lnTo>
                    <a:pt x="6620" y="27365"/>
                  </a:lnTo>
                  <a:lnTo>
                    <a:pt x="6474" y="27402"/>
                  </a:lnTo>
                  <a:lnTo>
                    <a:pt x="6328" y="27429"/>
                  </a:lnTo>
                  <a:lnTo>
                    <a:pt x="6164" y="27457"/>
                  </a:lnTo>
                  <a:lnTo>
                    <a:pt x="5827" y="27493"/>
                  </a:lnTo>
                  <a:lnTo>
                    <a:pt x="5462" y="27520"/>
                  </a:lnTo>
                  <a:lnTo>
                    <a:pt x="5106" y="27530"/>
                  </a:lnTo>
                  <a:lnTo>
                    <a:pt x="4751" y="27530"/>
                  </a:lnTo>
                  <a:lnTo>
                    <a:pt x="4413" y="27520"/>
                  </a:lnTo>
                  <a:lnTo>
                    <a:pt x="3839" y="27493"/>
                  </a:lnTo>
                  <a:lnTo>
                    <a:pt x="3465" y="27475"/>
                  </a:lnTo>
                  <a:lnTo>
                    <a:pt x="3237" y="27457"/>
                  </a:lnTo>
                  <a:lnTo>
                    <a:pt x="3018" y="27420"/>
                  </a:lnTo>
                  <a:lnTo>
                    <a:pt x="2809" y="27375"/>
                  </a:lnTo>
                  <a:lnTo>
                    <a:pt x="2590" y="27329"/>
                  </a:lnTo>
                  <a:lnTo>
                    <a:pt x="2380" y="27265"/>
                  </a:lnTo>
                  <a:lnTo>
                    <a:pt x="2179" y="27201"/>
                  </a:lnTo>
                  <a:lnTo>
                    <a:pt x="1769" y="27065"/>
                  </a:lnTo>
                  <a:lnTo>
                    <a:pt x="1359" y="26928"/>
                  </a:lnTo>
                  <a:lnTo>
                    <a:pt x="1158" y="26864"/>
                  </a:lnTo>
                  <a:lnTo>
                    <a:pt x="948" y="26809"/>
                  </a:lnTo>
                  <a:lnTo>
                    <a:pt x="748" y="26764"/>
                  </a:lnTo>
                  <a:lnTo>
                    <a:pt x="538" y="26718"/>
                  </a:lnTo>
                  <a:lnTo>
                    <a:pt x="319" y="26700"/>
                  </a:lnTo>
                  <a:lnTo>
                    <a:pt x="109" y="26691"/>
                  </a:lnTo>
                  <a:lnTo>
                    <a:pt x="173" y="26773"/>
                  </a:lnTo>
                  <a:lnTo>
                    <a:pt x="264" y="26864"/>
                  </a:lnTo>
                  <a:lnTo>
                    <a:pt x="374" y="26937"/>
                  </a:lnTo>
                  <a:lnTo>
                    <a:pt x="502" y="27019"/>
                  </a:lnTo>
                  <a:lnTo>
                    <a:pt x="638" y="27092"/>
                  </a:lnTo>
                  <a:lnTo>
                    <a:pt x="784" y="27165"/>
                  </a:lnTo>
                  <a:lnTo>
                    <a:pt x="948" y="27238"/>
                  </a:lnTo>
                  <a:lnTo>
                    <a:pt x="1122" y="27311"/>
                  </a:lnTo>
                  <a:lnTo>
                    <a:pt x="1486" y="27438"/>
                  </a:lnTo>
                  <a:lnTo>
                    <a:pt x="1878" y="27575"/>
                  </a:lnTo>
                  <a:lnTo>
                    <a:pt x="2690" y="27821"/>
                  </a:lnTo>
                  <a:lnTo>
                    <a:pt x="3091" y="27940"/>
                  </a:lnTo>
                  <a:lnTo>
                    <a:pt x="3465" y="28068"/>
                  </a:lnTo>
                  <a:lnTo>
                    <a:pt x="3802" y="28195"/>
                  </a:lnTo>
                  <a:lnTo>
                    <a:pt x="3967" y="28259"/>
                  </a:lnTo>
                  <a:lnTo>
                    <a:pt x="4103" y="28323"/>
                  </a:lnTo>
                  <a:lnTo>
                    <a:pt x="4240" y="28396"/>
                  </a:lnTo>
                  <a:lnTo>
                    <a:pt x="4350" y="28460"/>
                  </a:lnTo>
                  <a:lnTo>
                    <a:pt x="4450" y="28533"/>
                  </a:lnTo>
                  <a:lnTo>
                    <a:pt x="4532" y="28606"/>
                  </a:lnTo>
                  <a:lnTo>
                    <a:pt x="4596" y="28688"/>
                  </a:lnTo>
                  <a:lnTo>
                    <a:pt x="4632" y="28761"/>
                  </a:lnTo>
                  <a:lnTo>
                    <a:pt x="4651" y="28806"/>
                  </a:lnTo>
                  <a:lnTo>
                    <a:pt x="4651" y="28843"/>
                  </a:lnTo>
                  <a:lnTo>
                    <a:pt x="4651" y="28888"/>
                  </a:lnTo>
                  <a:lnTo>
                    <a:pt x="4651" y="28925"/>
                  </a:lnTo>
                  <a:lnTo>
                    <a:pt x="4623" y="28989"/>
                  </a:lnTo>
                  <a:lnTo>
                    <a:pt x="4587" y="29061"/>
                  </a:lnTo>
                  <a:lnTo>
                    <a:pt x="4523" y="29125"/>
                  </a:lnTo>
                  <a:lnTo>
                    <a:pt x="4441" y="29198"/>
                  </a:lnTo>
                  <a:lnTo>
                    <a:pt x="4340" y="29271"/>
                  </a:lnTo>
                  <a:lnTo>
                    <a:pt x="4231" y="29344"/>
                  </a:lnTo>
                  <a:lnTo>
                    <a:pt x="4103" y="29417"/>
                  </a:lnTo>
                  <a:lnTo>
                    <a:pt x="3967" y="29490"/>
                  </a:lnTo>
                  <a:lnTo>
                    <a:pt x="3657" y="29645"/>
                  </a:lnTo>
                  <a:lnTo>
                    <a:pt x="3310" y="29791"/>
                  </a:lnTo>
                  <a:lnTo>
                    <a:pt x="2927" y="29946"/>
                  </a:lnTo>
                  <a:lnTo>
                    <a:pt x="2544" y="30101"/>
                  </a:lnTo>
                  <a:lnTo>
                    <a:pt x="1751" y="30393"/>
                  </a:lnTo>
                  <a:lnTo>
                    <a:pt x="1003" y="30666"/>
                  </a:lnTo>
                  <a:lnTo>
                    <a:pt x="684" y="30794"/>
                  </a:lnTo>
                  <a:lnTo>
                    <a:pt x="401" y="30913"/>
                  </a:lnTo>
                  <a:lnTo>
                    <a:pt x="173" y="31022"/>
                  </a:lnTo>
                  <a:lnTo>
                    <a:pt x="82" y="31068"/>
                  </a:lnTo>
                  <a:lnTo>
                    <a:pt x="0" y="31122"/>
                  </a:lnTo>
                  <a:lnTo>
                    <a:pt x="666" y="31022"/>
                  </a:lnTo>
                  <a:lnTo>
                    <a:pt x="1359" y="30913"/>
                  </a:lnTo>
                  <a:lnTo>
                    <a:pt x="2070" y="30785"/>
                  </a:lnTo>
                  <a:lnTo>
                    <a:pt x="2426" y="30712"/>
                  </a:lnTo>
                  <a:lnTo>
                    <a:pt x="2790" y="30639"/>
                  </a:lnTo>
                  <a:lnTo>
                    <a:pt x="3146" y="30548"/>
                  </a:lnTo>
                  <a:lnTo>
                    <a:pt x="3502" y="30457"/>
                  </a:lnTo>
                  <a:lnTo>
                    <a:pt x="3848" y="30356"/>
                  </a:lnTo>
                  <a:lnTo>
                    <a:pt x="4185" y="30256"/>
                  </a:lnTo>
                  <a:lnTo>
                    <a:pt x="4523" y="30137"/>
                  </a:lnTo>
                  <a:lnTo>
                    <a:pt x="4842" y="30010"/>
                  </a:lnTo>
                  <a:lnTo>
                    <a:pt x="5161" y="29873"/>
                  </a:lnTo>
                  <a:lnTo>
                    <a:pt x="5453" y="29727"/>
                  </a:lnTo>
                  <a:lnTo>
                    <a:pt x="5635" y="29636"/>
                  </a:lnTo>
                  <a:lnTo>
                    <a:pt x="5809" y="29527"/>
                  </a:lnTo>
                  <a:lnTo>
                    <a:pt x="6155" y="29308"/>
                  </a:lnTo>
                  <a:lnTo>
                    <a:pt x="6839" y="28852"/>
                  </a:lnTo>
                  <a:lnTo>
                    <a:pt x="7185" y="28624"/>
                  </a:lnTo>
                  <a:lnTo>
                    <a:pt x="7359" y="28523"/>
                  </a:lnTo>
                  <a:lnTo>
                    <a:pt x="7541" y="28423"/>
                  </a:lnTo>
                  <a:lnTo>
                    <a:pt x="7723" y="28332"/>
                  </a:lnTo>
                  <a:lnTo>
                    <a:pt x="7906" y="28250"/>
                  </a:lnTo>
                  <a:lnTo>
                    <a:pt x="8097" y="28186"/>
                  </a:lnTo>
                  <a:lnTo>
                    <a:pt x="8289" y="28122"/>
                  </a:lnTo>
                  <a:lnTo>
                    <a:pt x="8453" y="28086"/>
                  </a:lnTo>
                  <a:lnTo>
                    <a:pt x="8617" y="28058"/>
                  </a:lnTo>
                  <a:lnTo>
                    <a:pt x="8763" y="28049"/>
                  </a:lnTo>
                  <a:lnTo>
                    <a:pt x="8845" y="28049"/>
                  </a:lnTo>
                  <a:lnTo>
                    <a:pt x="8918" y="28058"/>
                  </a:lnTo>
                  <a:lnTo>
                    <a:pt x="8991" y="28077"/>
                  </a:lnTo>
                  <a:lnTo>
                    <a:pt x="9055" y="28095"/>
                  </a:lnTo>
                  <a:lnTo>
                    <a:pt x="9128" y="28122"/>
                  </a:lnTo>
                  <a:lnTo>
                    <a:pt x="9192" y="28159"/>
                  </a:lnTo>
                  <a:lnTo>
                    <a:pt x="9246" y="28204"/>
                  </a:lnTo>
                  <a:lnTo>
                    <a:pt x="9310" y="28250"/>
                  </a:lnTo>
                  <a:lnTo>
                    <a:pt x="9365" y="28314"/>
                  </a:lnTo>
                  <a:lnTo>
                    <a:pt x="9420" y="28387"/>
                  </a:lnTo>
                  <a:lnTo>
                    <a:pt x="9465" y="28460"/>
                  </a:lnTo>
                  <a:lnTo>
                    <a:pt x="9502" y="28523"/>
                  </a:lnTo>
                  <a:lnTo>
                    <a:pt x="9538" y="28596"/>
                  </a:lnTo>
                  <a:lnTo>
                    <a:pt x="9565" y="28660"/>
                  </a:lnTo>
                  <a:lnTo>
                    <a:pt x="9593" y="28797"/>
                  </a:lnTo>
                  <a:lnTo>
                    <a:pt x="9611" y="28925"/>
                  </a:lnTo>
                  <a:lnTo>
                    <a:pt x="9602" y="29052"/>
                  </a:lnTo>
                  <a:lnTo>
                    <a:pt x="9584" y="29189"/>
                  </a:lnTo>
                  <a:lnTo>
                    <a:pt x="9547" y="29308"/>
                  </a:lnTo>
                  <a:lnTo>
                    <a:pt x="9493" y="29435"/>
                  </a:lnTo>
                  <a:lnTo>
                    <a:pt x="9438" y="29563"/>
                  </a:lnTo>
                  <a:lnTo>
                    <a:pt x="9374" y="29691"/>
                  </a:lnTo>
                  <a:lnTo>
                    <a:pt x="9237" y="29937"/>
                  </a:lnTo>
                  <a:lnTo>
                    <a:pt x="9100" y="30183"/>
                  </a:lnTo>
                  <a:lnTo>
                    <a:pt x="9046" y="30302"/>
                  </a:lnTo>
                  <a:lnTo>
                    <a:pt x="8991" y="30429"/>
                  </a:lnTo>
                  <a:lnTo>
                    <a:pt x="8936" y="30603"/>
                  </a:lnTo>
                  <a:lnTo>
                    <a:pt x="8882" y="30785"/>
                  </a:lnTo>
                  <a:lnTo>
                    <a:pt x="8781" y="31159"/>
                  </a:lnTo>
                  <a:lnTo>
                    <a:pt x="8699" y="31560"/>
                  </a:lnTo>
                  <a:lnTo>
                    <a:pt x="8626" y="31970"/>
                  </a:lnTo>
                  <a:lnTo>
                    <a:pt x="8572" y="32372"/>
                  </a:lnTo>
                  <a:lnTo>
                    <a:pt x="8526" y="32773"/>
                  </a:lnTo>
                  <a:lnTo>
                    <a:pt x="8499" y="33147"/>
                  </a:lnTo>
                  <a:lnTo>
                    <a:pt x="8480" y="33502"/>
                  </a:lnTo>
                  <a:lnTo>
                    <a:pt x="8781" y="32855"/>
                  </a:lnTo>
                  <a:lnTo>
                    <a:pt x="8918" y="32527"/>
                  </a:lnTo>
                  <a:lnTo>
                    <a:pt x="8982" y="32362"/>
                  </a:lnTo>
                  <a:lnTo>
                    <a:pt x="9037" y="32198"/>
                  </a:lnTo>
                  <a:lnTo>
                    <a:pt x="9091" y="32007"/>
                  </a:lnTo>
                  <a:lnTo>
                    <a:pt x="9146" y="31815"/>
                  </a:lnTo>
                  <a:lnTo>
                    <a:pt x="9210" y="31606"/>
                  </a:lnTo>
                  <a:lnTo>
                    <a:pt x="9274" y="31405"/>
                  </a:lnTo>
                  <a:lnTo>
                    <a:pt x="9347" y="31204"/>
                  </a:lnTo>
                  <a:lnTo>
                    <a:pt x="9392" y="31113"/>
                  </a:lnTo>
                  <a:lnTo>
                    <a:pt x="9447" y="31022"/>
                  </a:lnTo>
                  <a:lnTo>
                    <a:pt x="9502" y="30931"/>
                  </a:lnTo>
                  <a:lnTo>
                    <a:pt x="9556" y="30849"/>
                  </a:lnTo>
                  <a:lnTo>
                    <a:pt x="9620" y="30776"/>
                  </a:lnTo>
                  <a:lnTo>
                    <a:pt x="9693" y="30703"/>
                  </a:lnTo>
                  <a:lnTo>
                    <a:pt x="9775" y="30767"/>
                  </a:lnTo>
                  <a:lnTo>
                    <a:pt x="9848" y="30830"/>
                  </a:lnTo>
                  <a:lnTo>
                    <a:pt x="9903" y="30913"/>
                  </a:lnTo>
                  <a:lnTo>
                    <a:pt x="9948" y="31004"/>
                  </a:lnTo>
                  <a:lnTo>
                    <a:pt x="9976" y="31104"/>
                  </a:lnTo>
                  <a:lnTo>
                    <a:pt x="10003" y="31213"/>
                  </a:lnTo>
                  <a:lnTo>
                    <a:pt x="10021" y="31323"/>
                  </a:lnTo>
                  <a:lnTo>
                    <a:pt x="10031" y="31441"/>
                  </a:lnTo>
                  <a:lnTo>
                    <a:pt x="10031" y="31551"/>
                  </a:lnTo>
                  <a:lnTo>
                    <a:pt x="10031" y="31669"/>
                  </a:lnTo>
                  <a:lnTo>
                    <a:pt x="10012" y="31897"/>
                  </a:lnTo>
                  <a:lnTo>
                    <a:pt x="9985" y="32107"/>
                  </a:lnTo>
                  <a:lnTo>
                    <a:pt x="9967" y="32299"/>
                  </a:lnTo>
                  <a:lnTo>
                    <a:pt x="9921" y="32508"/>
                  </a:lnTo>
                  <a:lnTo>
                    <a:pt x="9875" y="32736"/>
                  </a:lnTo>
                  <a:lnTo>
                    <a:pt x="9839" y="32955"/>
                  </a:lnTo>
                  <a:lnTo>
                    <a:pt x="9821" y="33065"/>
                  </a:lnTo>
                  <a:lnTo>
                    <a:pt x="9812" y="33174"/>
                  </a:lnTo>
                  <a:lnTo>
                    <a:pt x="9812" y="33302"/>
                  </a:lnTo>
                  <a:lnTo>
                    <a:pt x="9821" y="33448"/>
                  </a:lnTo>
                  <a:lnTo>
                    <a:pt x="9866" y="33767"/>
                  </a:lnTo>
                  <a:lnTo>
                    <a:pt x="9875" y="33922"/>
                  </a:lnTo>
                  <a:lnTo>
                    <a:pt x="9885" y="34068"/>
                  </a:lnTo>
                  <a:lnTo>
                    <a:pt x="9875" y="34141"/>
                  </a:lnTo>
                  <a:lnTo>
                    <a:pt x="9866" y="34213"/>
                  </a:lnTo>
                  <a:lnTo>
                    <a:pt x="9857" y="34277"/>
                  </a:lnTo>
                  <a:lnTo>
                    <a:pt x="9830" y="34341"/>
                  </a:lnTo>
                  <a:lnTo>
                    <a:pt x="9939" y="34104"/>
                  </a:lnTo>
                  <a:lnTo>
                    <a:pt x="10058" y="33849"/>
                  </a:lnTo>
                  <a:lnTo>
                    <a:pt x="10176" y="33584"/>
                  </a:lnTo>
                  <a:lnTo>
                    <a:pt x="10304" y="33311"/>
                  </a:lnTo>
                  <a:lnTo>
                    <a:pt x="10413" y="33037"/>
                  </a:lnTo>
                  <a:lnTo>
                    <a:pt x="10514" y="32754"/>
                  </a:lnTo>
                  <a:lnTo>
                    <a:pt x="10550" y="32609"/>
                  </a:lnTo>
                  <a:lnTo>
                    <a:pt x="10578" y="32472"/>
                  </a:lnTo>
                  <a:lnTo>
                    <a:pt x="10605" y="32326"/>
                  </a:lnTo>
                  <a:lnTo>
                    <a:pt x="10614" y="32189"/>
                  </a:lnTo>
                  <a:lnTo>
                    <a:pt x="10623" y="31934"/>
                  </a:lnTo>
                  <a:lnTo>
                    <a:pt x="10623" y="31688"/>
                  </a:lnTo>
                  <a:lnTo>
                    <a:pt x="10605" y="31441"/>
                  </a:lnTo>
                  <a:lnTo>
                    <a:pt x="10578" y="31204"/>
                  </a:lnTo>
                  <a:lnTo>
                    <a:pt x="10532" y="30748"/>
                  </a:lnTo>
                  <a:lnTo>
                    <a:pt x="10514" y="30530"/>
                  </a:lnTo>
                  <a:lnTo>
                    <a:pt x="10496" y="30302"/>
                  </a:lnTo>
                  <a:lnTo>
                    <a:pt x="10496" y="30083"/>
                  </a:lnTo>
                  <a:lnTo>
                    <a:pt x="10514" y="29873"/>
                  </a:lnTo>
                  <a:lnTo>
                    <a:pt x="10532" y="29764"/>
                  </a:lnTo>
                  <a:lnTo>
                    <a:pt x="10550" y="29654"/>
                  </a:lnTo>
                  <a:lnTo>
                    <a:pt x="10578" y="29545"/>
                  </a:lnTo>
                  <a:lnTo>
                    <a:pt x="10614" y="29435"/>
                  </a:lnTo>
                  <a:lnTo>
                    <a:pt x="10660" y="29335"/>
                  </a:lnTo>
                  <a:lnTo>
                    <a:pt x="10705" y="29226"/>
                  </a:lnTo>
                  <a:lnTo>
                    <a:pt x="10760" y="29116"/>
                  </a:lnTo>
                  <a:lnTo>
                    <a:pt x="10824" y="29007"/>
                  </a:lnTo>
                  <a:lnTo>
                    <a:pt x="10897" y="28897"/>
                  </a:lnTo>
                  <a:lnTo>
                    <a:pt x="10979" y="28788"/>
                  </a:lnTo>
                  <a:lnTo>
                    <a:pt x="11070" y="28669"/>
                  </a:lnTo>
                  <a:lnTo>
                    <a:pt x="11170" y="28560"/>
                  </a:lnTo>
                  <a:lnTo>
                    <a:pt x="11243" y="28496"/>
                  </a:lnTo>
                  <a:lnTo>
                    <a:pt x="11316" y="28432"/>
                  </a:lnTo>
                  <a:lnTo>
                    <a:pt x="11389" y="28378"/>
                  </a:lnTo>
                  <a:lnTo>
                    <a:pt x="11462" y="28332"/>
                  </a:lnTo>
                  <a:lnTo>
                    <a:pt x="11544" y="28286"/>
                  </a:lnTo>
                  <a:lnTo>
                    <a:pt x="11635" y="28250"/>
                  </a:lnTo>
                  <a:lnTo>
                    <a:pt x="11717" y="28223"/>
                  </a:lnTo>
                  <a:lnTo>
                    <a:pt x="11809" y="28195"/>
                  </a:lnTo>
                  <a:lnTo>
                    <a:pt x="11900" y="28177"/>
                  </a:lnTo>
                  <a:lnTo>
                    <a:pt x="11991" y="28159"/>
                  </a:lnTo>
                  <a:lnTo>
                    <a:pt x="12182" y="28140"/>
                  </a:lnTo>
                  <a:lnTo>
                    <a:pt x="12374" y="28150"/>
                  </a:lnTo>
                  <a:lnTo>
                    <a:pt x="12565" y="28168"/>
                  </a:lnTo>
                  <a:lnTo>
                    <a:pt x="12757" y="28213"/>
                  </a:lnTo>
                  <a:lnTo>
                    <a:pt x="12948" y="28268"/>
                  </a:lnTo>
                  <a:lnTo>
                    <a:pt x="13140" y="28332"/>
                  </a:lnTo>
                  <a:lnTo>
                    <a:pt x="13313" y="28423"/>
                  </a:lnTo>
                  <a:lnTo>
                    <a:pt x="13486" y="28514"/>
                  </a:lnTo>
                  <a:lnTo>
                    <a:pt x="13651" y="28624"/>
                  </a:lnTo>
                  <a:lnTo>
                    <a:pt x="13796" y="28742"/>
                  </a:lnTo>
                  <a:lnTo>
                    <a:pt x="13933" y="28870"/>
                  </a:lnTo>
                  <a:lnTo>
                    <a:pt x="14043" y="28998"/>
                  </a:lnTo>
                  <a:lnTo>
                    <a:pt x="14143" y="29134"/>
                  </a:lnTo>
                  <a:lnTo>
                    <a:pt x="14243" y="29262"/>
                  </a:lnTo>
                  <a:lnTo>
                    <a:pt x="14325" y="29408"/>
                  </a:lnTo>
                  <a:lnTo>
                    <a:pt x="14407" y="29545"/>
                  </a:lnTo>
                  <a:lnTo>
                    <a:pt x="14480" y="29691"/>
                  </a:lnTo>
                  <a:lnTo>
                    <a:pt x="14626" y="29992"/>
                  </a:lnTo>
                  <a:lnTo>
                    <a:pt x="14809" y="30393"/>
                  </a:lnTo>
                  <a:lnTo>
                    <a:pt x="14900" y="30593"/>
                  </a:lnTo>
                  <a:lnTo>
                    <a:pt x="14973" y="30803"/>
                  </a:lnTo>
                  <a:lnTo>
                    <a:pt x="15037" y="31004"/>
                  </a:lnTo>
                  <a:lnTo>
                    <a:pt x="15100" y="31213"/>
                  </a:lnTo>
                  <a:lnTo>
                    <a:pt x="15155" y="31432"/>
                  </a:lnTo>
                  <a:lnTo>
                    <a:pt x="15192" y="31651"/>
                  </a:lnTo>
                  <a:lnTo>
                    <a:pt x="15192" y="31669"/>
                  </a:lnTo>
                  <a:lnTo>
                    <a:pt x="15228" y="31943"/>
                  </a:lnTo>
                  <a:lnTo>
                    <a:pt x="15246" y="32207"/>
                  </a:lnTo>
                  <a:lnTo>
                    <a:pt x="15255" y="32472"/>
                  </a:lnTo>
                  <a:lnTo>
                    <a:pt x="15265" y="32736"/>
                  </a:lnTo>
                  <a:lnTo>
                    <a:pt x="15255" y="33001"/>
                  </a:lnTo>
                  <a:lnTo>
                    <a:pt x="15228" y="33265"/>
                  </a:lnTo>
                  <a:lnTo>
                    <a:pt x="15201" y="33530"/>
                  </a:lnTo>
                  <a:lnTo>
                    <a:pt x="15164" y="33794"/>
                  </a:lnTo>
                  <a:lnTo>
                    <a:pt x="15119" y="34058"/>
                  </a:lnTo>
                  <a:lnTo>
                    <a:pt x="15064" y="34314"/>
                  </a:lnTo>
                  <a:lnTo>
                    <a:pt x="14991" y="34578"/>
                  </a:lnTo>
                  <a:lnTo>
                    <a:pt x="14918" y="34834"/>
                  </a:lnTo>
                  <a:lnTo>
                    <a:pt x="14836" y="35089"/>
                  </a:lnTo>
                  <a:lnTo>
                    <a:pt x="14745" y="35335"/>
                  </a:lnTo>
                  <a:lnTo>
                    <a:pt x="14645" y="35590"/>
                  </a:lnTo>
                  <a:lnTo>
                    <a:pt x="14535" y="35827"/>
                  </a:lnTo>
                  <a:lnTo>
                    <a:pt x="14344" y="36247"/>
                  </a:lnTo>
                  <a:lnTo>
                    <a:pt x="14134" y="36657"/>
                  </a:lnTo>
                  <a:lnTo>
                    <a:pt x="13915" y="37068"/>
                  </a:lnTo>
                  <a:lnTo>
                    <a:pt x="13687" y="37478"/>
                  </a:lnTo>
                  <a:lnTo>
                    <a:pt x="13550" y="37596"/>
                  </a:lnTo>
                  <a:lnTo>
                    <a:pt x="13414" y="37715"/>
                  </a:lnTo>
                  <a:lnTo>
                    <a:pt x="13277" y="37834"/>
                  </a:lnTo>
                  <a:lnTo>
                    <a:pt x="13131" y="37934"/>
                  </a:lnTo>
                  <a:lnTo>
                    <a:pt x="12976" y="38034"/>
                  </a:lnTo>
                  <a:lnTo>
                    <a:pt x="12830" y="38125"/>
                  </a:lnTo>
                  <a:lnTo>
                    <a:pt x="12675" y="38217"/>
                  </a:lnTo>
                  <a:lnTo>
                    <a:pt x="12511" y="38299"/>
                  </a:lnTo>
                  <a:lnTo>
                    <a:pt x="12347" y="38372"/>
                  </a:lnTo>
                  <a:lnTo>
                    <a:pt x="12192" y="38444"/>
                  </a:lnTo>
                  <a:lnTo>
                    <a:pt x="11854" y="38572"/>
                  </a:lnTo>
                  <a:lnTo>
                    <a:pt x="11508" y="38682"/>
                  </a:lnTo>
                  <a:lnTo>
                    <a:pt x="11161" y="38782"/>
                  </a:lnTo>
                  <a:lnTo>
                    <a:pt x="10806" y="38864"/>
                  </a:lnTo>
                  <a:lnTo>
                    <a:pt x="10450" y="38928"/>
                  </a:lnTo>
                  <a:lnTo>
                    <a:pt x="10094" y="38992"/>
                  </a:lnTo>
                  <a:lnTo>
                    <a:pt x="9730" y="39046"/>
                  </a:lnTo>
                  <a:lnTo>
                    <a:pt x="9018" y="39128"/>
                  </a:lnTo>
                  <a:lnTo>
                    <a:pt x="8316" y="39201"/>
                  </a:lnTo>
                  <a:lnTo>
                    <a:pt x="7942" y="39247"/>
                  </a:lnTo>
                  <a:lnTo>
                    <a:pt x="7578" y="39302"/>
                  </a:lnTo>
                  <a:lnTo>
                    <a:pt x="6866" y="39402"/>
                  </a:lnTo>
                  <a:lnTo>
                    <a:pt x="6182" y="39511"/>
                  </a:lnTo>
                  <a:lnTo>
                    <a:pt x="5836" y="39557"/>
                  </a:lnTo>
                  <a:lnTo>
                    <a:pt x="5499" y="39603"/>
                  </a:lnTo>
                  <a:lnTo>
                    <a:pt x="5161" y="39630"/>
                  </a:lnTo>
                  <a:lnTo>
                    <a:pt x="4815" y="39657"/>
                  </a:lnTo>
                  <a:lnTo>
                    <a:pt x="4477" y="39666"/>
                  </a:lnTo>
                  <a:lnTo>
                    <a:pt x="4131" y="39657"/>
                  </a:lnTo>
                  <a:lnTo>
                    <a:pt x="3775" y="39639"/>
                  </a:lnTo>
                  <a:lnTo>
                    <a:pt x="3420" y="39603"/>
                  </a:lnTo>
                  <a:lnTo>
                    <a:pt x="3064" y="39548"/>
                  </a:lnTo>
                  <a:lnTo>
                    <a:pt x="2690" y="39466"/>
                  </a:lnTo>
                  <a:lnTo>
                    <a:pt x="2809" y="39502"/>
                  </a:lnTo>
                  <a:lnTo>
                    <a:pt x="2918" y="39548"/>
                  </a:lnTo>
                  <a:lnTo>
                    <a:pt x="3027" y="39612"/>
                  </a:lnTo>
                  <a:lnTo>
                    <a:pt x="3146" y="39675"/>
                  </a:lnTo>
                  <a:lnTo>
                    <a:pt x="3365" y="39803"/>
                  </a:lnTo>
                  <a:lnTo>
                    <a:pt x="3483" y="39867"/>
                  </a:lnTo>
                  <a:lnTo>
                    <a:pt x="3593" y="39913"/>
                  </a:lnTo>
                  <a:lnTo>
                    <a:pt x="3839" y="39986"/>
                  </a:lnTo>
                  <a:lnTo>
                    <a:pt x="4094" y="40058"/>
                  </a:lnTo>
                  <a:lnTo>
                    <a:pt x="4350" y="40113"/>
                  </a:lnTo>
                  <a:lnTo>
                    <a:pt x="4605" y="40150"/>
                  </a:lnTo>
                  <a:lnTo>
                    <a:pt x="4742" y="40168"/>
                  </a:lnTo>
                  <a:lnTo>
                    <a:pt x="4878" y="40177"/>
                  </a:lnTo>
                  <a:lnTo>
                    <a:pt x="5143" y="40186"/>
                  </a:lnTo>
                  <a:lnTo>
                    <a:pt x="5407" y="40168"/>
                  </a:lnTo>
                  <a:lnTo>
                    <a:pt x="5672" y="40150"/>
                  </a:lnTo>
                  <a:lnTo>
                    <a:pt x="5936" y="40122"/>
                  </a:lnTo>
                  <a:lnTo>
                    <a:pt x="6201" y="40113"/>
                  </a:lnTo>
                  <a:lnTo>
                    <a:pt x="6465" y="40113"/>
                  </a:lnTo>
                  <a:lnTo>
                    <a:pt x="6602" y="40122"/>
                  </a:lnTo>
                  <a:lnTo>
                    <a:pt x="6739" y="40131"/>
                  </a:lnTo>
                  <a:lnTo>
                    <a:pt x="6821" y="40150"/>
                  </a:lnTo>
                  <a:lnTo>
                    <a:pt x="6885" y="40168"/>
                  </a:lnTo>
                  <a:lnTo>
                    <a:pt x="6939" y="40186"/>
                  </a:lnTo>
                  <a:lnTo>
                    <a:pt x="6994" y="40213"/>
                  </a:lnTo>
                  <a:lnTo>
                    <a:pt x="7030" y="40241"/>
                  </a:lnTo>
                  <a:lnTo>
                    <a:pt x="7067" y="40277"/>
                  </a:lnTo>
                  <a:lnTo>
                    <a:pt x="7085" y="40314"/>
                  </a:lnTo>
                  <a:lnTo>
                    <a:pt x="7103" y="40350"/>
                  </a:lnTo>
                  <a:lnTo>
                    <a:pt x="7103" y="40387"/>
                  </a:lnTo>
                  <a:lnTo>
                    <a:pt x="7103" y="40432"/>
                  </a:lnTo>
                  <a:lnTo>
                    <a:pt x="7103" y="40478"/>
                  </a:lnTo>
                  <a:lnTo>
                    <a:pt x="7094" y="40524"/>
                  </a:lnTo>
                  <a:lnTo>
                    <a:pt x="7049" y="40624"/>
                  </a:lnTo>
                  <a:lnTo>
                    <a:pt x="6994" y="40724"/>
                  </a:lnTo>
                  <a:lnTo>
                    <a:pt x="6921" y="40824"/>
                  </a:lnTo>
                  <a:lnTo>
                    <a:pt x="6839" y="40925"/>
                  </a:lnTo>
                  <a:lnTo>
                    <a:pt x="6748" y="41025"/>
                  </a:lnTo>
                  <a:lnTo>
                    <a:pt x="6657" y="41125"/>
                  </a:lnTo>
                  <a:lnTo>
                    <a:pt x="6474" y="41299"/>
                  </a:lnTo>
                  <a:lnTo>
                    <a:pt x="6319" y="41426"/>
                  </a:lnTo>
                  <a:lnTo>
                    <a:pt x="6219" y="41508"/>
                  </a:lnTo>
                  <a:lnTo>
                    <a:pt x="6100" y="41590"/>
                  </a:lnTo>
                  <a:lnTo>
                    <a:pt x="5863" y="41755"/>
                  </a:lnTo>
                  <a:lnTo>
                    <a:pt x="5617" y="41910"/>
                  </a:lnTo>
                  <a:lnTo>
                    <a:pt x="5362" y="42083"/>
                  </a:lnTo>
                  <a:lnTo>
                    <a:pt x="5243" y="42174"/>
                  </a:lnTo>
                  <a:lnTo>
                    <a:pt x="5134" y="42265"/>
                  </a:lnTo>
                  <a:lnTo>
                    <a:pt x="5034" y="42365"/>
                  </a:lnTo>
                  <a:lnTo>
                    <a:pt x="4933" y="42466"/>
                  </a:lnTo>
                  <a:lnTo>
                    <a:pt x="4851" y="42584"/>
                  </a:lnTo>
                  <a:lnTo>
                    <a:pt x="4778" y="42703"/>
                  </a:lnTo>
                  <a:lnTo>
                    <a:pt x="4723" y="42831"/>
                  </a:lnTo>
                  <a:lnTo>
                    <a:pt x="4687" y="42958"/>
                  </a:lnTo>
                  <a:lnTo>
                    <a:pt x="4860" y="42913"/>
                  </a:lnTo>
                  <a:lnTo>
                    <a:pt x="5024" y="42849"/>
                  </a:lnTo>
                  <a:lnTo>
                    <a:pt x="5189" y="42785"/>
                  </a:lnTo>
                  <a:lnTo>
                    <a:pt x="5344" y="42712"/>
                  </a:lnTo>
                  <a:lnTo>
                    <a:pt x="5508" y="42630"/>
                  </a:lnTo>
                  <a:lnTo>
                    <a:pt x="5672" y="42548"/>
                  </a:lnTo>
                  <a:lnTo>
                    <a:pt x="5982" y="42365"/>
                  </a:lnTo>
                  <a:lnTo>
                    <a:pt x="6301" y="42165"/>
                  </a:lnTo>
                  <a:lnTo>
                    <a:pt x="6611" y="41946"/>
                  </a:lnTo>
                  <a:lnTo>
                    <a:pt x="7240" y="41508"/>
                  </a:lnTo>
                  <a:lnTo>
                    <a:pt x="7869" y="41052"/>
                  </a:lnTo>
                  <a:lnTo>
                    <a:pt x="8189" y="40843"/>
                  </a:lnTo>
                  <a:lnTo>
                    <a:pt x="8517" y="40633"/>
                  </a:lnTo>
                  <a:lnTo>
                    <a:pt x="8854" y="40441"/>
                  </a:lnTo>
                  <a:lnTo>
                    <a:pt x="9018" y="40350"/>
                  </a:lnTo>
                  <a:lnTo>
                    <a:pt x="9192" y="40268"/>
                  </a:lnTo>
                  <a:lnTo>
                    <a:pt x="9365" y="40186"/>
                  </a:lnTo>
                  <a:lnTo>
                    <a:pt x="9547" y="40113"/>
                  </a:lnTo>
                  <a:lnTo>
                    <a:pt x="9720" y="40040"/>
                  </a:lnTo>
                  <a:lnTo>
                    <a:pt x="9903" y="39986"/>
                  </a:lnTo>
                  <a:lnTo>
                    <a:pt x="10213" y="39885"/>
                  </a:lnTo>
                  <a:lnTo>
                    <a:pt x="10404" y="39831"/>
                  </a:lnTo>
                  <a:lnTo>
                    <a:pt x="10605" y="39785"/>
                  </a:lnTo>
                  <a:lnTo>
                    <a:pt x="10815" y="39748"/>
                  </a:lnTo>
                  <a:lnTo>
                    <a:pt x="10906" y="39739"/>
                  </a:lnTo>
                  <a:lnTo>
                    <a:pt x="11088" y="39739"/>
                  </a:lnTo>
                  <a:lnTo>
                    <a:pt x="11170" y="39758"/>
                  </a:lnTo>
                  <a:lnTo>
                    <a:pt x="11243" y="39785"/>
                  </a:lnTo>
                  <a:lnTo>
                    <a:pt x="11298" y="39821"/>
                  </a:lnTo>
                  <a:lnTo>
                    <a:pt x="11353" y="39858"/>
                  </a:lnTo>
                  <a:lnTo>
                    <a:pt x="11389" y="39903"/>
                  </a:lnTo>
                  <a:lnTo>
                    <a:pt x="11426" y="39949"/>
                  </a:lnTo>
                  <a:lnTo>
                    <a:pt x="11453" y="39995"/>
                  </a:lnTo>
                  <a:lnTo>
                    <a:pt x="11471" y="40049"/>
                  </a:lnTo>
                  <a:lnTo>
                    <a:pt x="11489" y="40104"/>
                  </a:lnTo>
                  <a:lnTo>
                    <a:pt x="11499" y="40159"/>
                  </a:lnTo>
                  <a:lnTo>
                    <a:pt x="11499" y="40223"/>
                  </a:lnTo>
                  <a:lnTo>
                    <a:pt x="11489" y="40350"/>
                  </a:lnTo>
                  <a:lnTo>
                    <a:pt x="11462" y="40487"/>
                  </a:lnTo>
                  <a:lnTo>
                    <a:pt x="11407" y="40633"/>
                  </a:lnTo>
                  <a:lnTo>
                    <a:pt x="11344" y="40779"/>
                  </a:lnTo>
                  <a:lnTo>
                    <a:pt x="11252" y="40943"/>
                  </a:lnTo>
                  <a:lnTo>
                    <a:pt x="11152" y="41107"/>
                  </a:lnTo>
                  <a:lnTo>
                    <a:pt x="11043" y="41271"/>
                  </a:lnTo>
                  <a:lnTo>
                    <a:pt x="10915" y="41444"/>
                  </a:lnTo>
                  <a:lnTo>
                    <a:pt x="10778" y="41618"/>
                  </a:lnTo>
                  <a:lnTo>
                    <a:pt x="10632" y="41791"/>
                  </a:lnTo>
                  <a:lnTo>
                    <a:pt x="10313" y="42147"/>
                  </a:lnTo>
                  <a:lnTo>
                    <a:pt x="9976" y="42493"/>
                  </a:lnTo>
                  <a:lnTo>
                    <a:pt x="9629" y="42821"/>
                  </a:lnTo>
                  <a:lnTo>
                    <a:pt x="9283" y="43141"/>
                  </a:lnTo>
                  <a:lnTo>
                    <a:pt x="8955" y="43432"/>
                  </a:lnTo>
                  <a:lnTo>
                    <a:pt x="8654" y="43679"/>
                  </a:lnTo>
                  <a:lnTo>
                    <a:pt x="8389" y="43897"/>
                  </a:lnTo>
                  <a:lnTo>
                    <a:pt x="8170" y="44052"/>
                  </a:lnTo>
                  <a:lnTo>
                    <a:pt x="8015" y="44162"/>
                  </a:lnTo>
                  <a:lnTo>
                    <a:pt x="7733" y="44326"/>
                  </a:lnTo>
                  <a:lnTo>
                    <a:pt x="7432" y="44481"/>
                  </a:lnTo>
                  <a:lnTo>
                    <a:pt x="7131" y="44636"/>
                  </a:lnTo>
                  <a:lnTo>
                    <a:pt x="6812" y="44773"/>
                  </a:lnTo>
                  <a:lnTo>
                    <a:pt x="6492" y="44910"/>
                  </a:lnTo>
                  <a:lnTo>
                    <a:pt x="6164" y="45028"/>
                  </a:lnTo>
                  <a:lnTo>
                    <a:pt x="5836" y="45147"/>
                  </a:lnTo>
                  <a:lnTo>
                    <a:pt x="5499" y="45265"/>
                  </a:lnTo>
                  <a:lnTo>
                    <a:pt x="4815" y="45484"/>
                  </a:lnTo>
                  <a:lnTo>
                    <a:pt x="4140" y="45685"/>
                  </a:lnTo>
                  <a:lnTo>
                    <a:pt x="3474" y="45885"/>
                  </a:lnTo>
                  <a:lnTo>
                    <a:pt x="2836" y="46077"/>
                  </a:lnTo>
                  <a:lnTo>
                    <a:pt x="3009" y="46141"/>
                  </a:lnTo>
                  <a:lnTo>
                    <a:pt x="3192" y="46186"/>
                  </a:lnTo>
                  <a:lnTo>
                    <a:pt x="3374" y="46223"/>
                  </a:lnTo>
                  <a:lnTo>
                    <a:pt x="3556" y="46250"/>
                  </a:lnTo>
                  <a:lnTo>
                    <a:pt x="3748" y="46259"/>
                  </a:lnTo>
                  <a:lnTo>
                    <a:pt x="3930" y="46259"/>
                  </a:lnTo>
                  <a:lnTo>
                    <a:pt x="4113" y="46250"/>
                  </a:lnTo>
                  <a:lnTo>
                    <a:pt x="4304" y="46241"/>
                  </a:lnTo>
                  <a:lnTo>
                    <a:pt x="4496" y="46214"/>
                  </a:lnTo>
                  <a:lnTo>
                    <a:pt x="4678" y="46186"/>
                  </a:lnTo>
                  <a:lnTo>
                    <a:pt x="5052" y="46113"/>
                  </a:lnTo>
                  <a:lnTo>
                    <a:pt x="5416" y="46022"/>
                  </a:lnTo>
                  <a:lnTo>
                    <a:pt x="5772" y="45931"/>
                  </a:lnTo>
                  <a:lnTo>
                    <a:pt x="5927" y="45894"/>
                  </a:lnTo>
                  <a:lnTo>
                    <a:pt x="6091" y="45867"/>
                  </a:lnTo>
                  <a:lnTo>
                    <a:pt x="6246" y="45849"/>
                  </a:lnTo>
                  <a:lnTo>
                    <a:pt x="6392" y="45840"/>
                  </a:lnTo>
                  <a:lnTo>
                    <a:pt x="6538" y="45849"/>
                  </a:lnTo>
                  <a:lnTo>
                    <a:pt x="6666" y="45867"/>
                  </a:lnTo>
                  <a:lnTo>
                    <a:pt x="6784" y="45894"/>
                  </a:lnTo>
                  <a:lnTo>
                    <a:pt x="6885" y="45940"/>
                  </a:lnTo>
                  <a:lnTo>
                    <a:pt x="6921" y="45967"/>
                  </a:lnTo>
                  <a:lnTo>
                    <a:pt x="6967" y="45995"/>
                  </a:lnTo>
                  <a:lnTo>
                    <a:pt x="6994" y="46031"/>
                  </a:lnTo>
                  <a:lnTo>
                    <a:pt x="7021" y="46068"/>
                  </a:lnTo>
                  <a:lnTo>
                    <a:pt x="7040" y="46104"/>
                  </a:lnTo>
                  <a:lnTo>
                    <a:pt x="7058" y="46150"/>
                  </a:lnTo>
                  <a:lnTo>
                    <a:pt x="7067" y="46204"/>
                  </a:lnTo>
                  <a:lnTo>
                    <a:pt x="7067" y="46259"/>
                  </a:lnTo>
                  <a:lnTo>
                    <a:pt x="7067" y="46314"/>
                  </a:lnTo>
                  <a:lnTo>
                    <a:pt x="7049" y="46378"/>
                  </a:lnTo>
                  <a:lnTo>
                    <a:pt x="7030" y="46441"/>
                  </a:lnTo>
                  <a:lnTo>
                    <a:pt x="7003" y="46514"/>
                  </a:lnTo>
                  <a:lnTo>
                    <a:pt x="6967" y="46587"/>
                  </a:lnTo>
                  <a:lnTo>
                    <a:pt x="6912" y="46669"/>
                  </a:lnTo>
                  <a:lnTo>
                    <a:pt x="6793" y="46843"/>
                  </a:lnTo>
                  <a:lnTo>
                    <a:pt x="6657" y="47007"/>
                  </a:lnTo>
                  <a:lnTo>
                    <a:pt x="6511" y="47162"/>
                  </a:lnTo>
                  <a:lnTo>
                    <a:pt x="6347" y="47317"/>
                  </a:lnTo>
                  <a:lnTo>
                    <a:pt x="6182" y="47463"/>
                  </a:lnTo>
                  <a:lnTo>
                    <a:pt x="5827" y="47755"/>
                  </a:lnTo>
                  <a:lnTo>
                    <a:pt x="5471" y="48046"/>
                  </a:lnTo>
                  <a:lnTo>
                    <a:pt x="5298" y="48192"/>
                  </a:lnTo>
                  <a:lnTo>
                    <a:pt x="5134" y="48347"/>
                  </a:lnTo>
                  <a:lnTo>
                    <a:pt x="4970" y="48502"/>
                  </a:lnTo>
                  <a:lnTo>
                    <a:pt x="4833" y="48666"/>
                  </a:lnTo>
                  <a:lnTo>
                    <a:pt x="4696" y="48849"/>
                  </a:lnTo>
                  <a:lnTo>
                    <a:pt x="4641" y="48940"/>
                  </a:lnTo>
                  <a:lnTo>
                    <a:pt x="4587" y="49031"/>
                  </a:lnTo>
                  <a:lnTo>
                    <a:pt x="4541" y="49131"/>
                  </a:lnTo>
                  <a:lnTo>
                    <a:pt x="4496" y="49232"/>
                  </a:lnTo>
                  <a:lnTo>
                    <a:pt x="4459" y="49332"/>
                  </a:lnTo>
                  <a:lnTo>
                    <a:pt x="4432" y="49441"/>
                  </a:lnTo>
                  <a:lnTo>
                    <a:pt x="4751" y="49232"/>
                  </a:lnTo>
                  <a:lnTo>
                    <a:pt x="5070" y="49004"/>
                  </a:lnTo>
                  <a:lnTo>
                    <a:pt x="5380" y="48767"/>
                  </a:lnTo>
                  <a:lnTo>
                    <a:pt x="5681" y="48520"/>
                  </a:lnTo>
                  <a:lnTo>
                    <a:pt x="5982" y="48265"/>
                  </a:lnTo>
                  <a:lnTo>
                    <a:pt x="6274" y="48001"/>
                  </a:lnTo>
                  <a:lnTo>
                    <a:pt x="6556" y="47727"/>
                  </a:lnTo>
                  <a:lnTo>
                    <a:pt x="6839" y="47445"/>
                  </a:lnTo>
                  <a:lnTo>
                    <a:pt x="7113" y="47162"/>
                  </a:lnTo>
                  <a:lnTo>
                    <a:pt x="7386" y="46870"/>
                  </a:lnTo>
                  <a:lnTo>
                    <a:pt x="7924" y="46286"/>
                  </a:lnTo>
                  <a:lnTo>
                    <a:pt x="8444" y="45694"/>
                  </a:lnTo>
                  <a:lnTo>
                    <a:pt x="8955" y="45110"/>
                  </a:lnTo>
                  <a:lnTo>
                    <a:pt x="9182" y="44827"/>
                  </a:lnTo>
                  <a:lnTo>
                    <a:pt x="9401" y="44536"/>
                  </a:lnTo>
                  <a:lnTo>
                    <a:pt x="9620" y="44244"/>
                  </a:lnTo>
                  <a:lnTo>
                    <a:pt x="9821" y="43943"/>
                  </a:lnTo>
                  <a:lnTo>
                    <a:pt x="10240" y="43332"/>
                  </a:lnTo>
                  <a:lnTo>
                    <a:pt x="10450" y="43040"/>
                  </a:lnTo>
                  <a:lnTo>
                    <a:pt x="10669" y="42748"/>
                  </a:lnTo>
                  <a:lnTo>
                    <a:pt x="10933" y="42429"/>
                  </a:lnTo>
                  <a:lnTo>
                    <a:pt x="11070" y="42256"/>
                  </a:lnTo>
                  <a:lnTo>
                    <a:pt x="11207" y="42092"/>
                  </a:lnTo>
                  <a:lnTo>
                    <a:pt x="11362" y="41937"/>
                  </a:lnTo>
                  <a:lnTo>
                    <a:pt x="11517" y="41791"/>
                  </a:lnTo>
                  <a:lnTo>
                    <a:pt x="11681" y="41654"/>
                  </a:lnTo>
                  <a:lnTo>
                    <a:pt x="11763" y="41600"/>
                  </a:lnTo>
                  <a:lnTo>
                    <a:pt x="11854" y="41545"/>
                  </a:lnTo>
                  <a:lnTo>
                    <a:pt x="11964" y="41490"/>
                  </a:lnTo>
                  <a:lnTo>
                    <a:pt x="12064" y="41454"/>
                  </a:lnTo>
                  <a:lnTo>
                    <a:pt x="12164" y="41444"/>
                  </a:lnTo>
                  <a:lnTo>
                    <a:pt x="12255" y="41444"/>
                  </a:lnTo>
                  <a:lnTo>
                    <a:pt x="12338" y="41472"/>
                  </a:lnTo>
                  <a:lnTo>
                    <a:pt x="12420" y="41508"/>
                  </a:lnTo>
                  <a:lnTo>
                    <a:pt x="12493" y="41563"/>
                  </a:lnTo>
                  <a:lnTo>
                    <a:pt x="12556" y="41627"/>
                  </a:lnTo>
                  <a:lnTo>
                    <a:pt x="12611" y="41709"/>
                  </a:lnTo>
                  <a:lnTo>
                    <a:pt x="12657" y="41791"/>
                  </a:lnTo>
                  <a:lnTo>
                    <a:pt x="12702" y="41882"/>
                  </a:lnTo>
                  <a:lnTo>
                    <a:pt x="12730" y="41982"/>
                  </a:lnTo>
                  <a:lnTo>
                    <a:pt x="12757" y="42092"/>
                  </a:lnTo>
                  <a:lnTo>
                    <a:pt x="12766" y="42201"/>
                  </a:lnTo>
                  <a:lnTo>
                    <a:pt x="12775" y="42311"/>
                  </a:lnTo>
                  <a:lnTo>
                    <a:pt x="12766" y="42420"/>
                  </a:lnTo>
                  <a:lnTo>
                    <a:pt x="12757" y="42511"/>
                  </a:lnTo>
                  <a:lnTo>
                    <a:pt x="12739" y="42603"/>
                  </a:lnTo>
                  <a:lnTo>
                    <a:pt x="12693" y="42776"/>
                  </a:lnTo>
                  <a:lnTo>
                    <a:pt x="12620" y="42949"/>
                  </a:lnTo>
                  <a:lnTo>
                    <a:pt x="12547" y="43122"/>
                  </a:lnTo>
                  <a:lnTo>
                    <a:pt x="12456" y="43286"/>
                  </a:lnTo>
                  <a:lnTo>
                    <a:pt x="12356" y="43451"/>
                  </a:lnTo>
                  <a:lnTo>
                    <a:pt x="12155" y="43742"/>
                  </a:lnTo>
                  <a:lnTo>
                    <a:pt x="11900" y="44107"/>
                  </a:lnTo>
                  <a:lnTo>
                    <a:pt x="11635" y="44481"/>
                  </a:lnTo>
                  <a:lnTo>
                    <a:pt x="11508" y="44663"/>
                  </a:lnTo>
                  <a:lnTo>
                    <a:pt x="11380" y="44864"/>
                  </a:lnTo>
                  <a:lnTo>
                    <a:pt x="11271" y="45055"/>
                  </a:lnTo>
                  <a:lnTo>
                    <a:pt x="11179" y="45247"/>
                  </a:lnTo>
                  <a:lnTo>
                    <a:pt x="11143" y="45338"/>
                  </a:lnTo>
                  <a:lnTo>
                    <a:pt x="11106" y="45429"/>
                  </a:lnTo>
                  <a:lnTo>
                    <a:pt x="11061" y="45612"/>
                  </a:lnTo>
                  <a:lnTo>
                    <a:pt x="11024" y="45803"/>
                  </a:lnTo>
                  <a:lnTo>
                    <a:pt x="10997" y="45995"/>
                  </a:lnTo>
                  <a:lnTo>
                    <a:pt x="10970" y="46378"/>
                  </a:lnTo>
                  <a:lnTo>
                    <a:pt x="10951" y="46569"/>
                  </a:lnTo>
                  <a:lnTo>
                    <a:pt x="10933" y="46751"/>
                  </a:lnTo>
                  <a:lnTo>
                    <a:pt x="11015" y="46560"/>
                  </a:lnTo>
                  <a:lnTo>
                    <a:pt x="11106" y="46369"/>
                  </a:lnTo>
                  <a:lnTo>
                    <a:pt x="11216" y="46177"/>
                  </a:lnTo>
                  <a:lnTo>
                    <a:pt x="11325" y="45995"/>
                  </a:lnTo>
                  <a:lnTo>
                    <a:pt x="11562" y="45639"/>
                  </a:lnTo>
                  <a:lnTo>
                    <a:pt x="11772" y="45311"/>
                  </a:lnTo>
                  <a:lnTo>
                    <a:pt x="11863" y="45174"/>
                  </a:lnTo>
                  <a:lnTo>
                    <a:pt x="11955" y="45065"/>
                  </a:lnTo>
                  <a:lnTo>
                    <a:pt x="12027" y="44992"/>
                  </a:lnTo>
                  <a:lnTo>
                    <a:pt x="12064" y="44973"/>
                  </a:lnTo>
                  <a:lnTo>
                    <a:pt x="12091" y="44955"/>
                  </a:lnTo>
                  <a:lnTo>
                    <a:pt x="12119" y="44955"/>
                  </a:lnTo>
                  <a:lnTo>
                    <a:pt x="12146" y="44964"/>
                  </a:lnTo>
                  <a:lnTo>
                    <a:pt x="12173" y="44982"/>
                  </a:lnTo>
                  <a:lnTo>
                    <a:pt x="12201" y="45019"/>
                  </a:lnTo>
                  <a:lnTo>
                    <a:pt x="12219" y="45065"/>
                  </a:lnTo>
                  <a:lnTo>
                    <a:pt x="12237" y="45128"/>
                  </a:lnTo>
                  <a:lnTo>
                    <a:pt x="12265" y="45293"/>
                  </a:lnTo>
                  <a:lnTo>
                    <a:pt x="12310" y="45739"/>
                  </a:lnTo>
                  <a:lnTo>
                    <a:pt x="12338" y="46204"/>
                  </a:lnTo>
                  <a:lnTo>
                    <a:pt x="12356" y="46669"/>
                  </a:lnTo>
                  <a:lnTo>
                    <a:pt x="12365" y="47125"/>
                  </a:lnTo>
                  <a:lnTo>
                    <a:pt x="12365" y="46907"/>
                  </a:lnTo>
                  <a:lnTo>
                    <a:pt x="12383" y="46697"/>
                  </a:lnTo>
                  <a:lnTo>
                    <a:pt x="12401" y="46478"/>
                  </a:lnTo>
                  <a:lnTo>
                    <a:pt x="12420" y="46259"/>
                  </a:lnTo>
                  <a:lnTo>
                    <a:pt x="12493" y="45821"/>
                  </a:lnTo>
                  <a:lnTo>
                    <a:pt x="12575" y="45375"/>
                  </a:lnTo>
                  <a:lnTo>
                    <a:pt x="12675" y="44928"/>
                  </a:lnTo>
                  <a:lnTo>
                    <a:pt x="12775" y="44490"/>
                  </a:lnTo>
                  <a:lnTo>
                    <a:pt x="12976" y="43642"/>
                  </a:lnTo>
                  <a:lnTo>
                    <a:pt x="13094" y="43141"/>
                  </a:lnTo>
                  <a:lnTo>
                    <a:pt x="13149" y="42885"/>
                  </a:lnTo>
                  <a:lnTo>
                    <a:pt x="13222" y="42630"/>
                  </a:lnTo>
                  <a:lnTo>
                    <a:pt x="13295" y="42375"/>
                  </a:lnTo>
                  <a:lnTo>
                    <a:pt x="13377" y="42128"/>
                  </a:lnTo>
                  <a:lnTo>
                    <a:pt x="13468" y="41882"/>
                  </a:lnTo>
                  <a:lnTo>
                    <a:pt x="13569" y="41645"/>
                  </a:lnTo>
                  <a:lnTo>
                    <a:pt x="13632" y="41517"/>
                  </a:lnTo>
                  <a:lnTo>
                    <a:pt x="13705" y="41399"/>
                  </a:lnTo>
                  <a:lnTo>
                    <a:pt x="13787" y="41299"/>
                  </a:lnTo>
                  <a:lnTo>
                    <a:pt x="13869" y="41207"/>
                  </a:lnTo>
                  <a:lnTo>
                    <a:pt x="13952" y="41134"/>
                  </a:lnTo>
                  <a:lnTo>
                    <a:pt x="14043" y="41080"/>
                  </a:lnTo>
                  <a:lnTo>
                    <a:pt x="14125" y="41034"/>
                  </a:lnTo>
                  <a:lnTo>
                    <a:pt x="14207" y="41016"/>
                  </a:lnTo>
                  <a:lnTo>
                    <a:pt x="14289" y="41025"/>
                  </a:lnTo>
                  <a:lnTo>
                    <a:pt x="14334" y="41034"/>
                  </a:lnTo>
                  <a:lnTo>
                    <a:pt x="14371" y="41043"/>
                  </a:lnTo>
                  <a:lnTo>
                    <a:pt x="14407" y="41062"/>
                  </a:lnTo>
                  <a:lnTo>
                    <a:pt x="14444" y="41089"/>
                  </a:lnTo>
                  <a:lnTo>
                    <a:pt x="14471" y="41125"/>
                  </a:lnTo>
                  <a:lnTo>
                    <a:pt x="14508" y="41162"/>
                  </a:lnTo>
                  <a:lnTo>
                    <a:pt x="14562" y="41262"/>
                  </a:lnTo>
                  <a:lnTo>
                    <a:pt x="14608" y="41381"/>
                  </a:lnTo>
                  <a:lnTo>
                    <a:pt x="14635" y="41536"/>
                  </a:lnTo>
                  <a:lnTo>
                    <a:pt x="14654" y="41718"/>
                  </a:lnTo>
                  <a:lnTo>
                    <a:pt x="14663" y="41864"/>
                  </a:lnTo>
                  <a:lnTo>
                    <a:pt x="14645" y="42019"/>
                  </a:lnTo>
                  <a:lnTo>
                    <a:pt x="14626" y="42174"/>
                  </a:lnTo>
                  <a:lnTo>
                    <a:pt x="14599" y="42329"/>
                  </a:lnTo>
                  <a:lnTo>
                    <a:pt x="14535" y="42639"/>
                  </a:lnTo>
                  <a:lnTo>
                    <a:pt x="14517" y="42794"/>
                  </a:lnTo>
                  <a:lnTo>
                    <a:pt x="14508" y="42949"/>
                  </a:lnTo>
                  <a:lnTo>
                    <a:pt x="14517" y="43086"/>
                  </a:lnTo>
                  <a:lnTo>
                    <a:pt x="14535" y="43213"/>
                  </a:lnTo>
                  <a:lnTo>
                    <a:pt x="14590" y="43487"/>
                  </a:lnTo>
                  <a:lnTo>
                    <a:pt x="14617" y="43624"/>
                  </a:lnTo>
                  <a:lnTo>
                    <a:pt x="14645" y="43761"/>
                  </a:lnTo>
                  <a:lnTo>
                    <a:pt x="14663" y="43888"/>
                  </a:lnTo>
                  <a:lnTo>
                    <a:pt x="14663" y="44016"/>
                  </a:lnTo>
                  <a:lnTo>
                    <a:pt x="14681" y="43843"/>
                  </a:lnTo>
                  <a:lnTo>
                    <a:pt x="14708" y="43679"/>
                  </a:lnTo>
                  <a:lnTo>
                    <a:pt x="14745" y="43514"/>
                  </a:lnTo>
                  <a:lnTo>
                    <a:pt x="14781" y="43359"/>
                  </a:lnTo>
                  <a:lnTo>
                    <a:pt x="14836" y="43204"/>
                  </a:lnTo>
                  <a:lnTo>
                    <a:pt x="14891" y="43058"/>
                  </a:lnTo>
                  <a:lnTo>
                    <a:pt x="15018" y="42758"/>
                  </a:lnTo>
                  <a:lnTo>
                    <a:pt x="15155" y="42457"/>
                  </a:lnTo>
                  <a:lnTo>
                    <a:pt x="15283" y="42147"/>
                  </a:lnTo>
                  <a:lnTo>
                    <a:pt x="15338" y="41992"/>
                  </a:lnTo>
                  <a:lnTo>
                    <a:pt x="15392" y="41837"/>
                  </a:lnTo>
                  <a:lnTo>
                    <a:pt x="15438" y="41663"/>
                  </a:lnTo>
                  <a:lnTo>
                    <a:pt x="15474" y="41499"/>
                  </a:lnTo>
                  <a:lnTo>
                    <a:pt x="15502" y="41308"/>
                  </a:lnTo>
                  <a:lnTo>
                    <a:pt x="15511" y="41116"/>
                  </a:lnTo>
                  <a:lnTo>
                    <a:pt x="15502" y="40943"/>
                  </a:lnTo>
                  <a:lnTo>
                    <a:pt x="15483" y="40779"/>
                  </a:lnTo>
                  <a:lnTo>
                    <a:pt x="15447" y="40615"/>
                  </a:lnTo>
                  <a:lnTo>
                    <a:pt x="15410" y="40460"/>
                  </a:lnTo>
                  <a:lnTo>
                    <a:pt x="15356" y="40305"/>
                  </a:lnTo>
                  <a:lnTo>
                    <a:pt x="15301" y="40150"/>
                  </a:lnTo>
                  <a:lnTo>
                    <a:pt x="15183" y="39858"/>
                  </a:lnTo>
                  <a:lnTo>
                    <a:pt x="15073" y="39557"/>
                  </a:lnTo>
                  <a:lnTo>
                    <a:pt x="15018" y="39411"/>
                  </a:lnTo>
                  <a:lnTo>
                    <a:pt x="14973" y="39256"/>
                  </a:lnTo>
                  <a:lnTo>
                    <a:pt x="14945" y="39101"/>
                  </a:lnTo>
                  <a:lnTo>
                    <a:pt x="14927" y="38937"/>
                  </a:lnTo>
                  <a:lnTo>
                    <a:pt x="14918" y="38773"/>
                  </a:lnTo>
                  <a:lnTo>
                    <a:pt x="14918" y="38609"/>
                  </a:lnTo>
                  <a:lnTo>
                    <a:pt x="14936" y="38444"/>
                  </a:lnTo>
                  <a:lnTo>
                    <a:pt x="14964" y="38280"/>
                  </a:lnTo>
                  <a:lnTo>
                    <a:pt x="15000" y="38153"/>
                  </a:lnTo>
                  <a:lnTo>
                    <a:pt x="15037" y="38025"/>
                  </a:lnTo>
                  <a:lnTo>
                    <a:pt x="15073" y="37906"/>
                  </a:lnTo>
                  <a:lnTo>
                    <a:pt x="15128" y="37788"/>
                  </a:lnTo>
                  <a:lnTo>
                    <a:pt x="15183" y="37669"/>
                  </a:lnTo>
                  <a:lnTo>
                    <a:pt x="15237" y="37560"/>
                  </a:lnTo>
                  <a:lnTo>
                    <a:pt x="15301" y="37451"/>
                  </a:lnTo>
                  <a:lnTo>
                    <a:pt x="15374" y="37341"/>
                  </a:lnTo>
                  <a:lnTo>
                    <a:pt x="15447" y="37241"/>
                  </a:lnTo>
                  <a:lnTo>
                    <a:pt x="15529" y="37141"/>
                  </a:lnTo>
                  <a:lnTo>
                    <a:pt x="15611" y="37049"/>
                  </a:lnTo>
                  <a:lnTo>
                    <a:pt x="15702" y="36958"/>
                  </a:lnTo>
                  <a:lnTo>
                    <a:pt x="15793" y="36876"/>
                  </a:lnTo>
                  <a:lnTo>
                    <a:pt x="15885" y="36794"/>
                  </a:lnTo>
                  <a:lnTo>
                    <a:pt x="15985" y="36712"/>
                  </a:lnTo>
                  <a:lnTo>
                    <a:pt x="16085" y="36639"/>
                  </a:lnTo>
                  <a:lnTo>
                    <a:pt x="16195" y="36575"/>
                  </a:lnTo>
                  <a:lnTo>
                    <a:pt x="16304" y="36511"/>
                  </a:lnTo>
                  <a:lnTo>
                    <a:pt x="16532" y="36393"/>
                  </a:lnTo>
                  <a:lnTo>
                    <a:pt x="16769" y="36302"/>
                  </a:lnTo>
                  <a:lnTo>
                    <a:pt x="17015" y="36220"/>
                  </a:lnTo>
                  <a:lnTo>
                    <a:pt x="17271" y="36165"/>
                  </a:lnTo>
                  <a:lnTo>
                    <a:pt x="17398" y="36147"/>
                  </a:lnTo>
                  <a:lnTo>
                    <a:pt x="17526" y="36128"/>
                  </a:lnTo>
                  <a:lnTo>
                    <a:pt x="17663" y="36128"/>
                  </a:lnTo>
                  <a:lnTo>
                    <a:pt x="17790" y="36119"/>
                  </a:lnTo>
                  <a:lnTo>
                    <a:pt x="17927" y="36119"/>
                  </a:lnTo>
                  <a:lnTo>
                    <a:pt x="18055" y="36128"/>
                  </a:lnTo>
                  <a:lnTo>
                    <a:pt x="18511" y="36174"/>
                  </a:lnTo>
                  <a:lnTo>
                    <a:pt x="18967" y="36238"/>
                  </a:lnTo>
                  <a:lnTo>
                    <a:pt x="19423" y="36311"/>
                  </a:lnTo>
                  <a:lnTo>
                    <a:pt x="19879" y="36402"/>
                  </a:lnTo>
                  <a:lnTo>
                    <a:pt x="20335" y="36502"/>
                  </a:lnTo>
                  <a:lnTo>
                    <a:pt x="20781" y="36612"/>
                  </a:lnTo>
                  <a:lnTo>
                    <a:pt x="21228" y="36739"/>
                  </a:lnTo>
                  <a:lnTo>
                    <a:pt x="21675" y="36876"/>
                  </a:lnTo>
                  <a:lnTo>
                    <a:pt x="21866" y="36940"/>
                  </a:lnTo>
                  <a:lnTo>
                    <a:pt x="22049" y="37013"/>
                  </a:lnTo>
                  <a:lnTo>
                    <a:pt x="22231" y="37095"/>
                  </a:lnTo>
                  <a:lnTo>
                    <a:pt x="22404" y="37186"/>
                  </a:lnTo>
                  <a:lnTo>
                    <a:pt x="22569" y="37286"/>
                  </a:lnTo>
                  <a:lnTo>
                    <a:pt x="22733" y="37396"/>
                  </a:lnTo>
                  <a:lnTo>
                    <a:pt x="22888" y="37505"/>
                  </a:lnTo>
                  <a:lnTo>
                    <a:pt x="23034" y="37624"/>
                  </a:lnTo>
                  <a:lnTo>
                    <a:pt x="23180" y="37751"/>
                  </a:lnTo>
                  <a:lnTo>
                    <a:pt x="23316" y="37879"/>
                  </a:lnTo>
                  <a:lnTo>
                    <a:pt x="23444" y="38016"/>
                  </a:lnTo>
                  <a:lnTo>
                    <a:pt x="23572" y="38162"/>
                  </a:lnTo>
                  <a:lnTo>
                    <a:pt x="23681" y="38308"/>
                  </a:lnTo>
                  <a:lnTo>
                    <a:pt x="23790" y="38463"/>
                  </a:lnTo>
                  <a:lnTo>
                    <a:pt x="23900" y="38618"/>
                  </a:lnTo>
                  <a:lnTo>
                    <a:pt x="23991" y="38782"/>
                  </a:lnTo>
                  <a:lnTo>
                    <a:pt x="24082" y="38946"/>
                  </a:lnTo>
                  <a:lnTo>
                    <a:pt x="24164" y="39119"/>
                  </a:lnTo>
                  <a:lnTo>
                    <a:pt x="24237" y="39293"/>
                  </a:lnTo>
                  <a:lnTo>
                    <a:pt x="24301" y="39475"/>
                  </a:lnTo>
                  <a:lnTo>
                    <a:pt x="24356" y="39657"/>
                  </a:lnTo>
                  <a:lnTo>
                    <a:pt x="24411" y="39840"/>
                  </a:lnTo>
                  <a:lnTo>
                    <a:pt x="24456" y="40031"/>
                  </a:lnTo>
                  <a:lnTo>
                    <a:pt x="24484" y="40213"/>
                  </a:lnTo>
                  <a:lnTo>
                    <a:pt x="24511" y="40405"/>
                  </a:lnTo>
                  <a:lnTo>
                    <a:pt x="24529" y="40606"/>
                  </a:lnTo>
                  <a:lnTo>
                    <a:pt x="24538" y="40797"/>
                  </a:lnTo>
                  <a:lnTo>
                    <a:pt x="24538" y="40989"/>
                  </a:lnTo>
                  <a:lnTo>
                    <a:pt x="24538" y="41189"/>
                  </a:lnTo>
                  <a:lnTo>
                    <a:pt x="24520" y="41390"/>
                  </a:lnTo>
                  <a:lnTo>
                    <a:pt x="24493" y="41581"/>
                  </a:lnTo>
                  <a:lnTo>
                    <a:pt x="24456" y="41782"/>
                  </a:lnTo>
                  <a:lnTo>
                    <a:pt x="24411" y="42037"/>
                  </a:lnTo>
                  <a:lnTo>
                    <a:pt x="24365" y="42302"/>
                  </a:lnTo>
                  <a:lnTo>
                    <a:pt x="24310" y="42739"/>
                  </a:lnTo>
                  <a:lnTo>
                    <a:pt x="24265" y="43177"/>
                  </a:lnTo>
                  <a:lnTo>
                    <a:pt x="24228" y="43596"/>
                  </a:lnTo>
                  <a:lnTo>
                    <a:pt x="24192" y="44016"/>
                  </a:lnTo>
                  <a:lnTo>
                    <a:pt x="24128" y="44837"/>
                  </a:lnTo>
                  <a:lnTo>
                    <a:pt x="24101" y="45247"/>
                  </a:lnTo>
                  <a:lnTo>
                    <a:pt x="24064" y="45657"/>
                  </a:lnTo>
                  <a:lnTo>
                    <a:pt x="24018" y="46058"/>
                  </a:lnTo>
                  <a:lnTo>
                    <a:pt x="23964" y="46460"/>
                  </a:lnTo>
                  <a:lnTo>
                    <a:pt x="23900" y="46861"/>
                  </a:lnTo>
                  <a:lnTo>
                    <a:pt x="23827" y="47262"/>
                  </a:lnTo>
                  <a:lnTo>
                    <a:pt x="23727" y="47663"/>
                  </a:lnTo>
                  <a:lnTo>
                    <a:pt x="23608" y="48074"/>
                  </a:lnTo>
                  <a:lnTo>
                    <a:pt x="23471" y="48484"/>
                  </a:lnTo>
                  <a:lnTo>
                    <a:pt x="23398" y="48685"/>
                  </a:lnTo>
                  <a:lnTo>
                    <a:pt x="23307" y="48894"/>
                  </a:lnTo>
                  <a:lnTo>
                    <a:pt x="23371" y="48767"/>
                  </a:lnTo>
                  <a:lnTo>
                    <a:pt x="23453" y="48648"/>
                  </a:lnTo>
                  <a:lnTo>
                    <a:pt x="23544" y="48539"/>
                  </a:lnTo>
                  <a:lnTo>
                    <a:pt x="23635" y="48438"/>
                  </a:lnTo>
                  <a:lnTo>
                    <a:pt x="23727" y="48329"/>
                  </a:lnTo>
                  <a:lnTo>
                    <a:pt x="23818" y="48229"/>
                  </a:lnTo>
                  <a:lnTo>
                    <a:pt x="23900" y="48110"/>
                  </a:lnTo>
                  <a:lnTo>
                    <a:pt x="23964" y="47983"/>
                  </a:lnTo>
                  <a:lnTo>
                    <a:pt x="24128" y="47590"/>
                  </a:lnTo>
                  <a:lnTo>
                    <a:pt x="24274" y="47180"/>
                  </a:lnTo>
                  <a:lnTo>
                    <a:pt x="24420" y="46761"/>
                  </a:lnTo>
                  <a:lnTo>
                    <a:pt x="24538" y="46359"/>
                  </a:lnTo>
                  <a:lnTo>
                    <a:pt x="24629" y="46068"/>
                  </a:lnTo>
                  <a:lnTo>
                    <a:pt x="24748" y="45721"/>
                  </a:lnTo>
                  <a:lnTo>
                    <a:pt x="24821" y="45557"/>
                  </a:lnTo>
                  <a:lnTo>
                    <a:pt x="24894" y="45384"/>
                  </a:lnTo>
                  <a:lnTo>
                    <a:pt x="24976" y="45238"/>
                  </a:lnTo>
                  <a:lnTo>
                    <a:pt x="25058" y="45110"/>
                  </a:lnTo>
                  <a:lnTo>
                    <a:pt x="25104" y="45055"/>
                  </a:lnTo>
                  <a:lnTo>
                    <a:pt x="25140" y="45001"/>
                  </a:lnTo>
                  <a:lnTo>
                    <a:pt x="25186" y="44964"/>
                  </a:lnTo>
                  <a:lnTo>
                    <a:pt x="25231" y="44937"/>
                  </a:lnTo>
                  <a:lnTo>
                    <a:pt x="25268" y="44919"/>
                  </a:lnTo>
                  <a:lnTo>
                    <a:pt x="25313" y="44910"/>
                  </a:lnTo>
                  <a:lnTo>
                    <a:pt x="25359" y="44919"/>
                  </a:lnTo>
                  <a:lnTo>
                    <a:pt x="25395" y="44937"/>
                  </a:lnTo>
                  <a:lnTo>
                    <a:pt x="25441" y="44964"/>
                  </a:lnTo>
                  <a:lnTo>
                    <a:pt x="25487" y="45010"/>
                  </a:lnTo>
                  <a:lnTo>
                    <a:pt x="25523" y="45074"/>
                  </a:lnTo>
                  <a:lnTo>
                    <a:pt x="25569" y="45147"/>
                  </a:lnTo>
                  <a:lnTo>
                    <a:pt x="25605" y="45247"/>
                  </a:lnTo>
                  <a:lnTo>
                    <a:pt x="25642" y="45356"/>
                  </a:lnTo>
                  <a:lnTo>
                    <a:pt x="25678" y="45484"/>
                  </a:lnTo>
                  <a:lnTo>
                    <a:pt x="25715" y="45639"/>
                  </a:lnTo>
                  <a:lnTo>
                    <a:pt x="25751" y="45849"/>
                  </a:lnTo>
                  <a:lnTo>
                    <a:pt x="25769" y="46058"/>
                  </a:lnTo>
                  <a:lnTo>
                    <a:pt x="25778" y="46277"/>
                  </a:lnTo>
                  <a:lnTo>
                    <a:pt x="25769" y="46496"/>
                  </a:lnTo>
                  <a:lnTo>
                    <a:pt x="25751" y="46724"/>
                  </a:lnTo>
                  <a:lnTo>
                    <a:pt x="25724" y="46952"/>
                  </a:lnTo>
                  <a:lnTo>
                    <a:pt x="25687" y="47180"/>
                  </a:lnTo>
                  <a:lnTo>
                    <a:pt x="25642" y="47408"/>
                  </a:lnTo>
                  <a:lnTo>
                    <a:pt x="25550" y="47864"/>
                  </a:lnTo>
                  <a:lnTo>
                    <a:pt x="25450" y="48320"/>
                  </a:lnTo>
                  <a:lnTo>
                    <a:pt x="25368" y="48758"/>
                  </a:lnTo>
                  <a:lnTo>
                    <a:pt x="25332" y="48976"/>
                  </a:lnTo>
                  <a:lnTo>
                    <a:pt x="25313" y="49186"/>
                  </a:lnTo>
                  <a:lnTo>
                    <a:pt x="25295" y="49432"/>
                  </a:lnTo>
                  <a:lnTo>
                    <a:pt x="25277" y="49697"/>
                  </a:lnTo>
                  <a:lnTo>
                    <a:pt x="25277" y="49961"/>
                  </a:lnTo>
                  <a:lnTo>
                    <a:pt x="25277" y="50235"/>
                  </a:lnTo>
                  <a:lnTo>
                    <a:pt x="25286" y="50508"/>
                  </a:lnTo>
                  <a:lnTo>
                    <a:pt x="25295" y="50791"/>
                  </a:lnTo>
                  <a:lnTo>
                    <a:pt x="25322" y="51065"/>
                  </a:lnTo>
                  <a:lnTo>
                    <a:pt x="25359" y="51338"/>
                  </a:lnTo>
                  <a:lnTo>
                    <a:pt x="25395" y="51603"/>
                  </a:lnTo>
                  <a:lnTo>
                    <a:pt x="25450" y="51858"/>
                  </a:lnTo>
                  <a:lnTo>
                    <a:pt x="25514" y="52113"/>
                  </a:lnTo>
                  <a:lnTo>
                    <a:pt x="25587" y="52341"/>
                  </a:lnTo>
                  <a:lnTo>
                    <a:pt x="25669" y="52569"/>
                  </a:lnTo>
                  <a:lnTo>
                    <a:pt x="25760" y="52770"/>
                  </a:lnTo>
                  <a:lnTo>
                    <a:pt x="25870" y="52952"/>
                  </a:lnTo>
                  <a:lnTo>
                    <a:pt x="25924" y="53034"/>
                  </a:lnTo>
                  <a:lnTo>
                    <a:pt x="25988" y="53116"/>
                  </a:lnTo>
                  <a:lnTo>
                    <a:pt x="25979" y="52970"/>
                  </a:lnTo>
                  <a:lnTo>
                    <a:pt x="25970" y="52824"/>
                  </a:lnTo>
                  <a:lnTo>
                    <a:pt x="25942" y="52524"/>
                  </a:lnTo>
                  <a:lnTo>
                    <a:pt x="25860" y="51876"/>
                  </a:lnTo>
                  <a:lnTo>
                    <a:pt x="25833" y="51548"/>
                  </a:lnTo>
                  <a:lnTo>
                    <a:pt x="25824" y="51393"/>
                  </a:lnTo>
                  <a:lnTo>
                    <a:pt x="25824" y="51238"/>
                  </a:lnTo>
                  <a:lnTo>
                    <a:pt x="25833" y="51083"/>
                  </a:lnTo>
                  <a:lnTo>
                    <a:pt x="25842" y="50937"/>
                  </a:lnTo>
                  <a:lnTo>
                    <a:pt x="25870" y="50791"/>
                  </a:lnTo>
                  <a:lnTo>
                    <a:pt x="25906" y="50654"/>
                  </a:lnTo>
                  <a:lnTo>
                    <a:pt x="25952" y="50536"/>
                  </a:lnTo>
                  <a:lnTo>
                    <a:pt x="26006" y="50435"/>
                  </a:lnTo>
                  <a:lnTo>
                    <a:pt x="26052" y="50362"/>
                  </a:lnTo>
                  <a:lnTo>
                    <a:pt x="26107" y="50317"/>
                  </a:lnTo>
                  <a:lnTo>
                    <a:pt x="26170" y="50299"/>
                  </a:lnTo>
                  <a:lnTo>
                    <a:pt x="26225" y="50289"/>
                  </a:lnTo>
                  <a:lnTo>
                    <a:pt x="26289" y="50308"/>
                  </a:lnTo>
                  <a:lnTo>
                    <a:pt x="26353" y="50344"/>
                  </a:lnTo>
                  <a:lnTo>
                    <a:pt x="26417" y="50390"/>
                  </a:lnTo>
                  <a:lnTo>
                    <a:pt x="26480" y="50445"/>
                  </a:lnTo>
                  <a:lnTo>
                    <a:pt x="26544" y="50517"/>
                  </a:lnTo>
                  <a:lnTo>
                    <a:pt x="26608" y="50600"/>
                  </a:lnTo>
                  <a:lnTo>
                    <a:pt x="26736" y="50782"/>
                  </a:lnTo>
                  <a:lnTo>
                    <a:pt x="26854" y="50973"/>
                  </a:lnTo>
                  <a:lnTo>
                    <a:pt x="26927" y="51101"/>
                  </a:lnTo>
                  <a:lnTo>
                    <a:pt x="26982" y="51238"/>
                  </a:lnTo>
                  <a:lnTo>
                    <a:pt x="27037" y="51375"/>
                  </a:lnTo>
                  <a:lnTo>
                    <a:pt x="27091" y="51530"/>
                  </a:lnTo>
                  <a:lnTo>
                    <a:pt x="27137" y="51685"/>
                  </a:lnTo>
                  <a:lnTo>
                    <a:pt x="27173" y="51840"/>
                  </a:lnTo>
                  <a:lnTo>
                    <a:pt x="27228" y="52141"/>
                  </a:lnTo>
                  <a:lnTo>
                    <a:pt x="27274" y="52423"/>
                  </a:lnTo>
                  <a:lnTo>
                    <a:pt x="27301" y="52669"/>
                  </a:lnTo>
                  <a:lnTo>
                    <a:pt x="27310" y="52852"/>
                  </a:lnTo>
                  <a:lnTo>
                    <a:pt x="27301" y="52952"/>
                  </a:lnTo>
                  <a:lnTo>
                    <a:pt x="27329" y="52815"/>
                  </a:lnTo>
                  <a:lnTo>
                    <a:pt x="27365" y="52679"/>
                  </a:lnTo>
                  <a:lnTo>
                    <a:pt x="27438" y="52396"/>
                  </a:lnTo>
                  <a:lnTo>
                    <a:pt x="27529" y="52104"/>
                  </a:lnTo>
                  <a:lnTo>
                    <a:pt x="27620" y="51812"/>
                  </a:lnTo>
                  <a:lnTo>
                    <a:pt x="27693" y="51521"/>
                  </a:lnTo>
                  <a:lnTo>
                    <a:pt x="27721" y="51365"/>
                  </a:lnTo>
                  <a:lnTo>
                    <a:pt x="27739" y="51220"/>
                  </a:lnTo>
                  <a:lnTo>
                    <a:pt x="27757" y="51083"/>
                  </a:lnTo>
                  <a:lnTo>
                    <a:pt x="27757" y="50937"/>
                  </a:lnTo>
                  <a:lnTo>
                    <a:pt x="27739" y="50800"/>
                  </a:lnTo>
                  <a:lnTo>
                    <a:pt x="27711" y="50663"/>
                  </a:lnTo>
                  <a:lnTo>
                    <a:pt x="27675" y="50554"/>
                  </a:lnTo>
                  <a:lnTo>
                    <a:pt x="27629" y="50445"/>
                  </a:lnTo>
                  <a:lnTo>
                    <a:pt x="27566" y="50335"/>
                  </a:lnTo>
                  <a:lnTo>
                    <a:pt x="27502" y="50235"/>
                  </a:lnTo>
                  <a:lnTo>
                    <a:pt x="27429" y="50144"/>
                  </a:lnTo>
                  <a:lnTo>
                    <a:pt x="27356" y="50043"/>
                  </a:lnTo>
                  <a:lnTo>
                    <a:pt x="27192" y="49861"/>
                  </a:lnTo>
                  <a:lnTo>
                    <a:pt x="27028" y="49669"/>
                  </a:lnTo>
                  <a:lnTo>
                    <a:pt x="26946" y="49578"/>
                  </a:lnTo>
                  <a:lnTo>
                    <a:pt x="26873" y="49478"/>
                  </a:lnTo>
                  <a:lnTo>
                    <a:pt x="26809" y="49378"/>
                  </a:lnTo>
                  <a:lnTo>
                    <a:pt x="26745" y="49277"/>
                  </a:lnTo>
                  <a:lnTo>
                    <a:pt x="26699" y="49168"/>
                  </a:lnTo>
                  <a:lnTo>
                    <a:pt x="26654" y="49049"/>
                  </a:lnTo>
                  <a:lnTo>
                    <a:pt x="26581" y="48748"/>
                  </a:lnTo>
                  <a:lnTo>
                    <a:pt x="26508" y="48429"/>
                  </a:lnTo>
                  <a:lnTo>
                    <a:pt x="26453" y="48101"/>
                  </a:lnTo>
                  <a:lnTo>
                    <a:pt x="26408" y="47773"/>
                  </a:lnTo>
                  <a:lnTo>
                    <a:pt x="26380" y="47445"/>
                  </a:lnTo>
                  <a:lnTo>
                    <a:pt x="26362" y="47116"/>
                  </a:lnTo>
                  <a:lnTo>
                    <a:pt x="26362" y="46788"/>
                  </a:lnTo>
                  <a:lnTo>
                    <a:pt x="26371" y="46478"/>
                  </a:lnTo>
                  <a:lnTo>
                    <a:pt x="26389" y="46049"/>
                  </a:lnTo>
                  <a:lnTo>
                    <a:pt x="26408" y="45785"/>
                  </a:lnTo>
                  <a:lnTo>
                    <a:pt x="26435" y="45520"/>
                  </a:lnTo>
                  <a:lnTo>
                    <a:pt x="26462" y="45384"/>
                  </a:lnTo>
                  <a:lnTo>
                    <a:pt x="26490" y="45265"/>
                  </a:lnTo>
                  <a:lnTo>
                    <a:pt x="26526" y="45138"/>
                  </a:lnTo>
                  <a:lnTo>
                    <a:pt x="26572" y="45028"/>
                  </a:lnTo>
                  <a:lnTo>
                    <a:pt x="26617" y="44928"/>
                  </a:lnTo>
                  <a:lnTo>
                    <a:pt x="26681" y="44846"/>
                  </a:lnTo>
                  <a:lnTo>
                    <a:pt x="26754" y="44773"/>
                  </a:lnTo>
                  <a:lnTo>
                    <a:pt x="26791" y="44745"/>
                  </a:lnTo>
                  <a:lnTo>
                    <a:pt x="26836" y="44727"/>
                  </a:lnTo>
                  <a:lnTo>
                    <a:pt x="26882" y="44700"/>
                  </a:lnTo>
                  <a:lnTo>
                    <a:pt x="26927" y="44691"/>
                  </a:lnTo>
                  <a:lnTo>
                    <a:pt x="27009" y="44682"/>
                  </a:lnTo>
                  <a:lnTo>
                    <a:pt x="27101" y="44691"/>
                  </a:lnTo>
                  <a:lnTo>
                    <a:pt x="27183" y="44718"/>
                  </a:lnTo>
                  <a:lnTo>
                    <a:pt x="27265" y="44764"/>
                  </a:lnTo>
                  <a:lnTo>
                    <a:pt x="27338" y="44818"/>
                  </a:lnTo>
                  <a:lnTo>
                    <a:pt x="27411" y="44891"/>
                  </a:lnTo>
                  <a:lnTo>
                    <a:pt x="27484" y="44973"/>
                  </a:lnTo>
                  <a:lnTo>
                    <a:pt x="27547" y="45055"/>
                  </a:lnTo>
                  <a:lnTo>
                    <a:pt x="27602" y="45147"/>
                  </a:lnTo>
                  <a:lnTo>
                    <a:pt x="27721" y="45338"/>
                  </a:lnTo>
                  <a:lnTo>
                    <a:pt x="27812" y="45511"/>
                  </a:lnTo>
                  <a:lnTo>
                    <a:pt x="27885" y="45657"/>
                  </a:lnTo>
                  <a:lnTo>
                    <a:pt x="27976" y="45849"/>
                  </a:lnTo>
                  <a:lnTo>
                    <a:pt x="28058" y="46058"/>
                  </a:lnTo>
                  <a:lnTo>
                    <a:pt x="28222" y="46505"/>
                  </a:lnTo>
                  <a:lnTo>
                    <a:pt x="28395" y="46979"/>
                  </a:lnTo>
                  <a:lnTo>
                    <a:pt x="28496" y="47217"/>
                  </a:lnTo>
                  <a:lnTo>
                    <a:pt x="28596" y="47445"/>
                  </a:lnTo>
                  <a:lnTo>
                    <a:pt x="28705" y="47663"/>
                  </a:lnTo>
                  <a:lnTo>
                    <a:pt x="28824" y="47882"/>
                  </a:lnTo>
                  <a:lnTo>
                    <a:pt x="28952" y="48083"/>
                  </a:lnTo>
                  <a:lnTo>
                    <a:pt x="29025" y="48174"/>
                  </a:lnTo>
                  <a:lnTo>
                    <a:pt x="29098" y="48265"/>
                  </a:lnTo>
                  <a:lnTo>
                    <a:pt x="29180" y="48347"/>
                  </a:lnTo>
                  <a:lnTo>
                    <a:pt x="29262" y="48420"/>
                  </a:lnTo>
                  <a:lnTo>
                    <a:pt x="29344" y="48493"/>
                  </a:lnTo>
                  <a:lnTo>
                    <a:pt x="29435" y="48566"/>
                  </a:lnTo>
                  <a:lnTo>
                    <a:pt x="29535" y="48621"/>
                  </a:lnTo>
                  <a:lnTo>
                    <a:pt x="29636" y="48676"/>
                  </a:lnTo>
                  <a:lnTo>
                    <a:pt x="29745" y="48721"/>
                  </a:lnTo>
                  <a:lnTo>
                    <a:pt x="29854" y="48758"/>
                  </a:lnTo>
                  <a:lnTo>
                    <a:pt x="29772" y="48676"/>
                  </a:lnTo>
                  <a:lnTo>
                    <a:pt x="29672" y="48566"/>
                  </a:lnTo>
                  <a:lnTo>
                    <a:pt x="29563" y="48438"/>
                  </a:lnTo>
                  <a:lnTo>
                    <a:pt x="29453" y="48274"/>
                  </a:lnTo>
                  <a:lnTo>
                    <a:pt x="29335" y="48101"/>
                  </a:lnTo>
                  <a:lnTo>
                    <a:pt x="29216" y="47919"/>
                  </a:lnTo>
                  <a:lnTo>
                    <a:pt x="29107" y="47718"/>
                  </a:lnTo>
                  <a:lnTo>
                    <a:pt x="29006" y="47517"/>
                  </a:lnTo>
                  <a:lnTo>
                    <a:pt x="28915" y="47317"/>
                  </a:lnTo>
                  <a:lnTo>
                    <a:pt x="28842" y="47116"/>
                  </a:lnTo>
                  <a:lnTo>
                    <a:pt x="28787" y="46916"/>
                  </a:lnTo>
                  <a:lnTo>
                    <a:pt x="28769" y="46824"/>
                  </a:lnTo>
                  <a:lnTo>
                    <a:pt x="28751" y="46733"/>
                  </a:lnTo>
                  <a:lnTo>
                    <a:pt x="28742" y="46642"/>
                  </a:lnTo>
                  <a:lnTo>
                    <a:pt x="28742" y="46560"/>
                  </a:lnTo>
                  <a:lnTo>
                    <a:pt x="28751" y="46487"/>
                  </a:lnTo>
                  <a:lnTo>
                    <a:pt x="28769" y="46414"/>
                  </a:lnTo>
                  <a:lnTo>
                    <a:pt x="28787" y="46341"/>
                  </a:lnTo>
                  <a:lnTo>
                    <a:pt x="28824" y="46277"/>
                  </a:lnTo>
                  <a:lnTo>
                    <a:pt x="28860" y="46223"/>
                  </a:lnTo>
                  <a:lnTo>
                    <a:pt x="28915" y="46177"/>
                  </a:lnTo>
                  <a:lnTo>
                    <a:pt x="28979" y="46131"/>
                  </a:lnTo>
                  <a:lnTo>
                    <a:pt x="29052" y="46095"/>
                  </a:lnTo>
                  <a:lnTo>
                    <a:pt x="29116" y="46068"/>
                  </a:lnTo>
                  <a:lnTo>
                    <a:pt x="29189" y="46049"/>
                  </a:lnTo>
                  <a:lnTo>
                    <a:pt x="29253" y="46040"/>
                  </a:lnTo>
                  <a:lnTo>
                    <a:pt x="29316" y="46049"/>
                  </a:lnTo>
                  <a:lnTo>
                    <a:pt x="29380" y="46058"/>
                  </a:lnTo>
                  <a:lnTo>
                    <a:pt x="29444" y="46077"/>
                  </a:lnTo>
                  <a:lnTo>
                    <a:pt x="29508" y="46104"/>
                  </a:lnTo>
                  <a:lnTo>
                    <a:pt x="29563" y="46141"/>
                  </a:lnTo>
                  <a:lnTo>
                    <a:pt x="29626" y="46186"/>
                  </a:lnTo>
                  <a:lnTo>
                    <a:pt x="29681" y="46232"/>
                  </a:lnTo>
                  <a:lnTo>
                    <a:pt x="29800" y="46341"/>
                  </a:lnTo>
                  <a:lnTo>
                    <a:pt x="29909" y="46469"/>
                  </a:lnTo>
                  <a:lnTo>
                    <a:pt x="30009" y="46606"/>
                  </a:lnTo>
                  <a:lnTo>
                    <a:pt x="30110" y="46751"/>
                  </a:lnTo>
                  <a:lnTo>
                    <a:pt x="30292" y="47052"/>
                  </a:lnTo>
                  <a:lnTo>
                    <a:pt x="30447" y="47317"/>
                  </a:lnTo>
                  <a:lnTo>
                    <a:pt x="30520" y="47426"/>
                  </a:lnTo>
                  <a:lnTo>
                    <a:pt x="30534" y="47447"/>
                  </a:lnTo>
                  <a:lnTo>
                    <a:pt x="30502" y="47390"/>
                  </a:lnTo>
                  <a:lnTo>
                    <a:pt x="30474" y="47317"/>
                  </a:lnTo>
                  <a:lnTo>
                    <a:pt x="30447" y="47244"/>
                  </a:lnTo>
                  <a:lnTo>
                    <a:pt x="30411" y="47089"/>
                  </a:lnTo>
                  <a:lnTo>
                    <a:pt x="30383" y="46925"/>
                  </a:lnTo>
                  <a:lnTo>
                    <a:pt x="30329" y="46587"/>
                  </a:lnTo>
                  <a:lnTo>
                    <a:pt x="30292" y="46432"/>
                  </a:lnTo>
                  <a:lnTo>
                    <a:pt x="30274" y="46359"/>
                  </a:lnTo>
                  <a:lnTo>
                    <a:pt x="30246" y="46286"/>
                  </a:lnTo>
                  <a:lnTo>
                    <a:pt x="30101" y="45976"/>
                  </a:lnTo>
                  <a:lnTo>
                    <a:pt x="29927" y="45666"/>
                  </a:lnTo>
                  <a:lnTo>
                    <a:pt x="29836" y="45520"/>
                  </a:lnTo>
                  <a:lnTo>
                    <a:pt x="29745" y="45375"/>
                  </a:lnTo>
                  <a:lnTo>
                    <a:pt x="29645" y="45229"/>
                  </a:lnTo>
                  <a:lnTo>
                    <a:pt x="29535" y="45092"/>
                  </a:lnTo>
                  <a:lnTo>
                    <a:pt x="29426" y="44955"/>
                  </a:lnTo>
                  <a:lnTo>
                    <a:pt x="29307" y="44827"/>
                  </a:lnTo>
                  <a:lnTo>
                    <a:pt x="29180" y="44709"/>
                  </a:lnTo>
                  <a:lnTo>
                    <a:pt x="29043" y="44600"/>
                  </a:lnTo>
                  <a:lnTo>
                    <a:pt x="28906" y="44499"/>
                  </a:lnTo>
                  <a:lnTo>
                    <a:pt x="28760" y="44408"/>
                  </a:lnTo>
                  <a:lnTo>
                    <a:pt x="28614" y="44326"/>
                  </a:lnTo>
                  <a:lnTo>
                    <a:pt x="28450" y="44253"/>
                  </a:lnTo>
                  <a:lnTo>
                    <a:pt x="27903" y="44043"/>
                  </a:lnTo>
                  <a:lnTo>
                    <a:pt x="27766" y="43989"/>
                  </a:lnTo>
                  <a:lnTo>
                    <a:pt x="27629" y="43934"/>
                  </a:lnTo>
                  <a:lnTo>
                    <a:pt x="27502" y="43861"/>
                  </a:lnTo>
                  <a:lnTo>
                    <a:pt x="27374" y="43788"/>
                  </a:lnTo>
                  <a:lnTo>
                    <a:pt x="27164" y="43642"/>
                  </a:lnTo>
                  <a:lnTo>
                    <a:pt x="26955" y="43469"/>
                  </a:lnTo>
                  <a:lnTo>
                    <a:pt x="26736" y="43268"/>
                  </a:lnTo>
                  <a:lnTo>
                    <a:pt x="26526" y="43058"/>
                  </a:lnTo>
                  <a:lnTo>
                    <a:pt x="26325" y="42840"/>
                  </a:lnTo>
                  <a:lnTo>
                    <a:pt x="26143" y="42612"/>
                  </a:lnTo>
                  <a:lnTo>
                    <a:pt x="25979" y="42393"/>
                  </a:lnTo>
                  <a:lnTo>
                    <a:pt x="25842" y="42183"/>
                  </a:lnTo>
                  <a:lnTo>
                    <a:pt x="25787" y="42065"/>
                  </a:lnTo>
                  <a:lnTo>
                    <a:pt x="25742" y="41946"/>
                  </a:lnTo>
                  <a:lnTo>
                    <a:pt x="25705" y="41809"/>
                  </a:lnTo>
                  <a:lnTo>
                    <a:pt x="25678" y="41663"/>
                  </a:lnTo>
                  <a:lnTo>
                    <a:pt x="25669" y="41517"/>
                  </a:lnTo>
                  <a:lnTo>
                    <a:pt x="25660" y="41362"/>
                  </a:lnTo>
                  <a:lnTo>
                    <a:pt x="25669" y="41207"/>
                  </a:lnTo>
                  <a:lnTo>
                    <a:pt x="25678" y="41052"/>
                  </a:lnTo>
                  <a:lnTo>
                    <a:pt x="25705" y="40733"/>
                  </a:lnTo>
                  <a:lnTo>
                    <a:pt x="25751" y="40423"/>
                  </a:lnTo>
                  <a:lnTo>
                    <a:pt x="25833" y="39867"/>
                  </a:lnTo>
                  <a:lnTo>
                    <a:pt x="25870" y="39603"/>
                  </a:lnTo>
                  <a:lnTo>
                    <a:pt x="25933" y="39338"/>
                  </a:lnTo>
                  <a:lnTo>
                    <a:pt x="26006" y="39083"/>
                  </a:lnTo>
                  <a:lnTo>
                    <a:pt x="26097" y="38827"/>
                  </a:lnTo>
                  <a:lnTo>
                    <a:pt x="26198" y="38581"/>
                  </a:lnTo>
                  <a:lnTo>
                    <a:pt x="26316" y="38344"/>
                  </a:lnTo>
                  <a:lnTo>
                    <a:pt x="26435" y="38107"/>
                  </a:lnTo>
                  <a:lnTo>
                    <a:pt x="26581" y="37870"/>
                  </a:lnTo>
                  <a:lnTo>
                    <a:pt x="26772" y="37587"/>
                  </a:lnTo>
                  <a:lnTo>
                    <a:pt x="26973" y="37314"/>
                  </a:lnTo>
                  <a:lnTo>
                    <a:pt x="27192" y="37040"/>
                  </a:lnTo>
                  <a:lnTo>
                    <a:pt x="27420" y="36785"/>
                  </a:lnTo>
                  <a:lnTo>
                    <a:pt x="27666" y="36539"/>
                  </a:lnTo>
                  <a:lnTo>
                    <a:pt x="27912" y="36292"/>
                  </a:lnTo>
                  <a:lnTo>
                    <a:pt x="28167" y="36065"/>
                  </a:lnTo>
                  <a:lnTo>
                    <a:pt x="28432" y="35837"/>
                  </a:lnTo>
                  <a:lnTo>
                    <a:pt x="28696" y="35618"/>
                  </a:lnTo>
                  <a:lnTo>
                    <a:pt x="28970" y="35399"/>
                  </a:lnTo>
                  <a:lnTo>
                    <a:pt x="29508" y="34979"/>
                  </a:lnTo>
                  <a:lnTo>
                    <a:pt x="30557" y="34195"/>
                  </a:lnTo>
                  <a:lnTo>
                    <a:pt x="30748" y="34058"/>
                  </a:lnTo>
                  <a:lnTo>
                    <a:pt x="30939" y="33940"/>
                  </a:lnTo>
                  <a:lnTo>
                    <a:pt x="31140" y="33840"/>
                  </a:lnTo>
                  <a:lnTo>
                    <a:pt x="31341" y="33739"/>
                  </a:lnTo>
                  <a:lnTo>
                    <a:pt x="31550" y="33657"/>
                  </a:lnTo>
                  <a:lnTo>
                    <a:pt x="31769" y="33584"/>
                  </a:lnTo>
                  <a:lnTo>
                    <a:pt x="31988" y="33520"/>
                  </a:lnTo>
                  <a:lnTo>
                    <a:pt x="32216" y="33475"/>
                  </a:lnTo>
                  <a:lnTo>
                    <a:pt x="32262" y="33466"/>
                  </a:lnTo>
                  <a:lnTo>
                    <a:pt x="32453" y="33420"/>
                  </a:lnTo>
                  <a:lnTo>
                    <a:pt x="32645" y="33402"/>
                  </a:lnTo>
                  <a:lnTo>
                    <a:pt x="32827" y="33393"/>
                  </a:lnTo>
                  <a:lnTo>
                    <a:pt x="33019" y="33402"/>
                  </a:lnTo>
                  <a:lnTo>
                    <a:pt x="33201" y="33420"/>
                  </a:lnTo>
                  <a:lnTo>
                    <a:pt x="33392" y="33466"/>
                  </a:lnTo>
                  <a:lnTo>
                    <a:pt x="33566" y="33520"/>
                  </a:lnTo>
                  <a:lnTo>
                    <a:pt x="33739" y="33584"/>
                  </a:lnTo>
                  <a:lnTo>
                    <a:pt x="33903" y="33675"/>
                  </a:lnTo>
                  <a:lnTo>
                    <a:pt x="34067" y="33767"/>
                  </a:lnTo>
                  <a:lnTo>
                    <a:pt x="34222" y="33885"/>
                  </a:lnTo>
                  <a:lnTo>
                    <a:pt x="34359" y="34004"/>
                  </a:lnTo>
                  <a:lnTo>
                    <a:pt x="34496" y="34141"/>
                  </a:lnTo>
                  <a:lnTo>
                    <a:pt x="34623" y="34286"/>
                  </a:lnTo>
                  <a:lnTo>
                    <a:pt x="34733" y="34441"/>
                  </a:lnTo>
                  <a:lnTo>
                    <a:pt x="34833" y="34615"/>
                  </a:lnTo>
                  <a:lnTo>
                    <a:pt x="34897" y="34715"/>
                  </a:lnTo>
                  <a:lnTo>
                    <a:pt x="35025" y="34879"/>
                  </a:lnTo>
                  <a:lnTo>
                    <a:pt x="35362" y="35299"/>
                  </a:lnTo>
                  <a:lnTo>
                    <a:pt x="35544" y="35536"/>
                  </a:lnTo>
                  <a:lnTo>
                    <a:pt x="35718" y="35764"/>
                  </a:lnTo>
                  <a:lnTo>
                    <a:pt x="35845" y="35973"/>
                  </a:lnTo>
                  <a:lnTo>
                    <a:pt x="35900" y="36065"/>
                  </a:lnTo>
                  <a:lnTo>
                    <a:pt x="35936" y="36147"/>
                  </a:lnTo>
                  <a:lnTo>
                    <a:pt x="36000" y="36347"/>
                  </a:lnTo>
                  <a:lnTo>
                    <a:pt x="36055" y="36557"/>
                  </a:lnTo>
                  <a:lnTo>
                    <a:pt x="36101" y="36767"/>
                  </a:lnTo>
                  <a:lnTo>
                    <a:pt x="36137" y="36976"/>
                  </a:lnTo>
                  <a:lnTo>
                    <a:pt x="36174" y="37195"/>
                  </a:lnTo>
                  <a:lnTo>
                    <a:pt x="36201" y="37423"/>
                  </a:lnTo>
                  <a:lnTo>
                    <a:pt x="36219" y="37642"/>
                  </a:lnTo>
                  <a:lnTo>
                    <a:pt x="36228" y="37870"/>
                  </a:lnTo>
                  <a:lnTo>
                    <a:pt x="36237" y="38098"/>
                  </a:lnTo>
                  <a:lnTo>
                    <a:pt x="36237" y="38317"/>
                  </a:lnTo>
                  <a:lnTo>
                    <a:pt x="36228" y="38764"/>
                  </a:lnTo>
                  <a:lnTo>
                    <a:pt x="36192" y="39201"/>
                  </a:lnTo>
                  <a:lnTo>
                    <a:pt x="36137" y="39621"/>
                  </a:lnTo>
                  <a:lnTo>
                    <a:pt x="36110" y="39803"/>
                  </a:lnTo>
                  <a:lnTo>
                    <a:pt x="36064" y="39986"/>
                  </a:lnTo>
                  <a:lnTo>
                    <a:pt x="36009" y="40168"/>
                  </a:lnTo>
                  <a:lnTo>
                    <a:pt x="35936" y="40350"/>
                  </a:lnTo>
                  <a:lnTo>
                    <a:pt x="35791" y="40715"/>
                  </a:lnTo>
                  <a:lnTo>
                    <a:pt x="35645" y="41052"/>
                  </a:lnTo>
                  <a:lnTo>
                    <a:pt x="35563" y="41198"/>
                  </a:lnTo>
                  <a:lnTo>
                    <a:pt x="35462" y="41353"/>
                  </a:lnTo>
                  <a:lnTo>
                    <a:pt x="35253" y="41645"/>
                  </a:lnTo>
                  <a:lnTo>
                    <a:pt x="35143" y="41791"/>
                  </a:lnTo>
                  <a:lnTo>
                    <a:pt x="35043" y="41937"/>
                  </a:lnTo>
                  <a:lnTo>
                    <a:pt x="34961" y="42083"/>
                  </a:lnTo>
                  <a:lnTo>
                    <a:pt x="34924" y="42156"/>
                  </a:lnTo>
                  <a:lnTo>
                    <a:pt x="34897" y="42238"/>
                  </a:lnTo>
                  <a:lnTo>
                    <a:pt x="34997" y="42165"/>
                  </a:lnTo>
                  <a:lnTo>
                    <a:pt x="35107" y="42065"/>
                  </a:lnTo>
                  <a:lnTo>
                    <a:pt x="35216" y="41946"/>
                  </a:lnTo>
                  <a:lnTo>
                    <a:pt x="35326" y="41818"/>
                  </a:lnTo>
                  <a:lnTo>
                    <a:pt x="35554" y="41554"/>
                  </a:lnTo>
                  <a:lnTo>
                    <a:pt x="35663" y="41426"/>
                  </a:lnTo>
                  <a:lnTo>
                    <a:pt x="35781" y="41308"/>
                  </a:lnTo>
                  <a:lnTo>
                    <a:pt x="35900" y="41198"/>
                  </a:lnTo>
                  <a:lnTo>
                    <a:pt x="36019" y="41107"/>
                  </a:lnTo>
                  <a:lnTo>
                    <a:pt x="36073" y="41062"/>
                  </a:lnTo>
                  <a:lnTo>
                    <a:pt x="36137" y="41034"/>
                  </a:lnTo>
                  <a:lnTo>
                    <a:pt x="36192" y="41007"/>
                  </a:lnTo>
                  <a:lnTo>
                    <a:pt x="36256" y="40989"/>
                  </a:lnTo>
                  <a:lnTo>
                    <a:pt x="36310" y="40979"/>
                  </a:lnTo>
                  <a:lnTo>
                    <a:pt x="36374" y="40979"/>
                  </a:lnTo>
                  <a:lnTo>
                    <a:pt x="36429" y="40989"/>
                  </a:lnTo>
                  <a:lnTo>
                    <a:pt x="36493" y="41007"/>
                  </a:lnTo>
                  <a:lnTo>
                    <a:pt x="36547" y="41043"/>
                  </a:lnTo>
                  <a:lnTo>
                    <a:pt x="36602" y="41080"/>
                  </a:lnTo>
                  <a:lnTo>
                    <a:pt x="36666" y="41134"/>
                  </a:lnTo>
                  <a:lnTo>
                    <a:pt x="36721" y="41198"/>
                  </a:lnTo>
                  <a:lnTo>
                    <a:pt x="36785" y="41280"/>
                  </a:lnTo>
                  <a:lnTo>
                    <a:pt x="36848" y="41372"/>
                  </a:lnTo>
                  <a:lnTo>
                    <a:pt x="36967" y="41572"/>
                  </a:lnTo>
                  <a:lnTo>
                    <a:pt x="37076" y="41809"/>
                  </a:lnTo>
                  <a:lnTo>
                    <a:pt x="37177" y="42055"/>
                  </a:lnTo>
                  <a:lnTo>
                    <a:pt x="37259" y="42302"/>
                  </a:lnTo>
                  <a:lnTo>
                    <a:pt x="37295" y="42429"/>
                  </a:lnTo>
                  <a:lnTo>
                    <a:pt x="37323" y="42557"/>
                  </a:lnTo>
                  <a:lnTo>
                    <a:pt x="37341" y="42675"/>
                  </a:lnTo>
                  <a:lnTo>
                    <a:pt x="37350" y="42794"/>
                  </a:lnTo>
                  <a:lnTo>
                    <a:pt x="37358" y="42897"/>
                  </a:lnTo>
                  <a:lnTo>
                    <a:pt x="37377" y="42666"/>
                  </a:lnTo>
                  <a:lnTo>
                    <a:pt x="37386" y="42329"/>
                  </a:lnTo>
                  <a:lnTo>
                    <a:pt x="37395" y="41992"/>
                  </a:lnTo>
                  <a:lnTo>
                    <a:pt x="37386" y="41654"/>
                  </a:lnTo>
                  <a:lnTo>
                    <a:pt x="37368" y="41317"/>
                  </a:lnTo>
                  <a:lnTo>
                    <a:pt x="37341" y="40970"/>
                  </a:lnTo>
                  <a:lnTo>
                    <a:pt x="37304" y="40642"/>
                  </a:lnTo>
                  <a:lnTo>
                    <a:pt x="37259" y="40305"/>
                  </a:lnTo>
                  <a:lnTo>
                    <a:pt x="37250" y="40204"/>
                  </a:lnTo>
                  <a:lnTo>
                    <a:pt x="37222" y="40104"/>
                  </a:lnTo>
                  <a:lnTo>
                    <a:pt x="37158" y="39876"/>
                  </a:lnTo>
                  <a:lnTo>
                    <a:pt x="37104" y="39639"/>
                  </a:lnTo>
                  <a:lnTo>
                    <a:pt x="37085" y="39520"/>
                  </a:lnTo>
                  <a:lnTo>
                    <a:pt x="37067" y="39402"/>
                  </a:lnTo>
                  <a:lnTo>
                    <a:pt x="37067" y="39302"/>
                  </a:lnTo>
                  <a:lnTo>
                    <a:pt x="37076" y="39192"/>
                  </a:lnTo>
                  <a:lnTo>
                    <a:pt x="37104" y="39101"/>
                  </a:lnTo>
                  <a:lnTo>
                    <a:pt x="37131" y="39065"/>
                  </a:lnTo>
                  <a:lnTo>
                    <a:pt x="37149" y="39019"/>
                  </a:lnTo>
                  <a:lnTo>
                    <a:pt x="37186" y="38982"/>
                  </a:lnTo>
                  <a:lnTo>
                    <a:pt x="37222" y="38955"/>
                  </a:lnTo>
                  <a:lnTo>
                    <a:pt x="37259" y="38928"/>
                  </a:lnTo>
                  <a:lnTo>
                    <a:pt x="37313" y="38900"/>
                  </a:lnTo>
                  <a:lnTo>
                    <a:pt x="37368" y="38882"/>
                  </a:lnTo>
                  <a:lnTo>
                    <a:pt x="37423" y="38864"/>
                  </a:lnTo>
                  <a:lnTo>
                    <a:pt x="37496" y="38855"/>
                  </a:lnTo>
                  <a:lnTo>
                    <a:pt x="37569" y="38846"/>
                  </a:lnTo>
                  <a:lnTo>
                    <a:pt x="37660" y="38846"/>
                  </a:lnTo>
                  <a:lnTo>
                    <a:pt x="37742" y="38864"/>
                  </a:lnTo>
                  <a:lnTo>
                    <a:pt x="37824" y="38882"/>
                  </a:lnTo>
                  <a:lnTo>
                    <a:pt x="37897" y="38910"/>
                  </a:lnTo>
                  <a:lnTo>
                    <a:pt x="37970" y="38946"/>
                  </a:lnTo>
                  <a:lnTo>
                    <a:pt x="38052" y="38982"/>
                  </a:lnTo>
                  <a:lnTo>
                    <a:pt x="38116" y="39028"/>
                  </a:lnTo>
                  <a:lnTo>
                    <a:pt x="38189" y="39083"/>
                  </a:lnTo>
                  <a:lnTo>
                    <a:pt x="38316" y="39201"/>
                  </a:lnTo>
                  <a:lnTo>
                    <a:pt x="38435" y="39320"/>
                  </a:lnTo>
                  <a:lnTo>
                    <a:pt x="38554" y="39448"/>
                  </a:lnTo>
                  <a:lnTo>
                    <a:pt x="38654" y="39575"/>
                  </a:lnTo>
                  <a:lnTo>
                    <a:pt x="38772" y="39730"/>
                  </a:lnTo>
                  <a:lnTo>
                    <a:pt x="38882" y="39894"/>
                  </a:lnTo>
                  <a:lnTo>
                    <a:pt x="39101" y="40232"/>
                  </a:lnTo>
                  <a:lnTo>
                    <a:pt x="39310" y="40578"/>
                  </a:lnTo>
                  <a:lnTo>
                    <a:pt x="39502" y="40934"/>
                  </a:lnTo>
                  <a:lnTo>
                    <a:pt x="39675" y="41299"/>
                  </a:lnTo>
                  <a:lnTo>
                    <a:pt x="39839" y="41663"/>
                  </a:lnTo>
                  <a:lnTo>
                    <a:pt x="39985" y="42037"/>
                  </a:lnTo>
                  <a:lnTo>
                    <a:pt x="40122" y="42411"/>
                  </a:lnTo>
                  <a:lnTo>
                    <a:pt x="40368" y="43104"/>
                  </a:lnTo>
                  <a:lnTo>
                    <a:pt x="40596" y="43761"/>
                  </a:lnTo>
                  <a:lnTo>
                    <a:pt x="40715" y="44080"/>
                  </a:lnTo>
                  <a:lnTo>
                    <a:pt x="40842" y="44390"/>
                  </a:lnTo>
                  <a:lnTo>
                    <a:pt x="40970" y="44700"/>
                  </a:lnTo>
                  <a:lnTo>
                    <a:pt x="41098" y="44992"/>
                  </a:lnTo>
                  <a:lnTo>
                    <a:pt x="41234" y="45283"/>
                  </a:lnTo>
                  <a:lnTo>
                    <a:pt x="41380" y="45566"/>
                  </a:lnTo>
                  <a:lnTo>
                    <a:pt x="41544" y="45849"/>
                  </a:lnTo>
                  <a:lnTo>
                    <a:pt x="41709" y="46131"/>
                  </a:lnTo>
                  <a:lnTo>
                    <a:pt x="41891" y="46405"/>
                  </a:lnTo>
                  <a:lnTo>
                    <a:pt x="42082" y="46669"/>
                  </a:lnTo>
                  <a:lnTo>
                    <a:pt x="42292" y="46943"/>
                  </a:lnTo>
                  <a:lnTo>
                    <a:pt x="42520" y="47207"/>
                  </a:lnTo>
                  <a:lnTo>
                    <a:pt x="42520" y="47207"/>
                  </a:lnTo>
                  <a:lnTo>
                    <a:pt x="42402" y="46861"/>
                  </a:lnTo>
                  <a:lnTo>
                    <a:pt x="42292" y="46514"/>
                  </a:lnTo>
                  <a:lnTo>
                    <a:pt x="42073" y="45821"/>
                  </a:lnTo>
                  <a:lnTo>
                    <a:pt x="41864" y="45128"/>
                  </a:lnTo>
                  <a:lnTo>
                    <a:pt x="41645" y="44444"/>
                  </a:lnTo>
                  <a:lnTo>
                    <a:pt x="41544" y="44171"/>
                  </a:lnTo>
                  <a:lnTo>
                    <a:pt x="41481" y="43961"/>
                  </a:lnTo>
                  <a:lnTo>
                    <a:pt x="41426" y="43751"/>
                  </a:lnTo>
                  <a:lnTo>
                    <a:pt x="41408" y="43660"/>
                  </a:lnTo>
                  <a:lnTo>
                    <a:pt x="41399" y="43569"/>
                  </a:lnTo>
                  <a:lnTo>
                    <a:pt x="41399" y="43496"/>
                  </a:lnTo>
                  <a:lnTo>
                    <a:pt x="41417" y="43441"/>
                  </a:lnTo>
                  <a:lnTo>
                    <a:pt x="41435" y="43414"/>
                  </a:lnTo>
                  <a:lnTo>
                    <a:pt x="41453" y="43396"/>
                  </a:lnTo>
                  <a:lnTo>
                    <a:pt x="41481" y="43387"/>
                  </a:lnTo>
                  <a:lnTo>
                    <a:pt x="41535" y="43387"/>
                  </a:lnTo>
                  <a:lnTo>
                    <a:pt x="41581" y="43396"/>
                  </a:lnTo>
                  <a:lnTo>
                    <a:pt x="41672" y="43441"/>
                  </a:lnTo>
                  <a:lnTo>
                    <a:pt x="41745" y="43496"/>
                  </a:lnTo>
                  <a:lnTo>
                    <a:pt x="41809" y="43560"/>
                  </a:lnTo>
                  <a:lnTo>
                    <a:pt x="41882" y="43642"/>
                  </a:lnTo>
                  <a:lnTo>
                    <a:pt x="41946" y="43742"/>
                  </a:lnTo>
                  <a:lnTo>
                    <a:pt x="42000" y="43843"/>
                  </a:lnTo>
                  <a:lnTo>
                    <a:pt x="42064" y="43952"/>
                  </a:lnTo>
                  <a:lnTo>
                    <a:pt x="42174" y="44198"/>
                  </a:lnTo>
                  <a:lnTo>
                    <a:pt x="42392" y="44682"/>
                  </a:lnTo>
                  <a:lnTo>
                    <a:pt x="42493" y="44891"/>
                  </a:lnTo>
                  <a:lnTo>
                    <a:pt x="42547" y="44982"/>
                  </a:lnTo>
                  <a:lnTo>
                    <a:pt x="42593" y="45065"/>
                  </a:lnTo>
                  <a:lnTo>
                    <a:pt x="42739" y="45256"/>
                  </a:lnTo>
                  <a:lnTo>
                    <a:pt x="42903" y="45448"/>
                  </a:lnTo>
                  <a:lnTo>
                    <a:pt x="43067" y="45630"/>
                  </a:lnTo>
                  <a:lnTo>
                    <a:pt x="43250" y="45794"/>
                  </a:lnTo>
                  <a:lnTo>
                    <a:pt x="43350" y="45876"/>
                  </a:lnTo>
                  <a:lnTo>
                    <a:pt x="43450" y="45949"/>
                  </a:lnTo>
                  <a:lnTo>
                    <a:pt x="43551" y="46013"/>
                  </a:lnTo>
                  <a:lnTo>
                    <a:pt x="43660" y="46077"/>
                  </a:lnTo>
                  <a:lnTo>
                    <a:pt x="43760" y="46131"/>
                  </a:lnTo>
                  <a:lnTo>
                    <a:pt x="43879" y="46186"/>
                  </a:lnTo>
                  <a:lnTo>
                    <a:pt x="43997" y="46223"/>
                  </a:lnTo>
                  <a:lnTo>
                    <a:pt x="44116" y="46259"/>
                  </a:lnTo>
                  <a:lnTo>
                    <a:pt x="44034" y="46168"/>
                  </a:lnTo>
                  <a:lnTo>
                    <a:pt x="43952" y="46068"/>
                  </a:lnTo>
                  <a:lnTo>
                    <a:pt x="43815" y="45876"/>
                  </a:lnTo>
                  <a:lnTo>
                    <a:pt x="43687" y="45666"/>
                  </a:lnTo>
                  <a:lnTo>
                    <a:pt x="43578" y="45457"/>
                  </a:lnTo>
                  <a:lnTo>
                    <a:pt x="43478" y="45238"/>
                  </a:lnTo>
                  <a:lnTo>
                    <a:pt x="43386" y="45019"/>
                  </a:lnTo>
                  <a:lnTo>
                    <a:pt x="43222" y="44563"/>
                  </a:lnTo>
                  <a:lnTo>
                    <a:pt x="43058" y="44107"/>
                  </a:lnTo>
                  <a:lnTo>
                    <a:pt x="42976" y="43879"/>
                  </a:lnTo>
                  <a:lnTo>
                    <a:pt x="42885" y="43660"/>
                  </a:lnTo>
                  <a:lnTo>
                    <a:pt x="42785" y="43441"/>
                  </a:lnTo>
                  <a:lnTo>
                    <a:pt x="42675" y="43232"/>
                  </a:lnTo>
                  <a:lnTo>
                    <a:pt x="42547" y="43031"/>
                  </a:lnTo>
                  <a:lnTo>
                    <a:pt x="42411" y="42840"/>
                  </a:lnTo>
                  <a:lnTo>
                    <a:pt x="42265" y="42657"/>
                  </a:lnTo>
                  <a:lnTo>
                    <a:pt x="42128" y="42493"/>
                  </a:lnTo>
                  <a:lnTo>
                    <a:pt x="41982" y="42338"/>
                  </a:lnTo>
                  <a:lnTo>
                    <a:pt x="41836" y="42183"/>
                  </a:lnTo>
                  <a:lnTo>
                    <a:pt x="41544" y="41891"/>
                  </a:lnTo>
                  <a:lnTo>
                    <a:pt x="41253" y="41618"/>
                  </a:lnTo>
                  <a:lnTo>
                    <a:pt x="40961" y="41335"/>
                  </a:lnTo>
                  <a:lnTo>
                    <a:pt x="40824" y="41189"/>
                  </a:lnTo>
                  <a:lnTo>
                    <a:pt x="40687" y="41043"/>
                  </a:lnTo>
                  <a:lnTo>
                    <a:pt x="40551" y="40888"/>
                  </a:lnTo>
                  <a:lnTo>
                    <a:pt x="40414" y="40715"/>
                  </a:lnTo>
                  <a:lnTo>
                    <a:pt x="40277" y="40542"/>
                  </a:lnTo>
                  <a:lnTo>
                    <a:pt x="40149" y="40350"/>
                  </a:lnTo>
                  <a:lnTo>
                    <a:pt x="39985" y="40122"/>
                  </a:lnTo>
                  <a:lnTo>
                    <a:pt x="39702" y="39767"/>
                  </a:lnTo>
                  <a:lnTo>
                    <a:pt x="39365" y="39338"/>
                  </a:lnTo>
                  <a:lnTo>
                    <a:pt x="39009" y="38864"/>
                  </a:lnTo>
                  <a:lnTo>
                    <a:pt x="38836" y="38627"/>
                  </a:lnTo>
                  <a:lnTo>
                    <a:pt x="38672" y="38390"/>
                  </a:lnTo>
                  <a:lnTo>
                    <a:pt x="38535" y="38162"/>
                  </a:lnTo>
                  <a:lnTo>
                    <a:pt x="38408" y="37952"/>
                  </a:lnTo>
                  <a:lnTo>
                    <a:pt x="38316" y="37761"/>
                  </a:lnTo>
                  <a:lnTo>
                    <a:pt x="38280" y="37669"/>
                  </a:lnTo>
                  <a:lnTo>
                    <a:pt x="38253" y="37587"/>
                  </a:lnTo>
                  <a:lnTo>
                    <a:pt x="38234" y="37514"/>
                  </a:lnTo>
                  <a:lnTo>
                    <a:pt x="38225" y="37451"/>
                  </a:lnTo>
                  <a:lnTo>
                    <a:pt x="38225" y="37396"/>
                  </a:lnTo>
                  <a:lnTo>
                    <a:pt x="38243" y="37341"/>
                  </a:lnTo>
                  <a:lnTo>
                    <a:pt x="38280" y="37286"/>
                  </a:lnTo>
                  <a:lnTo>
                    <a:pt x="38326" y="37241"/>
                  </a:lnTo>
                  <a:lnTo>
                    <a:pt x="38380" y="37204"/>
                  </a:lnTo>
                  <a:lnTo>
                    <a:pt x="38453" y="37177"/>
                  </a:lnTo>
                  <a:lnTo>
                    <a:pt x="38526" y="37159"/>
                  </a:lnTo>
                  <a:lnTo>
                    <a:pt x="38617" y="37150"/>
                  </a:lnTo>
                  <a:lnTo>
                    <a:pt x="38709" y="37141"/>
                  </a:lnTo>
                  <a:lnTo>
                    <a:pt x="38818" y="37150"/>
                  </a:lnTo>
                  <a:lnTo>
                    <a:pt x="39046" y="37177"/>
                  </a:lnTo>
                  <a:lnTo>
                    <a:pt x="39292" y="37223"/>
                  </a:lnTo>
                  <a:lnTo>
                    <a:pt x="39547" y="37286"/>
                  </a:lnTo>
                  <a:lnTo>
                    <a:pt x="39821" y="37368"/>
                  </a:lnTo>
                  <a:lnTo>
                    <a:pt x="40368" y="37542"/>
                  </a:lnTo>
                  <a:lnTo>
                    <a:pt x="40888" y="37715"/>
                  </a:lnTo>
                  <a:lnTo>
                    <a:pt x="41116" y="37788"/>
                  </a:lnTo>
                  <a:lnTo>
                    <a:pt x="41326" y="37843"/>
                  </a:lnTo>
                  <a:lnTo>
                    <a:pt x="41499" y="37879"/>
                  </a:lnTo>
                  <a:lnTo>
                    <a:pt x="41636" y="37897"/>
                  </a:lnTo>
                  <a:lnTo>
                    <a:pt x="41353" y="37761"/>
                  </a:lnTo>
                  <a:lnTo>
                    <a:pt x="41089" y="37615"/>
                  </a:lnTo>
                  <a:lnTo>
                    <a:pt x="40861" y="37460"/>
                  </a:lnTo>
                  <a:lnTo>
                    <a:pt x="40642" y="37305"/>
                  </a:lnTo>
                  <a:lnTo>
                    <a:pt x="40432" y="37150"/>
                  </a:lnTo>
                  <a:lnTo>
                    <a:pt x="40231" y="36986"/>
                  </a:lnTo>
                  <a:lnTo>
                    <a:pt x="39848" y="36675"/>
                  </a:lnTo>
                  <a:lnTo>
                    <a:pt x="39657" y="36530"/>
                  </a:lnTo>
                  <a:lnTo>
                    <a:pt x="39447" y="36384"/>
                  </a:lnTo>
                  <a:lnTo>
                    <a:pt x="39228" y="36247"/>
                  </a:lnTo>
                  <a:lnTo>
                    <a:pt x="39000" y="36128"/>
                  </a:lnTo>
                  <a:lnTo>
                    <a:pt x="38873" y="36074"/>
                  </a:lnTo>
                  <a:lnTo>
                    <a:pt x="38745" y="36019"/>
                  </a:lnTo>
                  <a:lnTo>
                    <a:pt x="38608" y="35973"/>
                  </a:lnTo>
                  <a:lnTo>
                    <a:pt x="38462" y="35928"/>
                  </a:lnTo>
                  <a:lnTo>
                    <a:pt x="38307" y="35882"/>
                  </a:lnTo>
                  <a:lnTo>
                    <a:pt x="38152" y="35846"/>
                  </a:lnTo>
                  <a:lnTo>
                    <a:pt x="37988" y="35809"/>
                  </a:lnTo>
                  <a:lnTo>
                    <a:pt x="37806" y="35782"/>
                  </a:lnTo>
                  <a:lnTo>
                    <a:pt x="37605" y="35745"/>
                  </a:lnTo>
                  <a:lnTo>
                    <a:pt x="37414" y="35700"/>
                  </a:lnTo>
                  <a:lnTo>
                    <a:pt x="37231" y="35636"/>
                  </a:lnTo>
                  <a:lnTo>
                    <a:pt x="37067" y="35563"/>
                  </a:lnTo>
                  <a:lnTo>
                    <a:pt x="36903" y="35481"/>
                  </a:lnTo>
                  <a:lnTo>
                    <a:pt x="36757" y="35381"/>
                  </a:lnTo>
                  <a:lnTo>
                    <a:pt x="36611" y="35280"/>
                  </a:lnTo>
                  <a:lnTo>
                    <a:pt x="36484" y="35162"/>
                  </a:lnTo>
                  <a:lnTo>
                    <a:pt x="36347" y="35043"/>
                  </a:lnTo>
                  <a:lnTo>
                    <a:pt x="36228" y="34916"/>
                  </a:lnTo>
                  <a:lnTo>
                    <a:pt x="35982" y="34651"/>
                  </a:lnTo>
                  <a:lnTo>
                    <a:pt x="35481" y="34068"/>
                  </a:lnTo>
                  <a:lnTo>
                    <a:pt x="35398" y="33967"/>
                  </a:lnTo>
                  <a:lnTo>
                    <a:pt x="35307" y="33858"/>
                  </a:lnTo>
                  <a:lnTo>
                    <a:pt x="35225" y="33730"/>
                  </a:lnTo>
                  <a:lnTo>
                    <a:pt x="35152" y="33603"/>
                  </a:lnTo>
                  <a:lnTo>
                    <a:pt x="35088" y="33466"/>
                  </a:lnTo>
                  <a:lnTo>
                    <a:pt x="35025" y="33329"/>
                  </a:lnTo>
                  <a:lnTo>
                    <a:pt x="34988" y="33201"/>
                  </a:lnTo>
                  <a:lnTo>
                    <a:pt x="34961" y="33065"/>
                  </a:lnTo>
                  <a:lnTo>
                    <a:pt x="34952" y="32937"/>
                  </a:lnTo>
                  <a:lnTo>
                    <a:pt x="34952" y="32873"/>
                  </a:lnTo>
                  <a:lnTo>
                    <a:pt x="34961" y="32809"/>
                  </a:lnTo>
                  <a:lnTo>
                    <a:pt x="34970" y="32745"/>
                  </a:lnTo>
                  <a:lnTo>
                    <a:pt x="34997" y="32691"/>
                  </a:lnTo>
                  <a:lnTo>
                    <a:pt x="35025" y="32636"/>
                  </a:lnTo>
                  <a:lnTo>
                    <a:pt x="35061" y="32581"/>
                  </a:lnTo>
                  <a:lnTo>
                    <a:pt x="35098" y="32536"/>
                  </a:lnTo>
                  <a:lnTo>
                    <a:pt x="35143" y="32490"/>
                  </a:lnTo>
                  <a:lnTo>
                    <a:pt x="35207" y="32454"/>
                  </a:lnTo>
                  <a:lnTo>
                    <a:pt x="35271" y="32408"/>
                  </a:lnTo>
                  <a:lnTo>
                    <a:pt x="35344" y="32381"/>
                  </a:lnTo>
                  <a:lnTo>
                    <a:pt x="35426" y="32344"/>
                  </a:lnTo>
                  <a:lnTo>
                    <a:pt x="35517" y="32326"/>
                  </a:lnTo>
                  <a:lnTo>
                    <a:pt x="35617" y="32299"/>
                  </a:lnTo>
                  <a:lnTo>
                    <a:pt x="35736" y="32289"/>
                  </a:lnTo>
                  <a:lnTo>
                    <a:pt x="35891" y="32299"/>
                  </a:lnTo>
                  <a:lnTo>
                    <a:pt x="36073" y="32308"/>
                  </a:lnTo>
                  <a:lnTo>
                    <a:pt x="36283" y="32344"/>
                  </a:lnTo>
                  <a:lnTo>
                    <a:pt x="36757" y="32426"/>
                  </a:lnTo>
                  <a:lnTo>
                    <a:pt x="37268" y="32527"/>
                  </a:lnTo>
                  <a:lnTo>
                    <a:pt x="37778" y="32645"/>
                  </a:lnTo>
                  <a:lnTo>
                    <a:pt x="38243" y="32754"/>
                  </a:lnTo>
                  <a:lnTo>
                    <a:pt x="38918" y="32919"/>
                  </a:lnTo>
                  <a:lnTo>
                    <a:pt x="39274" y="33001"/>
                  </a:lnTo>
                  <a:lnTo>
                    <a:pt x="39639" y="33092"/>
                  </a:lnTo>
                  <a:lnTo>
                    <a:pt x="40003" y="33192"/>
                  </a:lnTo>
                  <a:lnTo>
                    <a:pt x="40368" y="33320"/>
                  </a:lnTo>
                  <a:lnTo>
                    <a:pt x="40541" y="33384"/>
                  </a:lnTo>
                  <a:lnTo>
                    <a:pt x="40715" y="33457"/>
                  </a:lnTo>
                  <a:lnTo>
                    <a:pt x="40888" y="33539"/>
                  </a:lnTo>
                  <a:lnTo>
                    <a:pt x="41052" y="33621"/>
                  </a:lnTo>
                  <a:lnTo>
                    <a:pt x="41216" y="33721"/>
                  </a:lnTo>
                  <a:lnTo>
                    <a:pt x="41371" y="33821"/>
                  </a:lnTo>
                  <a:lnTo>
                    <a:pt x="41517" y="33931"/>
                  </a:lnTo>
                  <a:lnTo>
                    <a:pt x="41663" y="34049"/>
                  </a:lnTo>
                  <a:lnTo>
                    <a:pt x="41845" y="34232"/>
                  </a:lnTo>
                  <a:lnTo>
                    <a:pt x="42019" y="34414"/>
                  </a:lnTo>
                  <a:lnTo>
                    <a:pt x="42174" y="34615"/>
                  </a:lnTo>
                  <a:lnTo>
                    <a:pt x="42310" y="34815"/>
                  </a:lnTo>
                  <a:lnTo>
                    <a:pt x="42447" y="35016"/>
                  </a:lnTo>
                  <a:lnTo>
                    <a:pt x="42575" y="35226"/>
                  </a:lnTo>
                  <a:lnTo>
                    <a:pt x="42821" y="35654"/>
                  </a:lnTo>
                  <a:lnTo>
                    <a:pt x="43058" y="36083"/>
                  </a:lnTo>
                  <a:lnTo>
                    <a:pt x="43177" y="36292"/>
                  </a:lnTo>
                  <a:lnTo>
                    <a:pt x="43304" y="36511"/>
                  </a:lnTo>
                  <a:lnTo>
                    <a:pt x="43441" y="36721"/>
                  </a:lnTo>
                  <a:lnTo>
                    <a:pt x="43587" y="36922"/>
                  </a:lnTo>
                  <a:lnTo>
                    <a:pt x="43751" y="37122"/>
                  </a:lnTo>
                  <a:lnTo>
                    <a:pt x="43924" y="37314"/>
                  </a:lnTo>
                  <a:lnTo>
                    <a:pt x="44271" y="37697"/>
                  </a:lnTo>
                  <a:lnTo>
                    <a:pt x="44617" y="38080"/>
                  </a:lnTo>
                  <a:lnTo>
                    <a:pt x="44964" y="38463"/>
                  </a:lnTo>
                  <a:lnTo>
                    <a:pt x="45310" y="38837"/>
                  </a:lnTo>
                  <a:lnTo>
                    <a:pt x="45493" y="39019"/>
                  </a:lnTo>
                  <a:lnTo>
                    <a:pt x="45666" y="39192"/>
                  </a:lnTo>
                  <a:lnTo>
                    <a:pt x="45858" y="39365"/>
                  </a:lnTo>
                  <a:lnTo>
                    <a:pt x="46049" y="39539"/>
                  </a:lnTo>
                  <a:lnTo>
                    <a:pt x="46241" y="39694"/>
                  </a:lnTo>
                  <a:lnTo>
                    <a:pt x="46441" y="39849"/>
                  </a:lnTo>
                  <a:lnTo>
                    <a:pt x="46651" y="39995"/>
                  </a:lnTo>
                  <a:lnTo>
                    <a:pt x="46870" y="40131"/>
                  </a:lnTo>
                  <a:lnTo>
                    <a:pt x="46769" y="39876"/>
                  </a:lnTo>
                  <a:lnTo>
                    <a:pt x="46669" y="39621"/>
                  </a:lnTo>
                  <a:lnTo>
                    <a:pt x="46560" y="39375"/>
                  </a:lnTo>
                  <a:lnTo>
                    <a:pt x="46441" y="39128"/>
                  </a:lnTo>
                  <a:lnTo>
                    <a:pt x="46304" y="38900"/>
                  </a:lnTo>
                  <a:lnTo>
                    <a:pt x="46177" y="38663"/>
                  </a:lnTo>
                  <a:lnTo>
                    <a:pt x="46031" y="38435"/>
                  </a:lnTo>
                  <a:lnTo>
                    <a:pt x="45885" y="38217"/>
                  </a:lnTo>
                  <a:lnTo>
                    <a:pt x="45721" y="37998"/>
                  </a:lnTo>
                  <a:lnTo>
                    <a:pt x="45566" y="37788"/>
                  </a:lnTo>
                  <a:lnTo>
                    <a:pt x="45228" y="37359"/>
                  </a:lnTo>
                  <a:lnTo>
                    <a:pt x="44873" y="36949"/>
                  </a:lnTo>
                  <a:lnTo>
                    <a:pt x="44508" y="36548"/>
                  </a:lnTo>
                  <a:lnTo>
                    <a:pt x="44389" y="36429"/>
                  </a:lnTo>
                  <a:lnTo>
                    <a:pt x="44225" y="36283"/>
                  </a:lnTo>
                  <a:lnTo>
                    <a:pt x="44043" y="36110"/>
                  </a:lnTo>
                  <a:lnTo>
                    <a:pt x="43851" y="35919"/>
                  </a:lnTo>
                  <a:lnTo>
                    <a:pt x="43760" y="35827"/>
                  </a:lnTo>
                  <a:lnTo>
                    <a:pt x="43687" y="35727"/>
                  </a:lnTo>
                  <a:lnTo>
                    <a:pt x="43614" y="35627"/>
                  </a:lnTo>
                  <a:lnTo>
                    <a:pt x="43560" y="35527"/>
                  </a:lnTo>
                  <a:lnTo>
                    <a:pt x="43523" y="35435"/>
                  </a:lnTo>
                  <a:lnTo>
                    <a:pt x="43505" y="35344"/>
                  </a:lnTo>
                  <a:lnTo>
                    <a:pt x="43505" y="35299"/>
                  </a:lnTo>
                  <a:lnTo>
                    <a:pt x="43505" y="35253"/>
                  </a:lnTo>
                  <a:lnTo>
                    <a:pt x="43514" y="35207"/>
                  </a:lnTo>
                  <a:lnTo>
                    <a:pt x="43532" y="35162"/>
                  </a:lnTo>
                  <a:lnTo>
                    <a:pt x="43560" y="35116"/>
                  </a:lnTo>
                  <a:lnTo>
                    <a:pt x="43587" y="35080"/>
                  </a:lnTo>
                  <a:lnTo>
                    <a:pt x="43614" y="35043"/>
                  </a:lnTo>
                  <a:lnTo>
                    <a:pt x="43651" y="35016"/>
                  </a:lnTo>
                  <a:lnTo>
                    <a:pt x="43687" y="34998"/>
                  </a:lnTo>
                  <a:lnTo>
                    <a:pt x="43724" y="34979"/>
                  </a:lnTo>
                  <a:lnTo>
                    <a:pt x="43797" y="34961"/>
                  </a:lnTo>
                  <a:lnTo>
                    <a:pt x="43879" y="34961"/>
                  </a:lnTo>
                  <a:lnTo>
                    <a:pt x="43970" y="34970"/>
                  </a:lnTo>
                  <a:lnTo>
                    <a:pt x="44061" y="34989"/>
                  </a:lnTo>
                  <a:lnTo>
                    <a:pt x="44161" y="35025"/>
                  </a:lnTo>
                  <a:lnTo>
                    <a:pt x="44353" y="35098"/>
                  </a:lnTo>
                  <a:lnTo>
                    <a:pt x="44544" y="35180"/>
                  </a:lnTo>
                  <a:lnTo>
                    <a:pt x="44718" y="35253"/>
                  </a:lnTo>
                  <a:lnTo>
                    <a:pt x="44800" y="35280"/>
                  </a:lnTo>
                  <a:lnTo>
                    <a:pt x="44873" y="35289"/>
                  </a:lnTo>
                  <a:lnTo>
                    <a:pt x="44973" y="35299"/>
                  </a:lnTo>
                  <a:lnTo>
                    <a:pt x="45092" y="35299"/>
                  </a:lnTo>
                  <a:lnTo>
                    <a:pt x="45329" y="35280"/>
                  </a:lnTo>
                  <a:lnTo>
                    <a:pt x="45575" y="35253"/>
                  </a:lnTo>
                  <a:lnTo>
                    <a:pt x="45821" y="35198"/>
                  </a:lnTo>
                  <a:lnTo>
                    <a:pt x="46067" y="35144"/>
                  </a:lnTo>
                  <a:lnTo>
                    <a:pt x="46304" y="35061"/>
                  </a:lnTo>
                  <a:lnTo>
                    <a:pt x="46523" y="34979"/>
                  </a:lnTo>
                  <a:lnTo>
                    <a:pt x="46706" y="34888"/>
                  </a:lnTo>
                  <a:lnTo>
                    <a:pt x="46523" y="34824"/>
                  </a:lnTo>
                  <a:lnTo>
                    <a:pt x="46350" y="34770"/>
                  </a:lnTo>
                  <a:lnTo>
                    <a:pt x="46022" y="34651"/>
                  </a:lnTo>
                  <a:lnTo>
                    <a:pt x="45858" y="34596"/>
                  </a:lnTo>
                  <a:lnTo>
                    <a:pt x="45684" y="34551"/>
                  </a:lnTo>
                  <a:lnTo>
                    <a:pt x="45511" y="34505"/>
                  </a:lnTo>
                  <a:lnTo>
                    <a:pt x="45320" y="34478"/>
                  </a:lnTo>
                  <a:lnTo>
                    <a:pt x="45155" y="34460"/>
                  </a:lnTo>
                  <a:lnTo>
                    <a:pt x="45000" y="34423"/>
                  </a:lnTo>
                  <a:lnTo>
                    <a:pt x="44845" y="34378"/>
                  </a:lnTo>
                  <a:lnTo>
                    <a:pt x="44690" y="34332"/>
                  </a:lnTo>
                  <a:lnTo>
                    <a:pt x="44380" y="34232"/>
                  </a:lnTo>
                  <a:lnTo>
                    <a:pt x="44225" y="34195"/>
                  </a:lnTo>
                  <a:lnTo>
                    <a:pt x="44070" y="34159"/>
                  </a:lnTo>
                  <a:lnTo>
                    <a:pt x="43532" y="34049"/>
                  </a:lnTo>
                  <a:lnTo>
                    <a:pt x="43268" y="33986"/>
                  </a:lnTo>
                  <a:lnTo>
                    <a:pt x="42994" y="33903"/>
                  </a:lnTo>
                  <a:lnTo>
                    <a:pt x="42839" y="33849"/>
                  </a:lnTo>
                  <a:lnTo>
                    <a:pt x="42666" y="33776"/>
                  </a:lnTo>
                  <a:lnTo>
                    <a:pt x="42502" y="33685"/>
                  </a:lnTo>
                  <a:lnTo>
                    <a:pt x="42329" y="33584"/>
                  </a:lnTo>
                  <a:lnTo>
                    <a:pt x="42174" y="33466"/>
                  </a:lnTo>
                  <a:lnTo>
                    <a:pt x="42009" y="33347"/>
                  </a:lnTo>
                  <a:lnTo>
                    <a:pt x="41864" y="33210"/>
                  </a:lnTo>
                  <a:lnTo>
                    <a:pt x="41736" y="33065"/>
                  </a:lnTo>
                  <a:lnTo>
                    <a:pt x="41617" y="32910"/>
                  </a:lnTo>
                  <a:lnTo>
                    <a:pt x="41517" y="32745"/>
                  </a:lnTo>
                  <a:lnTo>
                    <a:pt x="41471" y="32663"/>
                  </a:lnTo>
                  <a:lnTo>
                    <a:pt x="41435" y="32581"/>
                  </a:lnTo>
                  <a:lnTo>
                    <a:pt x="41408" y="32490"/>
                  </a:lnTo>
                  <a:lnTo>
                    <a:pt x="41380" y="32408"/>
                  </a:lnTo>
                  <a:lnTo>
                    <a:pt x="41371" y="32317"/>
                  </a:lnTo>
                  <a:lnTo>
                    <a:pt x="41362" y="32226"/>
                  </a:lnTo>
                  <a:lnTo>
                    <a:pt x="41362" y="32134"/>
                  </a:lnTo>
                  <a:lnTo>
                    <a:pt x="41362" y="32043"/>
                  </a:lnTo>
                  <a:lnTo>
                    <a:pt x="41380" y="31952"/>
                  </a:lnTo>
                  <a:lnTo>
                    <a:pt x="41399" y="31852"/>
                  </a:lnTo>
                  <a:lnTo>
                    <a:pt x="41435" y="31761"/>
                  </a:lnTo>
                  <a:lnTo>
                    <a:pt x="41481" y="31669"/>
                  </a:lnTo>
                  <a:lnTo>
                    <a:pt x="41554" y="31533"/>
                  </a:lnTo>
                  <a:lnTo>
                    <a:pt x="41645" y="31396"/>
                  </a:lnTo>
                  <a:lnTo>
                    <a:pt x="41754" y="31277"/>
                  </a:lnTo>
                  <a:lnTo>
                    <a:pt x="41873" y="31168"/>
                  </a:lnTo>
                  <a:lnTo>
                    <a:pt x="41991" y="31068"/>
                  </a:lnTo>
                  <a:lnTo>
                    <a:pt x="42128" y="30967"/>
                  </a:lnTo>
                  <a:lnTo>
                    <a:pt x="42274" y="30876"/>
                  </a:lnTo>
                  <a:lnTo>
                    <a:pt x="42420" y="30794"/>
                  </a:lnTo>
                  <a:lnTo>
                    <a:pt x="42566" y="30712"/>
                  </a:lnTo>
                  <a:lnTo>
                    <a:pt x="42721" y="30639"/>
                  </a:lnTo>
                  <a:lnTo>
                    <a:pt x="43031" y="30502"/>
                  </a:lnTo>
                  <a:lnTo>
                    <a:pt x="43623" y="30274"/>
                  </a:lnTo>
                  <a:lnTo>
                    <a:pt x="43851" y="30192"/>
                  </a:lnTo>
                  <a:lnTo>
                    <a:pt x="44070" y="30119"/>
                  </a:lnTo>
                  <a:lnTo>
                    <a:pt x="44499" y="29992"/>
                  </a:lnTo>
                  <a:lnTo>
                    <a:pt x="44909" y="29891"/>
                  </a:lnTo>
                  <a:lnTo>
                    <a:pt x="45101" y="29837"/>
                  </a:lnTo>
                  <a:lnTo>
                    <a:pt x="45301" y="29773"/>
                  </a:lnTo>
                  <a:lnTo>
                    <a:pt x="45493" y="29709"/>
                  </a:lnTo>
                  <a:lnTo>
                    <a:pt x="45684" y="29636"/>
                  </a:lnTo>
                  <a:lnTo>
                    <a:pt x="45876" y="29554"/>
                  </a:lnTo>
                  <a:lnTo>
                    <a:pt x="46067" y="29444"/>
                  </a:lnTo>
                  <a:lnTo>
                    <a:pt x="46259" y="29326"/>
                  </a:lnTo>
                  <a:lnTo>
                    <a:pt x="46450" y="29189"/>
                  </a:lnTo>
                  <a:lnTo>
                    <a:pt x="46651" y="29034"/>
                  </a:lnTo>
                  <a:lnTo>
                    <a:pt x="46851" y="28843"/>
                  </a:lnTo>
                  <a:lnTo>
                    <a:pt x="46851" y="28843"/>
                  </a:lnTo>
                  <a:lnTo>
                    <a:pt x="46687" y="28870"/>
                  </a:lnTo>
                  <a:lnTo>
                    <a:pt x="46532" y="28906"/>
                  </a:lnTo>
                  <a:lnTo>
                    <a:pt x="46377" y="28943"/>
                  </a:lnTo>
                  <a:lnTo>
                    <a:pt x="46222" y="28989"/>
                  </a:lnTo>
                  <a:lnTo>
                    <a:pt x="45575" y="29189"/>
                  </a:lnTo>
                  <a:lnTo>
                    <a:pt x="45247" y="29271"/>
                  </a:lnTo>
                  <a:lnTo>
                    <a:pt x="45073" y="29308"/>
                  </a:lnTo>
                  <a:lnTo>
                    <a:pt x="44909" y="29335"/>
                  </a:lnTo>
                  <a:lnTo>
                    <a:pt x="44736" y="29353"/>
                  </a:lnTo>
                  <a:lnTo>
                    <a:pt x="44563" y="29362"/>
                  </a:lnTo>
                  <a:lnTo>
                    <a:pt x="44389" y="29362"/>
                  </a:lnTo>
                  <a:lnTo>
                    <a:pt x="44216" y="29335"/>
                  </a:lnTo>
                  <a:lnTo>
                    <a:pt x="44207" y="29262"/>
                  </a:lnTo>
                  <a:lnTo>
                    <a:pt x="44198" y="29189"/>
                  </a:lnTo>
                  <a:lnTo>
                    <a:pt x="44207" y="29116"/>
                  </a:lnTo>
                  <a:lnTo>
                    <a:pt x="44216" y="29043"/>
                  </a:lnTo>
                  <a:lnTo>
                    <a:pt x="44234" y="28970"/>
                  </a:lnTo>
                  <a:lnTo>
                    <a:pt x="44253" y="28897"/>
                  </a:lnTo>
                  <a:lnTo>
                    <a:pt x="44307" y="28761"/>
                  </a:lnTo>
                  <a:lnTo>
                    <a:pt x="44389" y="28633"/>
                  </a:lnTo>
                  <a:lnTo>
                    <a:pt x="44481" y="28505"/>
                  </a:lnTo>
                  <a:lnTo>
                    <a:pt x="44581" y="28378"/>
                  </a:lnTo>
                  <a:lnTo>
                    <a:pt x="44690" y="28250"/>
                  </a:lnTo>
                  <a:lnTo>
                    <a:pt x="44937" y="28013"/>
                  </a:lnTo>
                  <a:lnTo>
                    <a:pt x="45192" y="27785"/>
                  </a:lnTo>
                  <a:lnTo>
                    <a:pt x="45429" y="27557"/>
                  </a:lnTo>
                  <a:lnTo>
                    <a:pt x="45529" y="27438"/>
                  </a:lnTo>
                  <a:lnTo>
                    <a:pt x="45630" y="27329"/>
                  </a:lnTo>
                  <a:lnTo>
                    <a:pt x="45402" y="27420"/>
                  </a:lnTo>
                  <a:lnTo>
                    <a:pt x="45183" y="27530"/>
                  </a:lnTo>
                  <a:lnTo>
                    <a:pt x="44955" y="27648"/>
                  </a:lnTo>
                  <a:lnTo>
                    <a:pt x="44736" y="27785"/>
                  </a:lnTo>
                  <a:lnTo>
                    <a:pt x="44508" y="27931"/>
                  </a:lnTo>
                  <a:lnTo>
                    <a:pt x="44289" y="28086"/>
                  </a:lnTo>
                  <a:lnTo>
                    <a:pt x="44061" y="28250"/>
                  </a:lnTo>
                  <a:lnTo>
                    <a:pt x="43842" y="28423"/>
                  </a:lnTo>
                  <a:lnTo>
                    <a:pt x="43386" y="28779"/>
                  </a:lnTo>
                  <a:lnTo>
                    <a:pt x="42930" y="29144"/>
                  </a:lnTo>
                  <a:lnTo>
                    <a:pt x="42475" y="29508"/>
                  </a:lnTo>
                  <a:lnTo>
                    <a:pt x="42019" y="29864"/>
                  </a:lnTo>
                  <a:lnTo>
                    <a:pt x="41782" y="30028"/>
                  </a:lnTo>
                  <a:lnTo>
                    <a:pt x="41544" y="30183"/>
                  </a:lnTo>
                  <a:lnTo>
                    <a:pt x="41316" y="30338"/>
                  </a:lnTo>
                  <a:lnTo>
                    <a:pt x="41079" y="30475"/>
                  </a:lnTo>
                  <a:lnTo>
                    <a:pt x="40833" y="30603"/>
                  </a:lnTo>
                  <a:lnTo>
                    <a:pt x="40596" y="30712"/>
                  </a:lnTo>
                  <a:lnTo>
                    <a:pt x="40350" y="30812"/>
                  </a:lnTo>
                  <a:lnTo>
                    <a:pt x="40104" y="30894"/>
                  </a:lnTo>
                  <a:lnTo>
                    <a:pt x="39857" y="30958"/>
                  </a:lnTo>
                  <a:lnTo>
                    <a:pt x="39602" y="30995"/>
                  </a:lnTo>
                  <a:lnTo>
                    <a:pt x="39484" y="31013"/>
                  </a:lnTo>
                  <a:lnTo>
                    <a:pt x="39356" y="31022"/>
                  </a:lnTo>
                  <a:lnTo>
                    <a:pt x="39101" y="31022"/>
                  </a:lnTo>
                  <a:lnTo>
                    <a:pt x="38973" y="31013"/>
                  </a:lnTo>
                  <a:lnTo>
                    <a:pt x="38836" y="30995"/>
                  </a:lnTo>
                  <a:lnTo>
                    <a:pt x="38709" y="30976"/>
                  </a:lnTo>
                  <a:lnTo>
                    <a:pt x="38581" y="30940"/>
                  </a:lnTo>
                  <a:lnTo>
                    <a:pt x="38444" y="30913"/>
                  </a:lnTo>
                  <a:lnTo>
                    <a:pt x="38316" y="30867"/>
                  </a:lnTo>
                  <a:lnTo>
                    <a:pt x="38180" y="30821"/>
                  </a:lnTo>
                  <a:lnTo>
                    <a:pt x="38043" y="30758"/>
                  </a:lnTo>
                  <a:lnTo>
                    <a:pt x="37851" y="30666"/>
                  </a:lnTo>
                  <a:lnTo>
                    <a:pt x="37669" y="30566"/>
                  </a:lnTo>
                  <a:lnTo>
                    <a:pt x="37505" y="30457"/>
                  </a:lnTo>
                  <a:lnTo>
                    <a:pt x="37341" y="30338"/>
                  </a:lnTo>
                  <a:lnTo>
                    <a:pt x="37195" y="30220"/>
                  </a:lnTo>
                  <a:lnTo>
                    <a:pt x="37049" y="30092"/>
                  </a:lnTo>
                  <a:lnTo>
                    <a:pt x="36921" y="29946"/>
                  </a:lnTo>
                  <a:lnTo>
                    <a:pt x="36794" y="29809"/>
                  </a:lnTo>
                  <a:lnTo>
                    <a:pt x="36684" y="29654"/>
                  </a:lnTo>
                  <a:lnTo>
                    <a:pt x="36575" y="29499"/>
                  </a:lnTo>
                  <a:lnTo>
                    <a:pt x="36474" y="29335"/>
                  </a:lnTo>
                  <a:lnTo>
                    <a:pt x="36392" y="29162"/>
                  </a:lnTo>
                  <a:lnTo>
                    <a:pt x="36301" y="28989"/>
                  </a:lnTo>
                  <a:lnTo>
                    <a:pt x="36228" y="28806"/>
                  </a:lnTo>
                  <a:lnTo>
                    <a:pt x="36164" y="28615"/>
                  </a:lnTo>
                  <a:lnTo>
                    <a:pt x="36101" y="28423"/>
                  </a:lnTo>
                  <a:lnTo>
                    <a:pt x="36037" y="28223"/>
                  </a:lnTo>
                  <a:lnTo>
                    <a:pt x="35991" y="28022"/>
                  </a:lnTo>
                  <a:lnTo>
                    <a:pt x="35946" y="27812"/>
                  </a:lnTo>
                  <a:lnTo>
                    <a:pt x="35900" y="27603"/>
                  </a:lnTo>
                  <a:lnTo>
                    <a:pt x="35836" y="27165"/>
                  </a:lnTo>
                  <a:lnTo>
                    <a:pt x="35781" y="26700"/>
                  </a:lnTo>
                  <a:lnTo>
                    <a:pt x="35745" y="26235"/>
                  </a:lnTo>
                  <a:lnTo>
                    <a:pt x="35718" y="25742"/>
                  </a:lnTo>
                  <a:lnTo>
                    <a:pt x="35699" y="25250"/>
                  </a:lnTo>
                  <a:lnTo>
                    <a:pt x="35681" y="24739"/>
                  </a:lnTo>
                  <a:lnTo>
                    <a:pt x="35681" y="24511"/>
                  </a:lnTo>
                  <a:lnTo>
                    <a:pt x="35681" y="24302"/>
                  </a:lnTo>
                  <a:lnTo>
                    <a:pt x="35699" y="24092"/>
                  </a:lnTo>
                  <a:lnTo>
                    <a:pt x="35718" y="23882"/>
                  </a:lnTo>
                  <a:lnTo>
                    <a:pt x="35736" y="23682"/>
                  </a:lnTo>
                  <a:lnTo>
                    <a:pt x="35772" y="23481"/>
                  </a:lnTo>
                  <a:lnTo>
                    <a:pt x="35809" y="23289"/>
                  </a:lnTo>
                  <a:lnTo>
                    <a:pt x="35845" y="23107"/>
                  </a:lnTo>
                  <a:lnTo>
                    <a:pt x="35900" y="22925"/>
                  </a:lnTo>
                  <a:lnTo>
                    <a:pt x="35955" y="22751"/>
                  </a:lnTo>
                  <a:lnTo>
                    <a:pt x="36009" y="22578"/>
                  </a:lnTo>
                  <a:lnTo>
                    <a:pt x="36073" y="22414"/>
                  </a:lnTo>
                  <a:lnTo>
                    <a:pt x="36146" y="22250"/>
                  </a:lnTo>
                  <a:lnTo>
                    <a:pt x="36219" y="22095"/>
                  </a:lnTo>
                  <a:lnTo>
                    <a:pt x="36301" y="21949"/>
                  </a:lnTo>
                  <a:lnTo>
                    <a:pt x="36392" y="21803"/>
                  </a:lnTo>
                  <a:lnTo>
                    <a:pt x="36484" y="21657"/>
                  </a:lnTo>
                  <a:lnTo>
                    <a:pt x="36575" y="21530"/>
                  </a:lnTo>
                  <a:lnTo>
                    <a:pt x="36684" y="21393"/>
                  </a:lnTo>
                  <a:lnTo>
                    <a:pt x="36785" y="21274"/>
                  </a:lnTo>
                  <a:lnTo>
                    <a:pt x="36894" y="21156"/>
                  </a:lnTo>
                  <a:lnTo>
                    <a:pt x="37012" y="21037"/>
                  </a:lnTo>
                  <a:lnTo>
                    <a:pt x="37131" y="20928"/>
                  </a:lnTo>
                  <a:lnTo>
                    <a:pt x="37250" y="20827"/>
                  </a:lnTo>
                  <a:lnTo>
                    <a:pt x="37377" y="20727"/>
                  </a:lnTo>
                  <a:lnTo>
                    <a:pt x="37514" y="20636"/>
                  </a:lnTo>
                  <a:lnTo>
                    <a:pt x="37651" y="20545"/>
                  </a:lnTo>
                  <a:lnTo>
                    <a:pt x="37788" y="20463"/>
                  </a:lnTo>
                  <a:lnTo>
                    <a:pt x="37924" y="20381"/>
                  </a:lnTo>
                  <a:lnTo>
                    <a:pt x="38070" y="20317"/>
                  </a:lnTo>
                  <a:lnTo>
                    <a:pt x="38225" y="20244"/>
                  </a:lnTo>
                  <a:lnTo>
                    <a:pt x="38380" y="20189"/>
                  </a:lnTo>
                  <a:lnTo>
                    <a:pt x="38599" y="20107"/>
                  </a:lnTo>
                  <a:lnTo>
                    <a:pt x="38854" y="20034"/>
                  </a:lnTo>
                  <a:lnTo>
                    <a:pt x="39110" y="19961"/>
                  </a:lnTo>
                  <a:lnTo>
                    <a:pt x="39338" y="19916"/>
                  </a:lnTo>
                  <a:lnTo>
                    <a:pt x="39693" y="19870"/>
                  </a:lnTo>
                  <a:lnTo>
                    <a:pt x="40049" y="19833"/>
                  </a:lnTo>
                  <a:lnTo>
                    <a:pt x="40414" y="19806"/>
                  </a:lnTo>
                  <a:lnTo>
                    <a:pt x="40778" y="19797"/>
                  </a:lnTo>
                  <a:lnTo>
                    <a:pt x="41517" y="19779"/>
                  </a:lnTo>
                  <a:lnTo>
                    <a:pt x="42256" y="19770"/>
                  </a:lnTo>
                  <a:lnTo>
                    <a:pt x="42620" y="19761"/>
                  </a:lnTo>
                  <a:lnTo>
                    <a:pt x="42976" y="19742"/>
                  </a:lnTo>
                  <a:lnTo>
                    <a:pt x="43341" y="19724"/>
                  </a:lnTo>
                  <a:lnTo>
                    <a:pt x="43687" y="19688"/>
                  </a:lnTo>
                  <a:lnTo>
                    <a:pt x="44034" y="19633"/>
                  </a:lnTo>
                  <a:lnTo>
                    <a:pt x="44371" y="19569"/>
                  </a:lnTo>
                  <a:lnTo>
                    <a:pt x="44535" y="19533"/>
                  </a:lnTo>
                  <a:lnTo>
                    <a:pt x="44699" y="19487"/>
                  </a:lnTo>
                  <a:lnTo>
                    <a:pt x="44864" y="19432"/>
                  </a:lnTo>
                  <a:lnTo>
                    <a:pt x="45019" y="19378"/>
                  </a:lnTo>
                  <a:lnTo>
                    <a:pt x="45000" y="19378"/>
                  </a:lnTo>
                  <a:lnTo>
                    <a:pt x="44955" y="19368"/>
                  </a:lnTo>
                  <a:lnTo>
                    <a:pt x="44809" y="19323"/>
                  </a:lnTo>
                  <a:lnTo>
                    <a:pt x="44399" y="19177"/>
                  </a:lnTo>
                  <a:lnTo>
                    <a:pt x="43970" y="19022"/>
                  </a:lnTo>
                  <a:lnTo>
                    <a:pt x="43797" y="18967"/>
                  </a:lnTo>
                  <a:lnTo>
                    <a:pt x="43678" y="18949"/>
                  </a:lnTo>
                  <a:lnTo>
                    <a:pt x="43450" y="18922"/>
                  </a:lnTo>
                  <a:lnTo>
                    <a:pt x="43213" y="18913"/>
                  </a:lnTo>
                  <a:lnTo>
                    <a:pt x="42748" y="18903"/>
                  </a:lnTo>
                  <a:lnTo>
                    <a:pt x="41809" y="18903"/>
                  </a:lnTo>
                  <a:lnTo>
                    <a:pt x="41490" y="18913"/>
                  </a:lnTo>
                  <a:lnTo>
                    <a:pt x="41326" y="18913"/>
                  </a:lnTo>
                  <a:lnTo>
                    <a:pt x="41171" y="18903"/>
                  </a:lnTo>
                  <a:lnTo>
                    <a:pt x="41089" y="18885"/>
                  </a:lnTo>
                  <a:lnTo>
                    <a:pt x="41016" y="18876"/>
                  </a:lnTo>
                  <a:lnTo>
                    <a:pt x="40943" y="18849"/>
                  </a:lnTo>
                  <a:lnTo>
                    <a:pt x="40879" y="18821"/>
                  </a:lnTo>
                  <a:lnTo>
                    <a:pt x="40815" y="18776"/>
                  </a:lnTo>
                  <a:lnTo>
                    <a:pt x="40760" y="18730"/>
                  </a:lnTo>
                  <a:lnTo>
                    <a:pt x="40706" y="18675"/>
                  </a:lnTo>
                  <a:lnTo>
                    <a:pt x="40651" y="18602"/>
                  </a:lnTo>
                  <a:lnTo>
                    <a:pt x="40596" y="18493"/>
                  </a:lnTo>
                  <a:lnTo>
                    <a:pt x="40560" y="18393"/>
                  </a:lnTo>
                  <a:lnTo>
                    <a:pt x="40551" y="18292"/>
                  </a:lnTo>
                  <a:lnTo>
                    <a:pt x="40551" y="18201"/>
                  </a:lnTo>
                  <a:lnTo>
                    <a:pt x="40560" y="18110"/>
                  </a:lnTo>
                  <a:lnTo>
                    <a:pt x="40587" y="18028"/>
                  </a:lnTo>
                  <a:lnTo>
                    <a:pt x="40633" y="17946"/>
                  </a:lnTo>
                  <a:lnTo>
                    <a:pt x="40687" y="17873"/>
                  </a:lnTo>
                  <a:lnTo>
                    <a:pt x="40742" y="17791"/>
                  </a:lnTo>
                  <a:lnTo>
                    <a:pt x="40815" y="17727"/>
                  </a:lnTo>
                  <a:lnTo>
                    <a:pt x="40888" y="17663"/>
                  </a:lnTo>
                  <a:lnTo>
                    <a:pt x="40961" y="17599"/>
                  </a:lnTo>
                  <a:lnTo>
                    <a:pt x="41125" y="17490"/>
                  </a:lnTo>
                  <a:lnTo>
                    <a:pt x="41289" y="17390"/>
                  </a:lnTo>
                  <a:lnTo>
                    <a:pt x="41617" y="17216"/>
                  </a:lnTo>
                  <a:lnTo>
                    <a:pt x="41955" y="17061"/>
                  </a:lnTo>
                  <a:lnTo>
                    <a:pt x="42292" y="16925"/>
                  </a:lnTo>
                  <a:lnTo>
                    <a:pt x="42630" y="16797"/>
                  </a:lnTo>
                  <a:lnTo>
                    <a:pt x="42976" y="16688"/>
                  </a:lnTo>
                  <a:lnTo>
                    <a:pt x="43323" y="16587"/>
                  </a:lnTo>
                  <a:lnTo>
                    <a:pt x="43687" y="16496"/>
                  </a:lnTo>
                  <a:lnTo>
                    <a:pt x="44052" y="16405"/>
                  </a:lnTo>
                  <a:lnTo>
                    <a:pt x="44344" y="16332"/>
                  </a:lnTo>
                  <a:lnTo>
                    <a:pt x="44636" y="16250"/>
                  </a:lnTo>
                  <a:lnTo>
                    <a:pt x="44918" y="16159"/>
                  </a:lnTo>
                  <a:lnTo>
                    <a:pt x="45201" y="16058"/>
                  </a:lnTo>
                  <a:lnTo>
                    <a:pt x="45484" y="15958"/>
                  </a:lnTo>
                  <a:lnTo>
                    <a:pt x="45757" y="15849"/>
                  </a:lnTo>
                  <a:lnTo>
                    <a:pt x="46304" y="15612"/>
                  </a:lnTo>
                  <a:lnTo>
                    <a:pt x="46851" y="15375"/>
                  </a:lnTo>
                  <a:lnTo>
                    <a:pt x="47389" y="15128"/>
                  </a:lnTo>
                  <a:lnTo>
                    <a:pt x="47927" y="14882"/>
                  </a:lnTo>
                  <a:lnTo>
                    <a:pt x="48465" y="14654"/>
                  </a:lnTo>
                  <a:lnTo>
                    <a:pt x="48274" y="14654"/>
                  </a:lnTo>
                  <a:lnTo>
                    <a:pt x="48019" y="14691"/>
                  </a:lnTo>
                  <a:lnTo>
                    <a:pt x="47709" y="14745"/>
                  </a:lnTo>
                  <a:lnTo>
                    <a:pt x="47353" y="14818"/>
                  </a:lnTo>
                  <a:lnTo>
                    <a:pt x="46578" y="14982"/>
                  </a:lnTo>
                  <a:lnTo>
                    <a:pt x="46168" y="15064"/>
                  </a:lnTo>
                  <a:lnTo>
                    <a:pt x="45775" y="15137"/>
                  </a:lnTo>
                  <a:lnTo>
                    <a:pt x="45392" y="15192"/>
                  </a:lnTo>
                  <a:lnTo>
                    <a:pt x="45210" y="15210"/>
                  </a:lnTo>
                  <a:lnTo>
                    <a:pt x="45046" y="15219"/>
                  </a:lnTo>
                  <a:lnTo>
                    <a:pt x="44882" y="15229"/>
                  </a:lnTo>
                  <a:lnTo>
                    <a:pt x="44736" y="15219"/>
                  </a:lnTo>
                  <a:lnTo>
                    <a:pt x="44599" y="15210"/>
                  </a:lnTo>
                  <a:lnTo>
                    <a:pt x="44481" y="15192"/>
                  </a:lnTo>
                  <a:lnTo>
                    <a:pt x="44371" y="15156"/>
                  </a:lnTo>
                  <a:lnTo>
                    <a:pt x="44289" y="15110"/>
                  </a:lnTo>
                  <a:lnTo>
                    <a:pt x="44253" y="15083"/>
                  </a:lnTo>
                  <a:lnTo>
                    <a:pt x="44225" y="15055"/>
                  </a:lnTo>
                  <a:lnTo>
                    <a:pt x="44198" y="15019"/>
                  </a:lnTo>
                  <a:lnTo>
                    <a:pt x="44171" y="14982"/>
                  </a:lnTo>
                  <a:lnTo>
                    <a:pt x="44161" y="14946"/>
                  </a:lnTo>
                  <a:lnTo>
                    <a:pt x="44152" y="14900"/>
                  </a:lnTo>
                  <a:lnTo>
                    <a:pt x="44143" y="14855"/>
                  </a:lnTo>
                  <a:lnTo>
                    <a:pt x="44152" y="14800"/>
                  </a:lnTo>
                  <a:lnTo>
                    <a:pt x="44161" y="14745"/>
                  </a:lnTo>
                  <a:lnTo>
                    <a:pt x="44171" y="14681"/>
                  </a:lnTo>
                  <a:lnTo>
                    <a:pt x="44225" y="14554"/>
                  </a:lnTo>
                  <a:lnTo>
                    <a:pt x="44262" y="14481"/>
                  </a:lnTo>
                  <a:lnTo>
                    <a:pt x="44316" y="14399"/>
                  </a:lnTo>
                  <a:lnTo>
                    <a:pt x="44389" y="14326"/>
                  </a:lnTo>
                  <a:lnTo>
                    <a:pt x="44462" y="14244"/>
                  </a:lnTo>
                  <a:lnTo>
                    <a:pt x="44554" y="14171"/>
                  </a:lnTo>
                  <a:lnTo>
                    <a:pt x="44654" y="14089"/>
                  </a:lnTo>
                  <a:lnTo>
                    <a:pt x="44873" y="13925"/>
                  </a:lnTo>
                  <a:lnTo>
                    <a:pt x="45128" y="13770"/>
                  </a:lnTo>
                  <a:lnTo>
                    <a:pt x="45402" y="13605"/>
                  </a:lnTo>
                  <a:lnTo>
                    <a:pt x="45703" y="13441"/>
                  </a:lnTo>
                  <a:lnTo>
                    <a:pt x="46003" y="13277"/>
                  </a:lnTo>
                  <a:lnTo>
                    <a:pt x="46623" y="12958"/>
                  </a:lnTo>
                  <a:lnTo>
                    <a:pt x="47207" y="12648"/>
                  </a:lnTo>
                  <a:lnTo>
                    <a:pt x="47472" y="12502"/>
                  </a:lnTo>
                  <a:lnTo>
                    <a:pt x="47699" y="12356"/>
                  </a:lnTo>
                  <a:lnTo>
                    <a:pt x="47900" y="12219"/>
                  </a:lnTo>
                  <a:lnTo>
                    <a:pt x="47991" y="12156"/>
                  </a:lnTo>
                  <a:lnTo>
                    <a:pt x="48064" y="12092"/>
                  </a:lnTo>
                  <a:lnTo>
                    <a:pt x="47627" y="12156"/>
                  </a:lnTo>
                  <a:lnTo>
                    <a:pt x="47189" y="12247"/>
                  </a:lnTo>
                  <a:lnTo>
                    <a:pt x="46751" y="12347"/>
                  </a:lnTo>
                  <a:lnTo>
                    <a:pt x="46323" y="12466"/>
                  </a:lnTo>
                  <a:lnTo>
                    <a:pt x="45894" y="12602"/>
                  </a:lnTo>
                  <a:lnTo>
                    <a:pt x="45465" y="12757"/>
                  </a:lnTo>
                  <a:lnTo>
                    <a:pt x="45046" y="12922"/>
                  </a:lnTo>
                  <a:lnTo>
                    <a:pt x="44636" y="13113"/>
                  </a:lnTo>
                  <a:lnTo>
                    <a:pt x="44234" y="13314"/>
                  </a:lnTo>
                  <a:lnTo>
                    <a:pt x="43833" y="13533"/>
                  </a:lnTo>
                  <a:lnTo>
                    <a:pt x="43450" y="13770"/>
                  </a:lnTo>
                  <a:lnTo>
                    <a:pt x="43067" y="14025"/>
                  </a:lnTo>
                  <a:lnTo>
                    <a:pt x="42702" y="14289"/>
                  </a:lnTo>
                  <a:lnTo>
                    <a:pt x="42347" y="14581"/>
                  </a:lnTo>
                  <a:lnTo>
                    <a:pt x="42000" y="14882"/>
                  </a:lnTo>
                  <a:lnTo>
                    <a:pt x="41663" y="15201"/>
                  </a:lnTo>
                  <a:lnTo>
                    <a:pt x="41499" y="15365"/>
                  </a:lnTo>
                  <a:lnTo>
                    <a:pt x="41344" y="15539"/>
                  </a:lnTo>
                  <a:lnTo>
                    <a:pt x="41034" y="15894"/>
                  </a:lnTo>
                  <a:lnTo>
                    <a:pt x="40742" y="16259"/>
                  </a:lnTo>
                  <a:lnTo>
                    <a:pt x="40441" y="16624"/>
                  </a:lnTo>
                  <a:lnTo>
                    <a:pt x="40149" y="16988"/>
                  </a:lnTo>
                  <a:lnTo>
                    <a:pt x="39839" y="17344"/>
                  </a:lnTo>
                  <a:lnTo>
                    <a:pt x="39684" y="17517"/>
                  </a:lnTo>
                  <a:lnTo>
                    <a:pt x="39520" y="17681"/>
                  </a:lnTo>
                  <a:lnTo>
                    <a:pt x="39347" y="17846"/>
                  </a:lnTo>
                  <a:lnTo>
                    <a:pt x="39174" y="17992"/>
                  </a:lnTo>
                  <a:lnTo>
                    <a:pt x="39037" y="18110"/>
                  </a:lnTo>
                  <a:lnTo>
                    <a:pt x="38918" y="18229"/>
                  </a:lnTo>
                  <a:lnTo>
                    <a:pt x="38800" y="18347"/>
                  </a:lnTo>
                  <a:lnTo>
                    <a:pt x="38690" y="18457"/>
                  </a:lnTo>
                  <a:lnTo>
                    <a:pt x="38572" y="18548"/>
                  </a:lnTo>
                  <a:lnTo>
                    <a:pt x="38444" y="18639"/>
                  </a:lnTo>
                  <a:lnTo>
                    <a:pt x="38371" y="18675"/>
                  </a:lnTo>
                  <a:lnTo>
                    <a:pt x="38298" y="18703"/>
                  </a:lnTo>
                  <a:lnTo>
                    <a:pt x="38216" y="18730"/>
                  </a:lnTo>
                  <a:lnTo>
                    <a:pt x="38125" y="18748"/>
                  </a:lnTo>
                  <a:lnTo>
                    <a:pt x="38052" y="18757"/>
                  </a:lnTo>
                  <a:lnTo>
                    <a:pt x="37979" y="18757"/>
                  </a:lnTo>
                  <a:lnTo>
                    <a:pt x="37906" y="18748"/>
                  </a:lnTo>
                  <a:lnTo>
                    <a:pt x="37842" y="18739"/>
                  </a:lnTo>
                  <a:lnTo>
                    <a:pt x="37769" y="18721"/>
                  </a:lnTo>
                  <a:lnTo>
                    <a:pt x="37715" y="18694"/>
                  </a:lnTo>
                  <a:lnTo>
                    <a:pt x="37651" y="18657"/>
                  </a:lnTo>
                  <a:lnTo>
                    <a:pt x="37596" y="18612"/>
                  </a:lnTo>
                  <a:lnTo>
                    <a:pt x="37550" y="18566"/>
                  </a:lnTo>
                  <a:lnTo>
                    <a:pt x="37505" y="18520"/>
                  </a:lnTo>
                  <a:lnTo>
                    <a:pt x="37459" y="18457"/>
                  </a:lnTo>
                  <a:lnTo>
                    <a:pt x="37432" y="18402"/>
                  </a:lnTo>
                  <a:lnTo>
                    <a:pt x="37405" y="18338"/>
                  </a:lnTo>
                  <a:lnTo>
                    <a:pt x="37377" y="18265"/>
                  </a:lnTo>
                  <a:lnTo>
                    <a:pt x="37368" y="18192"/>
                  </a:lnTo>
                  <a:lnTo>
                    <a:pt x="37359" y="18119"/>
                  </a:lnTo>
                  <a:lnTo>
                    <a:pt x="37359" y="17964"/>
                  </a:lnTo>
                  <a:lnTo>
                    <a:pt x="37368" y="17827"/>
                  </a:lnTo>
                  <a:lnTo>
                    <a:pt x="37386" y="17681"/>
                  </a:lnTo>
                  <a:lnTo>
                    <a:pt x="37414" y="17545"/>
                  </a:lnTo>
                  <a:lnTo>
                    <a:pt x="37450" y="17408"/>
                  </a:lnTo>
                  <a:lnTo>
                    <a:pt x="37496" y="17280"/>
                  </a:lnTo>
                  <a:lnTo>
                    <a:pt x="37596" y="17025"/>
                  </a:lnTo>
                  <a:lnTo>
                    <a:pt x="37715" y="16770"/>
                  </a:lnTo>
                  <a:lnTo>
                    <a:pt x="37842" y="16523"/>
                  </a:lnTo>
                  <a:lnTo>
                    <a:pt x="37961" y="16268"/>
                  </a:lnTo>
                  <a:lnTo>
                    <a:pt x="38070" y="16004"/>
                  </a:lnTo>
                  <a:lnTo>
                    <a:pt x="38152" y="15785"/>
                  </a:lnTo>
                  <a:lnTo>
                    <a:pt x="38243" y="15575"/>
                  </a:lnTo>
                  <a:lnTo>
                    <a:pt x="38344" y="15375"/>
                  </a:lnTo>
                  <a:lnTo>
                    <a:pt x="38444" y="15174"/>
                  </a:lnTo>
                  <a:lnTo>
                    <a:pt x="38563" y="14973"/>
                  </a:lnTo>
                  <a:lnTo>
                    <a:pt x="38681" y="14791"/>
                  </a:lnTo>
                  <a:lnTo>
                    <a:pt x="38818" y="14609"/>
                  </a:lnTo>
                  <a:lnTo>
                    <a:pt x="38973" y="14435"/>
                  </a:lnTo>
                  <a:lnTo>
                    <a:pt x="39155" y="14244"/>
                  </a:lnTo>
                  <a:lnTo>
                    <a:pt x="39319" y="14034"/>
                  </a:lnTo>
                  <a:lnTo>
                    <a:pt x="39465" y="13824"/>
                  </a:lnTo>
                  <a:lnTo>
                    <a:pt x="39611" y="13615"/>
                  </a:lnTo>
                  <a:lnTo>
                    <a:pt x="39748" y="13396"/>
                  </a:lnTo>
                  <a:lnTo>
                    <a:pt x="39867" y="13168"/>
                  </a:lnTo>
                  <a:lnTo>
                    <a:pt x="39985" y="12940"/>
                  </a:lnTo>
                  <a:lnTo>
                    <a:pt x="40104" y="12712"/>
                  </a:lnTo>
                  <a:lnTo>
                    <a:pt x="40323" y="12247"/>
                  </a:lnTo>
                  <a:lnTo>
                    <a:pt x="40541" y="11791"/>
                  </a:lnTo>
                  <a:lnTo>
                    <a:pt x="40660" y="11563"/>
                  </a:lnTo>
                  <a:lnTo>
                    <a:pt x="40778" y="11335"/>
                  </a:lnTo>
                  <a:lnTo>
                    <a:pt x="40906" y="11116"/>
                  </a:lnTo>
                  <a:lnTo>
                    <a:pt x="41034" y="10897"/>
                  </a:lnTo>
                  <a:lnTo>
                    <a:pt x="40879" y="11007"/>
                  </a:lnTo>
                  <a:lnTo>
                    <a:pt x="40715" y="11125"/>
                  </a:lnTo>
                  <a:lnTo>
                    <a:pt x="40569" y="11262"/>
                  </a:lnTo>
                  <a:lnTo>
                    <a:pt x="40414" y="11399"/>
                  </a:lnTo>
                  <a:lnTo>
                    <a:pt x="40268" y="11554"/>
                  </a:lnTo>
                  <a:lnTo>
                    <a:pt x="40131" y="11709"/>
                  </a:lnTo>
                  <a:lnTo>
                    <a:pt x="39985" y="11873"/>
                  </a:lnTo>
                  <a:lnTo>
                    <a:pt x="39857" y="12037"/>
                  </a:lnTo>
                  <a:lnTo>
                    <a:pt x="39602" y="12393"/>
                  </a:lnTo>
                  <a:lnTo>
                    <a:pt x="39356" y="12739"/>
                  </a:lnTo>
                  <a:lnTo>
                    <a:pt x="39128" y="13086"/>
                  </a:lnTo>
                  <a:lnTo>
                    <a:pt x="38918" y="13423"/>
                  </a:lnTo>
                  <a:lnTo>
                    <a:pt x="38781" y="13651"/>
                  </a:lnTo>
                  <a:lnTo>
                    <a:pt x="38709" y="13751"/>
                  </a:lnTo>
                  <a:lnTo>
                    <a:pt x="38672" y="13788"/>
                  </a:lnTo>
                  <a:lnTo>
                    <a:pt x="38636" y="13815"/>
                  </a:lnTo>
                  <a:lnTo>
                    <a:pt x="38599" y="13833"/>
                  </a:lnTo>
                  <a:lnTo>
                    <a:pt x="38563" y="13843"/>
                  </a:lnTo>
                  <a:lnTo>
                    <a:pt x="38526" y="13833"/>
                  </a:lnTo>
                  <a:lnTo>
                    <a:pt x="38490" y="13815"/>
                  </a:lnTo>
                  <a:lnTo>
                    <a:pt x="38444" y="13788"/>
                  </a:lnTo>
                  <a:lnTo>
                    <a:pt x="38408" y="13733"/>
                  </a:lnTo>
                  <a:lnTo>
                    <a:pt x="38362" y="13669"/>
                  </a:lnTo>
                  <a:lnTo>
                    <a:pt x="38307" y="13587"/>
                  </a:lnTo>
                  <a:lnTo>
                    <a:pt x="38289" y="13533"/>
                  </a:lnTo>
                  <a:lnTo>
                    <a:pt x="38271" y="13469"/>
                  </a:lnTo>
                  <a:lnTo>
                    <a:pt x="38243" y="13350"/>
                  </a:lnTo>
                  <a:lnTo>
                    <a:pt x="38225" y="13213"/>
                  </a:lnTo>
                  <a:lnTo>
                    <a:pt x="38225" y="13068"/>
                  </a:lnTo>
                  <a:lnTo>
                    <a:pt x="38225" y="12922"/>
                  </a:lnTo>
                  <a:lnTo>
                    <a:pt x="38234" y="12785"/>
                  </a:lnTo>
                  <a:lnTo>
                    <a:pt x="38271" y="12530"/>
                  </a:lnTo>
                  <a:lnTo>
                    <a:pt x="38362" y="12119"/>
                  </a:lnTo>
                  <a:lnTo>
                    <a:pt x="38462" y="11700"/>
                  </a:lnTo>
                  <a:lnTo>
                    <a:pt x="38672" y="10861"/>
                  </a:lnTo>
                  <a:lnTo>
                    <a:pt x="38772" y="10450"/>
                  </a:lnTo>
                  <a:lnTo>
                    <a:pt x="38854" y="10031"/>
                  </a:lnTo>
                  <a:lnTo>
                    <a:pt x="38891" y="9812"/>
                  </a:lnTo>
                  <a:lnTo>
                    <a:pt x="38918" y="9602"/>
                  </a:lnTo>
                  <a:lnTo>
                    <a:pt x="38927" y="9393"/>
                  </a:lnTo>
                  <a:lnTo>
                    <a:pt x="38937" y="9174"/>
                  </a:lnTo>
                  <a:lnTo>
                    <a:pt x="38772" y="9420"/>
                  </a:lnTo>
                  <a:lnTo>
                    <a:pt x="38617" y="9675"/>
                  </a:lnTo>
                  <a:lnTo>
                    <a:pt x="38471" y="9940"/>
                  </a:lnTo>
                  <a:lnTo>
                    <a:pt x="38335" y="10204"/>
                  </a:lnTo>
                  <a:lnTo>
                    <a:pt x="38216" y="10469"/>
                  </a:lnTo>
                  <a:lnTo>
                    <a:pt x="38107" y="10742"/>
                  </a:lnTo>
                  <a:lnTo>
                    <a:pt x="37997" y="11025"/>
                  </a:lnTo>
                  <a:lnTo>
                    <a:pt x="37906" y="11308"/>
                  </a:lnTo>
                  <a:lnTo>
                    <a:pt x="37824" y="11590"/>
                  </a:lnTo>
                  <a:lnTo>
                    <a:pt x="37742" y="11882"/>
                  </a:lnTo>
                  <a:lnTo>
                    <a:pt x="37669" y="12174"/>
                  </a:lnTo>
                  <a:lnTo>
                    <a:pt x="37605" y="12466"/>
                  </a:lnTo>
                  <a:lnTo>
                    <a:pt x="37487" y="13058"/>
                  </a:lnTo>
                  <a:lnTo>
                    <a:pt x="37377" y="13651"/>
                  </a:lnTo>
                  <a:lnTo>
                    <a:pt x="37186" y="14837"/>
                  </a:lnTo>
                  <a:lnTo>
                    <a:pt x="37085" y="15429"/>
                  </a:lnTo>
                  <a:lnTo>
                    <a:pt x="36967" y="16004"/>
                  </a:lnTo>
                  <a:lnTo>
                    <a:pt x="36903" y="16286"/>
                  </a:lnTo>
                  <a:lnTo>
                    <a:pt x="36839" y="16569"/>
                  </a:lnTo>
                  <a:lnTo>
                    <a:pt x="36766" y="16843"/>
                  </a:lnTo>
                  <a:lnTo>
                    <a:pt x="36684" y="17116"/>
                  </a:lnTo>
                  <a:lnTo>
                    <a:pt x="36593" y="17390"/>
                  </a:lnTo>
                  <a:lnTo>
                    <a:pt x="36493" y="17645"/>
                  </a:lnTo>
                  <a:lnTo>
                    <a:pt x="36392" y="17909"/>
                  </a:lnTo>
                  <a:lnTo>
                    <a:pt x="36274" y="18156"/>
                  </a:lnTo>
                  <a:lnTo>
                    <a:pt x="36210" y="18283"/>
                  </a:lnTo>
                  <a:lnTo>
                    <a:pt x="36146" y="18393"/>
                  </a:lnTo>
                  <a:lnTo>
                    <a:pt x="36073" y="18511"/>
                  </a:lnTo>
                  <a:lnTo>
                    <a:pt x="36000" y="18621"/>
                  </a:lnTo>
                  <a:lnTo>
                    <a:pt x="35918" y="18721"/>
                  </a:lnTo>
                  <a:lnTo>
                    <a:pt x="35836" y="18821"/>
                  </a:lnTo>
                  <a:lnTo>
                    <a:pt x="35745" y="18922"/>
                  </a:lnTo>
                  <a:lnTo>
                    <a:pt x="35654" y="19013"/>
                  </a:lnTo>
                  <a:lnTo>
                    <a:pt x="35554" y="19104"/>
                  </a:lnTo>
                  <a:lnTo>
                    <a:pt x="35453" y="19186"/>
                  </a:lnTo>
                  <a:lnTo>
                    <a:pt x="35353" y="19268"/>
                  </a:lnTo>
                  <a:lnTo>
                    <a:pt x="35243" y="19341"/>
                  </a:lnTo>
                  <a:lnTo>
                    <a:pt x="35134" y="19405"/>
                  </a:lnTo>
                  <a:lnTo>
                    <a:pt x="35025" y="19469"/>
                  </a:lnTo>
                  <a:lnTo>
                    <a:pt x="34906" y="19533"/>
                  </a:lnTo>
                  <a:lnTo>
                    <a:pt x="34788" y="19587"/>
                  </a:lnTo>
                  <a:lnTo>
                    <a:pt x="34669" y="19633"/>
                  </a:lnTo>
                  <a:lnTo>
                    <a:pt x="34550" y="19678"/>
                  </a:lnTo>
                  <a:lnTo>
                    <a:pt x="34432" y="19715"/>
                  </a:lnTo>
                  <a:lnTo>
                    <a:pt x="34304" y="19751"/>
                  </a:lnTo>
                  <a:lnTo>
                    <a:pt x="34177" y="19779"/>
                  </a:lnTo>
                  <a:lnTo>
                    <a:pt x="34049" y="19806"/>
                  </a:lnTo>
                  <a:lnTo>
                    <a:pt x="33921" y="19824"/>
                  </a:lnTo>
                  <a:lnTo>
                    <a:pt x="33784" y="19833"/>
                  </a:lnTo>
                  <a:lnTo>
                    <a:pt x="33657" y="19843"/>
                  </a:lnTo>
                  <a:lnTo>
                    <a:pt x="33392" y="19843"/>
                  </a:lnTo>
                  <a:lnTo>
                    <a:pt x="33265" y="19824"/>
                  </a:lnTo>
                  <a:lnTo>
                    <a:pt x="33128" y="19815"/>
                  </a:lnTo>
                  <a:lnTo>
                    <a:pt x="32991" y="19788"/>
                  </a:lnTo>
                  <a:lnTo>
                    <a:pt x="32864" y="19761"/>
                  </a:lnTo>
                  <a:lnTo>
                    <a:pt x="32727" y="19724"/>
                  </a:lnTo>
                  <a:lnTo>
                    <a:pt x="32170" y="19569"/>
                  </a:lnTo>
                  <a:lnTo>
                    <a:pt x="31614" y="19396"/>
                  </a:lnTo>
                  <a:lnTo>
                    <a:pt x="31049" y="19213"/>
                  </a:lnTo>
                  <a:lnTo>
                    <a:pt x="30493" y="19031"/>
                  </a:lnTo>
                  <a:lnTo>
                    <a:pt x="29936" y="18821"/>
                  </a:lnTo>
                  <a:lnTo>
                    <a:pt x="29398" y="18612"/>
                  </a:lnTo>
                  <a:lnTo>
                    <a:pt x="28870" y="18384"/>
                  </a:lnTo>
                  <a:lnTo>
                    <a:pt x="28614" y="18256"/>
                  </a:lnTo>
                  <a:lnTo>
                    <a:pt x="28368" y="18128"/>
                  </a:lnTo>
                  <a:lnTo>
                    <a:pt x="28204" y="18046"/>
                  </a:lnTo>
                  <a:lnTo>
                    <a:pt x="28049" y="17955"/>
                  </a:lnTo>
                  <a:lnTo>
                    <a:pt x="27903" y="17855"/>
                  </a:lnTo>
                  <a:lnTo>
                    <a:pt x="27757" y="17745"/>
                  </a:lnTo>
                  <a:lnTo>
                    <a:pt x="27620" y="17636"/>
                  </a:lnTo>
                  <a:lnTo>
                    <a:pt x="27484" y="17517"/>
                  </a:lnTo>
                  <a:lnTo>
                    <a:pt x="27347" y="17390"/>
                  </a:lnTo>
                  <a:lnTo>
                    <a:pt x="27228" y="17262"/>
                  </a:lnTo>
                  <a:lnTo>
                    <a:pt x="27110" y="17125"/>
                  </a:lnTo>
                  <a:lnTo>
                    <a:pt x="26991" y="16988"/>
                  </a:lnTo>
                  <a:lnTo>
                    <a:pt x="26891" y="16843"/>
                  </a:lnTo>
                  <a:lnTo>
                    <a:pt x="26791" y="16697"/>
                  </a:lnTo>
                  <a:lnTo>
                    <a:pt x="26699" y="16542"/>
                  </a:lnTo>
                  <a:lnTo>
                    <a:pt x="26608" y="16387"/>
                  </a:lnTo>
                  <a:lnTo>
                    <a:pt x="26535" y="16223"/>
                  </a:lnTo>
                  <a:lnTo>
                    <a:pt x="26471" y="16058"/>
                  </a:lnTo>
                  <a:lnTo>
                    <a:pt x="26408" y="15894"/>
                  </a:lnTo>
                  <a:lnTo>
                    <a:pt x="26353" y="15730"/>
                  </a:lnTo>
                  <a:lnTo>
                    <a:pt x="26316" y="15557"/>
                  </a:lnTo>
                  <a:lnTo>
                    <a:pt x="26280" y="15384"/>
                  </a:lnTo>
                  <a:lnTo>
                    <a:pt x="26262" y="15210"/>
                  </a:lnTo>
                  <a:lnTo>
                    <a:pt x="26253" y="15037"/>
                  </a:lnTo>
                  <a:lnTo>
                    <a:pt x="26253" y="14855"/>
                  </a:lnTo>
                  <a:lnTo>
                    <a:pt x="26262" y="14681"/>
                  </a:lnTo>
                  <a:lnTo>
                    <a:pt x="26280" y="14508"/>
                  </a:lnTo>
                  <a:lnTo>
                    <a:pt x="26316" y="14326"/>
                  </a:lnTo>
                  <a:lnTo>
                    <a:pt x="26353" y="14153"/>
                  </a:lnTo>
                  <a:lnTo>
                    <a:pt x="26417" y="13970"/>
                  </a:lnTo>
                  <a:lnTo>
                    <a:pt x="26480" y="13797"/>
                  </a:lnTo>
                  <a:lnTo>
                    <a:pt x="26563" y="13624"/>
                  </a:lnTo>
                  <a:lnTo>
                    <a:pt x="26654" y="13450"/>
                  </a:lnTo>
                  <a:lnTo>
                    <a:pt x="26763" y="13277"/>
                  </a:lnTo>
                  <a:lnTo>
                    <a:pt x="27128" y="12730"/>
                  </a:lnTo>
                  <a:lnTo>
                    <a:pt x="27319" y="12447"/>
                  </a:lnTo>
                  <a:lnTo>
                    <a:pt x="27520" y="12174"/>
                  </a:lnTo>
                  <a:lnTo>
                    <a:pt x="27721" y="11919"/>
                  </a:lnTo>
                  <a:lnTo>
                    <a:pt x="27930" y="11672"/>
                  </a:lnTo>
                  <a:lnTo>
                    <a:pt x="28040" y="11554"/>
                  </a:lnTo>
                  <a:lnTo>
                    <a:pt x="28149" y="11444"/>
                  </a:lnTo>
                  <a:lnTo>
                    <a:pt x="28268" y="11344"/>
                  </a:lnTo>
                  <a:lnTo>
                    <a:pt x="28377" y="11253"/>
                  </a:lnTo>
                  <a:lnTo>
                    <a:pt x="28514" y="11162"/>
                  </a:lnTo>
                  <a:lnTo>
                    <a:pt x="28642" y="11071"/>
                  </a:lnTo>
                  <a:lnTo>
                    <a:pt x="28778" y="10998"/>
                  </a:lnTo>
                  <a:lnTo>
                    <a:pt x="28906" y="10925"/>
                  </a:lnTo>
                  <a:lnTo>
                    <a:pt x="29170" y="10806"/>
                  </a:lnTo>
                  <a:lnTo>
                    <a:pt x="29426" y="10678"/>
                  </a:lnTo>
                  <a:lnTo>
                    <a:pt x="29690" y="10551"/>
                  </a:lnTo>
                  <a:lnTo>
                    <a:pt x="29818" y="10478"/>
                  </a:lnTo>
                  <a:lnTo>
                    <a:pt x="29955" y="10405"/>
                  </a:lnTo>
                  <a:lnTo>
                    <a:pt x="30082" y="10314"/>
                  </a:lnTo>
                  <a:lnTo>
                    <a:pt x="30210" y="10213"/>
                  </a:lnTo>
                  <a:lnTo>
                    <a:pt x="30338" y="10104"/>
                  </a:lnTo>
                  <a:lnTo>
                    <a:pt x="30474" y="9976"/>
                  </a:lnTo>
                  <a:lnTo>
                    <a:pt x="30712" y="9712"/>
                  </a:lnTo>
                  <a:lnTo>
                    <a:pt x="30949" y="9447"/>
                  </a:lnTo>
                  <a:lnTo>
                    <a:pt x="31405" y="8891"/>
                  </a:lnTo>
                  <a:lnTo>
                    <a:pt x="31860" y="8335"/>
                  </a:lnTo>
                  <a:lnTo>
                    <a:pt x="32079" y="8061"/>
                  </a:lnTo>
                  <a:lnTo>
                    <a:pt x="32307" y="7797"/>
                  </a:lnTo>
                  <a:lnTo>
                    <a:pt x="32307" y="7797"/>
                  </a:lnTo>
                  <a:lnTo>
                    <a:pt x="32253" y="7852"/>
                  </a:lnTo>
                  <a:lnTo>
                    <a:pt x="32189" y="7906"/>
                  </a:lnTo>
                  <a:lnTo>
                    <a:pt x="32043" y="8016"/>
                  </a:lnTo>
                  <a:lnTo>
                    <a:pt x="31870" y="8125"/>
                  </a:lnTo>
                  <a:lnTo>
                    <a:pt x="31687" y="8235"/>
                  </a:lnTo>
                  <a:lnTo>
                    <a:pt x="31313" y="8444"/>
                  </a:lnTo>
                  <a:lnTo>
                    <a:pt x="31149" y="8545"/>
                  </a:lnTo>
                  <a:lnTo>
                    <a:pt x="31003" y="8654"/>
                  </a:lnTo>
                  <a:lnTo>
                    <a:pt x="30712" y="8909"/>
                  </a:lnTo>
                  <a:lnTo>
                    <a:pt x="30429" y="9183"/>
                  </a:lnTo>
                  <a:lnTo>
                    <a:pt x="30155" y="9447"/>
                  </a:lnTo>
                  <a:lnTo>
                    <a:pt x="29863" y="9712"/>
                  </a:lnTo>
                  <a:lnTo>
                    <a:pt x="29654" y="9885"/>
                  </a:lnTo>
                  <a:lnTo>
                    <a:pt x="29563" y="9958"/>
                  </a:lnTo>
                  <a:lnTo>
                    <a:pt x="29508" y="9985"/>
                  </a:lnTo>
                  <a:lnTo>
                    <a:pt x="29462" y="10013"/>
                  </a:lnTo>
                  <a:lnTo>
                    <a:pt x="29417" y="10031"/>
                  </a:lnTo>
                  <a:lnTo>
                    <a:pt x="29362" y="10040"/>
                  </a:lnTo>
                  <a:lnTo>
                    <a:pt x="29307" y="10040"/>
                  </a:lnTo>
                  <a:lnTo>
                    <a:pt x="29253" y="10031"/>
                  </a:lnTo>
                  <a:lnTo>
                    <a:pt x="29198" y="10013"/>
                  </a:lnTo>
                  <a:lnTo>
                    <a:pt x="29143" y="9985"/>
                  </a:lnTo>
                  <a:lnTo>
                    <a:pt x="29079" y="9949"/>
                  </a:lnTo>
                  <a:lnTo>
                    <a:pt x="29015" y="9903"/>
                  </a:lnTo>
                  <a:lnTo>
                    <a:pt x="28943" y="9830"/>
                  </a:lnTo>
                  <a:lnTo>
                    <a:pt x="28888" y="9757"/>
                  </a:lnTo>
                  <a:lnTo>
                    <a:pt x="28842" y="9694"/>
                  </a:lnTo>
                  <a:lnTo>
                    <a:pt x="28815" y="9621"/>
                  </a:lnTo>
                  <a:lnTo>
                    <a:pt x="28806" y="9548"/>
                  </a:lnTo>
                  <a:lnTo>
                    <a:pt x="28806" y="9475"/>
                  </a:lnTo>
                  <a:lnTo>
                    <a:pt x="28806" y="9402"/>
                  </a:lnTo>
                  <a:lnTo>
                    <a:pt x="28824" y="9329"/>
                  </a:lnTo>
                  <a:lnTo>
                    <a:pt x="28870" y="9174"/>
                  </a:lnTo>
                  <a:lnTo>
                    <a:pt x="28933" y="9028"/>
                  </a:lnTo>
                  <a:lnTo>
                    <a:pt x="28997" y="8873"/>
                  </a:lnTo>
                  <a:lnTo>
                    <a:pt x="29052" y="8727"/>
                  </a:lnTo>
                  <a:lnTo>
                    <a:pt x="29098" y="8554"/>
                  </a:lnTo>
                  <a:lnTo>
                    <a:pt x="29134" y="8362"/>
                  </a:lnTo>
                  <a:lnTo>
                    <a:pt x="29161" y="8180"/>
                  </a:lnTo>
                  <a:lnTo>
                    <a:pt x="29180" y="7988"/>
                  </a:lnTo>
                  <a:lnTo>
                    <a:pt x="29198" y="7788"/>
                  </a:lnTo>
                  <a:lnTo>
                    <a:pt x="29198" y="7596"/>
                  </a:lnTo>
                  <a:lnTo>
                    <a:pt x="29198" y="7223"/>
                  </a:lnTo>
                  <a:lnTo>
                    <a:pt x="29198" y="7159"/>
                  </a:lnTo>
                  <a:lnTo>
                    <a:pt x="29189" y="7086"/>
                  </a:lnTo>
                  <a:lnTo>
                    <a:pt x="29152" y="6912"/>
                  </a:lnTo>
                  <a:lnTo>
                    <a:pt x="29052" y="6520"/>
                  </a:lnTo>
                  <a:lnTo>
                    <a:pt x="29006" y="6320"/>
                  </a:lnTo>
                  <a:lnTo>
                    <a:pt x="28970" y="6137"/>
                  </a:lnTo>
                  <a:lnTo>
                    <a:pt x="28952" y="5982"/>
                  </a:lnTo>
                  <a:lnTo>
                    <a:pt x="28952" y="5928"/>
                  </a:lnTo>
                  <a:lnTo>
                    <a:pt x="28961" y="5873"/>
                  </a:lnTo>
                  <a:lnTo>
                    <a:pt x="28906" y="6074"/>
                  </a:lnTo>
                  <a:lnTo>
                    <a:pt x="28860" y="6274"/>
                  </a:lnTo>
                  <a:lnTo>
                    <a:pt x="28778" y="6685"/>
                  </a:lnTo>
                  <a:lnTo>
                    <a:pt x="28715" y="7095"/>
                  </a:lnTo>
                  <a:lnTo>
                    <a:pt x="28660" y="7505"/>
                  </a:lnTo>
                  <a:lnTo>
                    <a:pt x="28605" y="7916"/>
                  </a:lnTo>
                  <a:lnTo>
                    <a:pt x="28550" y="8326"/>
                  </a:lnTo>
                  <a:lnTo>
                    <a:pt x="28487" y="8736"/>
                  </a:lnTo>
                  <a:lnTo>
                    <a:pt x="28405" y="9147"/>
                  </a:lnTo>
                  <a:lnTo>
                    <a:pt x="28332" y="9457"/>
                  </a:lnTo>
                  <a:lnTo>
                    <a:pt x="28277" y="9648"/>
                  </a:lnTo>
                  <a:lnTo>
                    <a:pt x="28204" y="9849"/>
                  </a:lnTo>
                  <a:lnTo>
                    <a:pt x="28131" y="10058"/>
                  </a:lnTo>
                  <a:lnTo>
                    <a:pt x="28049" y="10277"/>
                  </a:lnTo>
                  <a:lnTo>
                    <a:pt x="27949" y="10496"/>
                  </a:lnTo>
                  <a:lnTo>
                    <a:pt x="27839" y="10715"/>
                  </a:lnTo>
                  <a:lnTo>
                    <a:pt x="27721" y="10916"/>
                  </a:lnTo>
                  <a:lnTo>
                    <a:pt x="27602" y="11098"/>
                  </a:lnTo>
                  <a:lnTo>
                    <a:pt x="27529" y="11189"/>
                  </a:lnTo>
                  <a:lnTo>
                    <a:pt x="27465" y="11262"/>
                  </a:lnTo>
                  <a:lnTo>
                    <a:pt x="27392" y="11335"/>
                  </a:lnTo>
                  <a:lnTo>
                    <a:pt x="27319" y="11408"/>
                  </a:lnTo>
                  <a:lnTo>
                    <a:pt x="27237" y="11463"/>
                  </a:lnTo>
                  <a:lnTo>
                    <a:pt x="27164" y="11508"/>
                  </a:lnTo>
                  <a:lnTo>
                    <a:pt x="27082" y="11554"/>
                  </a:lnTo>
                  <a:lnTo>
                    <a:pt x="27000" y="11581"/>
                  </a:lnTo>
                  <a:lnTo>
                    <a:pt x="26909" y="11599"/>
                  </a:lnTo>
                  <a:lnTo>
                    <a:pt x="26827" y="11609"/>
                  </a:lnTo>
                  <a:lnTo>
                    <a:pt x="26736" y="11609"/>
                  </a:lnTo>
                  <a:lnTo>
                    <a:pt x="26645" y="11590"/>
                  </a:lnTo>
                  <a:lnTo>
                    <a:pt x="26526" y="11563"/>
                  </a:lnTo>
                  <a:lnTo>
                    <a:pt x="26426" y="11508"/>
                  </a:lnTo>
                  <a:lnTo>
                    <a:pt x="26335" y="11444"/>
                  </a:lnTo>
                  <a:lnTo>
                    <a:pt x="26262" y="11371"/>
                  </a:lnTo>
                  <a:lnTo>
                    <a:pt x="26189" y="11280"/>
                  </a:lnTo>
                  <a:lnTo>
                    <a:pt x="26134" y="11180"/>
                  </a:lnTo>
                  <a:lnTo>
                    <a:pt x="26079" y="11071"/>
                  </a:lnTo>
                  <a:lnTo>
                    <a:pt x="26043" y="10952"/>
                  </a:lnTo>
                  <a:lnTo>
                    <a:pt x="26006" y="10824"/>
                  </a:lnTo>
                  <a:lnTo>
                    <a:pt x="25988" y="10697"/>
                  </a:lnTo>
                  <a:lnTo>
                    <a:pt x="25970" y="10551"/>
                  </a:lnTo>
                  <a:lnTo>
                    <a:pt x="25961" y="10405"/>
                  </a:lnTo>
                  <a:lnTo>
                    <a:pt x="25961" y="10250"/>
                  </a:lnTo>
                  <a:lnTo>
                    <a:pt x="25961" y="10095"/>
                  </a:lnTo>
                  <a:lnTo>
                    <a:pt x="25988" y="9776"/>
                  </a:lnTo>
                  <a:lnTo>
                    <a:pt x="26034" y="9447"/>
                  </a:lnTo>
                  <a:lnTo>
                    <a:pt x="26088" y="9128"/>
                  </a:lnTo>
                  <a:lnTo>
                    <a:pt x="26161" y="8809"/>
                  </a:lnTo>
                  <a:lnTo>
                    <a:pt x="26234" y="8517"/>
                  </a:lnTo>
                  <a:lnTo>
                    <a:pt x="26325" y="8244"/>
                  </a:lnTo>
                  <a:lnTo>
                    <a:pt x="26408" y="7998"/>
                  </a:lnTo>
                  <a:lnTo>
                    <a:pt x="26490" y="7788"/>
                  </a:lnTo>
                  <a:lnTo>
                    <a:pt x="26563" y="7633"/>
                  </a:lnTo>
                  <a:lnTo>
                    <a:pt x="26754" y="7259"/>
                  </a:lnTo>
                  <a:lnTo>
                    <a:pt x="26955" y="6885"/>
                  </a:lnTo>
                  <a:lnTo>
                    <a:pt x="27155" y="6511"/>
                  </a:lnTo>
                  <a:lnTo>
                    <a:pt x="27347" y="6137"/>
                  </a:lnTo>
                  <a:lnTo>
                    <a:pt x="27438" y="5946"/>
                  </a:lnTo>
                  <a:lnTo>
                    <a:pt x="27520" y="5754"/>
                  </a:lnTo>
                  <a:lnTo>
                    <a:pt x="27602" y="5554"/>
                  </a:lnTo>
                  <a:lnTo>
                    <a:pt x="27675" y="5362"/>
                  </a:lnTo>
                  <a:lnTo>
                    <a:pt x="27739" y="5162"/>
                  </a:lnTo>
                  <a:lnTo>
                    <a:pt x="27803" y="4961"/>
                  </a:lnTo>
                  <a:lnTo>
                    <a:pt x="27848" y="4751"/>
                  </a:lnTo>
                  <a:lnTo>
                    <a:pt x="27885" y="4542"/>
                  </a:lnTo>
                  <a:lnTo>
                    <a:pt x="27912" y="4259"/>
                  </a:lnTo>
                  <a:lnTo>
                    <a:pt x="27939" y="3967"/>
                  </a:lnTo>
                  <a:lnTo>
                    <a:pt x="27949" y="3684"/>
                  </a:lnTo>
                  <a:lnTo>
                    <a:pt x="27939" y="3393"/>
                  </a:lnTo>
                  <a:lnTo>
                    <a:pt x="27930" y="3110"/>
                  </a:lnTo>
                  <a:lnTo>
                    <a:pt x="27912" y="2827"/>
                  </a:lnTo>
                  <a:lnTo>
                    <a:pt x="27867" y="2262"/>
                  </a:lnTo>
                  <a:lnTo>
                    <a:pt x="27812" y="1697"/>
                  </a:lnTo>
                  <a:lnTo>
                    <a:pt x="27766" y="1131"/>
                  </a:lnTo>
                  <a:lnTo>
                    <a:pt x="27748" y="849"/>
                  </a:lnTo>
                  <a:lnTo>
                    <a:pt x="27739" y="566"/>
                  </a:lnTo>
                  <a:lnTo>
                    <a:pt x="27739" y="283"/>
                  </a:lnTo>
                  <a:lnTo>
                    <a:pt x="27748" y="1"/>
                  </a:lnTo>
                  <a:close/>
                </a:path>
              </a:pathLst>
            </a:custGeom>
            <a:solidFill>
              <a:srgbClr val="8DA4BA">
                <a:alpha val="37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15"/>
            <p:cNvSpPr/>
            <p:nvPr/>
          </p:nvSpPr>
          <p:spPr>
            <a:xfrm>
              <a:off x="2169368" y="2583040"/>
              <a:ext cx="585938" cy="517085"/>
            </a:xfrm>
            <a:custGeom>
              <a:avLst/>
              <a:gdLst/>
              <a:ahLst/>
              <a:cxnLst/>
              <a:rect l="l" t="t" r="r" b="b"/>
              <a:pathLst>
                <a:path w="10314" h="9102" extrusionOk="0">
                  <a:moveTo>
                    <a:pt x="4897" y="1"/>
                  </a:moveTo>
                  <a:lnTo>
                    <a:pt x="4633" y="19"/>
                  </a:lnTo>
                  <a:lnTo>
                    <a:pt x="4378" y="46"/>
                  </a:lnTo>
                  <a:lnTo>
                    <a:pt x="4122" y="92"/>
                  </a:lnTo>
                  <a:lnTo>
                    <a:pt x="3867" y="138"/>
                  </a:lnTo>
                  <a:lnTo>
                    <a:pt x="3621" y="201"/>
                  </a:lnTo>
                  <a:lnTo>
                    <a:pt x="3384" y="274"/>
                  </a:lnTo>
                  <a:lnTo>
                    <a:pt x="3147" y="356"/>
                  </a:lnTo>
                  <a:lnTo>
                    <a:pt x="2919" y="448"/>
                  </a:lnTo>
                  <a:lnTo>
                    <a:pt x="2700" y="548"/>
                  </a:lnTo>
                  <a:lnTo>
                    <a:pt x="2481" y="657"/>
                  </a:lnTo>
                  <a:lnTo>
                    <a:pt x="2271" y="776"/>
                  </a:lnTo>
                  <a:lnTo>
                    <a:pt x="2071" y="904"/>
                  </a:lnTo>
                  <a:lnTo>
                    <a:pt x="1879" y="1031"/>
                  </a:lnTo>
                  <a:lnTo>
                    <a:pt x="1688" y="1177"/>
                  </a:lnTo>
                  <a:lnTo>
                    <a:pt x="1514" y="1332"/>
                  </a:lnTo>
                  <a:lnTo>
                    <a:pt x="1341" y="1487"/>
                  </a:lnTo>
                  <a:lnTo>
                    <a:pt x="1177" y="1651"/>
                  </a:lnTo>
                  <a:lnTo>
                    <a:pt x="1022" y="1825"/>
                  </a:lnTo>
                  <a:lnTo>
                    <a:pt x="885" y="2007"/>
                  </a:lnTo>
                  <a:lnTo>
                    <a:pt x="748" y="2189"/>
                  </a:lnTo>
                  <a:lnTo>
                    <a:pt x="621" y="2381"/>
                  </a:lnTo>
                  <a:lnTo>
                    <a:pt x="511" y="2572"/>
                  </a:lnTo>
                  <a:lnTo>
                    <a:pt x="402" y="2773"/>
                  </a:lnTo>
                  <a:lnTo>
                    <a:pt x="311" y="2983"/>
                  </a:lnTo>
                  <a:lnTo>
                    <a:pt x="229" y="3192"/>
                  </a:lnTo>
                  <a:lnTo>
                    <a:pt x="165" y="3411"/>
                  </a:lnTo>
                  <a:lnTo>
                    <a:pt x="101" y="3630"/>
                  </a:lnTo>
                  <a:lnTo>
                    <a:pt x="55" y="3858"/>
                  </a:lnTo>
                  <a:lnTo>
                    <a:pt x="28" y="4086"/>
                  </a:lnTo>
                  <a:lnTo>
                    <a:pt x="10" y="4314"/>
                  </a:lnTo>
                  <a:lnTo>
                    <a:pt x="1" y="4551"/>
                  </a:lnTo>
                  <a:lnTo>
                    <a:pt x="10" y="4779"/>
                  </a:lnTo>
                  <a:lnTo>
                    <a:pt x="28" y="5016"/>
                  </a:lnTo>
                  <a:lnTo>
                    <a:pt x="55" y="5244"/>
                  </a:lnTo>
                  <a:lnTo>
                    <a:pt x="101" y="5463"/>
                  </a:lnTo>
                  <a:lnTo>
                    <a:pt x="165" y="5682"/>
                  </a:lnTo>
                  <a:lnTo>
                    <a:pt x="229" y="5901"/>
                  </a:lnTo>
                  <a:lnTo>
                    <a:pt x="311" y="6110"/>
                  </a:lnTo>
                  <a:lnTo>
                    <a:pt x="402" y="6320"/>
                  </a:lnTo>
                  <a:lnTo>
                    <a:pt x="511" y="6521"/>
                  </a:lnTo>
                  <a:lnTo>
                    <a:pt x="621" y="6721"/>
                  </a:lnTo>
                  <a:lnTo>
                    <a:pt x="748" y="6913"/>
                  </a:lnTo>
                  <a:lnTo>
                    <a:pt x="885" y="7095"/>
                  </a:lnTo>
                  <a:lnTo>
                    <a:pt x="1022" y="7268"/>
                  </a:lnTo>
                  <a:lnTo>
                    <a:pt x="1177" y="7442"/>
                  </a:lnTo>
                  <a:lnTo>
                    <a:pt x="1341" y="7606"/>
                  </a:lnTo>
                  <a:lnTo>
                    <a:pt x="1514" y="7770"/>
                  </a:lnTo>
                  <a:lnTo>
                    <a:pt x="1688" y="7916"/>
                  </a:lnTo>
                  <a:lnTo>
                    <a:pt x="1879" y="8062"/>
                  </a:lnTo>
                  <a:lnTo>
                    <a:pt x="2071" y="8198"/>
                  </a:lnTo>
                  <a:lnTo>
                    <a:pt x="2271" y="8326"/>
                  </a:lnTo>
                  <a:lnTo>
                    <a:pt x="2481" y="8445"/>
                  </a:lnTo>
                  <a:lnTo>
                    <a:pt x="2700" y="8554"/>
                  </a:lnTo>
                  <a:lnTo>
                    <a:pt x="2919" y="8654"/>
                  </a:lnTo>
                  <a:lnTo>
                    <a:pt x="3147" y="8746"/>
                  </a:lnTo>
                  <a:lnTo>
                    <a:pt x="3384" y="8828"/>
                  </a:lnTo>
                  <a:lnTo>
                    <a:pt x="3621" y="8891"/>
                  </a:lnTo>
                  <a:lnTo>
                    <a:pt x="3867" y="8955"/>
                  </a:lnTo>
                  <a:lnTo>
                    <a:pt x="4122" y="9010"/>
                  </a:lnTo>
                  <a:lnTo>
                    <a:pt x="4378" y="9046"/>
                  </a:lnTo>
                  <a:lnTo>
                    <a:pt x="4633" y="9074"/>
                  </a:lnTo>
                  <a:lnTo>
                    <a:pt x="4897" y="9092"/>
                  </a:lnTo>
                  <a:lnTo>
                    <a:pt x="5162" y="9101"/>
                  </a:lnTo>
                  <a:lnTo>
                    <a:pt x="5426" y="9092"/>
                  </a:lnTo>
                  <a:lnTo>
                    <a:pt x="5691" y="9074"/>
                  </a:lnTo>
                  <a:lnTo>
                    <a:pt x="5946" y="9046"/>
                  </a:lnTo>
                  <a:lnTo>
                    <a:pt x="6201" y="9010"/>
                  </a:lnTo>
                  <a:lnTo>
                    <a:pt x="6447" y="8955"/>
                  </a:lnTo>
                  <a:lnTo>
                    <a:pt x="6694" y="8891"/>
                  </a:lnTo>
                  <a:lnTo>
                    <a:pt x="6931" y="8828"/>
                  </a:lnTo>
                  <a:lnTo>
                    <a:pt x="7168" y="8746"/>
                  </a:lnTo>
                  <a:lnTo>
                    <a:pt x="7396" y="8654"/>
                  </a:lnTo>
                  <a:lnTo>
                    <a:pt x="7615" y="8554"/>
                  </a:lnTo>
                  <a:lnTo>
                    <a:pt x="7833" y="8445"/>
                  </a:lnTo>
                  <a:lnTo>
                    <a:pt x="8043" y="8326"/>
                  </a:lnTo>
                  <a:lnTo>
                    <a:pt x="8244" y="8198"/>
                  </a:lnTo>
                  <a:lnTo>
                    <a:pt x="8444" y="8062"/>
                  </a:lnTo>
                  <a:lnTo>
                    <a:pt x="8627" y="7916"/>
                  </a:lnTo>
                  <a:lnTo>
                    <a:pt x="8809" y="7770"/>
                  </a:lnTo>
                  <a:lnTo>
                    <a:pt x="8973" y="7606"/>
                  </a:lnTo>
                  <a:lnTo>
                    <a:pt x="9137" y="7442"/>
                  </a:lnTo>
                  <a:lnTo>
                    <a:pt x="9292" y="7268"/>
                  </a:lnTo>
                  <a:lnTo>
                    <a:pt x="9438" y="7095"/>
                  </a:lnTo>
                  <a:lnTo>
                    <a:pt x="9575" y="6913"/>
                  </a:lnTo>
                  <a:lnTo>
                    <a:pt x="9694" y="6721"/>
                  </a:lnTo>
                  <a:lnTo>
                    <a:pt x="9812" y="6521"/>
                  </a:lnTo>
                  <a:lnTo>
                    <a:pt x="9913" y="6320"/>
                  </a:lnTo>
                  <a:lnTo>
                    <a:pt x="10004" y="6110"/>
                  </a:lnTo>
                  <a:lnTo>
                    <a:pt x="10086" y="5901"/>
                  </a:lnTo>
                  <a:lnTo>
                    <a:pt x="10159" y="5682"/>
                  </a:lnTo>
                  <a:lnTo>
                    <a:pt x="10213" y="5463"/>
                  </a:lnTo>
                  <a:lnTo>
                    <a:pt x="10259" y="5244"/>
                  </a:lnTo>
                  <a:lnTo>
                    <a:pt x="10286" y="5016"/>
                  </a:lnTo>
                  <a:lnTo>
                    <a:pt x="10314" y="4779"/>
                  </a:lnTo>
                  <a:lnTo>
                    <a:pt x="10314" y="4551"/>
                  </a:lnTo>
                  <a:lnTo>
                    <a:pt x="10314" y="4314"/>
                  </a:lnTo>
                  <a:lnTo>
                    <a:pt x="10286" y="4086"/>
                  </a:lnTo>
                  <a:lnTo>
                    <a:pt x="10259" y="3858"/>
                  </a:lnTo>
                  <a:lnTo>
                    <a:pt x="10213" y="3630"/>
                  </a:lnTo>
                  <a:lnTo>
                    <a:pt x="10159" y="3411"/>
                  </a:lnTo>
                  <a:lnTo>
                    <a:pt x="10086" y="3192"/>
                  </a:lnTo>
                  <a:lnTo>
                    <a:pt x="10004" y="2983"/>
                  </a:lnTo>
                  <a:lnTo>
                    <a:pt x="9913" y="2773"/>
                  </a:lnTo>
                  <a:lnTo>
                    <a:pt x="9812" y="2572"/>
                  </a:lnTo>
                  <a:lnTo>
                    <a:pt x="9694" y="2381"/>
                  </a:lnTo>
                  <a:lnTo>
                    <a:pt x="9575" y="2189"/>
                  </a:lnTo>
                  <a:lnTo>
                    <a:pt x="9438" y="2007"/>
                  </a:lnTo>
                  <a:lnTo>
                    <a:pt x="9292" y="1825"/>
                  </a:lnTo>
                  <a:lnTo>
                    <a:pt x="9137" y="1651"/>
                  </a:lnTo>
                  <a:lnTo>
                    <a:pt x="8973" y="1487"/>
                  </a:lnTo>
                  <a:lnTo>
                    <a:pt x="8809" y="1332"/>
                  </a:lnTo>
                  <a:lnTo>
                    <a:pt x="8627" y="1177"/>
                  </a:lnTo>
                  <a:lnTo>
                    <a:pt x="8444" y="1031"/>
                  </a:lnTo>
                  <a:lnTo>
                    <a:pt x="8244" y="904"/>
                  </a:lnTo>
                  <a:lnTo>
                    <a:pt x="8043" y="776"/>
                  </a:lnTo>
                  <a:lnTo>
                    <a:pt x="7833" y="657"/>
                  </a:lnTo>
                  <a:lnTo>
                    <a:pt x="7615" y="548"/>
                  </a:lnTo>
                  <a:lnTo>
                    <a:pt x="7396" y="448"/>
                  </a:lnTo>
                  <a:lnTo>
                    <a:pt x="7168" y="356"/>
                  </a:lnTo>
                  <a:lnTo>
                    <a:pt x="6931" y="274"/>
                  </a:lnTo>
                  <a:lnTo>
                    <a:pt x="6694" y="201"/>
                  </a:lnTo>
                  <a:lnTo>
                    <a:pt x="6447" y="138"/>
                  </a:lnTo>
                  <a:lnTo>
                    <a:pt x="6201" y="92"/>
                  </a:lnTo>
                  <a:lnTo>
                    <a:pt x="5946" y="46"/>
                  </a:lnTo>
                  <a:lnTo>
                    <a:pt x="5691" y="19"/>
                  </a:lnTo>
                  <a:lnTo>
                    <a:pt x="5426" y="1"/>
                  </a:lnTo>
                  <a:close/>
                </a:path>
              </a:pathLst>
            </a:custGeom>
            <a:solidFill>
              <a:srgbClr val="419AB0">
                <a:alpha val="37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p15"/>
          <p:cNvSpPr txBox="1">
            <a:spLocks noGrp="1"/>
          </p:cNvSpPr>
          <p:nvPr>
            <p:ph type="ctrTitle"/>
          </p:nvPr>
        </p:nvSpPr>
        <p:spPr>
          <a:xfrm>
            <a:off x="3527506" y="1388066"/>
            <a:ext cx="4954851" cy="16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Parkinson's Disease Predictive Machine Learning Model</a:t>
            </a:r>
          </a:p>
        </p:txBody>
      </p:sp>
      <p:sp>
        <p:nvSpPr>
          <p:cNvPr id="50" name="Google Shape;50;p15"/>
          <p:cNvSpPr txBox="1">
            <a:spLocks noGrp="1"/>
          </p:cNvSpPr>
          <p:nvPr>
            <p:ph type="subTitle" idx="1"/>
          </p:nvPr>
        </p:nvSpPr>
        <p:spPr>
          <a:xfrm>
            <a:off x="3549808" y="3400471"/>
            <a:ext cx="3370500" cy="4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Luna Pérez Troncoso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>
          <a:extLst>
            <a:ext uri="{FF2B5EF4-FFF2-40B4-BE49-F238E27FC236}">
              <a16:creationId xmlns:a16="http://schemas.microsoft.com/office/drawing/2014/main" id="{9984575D-BF1E-D944-ACB2-A1129F45F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>
            <a:extLst>
              <a:ext uri="{FF2B5EF4-FFF2-40B4-BE49-F238E27FC236}">
                <a16:creationId xmlns:a16="http://schemas.microsoft.com/office/drawing/2014/main" id="{196C5418-7E87-1E5A-CDC2-DEAB82747A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61" name="Google Shape;61;p16">
            <a:extLst>
              <a:ext uri="{FF2B5EF4-FFF2-40B4-BE49-F238E27FC236}">
                <a16:creationId xmlns:a16="http://schemas.microsoft.com/office/drawing/2014/main" id="{DCE90E69-2847-BDCD-80D2-32A47516959F}"/>
              </a:ext>
            </a:extLst>
          </p:cNvPr>
          <p:cNvSpPr txBox="1"/>
          <p:nvPr/>
        </p:nvSpPr>
        <p:spPr>
          <a:xfrm>
            <a:off x="2024717" y="1343888"/>
            <a:ext cx="6382338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The </a:t>
            </a:r>
            <a:r>
              <a:rPr lang="en-US" b="1" dirty="0"/>
              <a:t>early detection of PD</a:t>
            </a:r>
            <a:r>
              <a:rPr lang="en-US" dirty="0"/>
              <a:t> is a </a:t>
            </a:r>
            <a:r>
              <a:rPr lang="en-US" b="1" dirty="0"/>
              <a:t>growing priority </a:t>
            </a:r>
            <a:r>
              <a:rPr lang="en-US" dirty="0"/>
              <a:t>within both clinical practice and research. </a:t>
            </a:r>
            <a:endParaRPr lang="en-US" b="1" dirty="0"/>
          </a:p>
        </p:txBody>
      </p:sp>
      <p:sp>
        <p:nvSpPr>
          <p:cNvPr id="18" name="Google Shape;601;p25">
            <a:extLst>
              <a:ext uri="{FF2B5EF4-FFF2-40B4-BE49-F238E27FC236}">
                <a16:creationId xmlns:a16="http://schemas.microsoft.com/office/drawing/2014/main" id="{9627026C-2DFE-8FDD-98F0-36AB32BF8E76}"/>
              </a:ext>
            </a:extLst>
          </p:cNvPr>
          <p:cNvSpPr/>
          <p:nvPr/>
        </p:nvSpPr>
        <p:spPr>
          <a:xfrm>
            <a:off x="553316" y="957190"/>
            <a:ext cx="1165500" cy="1165500"/>
          </a:xfrm>
          <a:prstGeom prst="ellipse">
            <a:avLst/>
          </a:prstGeom>
          <a:solidFill>
            <a:srgbClr val="419AB0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612;p25">
            <a:extLst>
              <a:ext uri="{FF2B5EF4-FFF2-40B4-BE49-F238E27FC236}">
                <a16:creationId xmlns:a16="http://schemas.microsoft.com/office/drawing/2014/main" id="{5DDD1EC0-35E3-0036-6D6E-4A937DE0C1F3}"/>
              </a:ext>
            </a:extLst>
          </p:cNvPr>
          <p:cNvGrpSpPr/>
          <p:nvPr/>
        </p:nvGrpSpPr>
        <p:grpSpPr>
          <a:xfrm>
            <a:off x="837877" y="1083583"/>
            <a:ext cx="596388" cy="912612"/>
            <a:chOff x="5403486" y="1078668"/>
            <a:chExt cx="596388" cy="912612"/>
          </a:xfrm>
        </p:grpSpPr>
        <p:sp>
          <p:nvSpPr>
            <p:cNvPr id="23" name="Google Shape;613;p25">
              <a:extLst>
                <a:ext uri="{FF2B5EF4-FFF2-40B4-BE49-F238E27FC236}">
                  <a16:creationId xmlns:a16="http://schemas.microsoft.com/office/drawing/2014/main" id="{AC4B0B70-2C55-2743-19D0-0506CE5444C3}"/>
                </a:ext>
              </a:extLst>
            </p:cNvPr>
            <p:cNvSpPr/>
            <p:nvPr/>
          </p:nvSpPr>
          <p:spPr>
            <a:xfrm>
              <a:off x="5578589" y="1476621"/>
              <a:ext cx="53205" cy="101493"/>
            </a:xfrm>
            <a:custGeom>
              <a:avLst/>
              <a:gdLst/>
              <a:ahLst/>
              <a:cxnLst/>
              <a:rect l="l" t="t" r="r" b="b"/>
              <a:pathLst>
                <a:path w="4816" h="9187" extrusionOk="0">
                  <a:moveTo>
                    <a:pt x="2292" y="0"/>
                  </a:moveTo>
                  <a:lnTo>
                    <a:pt x="2172" y="10"/>
                  </a:lnTo>
                  <a:lnTo>
                    <a:pt x="2051" y="20"/>
                  </a:lnTo>
                  <a:lnTo>
                    <a:pt x="1930" y="40"/>
                  </a:lnTo>
                  <a:lnTo>
                    <a:pt x="1699" y="101"/>
                  </a:lnTo>
                  <a:lnTo>
                    <a:pt x="1478" y="191"/>
                  </a:lnTo>
                  <a:lnTo>
                    <a:pt x="1267" y="292"/>
                  </a:lnTo>
                  <a:lnTo>
                    <a:pt x="1066" y="412"/>
                  </a:lnTo>
                  <a:lnTo>
                    <a:pt x="885" y="543"/>
                  </a:lnTo>
                  <a:lnTo>
                    <a:pt x="714" y="704"/>
                  </a:lnTo>
                  <a:lnTo>
                    <a:pt x="553" y="875"/>
                  </a:lnTo>
                  <a:lnTo>
                    <a:pt x="413" y="1056"/>
                  </a:lnTo>
                  <a:lnTo>
                    <a:pt x="292" y="1257"/>
                  </a:lnTo>
                  <a:lnTo>
                    <a:pt x="192" y="1468"/>
                  </a:lnTo>
                  <a:lnTo>
                    <a:pt x="111" y="1689"/>
                  </a:lnTo>
                  <a:lnTo>
                    <a:pt x="51" y="1920"/>
                  </a:lnTo>
                  <a:lnTo>
                    <a:pt x="31" y="2041"/>
                  </a:lnTo>
                  <a:lnTo>
                    <a:pt x="21" y="2161"/>
                  </a:lnTo>
                  <a:lnTo>
                    <a:pt x="11" y="2282"/>
                  </a:lnTo>
                  <a:lnTo>
                    <a:pt x="1" y="2402"/>
                  </a:lnTo>
                  <a:lnTo>
                    <a:pt x="1" y="6785"/>
                  </a:lnTo>
                  <a:lnTo>
                    <a:pt x="11" y="6905"/>
                  </a:lnTo>
                  <a:lnTo>
                    <a:pt x="21" y="7026"/>
                  </a:lnTo>
                  <a:lnTo>
                    <a:pt x="31" y="7146"/>
                  </a:lnTo>
                  <a:lnTo>
                    <a:pt x="51" y="7267"/>
                  </a:lnTo>
                  <a:lnTo>
                    <a:pt x="111" y="7498"/>
                  </a:lnTo>
                  <a:lnTo>
                    <a:pt x="192" y="7719"/>
                  </a:lnTo>
                  <a:lnTo>
                    <a:pt x="292" y="7930"/>
                  </a:lnTo>
                  <a:lnTo>
                    <a:pt x="413" y="8121"/>
                  </a:lnTo>
                  <a:lnTo>
                    <a:pt x="553" y="8312"/>
                  </a:lnTo>
                  <a:lnTo>
                    <a:pt x="714" y="8483"/>
                  </a:lnTo>
                  <a:lnTo>
                    <a:pt x="885" y="8634"/>
                  </a:lnTo>
                  <a:lnTo>
                    <a:pt x="1066" y="8775"/>
                  </a:lnTo>
                  <a:lnTo>
                    <a:pt x="1267" y="8895"/>
                  </a:lnTo>
                  <a:lnTo>
                    <a:pt x="1478" y="8996"/>
                  </a:lnTo>
                  <a:lnTo>
                    <a:pt x="1699" y="9076"/>
                  </a:lnTo>
                  <a:lnTo>
                    <a:pt x="1930" y="9136"/>
                  </a:lnTo>
                  <a:lnTo>
                    <a:pt x="2051" y="9157"/>
                  </a:lnTo>
                  <a:lnTo>
                    <a:pt x="2172" y="9177"/>
                  </a:lnTo>
                  <a:lnTo>
                    <a:pt x="2292" y="9187"/>
                  </a:lnTo>
                  <a:lnTo>
                    <a:pt x="2534" y="9187"/>
                  </a:lnTo>
                  <a:lnTo>
                    <a:pt x="2654" y="9177"/>
                  </a:lnTo>
                  <a:lnTo>
                    <a:pt x="2775" y="9157"/>
                  </a:lnTo>
                  <a:lnTo>
                    <a:pt x="2895" y="9136"/>
                  </a:lnTo>
                  <a:lnTo>
                    <a:pt x="3127" y="9076"/>
                  </a:lnTo>
                  <a:lnTo>
                    <a:pt x="3348" y="8996"/>
                  </a:lnTo>
                  <a:lnTo>
                    <a:pt x="3559" y="8895"/>
                  </a:lnTo>
                  <a:lnTo>
                    <a:pt x="3760" y="8775"/>
                  </a:lnTo>
                  <a:lnTo>
                    <a:pt x="3941" y="8634"/>
                  </a:lnTo>
                  <a:lnTo>
                    <a:pt x="4111" y="8483"/>
                  </a:lnTo>
                  <a:lnTo>
                    <a:pt x="4272" y="8312"/>
                  </a:lnTo>
                  <a:lnTo>
                    <a:pt x="4403" y="8121"/>
                  </a:lnTo>
                  <a:lnTo>
                    <a:pt x="4524" y="7930"/>
                  </a:lnTo>
                  <a:lnTo>
                    <a:pt x="4634" y="7719"/>
                  </a:lnTo>
                  <a:lnTo>
                    <a:pt x="4715" y="7498"/>
                  </a:lnTo>
                  <a:lnTo>
                    <a:pt x="4775" y="7267"/>
                  </a:lnTo>
                  <a:lnTo>
                    <a:pt x="4795" y="7146"/>
                  </a:lnTo>
                  <a:lnTo>
                    <a:pt x="4805" y="7026"/>
                  </a:lnTo>
                  <a:lnTo>
                    <a:pt x="4815" y="6905"/>
                  </a:lnTo>
                  <a:lnTo>
                    <a:pt x="4815" y="6785"/>
                  </a:lnTo>
                  <a:lnTo>
                    <a:pt x="4815" y="2402"/>
                  </a:lnTo>
                  <a:lnTo>
                    <a:pt x="4815" y="2282"/>
                  </a:lnTo>
                  <a:lnTo>
                    <a:pt x="4805" y="2161"/>
                  </a:lnTo>
                  <a:lnTo>
                    <a:pt x="4795" y="2041"/>
                  </a:lnTo>
                  <a:lnTo>
                    <a:pt x="4775" y="1920"/>
                  </a:lnTo>
                  <a:lnTo>
                    <a:pt x="4715" y="1689"/>
                  </a:lnTo>
                  <a:lnTo>
                    <a:pt x="4634" y="1468"/>
                  </a:lnTo>
                  <a:lnTo>
                    <a:pt x="4524" y="1257"/>
                  </a:lnTo>
                  <a:lnTo>
                    <a:pt x="4403" y="1056"/>
                  </a:lnTo>
                  <a:lnTo>
                    <a:pt x="4272" y="875"/>
                  </a:lnTo>
                  <a:lnTo>
                    <a:pt x="4111" y="704"/>
                  </a:lnTo>
                  <a:lnTo>
                    <a:pt x="3941" y="543"/>
                  </a:lnTo>
                  <a:lnTo>
                    <a:pt x="3760" y="412"/>
                  </a:lnTo>
                  <a:lnTo>
                    <a:pt x="3559" y="292"/>
                  </a:lnTo>
                  <a:lnTo>
                    <a:pt x="3348" y="191"/>
                  </a:lnTo>
                  <a:lnTo>
                    <a:pt x="3127" y="101"/>
                  </a:lnTo>
                  <a:lnTo>
                    <a:pt x="2895" y="40"/>
                  </a:lnTo>
                  <a:lnTo>
                    <a:pt x="2775" y="20"/>
                  </a:lnTo>
                  <a:lnTo>
                    <a:pt x="2654" y="10"/>
                  </a:lnTo>
                  <a:lnTo>
                    <a:pt x="25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14;p25">
              <a:extLst>
                <a:ext uri="{FF2B5EF4-FFF2-40B4-BE49-F238E27FC236}">
                  <a16:creationId xmlns:a16="http://schemas.microsoft.com/office/drawing/2014/main" id="{136404EE-8D3B-6BC3-B640-89DC4C7509EB}"/>
                </a:ext>
              </a:extLst>
            </p:cNvPr>
            <p:cNvSpPr/>
            <p:nvPr/>
          </p:nvSpPr>
          <p:spPr>
            <a:xfrm>
              <a:off x="5582588" y="1584434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1"/>
                  </a:moveTo>
                  <a:lnTo>
                    <a:pt x="2061" y="21"/>
                  </a:lnTo>
                  <a:lnTo>
                    <a:pt x="1940" y="41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9" y="141"/>
                  </a:lnTo>
                  <a:lnTo>
                    <a:pt x="1468" y="182"/>
                  </a:lnTo>
                  <a:lnTo>
                    <a:pt x="1357" y="232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74" y="634"/>
                  </a:lnTo>
                  <a:lnTo>
                    <a:pt x="604" y="805"/>
                  </a:lnTo>
                  <a:lnTo>
                    <a:pt x="463" y="986"/>
                  </a:lnTo>
                  <a:lnTo>
                    <a:pt x="332" y="1177"/>
                  </a:lnTo>
                  <a:lnTo>
                    <a:pt x="222" y="1378"/>
                  </a:lnTo>
                  <a:lnTo>
                    <a:pt x="141" y="1599"/>
                  </a:lnTo>
                  <a:lnTo>
                    <a:pt x="71" y="1820"/>
                  </a:lnTo>
                  <a:lnTo>
                    <a:pt x="21" y="2041"/>
                  </a:lnTo>
                  <a:lnTo>
                    <a:pt x="1" y="2282"/>
                  </a:lnTo>
                  <a:lnTo>
                    <a:pt x="1" y="2513"/>
                  </a:lnTo>
                  <a:lnTo>
                    <a:pt x="21" y="2755"/>
                  </a:lnTo>
                  <a:lnTo>
                    <a:pt x="41" y="2865"/>
                  </a:lnTo>
                  <a:lnTo>
                    <a:pt x="61" y="2986"/>
                  </a:lnTo>
                  <a:lnTo>
                    <a:pt x="101" y="3106"/>
                  </a:lnTo>
                  <a:lnTo>
                    <a:pt x="141" y="3217"/>
                  </a:lnTo>
                  <a:lnTo>
                    <a:pt x="1619" y="7338"/>
                  </a:lnTo>
                  <a:lnTo>
                    <a:pt x="1669" y="7458"/>
                  </a:lnTo>
                  <a:lnTo>
                    <a:pt x="1719" y="7569"/>
                  </a:lnTo>
                  <a:lnTo>
                    <a:pt x="1769" y="7669"/>
                  </a:lnTo>
                  <a:lnTo>
                    <a:pt x="1830" y="7780"/>
                  </a:lnTo>
                  <a:lnTo>
                    <a:pt x="1970" y="7971"/>
                  </a:lnTo>
                  <a:lnTo>
                    <a:pt x="2121" y="8152"/>
                  </a:lnTo>
                  <a:lnTo>
                    <a:pt x="2282" y="8313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695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896"/>
                  </a:lnTo>
                  <a:lnTo>
                    <a:pt x="3760" y="8926"/>
                  </a:lnTo>
                  <a:lnTo>
                    <a:pt x="4001" y="8926"/>
                  </a:lnTo>
                  <a:lnTo>
                    <a:pt x="4232" y="8906"/>
                  </a:lnTo>
                  <a:lnTo>
                    <a:pt x="4353" y="8886"/>
                  </a:lnTo>
                  <a:lnTo>
                    <a:pt x="4473" y="885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5"/>
                  </a:lnTo>
                  <a:lnTo>
                    <a:pt x="4935" y="8695"/>
                  </a:lnTo>
                  <a:lnTo>
                    <a:pt x="5036" y="8634"/>
                  </a:lnTo>
                  <a:lnTo>
                    <a:pt x="5147" y="8574"/>
                  </a:lnTo>
                  <a:lnTo>
                    <a:pt x="5338" y="8443"/>
                  </a:lnTo>
                  <a:lnTo>
                    <a:pt x="5518" y="8293"/>
                  </a:lnTo>
                  <a:lnTo>
                    <a:pt x="5679" y="8122"/>
                  </a:lnTo>
                  <a:lnTo>
                    <a:pt x="5830" y="7941"/>
                  </a:lnTo>
                  <a:lnTo>
                    <a:pt x="5961" y="7750"/>
                  </a:lnTo>
                  <a:lnTo>
                    <a:pt x="6061" y="7549"/>
                  </a:lnTo>
                  <a:lnTo>
                    <a:pt x="6152" y="7328"/>
                  </a:lnTo>
                  <a:lnTo>
                    <a:pt x="6222" y="7107"/>
                  </a:lnTo>
                  <a:lnTo>
                    <a:pt x="6262" y="6885"/>
                  </a:lnTo>
                  <a:lnTo>
                    <a:pt x="6292" y="6644"/>
                  </a:lnTo>
                  <a:lnTo>
                    <a:pt x="6292" y="6413"/>
                  </a:lnTo>
                  <a:lnTo>
                    <a:pt x="6272" y="6172"/>
                  </a:lnTo>
                  <a:lnTo>
                    <a:pt x="6252" y="6061"/>
                  </a:lnTo>
                  <a:lnTo>
                    <a:pt x="6222" y="5941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9"/>
                  </a:lnTo>
                  <a:lnTo>
                    <a:pt x="4624" y="1468"/>
                  </a:lnTo>
                  <a:lnTo>
                    <a:pt x="4574" y="1357"/>
                  </a:lnTo>
                  <a:lnTo>
                    <a:pt x="4513" y="1257"/>
                  </a:lnTo>
                  <a:lnTo>
                    <a:pt x="4453" y="1146"/>
                  </a:lnTo>
                  <a:lnTo>
                    <a:pt x="4322" y="955"/>
                  </a:lnTo>
                  <a:lnTo>
                    <a:pt x="4172" y="775"/>
                  </a:lnTo>
                  <a:lnTo>
                    <a:pt x="4001" y="614"/>
                  </a:lnTo>
                  <a:lnTo>
                    <a:pt x="3820" y="463"/>
                  </a:lnTo>
                  <a:lnTo>
                    <a:pt x="3629" y="332"/>
                  </a:lnTo>
                  <a:lnTo>
                    <a:pt x="3428" y="232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5" y="21"/>
                  </a:lnTo>
                  <a:lnTo>
                    <a:pt x="25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15;p25">
              <a:extLst>
                <a:ext uri="{FF2B5EF4-FFF2-40B4-BE49-F238E27FC236}">
                  <a16:creationId xmlns:a16="http://schemas.microsoft.com/office/drawing/2014/main" id="{BA01FD91-5BEC-1F5A-E81E-4B59C6513D3F}"/>
                </a:ext>
              </a:extLst>
            </p:cNvPr>
            <p:cNvSpPr/>
            <p:nvPr/>
          </p:nvSpPr>
          <p:spPr>
            <a:xfrm>
              <a:off x="5626115" y="1688368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0"/>
                  </a:moveTo>
                  <a:lnTo>
                    <a:pt x="2051" y="20"/>
                  </a:lnTo>
                  <a:lnTo>
                    <a:pt x="1940" y="40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8" y="141"/>
                  </a:lnTo>
                  <a:lnTo>
                    <a:pt x="1468" y="191"/>
                  </a:lnTo>
                  <a:lnTo>
                    <a:pt x="1357" y="241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64" y="643"/>
                  </a:lnTo>
                  <a:lnTo>
                    <a:pt x="603" y="804"/>
                  </a:lnTo>
                  <a:lnTo>
                    <a:pt x="463" y="985"/>
                  </a:lnTo>
                  <a:lnTo>
                    <a:pt x="332" y="1176"/>
                  </a:lnTo>
                  <a:lnTo>
                    <a:pt x="222" y="1387"/>
                  </a:lnTo>
                  <a:lnTo>
                    <a:pt x="141" y="1598"/>
                  </a:lnTo>
                  <a:lnTo>
                    <a:pt x="71" y="1819"/>
                  </a:lnTo>
                  <a:lnTo>
                    <a:pt x="21" y="2051"/>
                  </a:lnTo>
                  <a:lnTo>
                    <a:pt x="0" y="2282"/>
                  </a:lnTo>
                  <a:lnTo>
                    <a:pt x="0" y="2513"/>
                  </a:lnTo>
                  <a:lnTo>
                    <a:pt x="21" y="2754"/>
                  </a:lnTo>
                  <a:lnTo>
                    <a:pt x="41" y="2875"/>
                  </a:lnTo>
                  <a:lnTo>
                    <a:pt x="61" y="2985"/>
                  </a:lnTo>
                  <a:lnTo>
                    <a:pt x="101" y="3106"/>
                  </a:lnTo>
                  <a:lnTo>
                    <a:pt x="141" y="3226"/>
                  </a:lnTo>
                  <a:lnTo>
                    <a:pt x="1619" y="7337"/>
                  </a:lnTo>
                  <a:lnTo>
                    <a:pt x="1669" y="7458"/>
                  </a:lnTo>
                  <a:lnTo>
                    <a:pt x="1719" y="7568"/>
                  </a:lnTo>
                  <a:lnTo>
                    <a:pt x="1769" y="7679"/>
                  </a:lnTo>
                  <a:lnTo>
                    <a:pt x="1830" y="7780"/>
                  </a:lnTo>
                  <a:lnTo>
                    <a:pt x="1970" y="7981"/>
                  </a:lnTo>
                  <a:lnTo>
                    <a:pt x="2121" y="8161"/>
                  </a:lnTo>
                  <a:lnTo>
                    <a:pt x="2282" y="8322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704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905"/>
                  </a:lnTo>
                  <a:lnTo>
                    <a:pt x="3759" y="8925"/>
                  </a:lnTo>
                  <a:lnTo>
                    <a:pt x="4001" y="8925"/>
                  </a:lnTo>
                  <a:lnTo>
                    <a:pt x="4232" y="8905"/>
                  </a:lnTo>
                  <a:lnTo>
                    <a:pt x="4352" y="8885"/>
                  </a:lnTo>
                  <a:lnTo>
                    <a:pt x="4473" y="886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4"/>
                  </a:lnTo>
                  <a:lnTo>
                    <a:pt x="4935" y="8694"/>
                  </a:lnTo>
                  <a:lnTo>
                    <a:pt x="5036" y="8634"/>
                  </a:lnTo>
                  <a:lnTo>
                    <a:pt x="5146" y="8584"/>
                  </a:lnTo>
                  <a:lnTo>
                    <a:pt x="5337" y="8443"/>
                  </a:lnTo>
                  <a:lnTo>
                    <a:pt x="5518" y="8292"/>
                  </a:lnTo>
                  <a:lnTo>
                    <a:pt x="5679" y="8121"/>
                  </a:lnTo>
                  <a:lnTo>
                    <a:pt x="5830" y="7940"/>
                  </a:lnTo>
                  <a:lnTo>
                    <a:pt x="5951" y="7749"/>
                  </a:lnTo>
                  <a:lnTo>
                    <a:pt x="6061" y="7548"/>
                  </a:lnTo>
                  <a:lnTo>
                    <a:pt x="6152" y="7337"/>
                  </a:lnTo>
                  <a:lnTo>
                    <a:pt x="6222" y="7116"/>
                  </a:lnTo>
                  <a:lnTo>
                    <a:pt x="6262" y="6885"/>
                  </a:lnTo>
                  <a:lnTo>
                    <a:pt x="6292" y="6654"/>
                  </a:lnTo>
                  <a:lnTo>
                    <a:pt x="6292" y="6413"/>
                  </a:lnTo>
                  <a:lnTo>
                    <a:pt x="6272" y="6181"/>
                  </a:lnTo>
                  <a:lnTo>
                    <a:pt x="6252" y="6061"/>
                  </a:lnTo>
                  <a:lnTo>
                    <a:pt x="6222" y="5940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8"/>
                  </a:lnTo>
                  <a:lnTo>
                    <a:pt x="4624" y="1478"/>
                  </a:lnTo>
                  <a:lnTo>
                    <a:pt x="4574" y="1367"/>
                  </a:lnTo>
                  <a:lnTo>
                    <a:pt x="4513" y="1257"/>
                  </a:lnTo>
                  <a:lnTo>
                    <a:pt x="4453" y="1156"/>
                  </a:lnTo>
                  <a:lnTo>
                    <a:pt x="4322" y="955"/>
                  </a:lnTo>
                  <a:lnTo>
                    <a:pt x="4172" y="774"/>
                  </a:lnTo>
                  <a:lnTo>
                    <a:pt x="4001" y="613"/>
                  </a:lnTo>
                  <a:lnTo>
                    <a:pt x="3820" y="463"/>
                  </a:lnTo>
                  <a:lnTo>
                    <a:pt x="3629" y="342"/>
                  </a:lnTo>
                  <a:lnTo>
                    <a:pt x="3428" y="231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4" y="30"/>
                  </a:lnTo>
                  <a:lnTo>
                    <a:pt x="25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16;p25">
              <a:extLst>
                <a:ext uri="{FF2B5EF4-FFF2-40B4-BE49-F238E27FC236}">
                  <a16:creationId xmlns:a16="http://schemas.microsoft.com/office/drawing/2014/main" id="{6216B4B2-40D2-773B-1179-8EE34ADC0CFD}"/>
                </a:ext>
              </a:extLst>
            </p:cNvPr>
            <p:cNvSpPr/>
            <p:nvPr/>
          </p:nvSpPr>
          <p:spPr>
            <a:xfrm>
              <a:off x="5684413" y="1776859"/>
              <a:ext cx="97936" cy="71632"/>
            </a:xfrm>
            <a:custGeom>
              <a:avLst/>
              <a:gdLst/>
              <a:ahLst/>
              <a:cxnLst/>
              <a:rect l="l" t="t" r="r" b="b"/>
              <a:pathLst>
                <a:path w="8865" h="6484" extrusionOk="0">
                  <a:moveTo>
                    <a:pt x="2392" y="1"/>
                  </a:moveTo>
                  <a:lnTo>
                    <a:pt x="2151" y="11"/>
                  </a:lnTo>
                  <a:lnTo>
                    <a:pt x="1930" y="51"/>
                  </a:lnTo>
                  <a:lnTo>
                    <a:pt x="1699" y="111"/>
                  </a:lnTo>
                  <a:lnTo>
                    <a:pt x="1488" y="192"/>
                  </a:lnTo>
                  <a:lnTo>
                    <a:pt x="1277" y="282"/>
                  </a:lnTo>
                  <a:lnTo>
                    <a:pt x="1076" y="403"/>
                  </a:lnTo>
                  <a:lnTo>
                    <a:pt x="885" y="543"/>
                  </a:lnTo>
                  <a:lnTo>
                    <a:pt x="714" y="694"/>
                  </a:lnTo>
                  <a:lnTo>
                    <a:pt x="553" y="875"/>
                  </a:lnTo>
                  <a:lnTo>
                    <a:pt x="412" y="1066"/>
                  </a:lnTo>
                  <a:lnTo>
                    <a:pt x="352" y="1167"/>
                  </a:lnTo>
                  <a:lnTo>
                    <a:pt x="292" y="1267"/>
                  </a:lnTo>
                  <a:lnTo>
                    <a:pt x="231" y="1378"/>
                  </a:lnTo>
                  <a:lnTo>
                    <a:pt x="181" y="1488"/>
                  </a:lnTo>
                  <a:lnTo>
                    <a:pt x="141" y="1609"/>
                  </a:lnTo>
                  <a:lnTo>
                    <a:pt x="101" y="1719"/>
                  </a:lnTo>
                  <a:lnTo>
                    <a:pt x="70" y="1840"/>
                  </a:lnTo>
                  <a:lnTo>
                    <a:pt x="40" y="1961"/>
                  </a:lnTo>
                  <a:lnTo>
                    <a:pt x="10" y="2192"/>
                  </a:lnTo>
                  <a:lnTo>
                    <a:pt x="0" y="2423"/>
                  </a:lnTo>
                  <a:lnTo>
                    <a:pt x="20" y="2664"/>
                  </a:lnTo>
                  <a:lnTo>
                    <a:pt x="50" y="2885"/>
                  </a:lnTo>
                  <a:lnTo>
                    <a:pt x="111" y="3116"/>
                  </a:lnTo>
                  <a:lnTo>
                    <a:pt x="191" y="3328"/>
                  </a:lnTo>
                  <a:lnTo>
                    <a:pt x="292" y="3539"/>
                  </a:lnTo>
                  <a:lnTo>
                    <a:pt x="402" y="3740"/>
                  </a:lnTo>
                  <a:lnTo>
                    <a:pt x="543" y="3931"/>
                  </a:lnTo>
                  <a:lnTo>
                    <a:pt x="704" y="4101"/>
                  </a:lnTo>
                  <a:lnTo>
                    <a:pt x="875" y="4262"/>
                  </a:lnTo>
                  <a:lnTo>
                    <a:pt x="1066" y="4403"/>
                  </a:lnTo>
                  <a:lnTo>
                    <a:pt x="1166" y="4473"/>
                  </a:lnTo>
                  <a:lnTo>
                    <a:pt x="1267" y="4524"/>
                  </a:lnTo>
                  <a:lnTo>
                    <a:pt x="1377" y="4584"/>
                  </a:lnTo>
                  <a:lnTo>
                    <a:pt x="1488" y="4634"/>
                  </a:lnTo>
                  <a:lnTo>
                    <a:pt x="5538" y="6303"/>
                  </a:lnTo>
                  <a:lnTo>
                    <a:pt x="5659" y="6343"/>
                  </a:lnTo>
                  <a:lnTo>
                    <a:pt x="5769" y="6383"/>
                  </a:lnTo>
                  <a:lnTo>
                    <a:pt x="5890" y="6413"/>
                  </a:lnTo>
                  <a:lnTo>
                    <a:pt x="6010" y="6443"/>
                  </a:lnTo>
                  <a:lnTo>
                    <a:pt x="6242" y="6473"/>
                  </a:lnTo>
                  <a:lnTo>
                    <a:pt x="6473" y="6483"/>
                  </a:lnTo>
                  <a:lnTo>
                    <a:pt x="6714" y="6463"/>
                  </a:lnTo>
                  <a:lnTo>
                    <a:pt x="6935" y="6433"/>
                  </a:lnTo>
                  <a:lnTo>
                    <a:pt x="7166" y="6373"/>
                  </a:lnTo>
                  <a:lnTo>
                    <a:pt x="7377" y="6293"/>
                  </a:lnTo>
                  <a:lnTo>
                    <a:pt x="7588" y="6192"/>
                  </a:lnTo>
                  <a:lnTo>
                    <a:pt x="7789" y="6071"/>
                  </a:lnTo>
                  <a:lnTo>
                    <a:pt x="7980" y="5941"/>
                  </a:lnTo>
                  <a:lnTo>
                    <a:pt x="8151" y="5780"/>
                  </a:lnTo>
                  <a:lnTo>
                    <a:pt x="8312" y="5609"/>
                  </a:lnTo>
                  <a:lnTo>
                    <a:pt x="8453" y="5418"/>
                  </a:lnTo>
                  <a:lnTo>
                    <a:pt x="8513" y="5318"/>
                  </a:lnTo>
                  <a:lnTo>
                    <a:pt x="8573" y="5217"/>
                  </a:lnTo>
                  <a:lnTo>
                    <a:pt x="8634" y="5107"/>
                  </a:lnTo>
                  <a:lnTo>
                    <a:pt x="8684" y="4986"/>
                  </a:lnTo>
                  <a:lnTo>
                    <a:pt x="8724" y="4875"/>
                  </a:lnTo>
                  <a:lnTo>
                    <a:pt x="8764" y="4755"/>
                  </a:lnTo>
                  <a:lnTo>
                    <a:pt x="8795" y="4644"/>
                  </a:lnTo>
                  <a:lnTo>
                    <a:pt x="8825" y="4524"/>
                  </a:lnTo>
                  <a:lnTo>
                    <a:pt x="8855" y="4292"/>
                  </a:lnTo>
                  <a:lnTo>
                    <a:pt x="8865" y="4051"/>
                  </a:lnTo>
                  <a:lnTo>
                    <a:pt x="8845" y="3820"/>
                  </a:lnTo>
                  <a:lnTo>
                    <a:pt x="8815" y="3589"/>
                  </a:lnTo>
                  <a:lnTo>
                    <a:pt x="8754" y="3368"/>
                  </a:lnTo>
                  <a:lnTo>
                    <a:pt x="8674" y="3147"/>
                  </a:lnTo>
                  <a:lnTo>
                    <a:pt x="8573" y="2936"/>
                  </a:lnTo>
                  <a:lnTo>
                    <a:pt x="8463" y="2745"/>
                  </a:lnTo>
                  <a:lnTo>
                    <a:pt x="8322" y="2554"/>
                  </a:lnTo>
                  <a:lnTo>
                    <a:pt x="8161" y="2383"/>
                  </a:lnTo>
                  <a:lnTo>
                    <a:pt x="7991" y="2222"/>
                  </a:lnTo>
                  <a:lnTo>
                    <a:pt x="7800" y="2081"/>
                  </a:lnTo>
                  <a:lnTo>
                    <a:pt x="7699" y="2011"/>
                  </a:lnTo>
                  <a:lnTo>
                    <a:pt x="7599" y="1951"/>
                  </a:lnTo>
                  <a:lnTo>
                    <a:pt x="7488" y="1900"/>
                  </a:lnTo>
                  <a:lnTo>
                    <a:pt x="7377" y="1850"/>
                  </a:lnTo>
                  <a:lnTo>
                    <a:pt x="3327" y="182"/>
                  </a:lnTo>
                  <a:lnTo>
                    <a:pt x="3206" y="141"/>
                  </a:lnTo>
                  <a:lnTo>
                    <a:pt x="3096" y="101"/>
                  </a:lnTo>
                  <a:lnTo>
                    <a:pt x="2975" y="71"/>
                  </a:lnTo>
                  <a:lnTo>
                    <a:pt x="2865" y="41"/>
                  </a:lnTo>
                  <a:lnTo>
                    <a:pt x="2623" y="11"/>
                  </a:lnTo>
                  <a:lnTo>
                    <a:pt x="23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17;p25">
              <a:extLst>
                <a:ext uri="{FF2B5EF4-FFF2-40B4-BE49-F238E27FC236}">
                  <a16:creationId xmlns:a16="http://schemas.microsoft.com/office/drawing/2014/main" id="{7FFBF0CD-628E-1F55-B6CF-CA259B2FD0B0}"/>
                </a:ext>
              </a:extLst>
            </p:cNvPr>
            <p:cNvSpPr/>
            <p:nvPr/>
          </p:nvSpPr>
          <p:spPr>
            <a:xfrm>
              <a:off x="5675420" y="1078668"/>
              <a:ext cx="1447" cy="6783"/>
            </a:xfrm>
            <a:custGeom>
              <a:avLst/>
              <a:gdLst/>
              <a:ahLst/>
              <a:cxnLst/>
              <a:rect l="l" t="t" r="r" b="b"/>
              <a:pathLst>
                <a:path w="131" h="614" extrusionOk="0">
                  <a:moveTo>
                    <a:pt x="0" y="0"/>
                  </a:moveTo>
                  <a:lnTo>
                    <a:pt x="20" y="161"/>
                  </a:lnTo>
                  <a:lnTo>
                    <a:pt x="50" y="312"/>
                  </a:lnTo>
                  <a:lnTo>
                    <a:pt x="131" y="613"/>
                  </a:lnTo>
                  <a:lnTo>
                    <a:pt x="111" y="452"/>
                  </a:lnTo>
                  <a:lnTo>
                    <a:pt x="90" y="302"/>
                  </a:lnTo>
                  <a:lnTo>
                    <a:pt x="50" y="1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18;p25">
              <a:extLst>
                <a:ext uri="{FF2B5EF4-FFF2-40B4-BE49-F238E27FC236}">
                  <a16:creationId xmlns:a16="http://schemas.microsoft.com/office/drawing/2014/main" id="{81D50701-0F67-60EE-1779-BA3A2B093215}"/>
                </a:ext>
              </a:extLst>
            </p:cNvPr>
            <p:cNvSpPr/>
            <p:nvPr/>
          </p:nvSpPr>
          <p:spPr>
            <a:xfrm>
              <a:off x="5557389" y="1210686"/>
              <a:ext cx="674" cy="342"/>
            </a:xfrm>
            <a:custGeom>
              <a:avLst/>
              <a:gdLst/>
              <a:ahLst/>
              <a:cxnLst/>
              <a:rect l="l" t="t" r="r" b="b"/>
              <a:pathLst>
                <a:path w="61" h="31" extrusionOk="0">
                  <a:moveTo>
                    <a:pt x="60" y="0"/>
                  </a:moveTo>
                  <a:lnTo>
                    <a:pt x="40" y="11"/>
                  </a:lnTo>
                  <a:lnTo>
                    <a:pt x="0" y="31"/>
                  </a:lnTo>
                  <a:lnTo>
                    <a:pt x="50" y="21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19;p25">
              <a:extLst>
                <a:ext uri="{FF2B5EF4-FFF2-40B4-BE49-F238E27FC236}">
                  <a16:creationId xmlns:a16="http://schemas.microsoft.com/office/drawing/2014/main" id="{0B40EE97-C9D4-E015-97F4-11D665264B01}"/>
                </a:ext>
              </a:extLst>
            </p:cNvPr>
            <p:cNvSpPr/>
            <p:nvPr/>
          </p:nvSpPr>
          <p:spPr>
            <a:xfrm>
              <a:off x="5403486" y="1085219"/>
              <a:ext cx="517443" cy="496232"/>
            </a:xfrm>
            <a:custGeom>
              <a:avLst/>
              <a:gdLst/>
              <a:ahLst/>
              <a:cxnLst/>
              <a:rect l="l" t="t" r="r" b="b"/>
              <a:pathLst>
                <a:path w="46838" h="44918" extrusionOk="0">
                  <a:moveTo>
                    <a:pt x="24203" y="19720"/>
                  </a:moveTo>
                  <a:lnTo>
                    <a:pt x="24404" y="19730"/>
                  </a:lnTo>
                  <a:lnTo>
                    <a:pt x="24605" y="19740"/>
                  </a:lnTo>
                  <a:lnTo>
                    <a:pt x="24796" y="19760"/>
                  </a:lnTo>
                  <a:lnTo>
                    <a:pt x="24987" y="19800"/>
                  </a:lnTo>
                  <a:lnTo>
                    <a:pt x="25168" y="19840"/>
                  </a:lnTo>
                  <a:lnTo>
                    <a:pt x="25359" y="19881"/>
                  </a:lnTo>
                  <a:lnTo>
                    <a:pt x="25540" y="19941"/>
                  </a:lnTo>
                  <a:lnTo>
                    <a:pt x="25711" y="20001"/>
                  </a:lnTo>
                  <a:lnTo>
                    <a:pt x="25881" y="20072"/>
                  </a:lnTo>
                  <a:lnTo>
                    <a:pt x="26052" y="20152"/>
                  </a:lnTo>
                  <a:lnTo>
                    <a:pt x="26213" y="20242"/>
                  </a:lnTo>
                  <a:lnTo>
                    <a:pt x="26364" y="20333"/>
                  </a:lnTo>
                  <a:lnTo>
                    <a:pt x="26515" y="20433"/>
                  </a:lnTo>
                  <a:lnTo>
                    <a:pt x="26665" y="20544"/>
                  </a:lnTo>
                  <a:lnTo>
                    <a:pt x="26806" y="20654"/>
                  </a:lnTo>
                  <a:lnTo>
                    <a:pt x="26937" y="20765"/>
                  </a:lnTo>
                  <a:lnTo>
                    <a:pt x="27067" y="20896"/>
                  </a:lnTo>
                  <a:lnTo>
                    <a:pt x="27188" y="21026"/>
                  </a:lnTo>
                  <a:lnTo>
                    <a:pt x="27299" y="21157"/>
                  </a:lnTo>
                  <a:lnTo>
                    <a:pt x="27409" y="21298"/>
                  </a:lnTo>
                  <a:lnTo>
                    <a:pt x="27510" y="21448"/>
                  </a:lnTo>
                  <a:lnTo>
                    <a:pt x="27600" y="21589"/>
                  </a:lnTo>
                  <a:lnTo>
                    <a:pt x="27691" y="21750"/>
                  </a:lnTo>
                  <a:lnTo>
                    <a:pt x="27771" y="21911"/>
                  </a:lnTo>
                  <a:lnTo>
                    <a:pt x="27841" y="22072"/>
                  </a:lnTo>
                  <a:lnTo>
                    <a:pt x="27902" y="22232"/>
                  </a:lnTo>
                  <a:lnTo>
                    <a:pt x="27952" y="22403"/>
                  </a:lnTo>
                  <a:lnTo>
                    <a:pt x="27992" y="22574"/>
                  </a:lnTo>
                  <a:lnTo>
                    <a:pt x="28022" y="22755"/>
                  </a:lnTo>
                  <a:lnTo>
                    <a:pt x="28052" y="22936"/>
                  </a:lnTo>
                  <a:lnTo>
                    <a:pt x="28062" y="23117"/>
                  </a:lnTo>
                  <a:lnTo>
                    <a:pt x="28072" y="23298"/>
                  </a:lnTo>
                  <a:lnTo>
                    <a:pt x="28062" y="23479"/>
                  </a:lnTo>
                  <a:lnTo>
                    <a:pt x="28052" y="23660"/>
                  </a:lnTo>
                  <a:lnTo>
                    <a:pt x="28022" y="23841"/>
                  </a:lnTo>
                  <a:lnTo>
                    <a:pt x="27992" y="24022"/>
                  </a:lnTo>
                  <a:lnTo>
                    <a:pt x="27952" y="24192"/>
                  </a:lnTo>
                  <a:lnTo>
                    <a:pt x="27902" y="24363"/>
                  </a:lnTo>
                  <a:lnTo>
                    <a:pt x="27841" y="24524"/>
                  </a:lnTo>
                  <a:lnTo>
                    <a:pt x="27771" y="24685"/>
                  </a:lnTo>
                  <a:lnTo>
                    <a:pt x="27691" y="24846"/>
                  </a:lnTo>
                  <a:lnTo>
                    <a:pt x="27600" y="24996"/>
                  </a:lnTo>
                  <a:lnTo>
                    <a:pt x="27510" y="25147"/>
                  </a:lnTo>
                  <a:lnTo>
                    <a:pt x="27409" y="25298"/>
                  </a:lnTo>
                  <a:lnTo>
                    <a:pt x="27299" y="25439"/>
                  </a:lnTo>
                  <a:lnTo>
                    <a:pt x="27188" y="25569"/>
                  </a:lnTo>
                  <a:lnTo>
                    <a:pt x="27067" y="25700"/>
                  </a:lnTo>
                  <a:lnTo>
                    <a:pt x="26937" y="25821"/>
                  </a:lnTo>
                  <a:lnTo>
                    <a:pt x="26806" y="25941"/>
                  </a:lnTo>
                  <a:lnTo>
                    <a:pt x="26665" y="26052"/>
                  </a:lnTo>
                  <a:lnTo>
                    <a:pt x="26515" y="26162"/>
                  </a:lnTo>
                  <a:lnTo>
                    <a:pt x="26364" y="26263"/>
                  </a:lnTo>
                  <a:lnTo>
                    <a:pt x="26213" y="26353"/>
                  </a:lnTo>
                  <a:lnTo>
                    <a:pt x="26052" y="26444"/>
                  </a:lnTo>
                  <a:lnTo>
                    <a:pt x="25881" y="26514"/>
                  </a:lnTo>
                  <a:lnTo>
                    <a:pt x="25711" y="26595"/>
                  </a:lnTo>
                  <a:lnTo>
                    <a:pt x="25540" y="26655"/>
                  </a:lnTo>
                  <a:lnTo>
                    <a:pt x="25359" y="26715"/>
                  </a:lnTo>
                  <a:lnTo>
                    <a:pt x="25168" y="26755"/>
                  </a:lnTo>
                  <a:lnTo>
                    <a:pt x="24987" y="26796"/>
                  </a:lnTo>
                  <a:lnTo>
                    <a:pt x="24796" y="26826"/>
                  </a:lnTo>
                  <a:lnTo>
                    <a:pt x="24605" y="26856"/>
                  </a:lnTo>
                  <a:lnTo>
                    <a:pt x="24404" y="26866"/>
                  </a:lnTo>
                  <a:lnTo>
                    <a:pt x="24203" y="26876"/>
                  </a:lnTo>
                  <a:lnTo>
                    <a:pt x="24002" y="26866"/>
                  </a:lnTo>
                  <a:lnTo>
                    <a:pt x="23811" y="26856"/>
                  </a:lnTo>
                  <a:lnTo>
                    <a:pt x="23620" y="26826"/>
                  </a:lnTo>
                  <a:lnTo>
                    <a:pt x="23429" y="26796"/>
                  </a:lnTo>
                  <a:lnTo>
                    <a:pt x="23238" y="26755"/>
                  </a:lnTo>
                  <a:lnTo>
                    <a:pt x="23057" y="26715"/>
                  </a:lnTo>
                  <a:lnTo>
                    <a:pt x="22876" y="26655"/>
                  </a:lnTo>
                  <a:lnTo>
                    <a:pt x="22705" y="26595"/>
                  </a:lnTo>
                  <a:lnTo>
                    <a:pt x="22524" y="26514"/>
                  </a:lnTo>
                  <a:lnTo>
                    <a:pt x="22364" y="26444"/>
                  </a:lnTo>
                  <a:lnTo>
                    <a:pt x="22203" y="26353"/>
                  </a:lnTo>
                  <a:lnTo>
                    <a:pt x="22042" y="26263"/>
                  </a:lnTo>
                  <a:lnTo>
                    <a:pt x="21891" y="26162"/>
                  </a:lnTo>
                  <a:lnTo>
                    <a:pt x="21751" y="26052"/>
                  </a:lnTo>
                  <a:lnTo>
                    <a:pt x="21610" y="25941"/>
                  </a:lnTo>
                  <a:lnTo>
                    <a:pt x="21469" y="25821"/>
                  </a:lnTo>
                  <a:lnTo>
                    <a:pt x="21348" y="25700"/>
                  </a:lnTo>
                  <a:lnTo>
                    <a:pt x="21218" y="25569"/>
                  </a:lnTo>
                  <a:lnTo>
                    <a:pt x="21107" y="25439"/>
                  </a:lnTo>
                  <a:lnTo>
                    <a:pt x="20997" y="25298"/>
                  </a:lnTo>
                  <a:lnTo>
                    <a:pt x="20896" y="25147"/>
                  </a:lnTo>
                  <a:lnTo>
                    <a:pt x="20806" y="24996"/>
                  </a:lnTo>
                  <a:lnTo>
                    <a:pt x="20725" y="24846"/>
                  </a:lnTo>
                  <a:lnTo>
                    <a:pt x="20645" y="24685"/>
                  </a:lnTo>
                  <a:lnTo>
                    <a:pt x="20575" y="24524"/>
                  </a:lnTo>
                  <a:lnTo>
                    <a:pt x="20514" y="24363"/>
                  </a:lnTo>
                  <a:lnTo>
                    <a:pt x="20464" y="24192"/>
                  </a:lnTo>
                  <a:lnTo>
                    <a:pt x="20414" y="24022"/>
                  </a:lnTo>
                  <a:lnTo>
                    <a:pt x="20384" y="23841"/>
                  </a:lnTo>
                  <a:lnTo>
                    <a:pt x="20364" y="23660"/>
                  </a:lnTo>
                  <a:lnTo>
                    <a:pt x="20343" y="23479"/>
                  </a:lnTo>
                  <a:lnTo>
                    <a:pt x="20343" y="23298"/>
                  </a:lnTo>
                  <a:lnTo>
                    <a:pt x="20343" y="23117"/>
                  </a:lnTo>
                  <a:lnTo>
                    <a:pt x="20364" y="22936"/>
                  </a:lnTo>
                  <a:lnTo>
                    <a:pt x="20384" y="22755"/>
                  </a:lnTo>
                  <a:lnTo>
                    <a:pt x="20414" y="22574"/>
                  </a:lnTo>
                  <a:lnTo>
                    <a:pt x="20464" y="22403"/>
                  </a:lnTo>
                  <a:lnTo>
                    <a:pt x="20514" y="22232"/>
                  </a:lnTo>
                  <a:lnTo>
                    <a:pt x="20575" y="22072"/>
                  </a:lnTo>
                  <a:lnTo>
                    <a:pt x="20645" y="21911"/>
                  </a:lnTo>
                  <a:lnTo>
                    <a:pt x="20725" y="21750"/>
                  </a:lnTo>
                  <a:lnTo>
                    <a:pt x="20806" y="21589"/>
                  </a:lnTo>
                  <a:lnTo>
                    <a:pt x="20896" y="21448"/>
                  </a:lnTo>
                  <a:lnTo>
                    <a:pt x="20997" y="21298"/>
                  </a:lnTo>
                  <a:lnTo>
                    <a:pt x="21107" y="21157"/>
                  </a:lnTo>
                  <a:lnTo>
                    <a:pt x="21218" y="21026"/>
                  </a:lnTo>
                  <a:lnTo>
                    <a:pt x="21348" y="20896"/>
                  </a:lnTo>
                  <a:lnTo>
                    <a:pt x="21469" y="20765"/>
                  </a:lnTo>
                  <a:lnTo>
                    <a:pt x="21610" y="20654"/>
                  </a:lnTo>
                  <a:lnTo>
                    <a:pt x="21751" y="20544"/>
                  </a:lnTo>
                  <a:lnTo>
                    <a:pt x="21891" y="20433"/>
                  </a:lnTo>
                  <a:lnTo>
                    <a:pt x="22042" y="20333"/>
                  </a:lnTo>
                  <a:lnTo>
                    <a:pt x="22203" y="20242"/>
                  </a:lnTo>
                  <a:lnTo>
                    <a:pt x="22364" y="20152"/>
                  </a:lnTo>
                  <a:lnTo>
                    <a:pt x="22524" y="20072"/>
                  </a:lnTo>
                  <a:lnTo>
                    <a:pt x="22705" y="20001"/>
                  </a:lnTo>
                  <a:lnTo>
                    <a:pt x="22876" y="19941"/>
                  </a:lnTo>
                  <a:lnTo>
                    <a:pt x="23057" y="19881"/>
                  </a:lnTo>
                  <a:lnTo>
                    <a:pt x="23238" y="19840"/>
                  </a:lnTo>
                  <a:lnTo>
                    <a:pt x="23429" y="19800"/>
                  </a:lnTo>
                  <a:lnTo>
                    <a:pt x="23620" y="19760"/>
                  </a:lnTo>
                  <a:lnTo>
                    <a:pt x="23811" y="19740"/>
                  </a:lnTo>
                  <a:lnTo>
                    <a:pt x="24002" y="19730"/>
                  </a:lnTo>
                  <a:lnTo>
                    <a:pt x="24203" y="19720"/>
                  </a:lnTo>
                  <a:close/>
                  <a:moveTo>
                    <a:pt x="36101" y="36254"/>
                  </a:moveTo>
                  <a:lnTo>
                    <a:pt x="36093" y="36364"/>
                  </a:lnTo>
                  <a:lnTo>
                    <a:pt x="36103" y="36273"/>
                  </a:lnTo>
                  <a:lnTo>
                    <a:pt x="36101" y="36254"/>
                  </a:lnTo>
                  <a:close/>
                  <a:moveTo>
                    <a:pt x="26816" y="0"/>
                  </a:moveTo>
                  <a:lnTo>
                    <a:pt x="26776" y="80"/>
                  </a:lnTo>
                  <a:lnTo>
                    <a:pt x="26736" y="171"/>
                  </a:lnTo>
                  <a:lnTo>
                    <a:pt x="26696" y="291"/>
                  </a:lnTo>
                  <a:lnTo>
                    <a:pt x="26655" y="432"/>
                  </a:lnTo>
                  <a:lnTo>
                    <a:pt x="26575" y="774"/>
                  </a:lnTo>
                  <a:lnTo>
                    <a:pt x="26495" y="1176"/>
                  </a:lnTo>
                  <a:lnTo>
                    <a:pt x="26324" y="2101"/>
                  </a:lnTo>
                  <a:lnTo>
                    <a:pt x="26233" y="2603"/>
                  </a:lnTo>
                  <a:lnTo>
                    <a:pt x="26123" y="3106"/>
                  </a:lnTo>
                  <a:lnTo>
                    <a:pt x="26012" y="3598"/>
                  </a:lnTo>
                  <a:lnTo>
                    <a:pt x="25891" y="4050"/>
                  </a:lnTo>
                  <a:lnTo>
                    <a:pt x="25831" y="4272"/>
                  </a:lnTo>
                  <a:lnTo>
                    <a:pt x="25761" y="4473"/>
                  </a:lnTo>
                  <a:lnTo>
                    <a:pt x="25690" y="4664"/>
                  </a:lnTo>
                  <a:lnTo>
                    <a:pt x="25620" y="4834"/>
                  </a:lnTo>
                  <a:lnTo>
                    <a:pt x="25540" y="4995"/>
                  </a:lnTo>
                  <a:lnTo>
                    <a:pt x="25459" y="5126"/>
                  </a:lnTo>
                  <a:lnTo>
                    <a:pt x="25369" y="5236"/>
                  </a:lnTo>
                  <a:lnTo>
                    <a:pt x="25278" y="5327"/>
                  </a:lnTo>
                  <a:lnTo>
                    <a:pt x="25238" y="5367"/>
                  </a:lnTo>
                  <a:lnTo>
                    <a:pt x="25188" y="5397"/>
                  </a:lnTo>
                  <a:lnTo>
                    <a:pt x="25138" y="5417"/>
                  </a:lnTo>
                  <a:lnTo>
                    <a:pt x="25087" y="5427"/>
                  </a:lnTo>
                  <a:lnTo>
                    <a:pt x="25037" y="5438"/>
                  </a:lnTo>
                  <a:lnTo>
                    <a:pt x="24987" y="5438"/>
                  </a:lnTo>
                  <a:lnTo>
                    <a:pt x="24927" y="5427"/>
                  </a:lnTo>
                  <a:lnTo>
                    <a:pt x="24876" y="5417"/>
                  </a:lnTo>
                  <a:lnTo>
                    <a:pt x="24796" y="5377"/>
                  </a:lnTo>
                  <a:lnTo>
                    <a:pt x="24736" y="5337"/>
                  </a:lnTo>
                  <a:lnTo>
                    <a:pt x="24675" y="5277"/>
                  </a:lnTo>
                  <a:lnTo>
                    <a:pt x="24625" y="5216"/>
                  </a:lnTo>
                  <a:lnTo>
                    <a:pt x="24595" y="5146"/>
                  </a:lnTo>
                  <a:lnTo>
                    <a:pt x="24565" y="5066"/>
                  </a:lnTo>
                  <a:lnTo>
                    <a:pt x="24545" y="4985"/>
                  </a:lnTo>
                  <a:lnTo>
                    <a:pt x="24525" y="4895"/>
                  </a:lnTo>
                  <a:lnTo>
                    <a:pt x="24525" y="4794"/>
                  </a:lnTo>
                  <a:lnTo>
                    <a:pt x="24525" y="4694"/>
                  </a:lnTo>
                  <a:lnTo>
                    <a:pt x="24545" y="4473"/>
                  </a:lnTo>
                  <a:lnTo>
                    <a:pt x="24585" y="4252"/>
                  </a:lnTo>
                  <a:lnTo>
                    <a:pt x="24635" y="4010"/>
                  </a:lnTo>
                  <a:lnTo>
                    <a:pt x="24705" y="3779"/>
                  </a:lnTo>
                  <a:lnTo>
                    <a:pt x="24776" y="3538"/>
                  </a:lnTo>
                  <a:lnTo>
                    <a:pt x="24937" y="3096"/>
                  </a:lnTo>
                  <a:lnTo>
                    <a:pt x="25067" y="2734"/>
                  </a:lnTo>
                  <a:lnTo>
                    <a:pt x="25118" y="2583"/>
                  </a:lnTo>
                  <a:lnTo>
                    <a:pt x="25148" y="2473"/>
                  </a:lnTo>
                  <a:lnTo>
                    <a:pt x="25178" y="2292"/>
                  </a:lnTo>
                  <a:lnTo>
                    <a:pt x="25198" y="2121"/>
                  </a:lnTo>
                  <a:lnTo>
                    <a:pt x="25208" y="1950"/>
                  </a:lnTo>
                  <a:lnTo>
                    <a:pt x="25208" y="1789"/>
                  </a:lnTo>
                  <a:lnTo>
                    <a:pt x="25198" y="1638"/>
                  </a:lnTo>
                  <a:lnTo>
                    <a:pt x="25178" y="1477"/>
                  </a:lnTo>
                  <a:lnTo>
                    <a:pt x="25148" y="1327"/>
                  </a:lnTo>
                  <a:lnTo>
                    <a:pt x="25118" y="1186"/>
                  </a:lnTo>
                  <a:lnTo>
                    <a:pt x="25027" y="895"/>
                  </a:lnTo>
                  <a:lnTo>
                    <a:pt x="24937" y="603"/>
                  </a:lnTo>
                  <a:lnTo>
                    <a:pt x="24836" y="322"/>
                  </a:lnTo>
                  <a:lnTo>
                    <a:pt x="24746" y="20"/>
                  </a:lnTo>
                  <a:lnTo>
                    <a:pt x="24756" y="191"/>
                  </a:lnTo>
                  <a:lnTo>
                    <a:pt x="24746" y="372"/>
                  </a:lnTo>
                  <a:lnTo>
                    <a:pt x="24736" y="543"/>
                  </a:lnTo>
                  <a:lnTo>
                    <a:pt x="24716" y="724"/>
                  </a:lnTo>
                  <a:lnTo>
                    <a:pt x="24695" y="905"/>
                  </a:lnTo>
                  <a:lnTo>
                    <a:pt x="24655" y="1085"/>
                  </a:lnTo>
                  <a:lnTo>
                    <a:pt x="24575" y="1447"/>
                  </a:lnTo>
                  <a:lnTo>
                    <a:pt x="24464" y="1809"/>
                  </a:lnTo>
                  <a:lnTo>
                    <a:pt x="24354" y="2161"/>
                  </a:lnTo>
                  <a:lnTo>
                    <a:pt x="24223" y="2493"/>
                  </a:lnTo>
                  <a:lnTo>
                    <a:pt x="24102" y="2814"/>
                  </a:lnTo>
                  <a:lnTo>
                    <a:pt x="24012" y="3066"/>
                  </a:lnTo>
                  <a:lnTo>
                    <a:pt x="23932" y="3307"/>
                  </a:lnTo>
                  <a:lnTo>
                    <a:pt x="23881" y="3548"/>
                  </a:lnTo>
                  <a:lnTo>
                    <a:pt x="23841" y="3789"/>
                  </a:lnTo>
                  <a:lnTo>
                    <a:pt x="23811" y="4020"/>
                  </a:lnTo>
                  <a:lnTo>
                    <a:pt x="23801" y="4252"/>
                  </a:lnTo>
                  <a:lnTo>
                    <a:pt x="23801" y="4493"/>
                  </a:lnTo>
                  <a:lnTo>
                    <a:pt x="23811" y="4724"/>
                  </a:lnTo>
                  <a:lnTo>
                    <a:pt x="23841" y="4965"/>
                  </a:lnTo>
                  <a:lnTo>
                    <a:pt x="23871" y="5196"/>
                  </a:lnTo>
                  <a:lnTo>
                    <a:pt x="23952" y="5689"/>
                  </a:lnTo>
                  <a:lnTo>
                    <a:pt x="24062" y="6211"/>
                  </a:lnTo>
                  <a:lnTo>
                    <a:pt x="24183" y="6764"/>
                  </a:lnTo>
                  <a:lnTo>
                    <a:pt x="24233" y="7026"/>
                  </a:lnTo>
                  <a:lnTo>
                    <a:pt x="24273" y="7287"/>
                  </a:lnTo>
                  <a:lnTo>
                    <a:pt x="24344" y="7810"/>
                  </a:lnTo>
                  <a:lnTo>
                    <a:pt x="24394" y="8332"/>
                  </a:lnTo>
                  <a:lnTo>
                    <a:pt x="24434" y="8865"/>
                  </a:lnTo>
                  <a:lnTo>
                    <a:pt x="24474" y="9257"/>
                  </a:lnTo>
                  <a:lnTo>
                    <a:pt x="24504" y="9659"/>
                  </a:lnTo>
                  <a:lnTo>
                    <a:pt x="24514" y="9860"/>
                  </a:lnTo>
                  <a:lnTo>
                    <a:pt x="24504" y="10061"/>
                  </a:lnTo>
                  <a:lnTo>
                    <a:pt x="24484" y="10252"/>
                  </a:lnTo>
                  <a:lnTo>
                    <a:pt x="24444" y="10453"/>
                  </a:lnTo>
                  <a:lnTo>
                    <a:pt x="24384" y="10644"/>
                  </a:lnTo>
                  <a:lnTo>
                    <a:pt x="24324" y="10825"/>
                  </a:lnTo>
                  <a:lnTo>
                    <a:pt x="24283" y="10915"/>
                  </a:lnTo>
                  <a:lnTo>
                    <a:pt x="24243" y="10996"/>
                  </a:lnTo>
                  <a:lnTo>
                    <a:pt x="24203" y="11056"/>
                  </a:lnTo>
                  <a:lnTo>
                    <a:pt x="24153" y="11116"/>
                  </a:lnTo>
                  <a:lnTo>
                    <a:pt x="24102" y="11166"/>
                  </a:lnTo>
                  <a:lnTo>
                    <a:pt x="24042" y="11197"/>
                  </a:lnTo>
                  <a:lnTo>
                    <a:pt x="23972" y="11207"/>
                  </a:lnTo>
                  <a:lnTo>
                    <a:pt x="23901" y="11207"/>
                  </a:lnTo>
                  <a:lnTo>
                    <a:pt x="23821" y="11177"/>
                  </a:lnTo>
                  <a:lnTo>
                    <a:pt x="23731" y="11136"/>
                  </a:lnTo>
                  <a:lnTo>
                    <a:pt x="23630" y="11066"/>
                  </a:lnTo>
                  <a:lnTo>
                    <a:pt x="23519" y="10976"/>
                  </a:lnTo>
                  <a:lnTo>
                    <a:pt x="23339" y="10795"/>
                  </a:lnTo>
                  <a:lnTo>
                    <a:pt x="23168" y="10604"/>
                  </a:lnTo>
                  <a:lnTo>
                    <a:pt x="23007" y="10403"/>
                  </a:lnTo>
                  <a:lnTo>
                    <a:pt x="22846" y="10202"/>
                  </a:lnTo>
                  <a:lnTo>
                    <a:pt x="22595" y="9890"/>
                  </a:lnTo>
                  <a:lnTo>
                    <a:pt x="22333" y="9589"/>
                  </a:lnTo>
                  <a:lnTo>
                    <a:pt x="22042" y="9287"/>
                  </a:lnTo>
                  <a:lnTo>
                    <a:pt x="21720" y="8985"/>
                  </a:lnTo>
                  <a:lnTo>
                    <a:pt x="21399" y="8674"/>
                  </a:lnTo>
                  <a:lnTo>
                    <a:pt x="21238" y="8513"/>
                  </a:lnTo>
                  <a:lnTo>
                    <a:pt x="21087" y="8352"/>
                  </a:lnTo>
                  <a:lnTo>
                    <a:pt x="20936" y="8181"/>
                  </a:lnTo>
                  <a:lnTo>
                    <a:pt x="20806" y="8011"/>
                  </a:lnTo>
                  <a:lnTo>
                    <a:pt x="20665" y="7840"/>
                  </a:lnTo>
                  <a:lnTo>
                    <a:pt x="20544" y="7659"/>
                  </a:lnTo>
                  <a:lnTo>
                    <a:pt x="20424" y="7478"/>
                  </a:lnTo>
                  <a:lnTo>
                    <a:pt x="20323" y="7307"/>
                  </a:lnTo>
                  <a:lnTo>
                    <a:pt x="20223" y="7146"/>
                  </a:lnTo>
                  <a:lnTo>
                    <a:pt x="20132" y="6975"/>
                  </a:lnTo>
                  <a:lnTo>
                    <a:pt x="20052" y="6804"/>
                  </a:lnTo>
                  <a:lnTo>
                    <a:pt x="19982" y="6644"/>
                  </a:lnTo>
                  <a:lnTo>
                    <a:pt x="19861" y="6312"/>
                  </a:lnTo>
                  <a:lnTo>
                    <a:pt x="19750" y="5970"/>
                  </a:lnTo>
                  <a:lnTo>
                    <a:pt x="19660" y="5618"/>
                  </a:lnTo>
                  <a:lnTo>
                    <a:pt x="19580" y="5257"/>
                  </a:lnTo>
                  <a:lnTo>
                    <a:pt x="19509" y="4865"/>
                  </a:lnTo>
                  <a:lnTo>
                    <a:pt x="19469" y="4704"/>
                  </a:lnTo>
                  <a:lnTo>
                    <a:pt x="19429" y="4543"/>
                  </a:lnTo>
                  <a:lnTo>
                    <a:pt x="19379" y="4382"/>
                  </a:lnTo>
                  <a:lnTo>
                    <a:pt x="19318" y="4231"/>
                  </a:lnTo>
                  <a:lnTo>
                    <a:pt x="19198" y="3920"/>
                  </a:lnTo>
                  <a:lnTo>
                    <a:pt x="19057" y="3618"/>
                  </a:lnTo>
                  <a:lnTo>
                    <a:pt x="18926" y="3317"/>
                  </a:lnTo>
                  <a:lnTo>
                    <a:pt x="18796" y="3015"/>
                  </a:lnTo>
                  <a:lnTo>
                    <a:pt x="18685" y="2704"/>
                  </a:lnTo>
                  <a:lnTo>
                    <a:pt x="18635" y="2553"/>
                  </a:lnTo>
                  <a:lnTo>
                    <a:pt x="18595" y="2392"/>
                  </a:lnTo>
                  <a:lnTo>
                    <a:pt x="18564" y="3176"/>
                  </a:lnTo>
                  <a:lnTo>
                    <a:pt x="18564" y="3588"/>
                  </a:lnTo>
                  <a:lnTo>
                    <a:pt x="18564" y="4000"/>
                  </a:lnTo>
                  <a:lnTo>
                    <a:pt x="18574" y="4412"/>
                  </a:lnTo>
                  <a:lnTo>
                    <a:pt x="18595" y="4814"/>
                  </a:lnTo>
                  <a:lnTo>
                    <a:pt x="18635" y="5216"/>
                  </a:lnTo>
                  <a:lnTo>
                    <a:pt x="18685" y="5598"/>
                  </a:lnTo>
                  <a:lnTo>
                    <a:pt x="18715" y="5699"/>
                  </a:lnTo>
                  <a:lnTo>
                    <a:pt x="18745" y="5819"/>
                  </a:lnTo>
                  <a:lnTo>
                    <a:pt x="18786" y="5930"/>
                  </a:lnTo>
                  <a:lnTo>
                    <a:pt x="18816" y="6051"/>
                  </a:lnTo>
                  <a:lnTo>
                    <a:pt x="18816" y="6101"/>
                  </a:lnTo>
                  <a:lnTo>
                    <a:pt x="18816" y="6151"/>
                  </a:lnTo>
                  <a:lnTo>
                    <a:pt x="18806" y="6201"/>
                  </a:lnTo>
                  <a:lnTo>
                    <a:pt x="18775" y="6242"/>
                  </a:lnTo>
                  <a:lnTo>
                    <a:pt x="18745" y="6282"/>
                  </a:lnTo>
                  <a:lnTo>
                    <a:pt x="18695" y="6322"/>
                  </a:lnTo>
                  <a:lnTo>
                    <a:pt x="18625" y="6342"/>
                  </a:lnTo>
                  <a:lnTo>
                    <a:pt x="18544" y="6372"/>
                  </a:lnTo>
                  <a:lnTo>
                    <a:pt x="18484" y="6372"/>
                  </a:lnTo>
                  <a:lnTo>
                    <a:pt x="18424" y="6362"/>
                  </a:lnTo>
                  <a:lnTo>
                    <a:pt x="18353" y="6352"/>
                  </a:lnTo>
                  <a:lnTo>
                    <a:pt x="18293" y="6322"/>
                  </a:lnTo>
                  <a:lnTo>
                    <a:pt x="18162" y="6252"/>
                  </a:lnTo>
                  <a:lnTo>
                    <a:pt x="18022" y="6161"/>
                  </a:lnTo>
                  <a:lnTo>
                    <a:pt x="17891" y="6061"/>
                  </a:lnTo>
                  <a:lnTo>
                    <a:pt x="17770" y="5970"/>
                  </a:lnTo>
                  <a:lnTo>
                    <a:pt x="17589" y="5809"/>
                  </a:lnTo>
                  <a:lnTo>
                    <a:pt x="17479" y="5709"/>
                  </a:lnTo>
                  <a:lnTo>
                    <a:pt x="17378" y="5618"/>
                  </a:lnTo>
                  <a:lnTo>
                    <a:pt x="17187" y="5407"/>
                  </a:lnTo>
                  <a:lnTo>
                    <a:pt x="17017" y="5196"/>
                  </a:lnTo>
                  <a:lnTo>
                    <a:pt x="16856" y="4965"/>
                  </a:lnTo>
                  <a:lnTo>
                    <a:pt x="16675" y="4714"/>
                  </a:lnTo>
                  <a:lnTo>
                    <a:pt x="16444" y="4372"/>
                  </a:lnTo>
                  <a:lnTo>
                    <a:pt x="16323" y="4191"/>
                  </a:lnTo>
                  <a:lnTo>
                    <a:pt x="16233" y="4020"/>
                  </a:lnTo>
                  <a:lnTo>
                    <a:pt x="16162" y="3880"/>
                  </a:lnTo>
                  <a:lnTo>
                    <a:pt x="16152" y="3819"/>
                  </a:lnTo>
                  <a:lnTo>
                    <a:pt x="16142" y="3769"/>
                  </a:lnTo>
                  <a:lnTo>
                    <a:pt x="16142" y="4010"/>
                  </a:lnTo>
                  <a:lnTo>
                    <a:pt x="16162" y="4252"/>
                  </a:lnTo>
                  <a:lnTo>
                    <a:pt x="16182" y="4493"/>
                  </a:lnTo>
                  <a:lnTo>
                    <a:pt x="16223" y="4724"/>
                  </a:lnTo>
                  <a:lnTo>
                    <a:pt x="16273" y="4955"/>
                  </a:lnTo>
                  <a:lnTo>
                    <a:pt x="16343" y="5176"/>
                  </a:lnTo>
                  <a:lnTo>
                    <a:pt x="16424" y="5397"/>
                  </a:lnTo>
                  <a:lnTo>
                    <a:pt x="16514" y="5618"/>
                  </a:lnTo>
                  <a:lnTo>
                    <a:pt x="16615" y="5829"/>
                  </a:lnTo>
                  <a:lnTo>
                    <a:pt x="16735" y="6031"/>
                  </a:lnTo>
                  <a:lnTo>
                    <a:pt x="16866" y="6232"/>
                  </a:lnTo>
                  <a:lnTo>
                    <a:pt x="17007" y="6433"/>
                  </a:lnTo>
                  <a:lnTo>
                    <a:pt x="17157" y="6634"/>
                  </a:lnTo>
                  <a:lnTo>
                    <a:pt x="17318" y="6825"/>
                  </a:lnTo>
                  <a:lnTo>
                    <a:pt x="17499" y="7005"/>
                  </a:lnTo>
                  <a:lnTo>
                    <a:pt x="17680" y="7196"/>
                  </a:lnTo>
                  <a:lnTo>
                    <a:pt x="17801" y="7297"/>
                  </a:lnTo>
                  <a:lnTo>
                    <a:pt x="17921" y="7397"/>
                  </a:lnTo>
                  <a:lnTo>
                    <a:pt x="18052" y="7488"/>
                  </a:lnTo>
                  <a:lnTo>
                    <a:pt x="18172" y="7578"/>
                  </a:lnTo>
                  <a:lnTo>
                    <a:pt x="18444" y="7739"/>
                  </a:lnTo>
                  <a:lnTo>
                    <a:pt x="18715" y="7890"/>
                  </a:lnTo>
                  <a:lnTo>
                    <a:pt x="19268" y="8181"/>
                  </a:lnTo>
                  <a:lnTo>
                    <a:pt x="19549" y="8322"/>
                  </a:lnTo>
                  <a:lnTo>
                    <a:pt x="19821" y="8483"/>
                  </a:lnTo>
                  <a:lnTo>
                    <a:pt x="19992" y="8604"/>
                  </a:lnTo>
                  <a:lnTo>
                    <a:pt x="20122" y="8694"/>
                  </a:lnTo>
                  <a:lnTo>
                    <a:pt x="20203" y="8784"/>
                  </a:lnTo>
                  <a:lnTo>
                    <a:pt x="20223" y="8825"/>
                  </a:lnTo>
                  <a:lnTo>
                    <a:pt x="20233" y="8865"/>
                  </a:lnTo>
                  <a:lnTo>
                    <a:pt x="20243" y="8895"/>
                  </a:lnTo>
                  <a:lnTo>
                    <a:pt x="20243" y="8925"/>
                  </a:lnTo>
                  <a:lnTo>
                    <a:pt x="20233" y="8955"/>
                  </a:lnTo>
                  <a:lnTo>
                    <a:pt x="20213" y="8985"/>
                  </a:lnTo>
                  <a:lnTo>
                    <a:pt x="20152" y="9026"/>
                  </a:lnTo>
                  <a:lnTo>
                    <a:pt x="20072" y="9076"/>
                  </a:lnTo>
                  <a:lnTo>
                    <a:pt x="19972" y="9106"/>
                  </a:lnTo>
                  <a:lnTo>
                    <a:pt x="19861" y="9136"/>
                  </a:lnTo>
                  <a:lnTo>
                    <a:pt x="19600" y="9186"/>
                  </a:lnTo>
                  <a:lnTo>
                    <a:pt x="19338" y="9237"/>
                  </a:lnTo>
                  <a:lnTo>
                    <a:pt x="19087" y="9277"/>
                  </a:lnTo>
                  <a:lnTo>
                    <a:pt x="18765" y="9347"/>
                  </a:lnTo>
                  <a:lnTo>
                    <a:pt x="18444" y="9408"/>
                  </a:lnTo>
                  <a:lnTo>
                    <a:pt x="18132" y="9448"/>
                  </a:lnTo>
                  <a:lnTo>
                    <a:pt x="17821" y="9468"/>
                  </a:lnTo>
                  <a:lnTo>
                    <a:pt x="17509" y="9468"/>
                  </a:lnTo>
                  <a:lnTo>
                    <a:pt x="17187" y="9448"/>
                  </a:lnTo>
                  <a:lnTo>
                    <a:pt x="16856" y="9408"/>
                  </a:lnTo>
                  <a:lnTo>
                    <a:pt x="16514" y="9347"/>
                  </a:lnTo>
                  <a:lnTo>
                    <a:pt x="15831" y="9207"/>
                  </a:lnTo>
                  <a:lnTo>
                    <a:pt x="15519" y="9156"/>
                  </a:lnTo>
                  <a:lnTo>
                    <a:pt x="15238" y="9116"/>
                  </a:lnTo>
                  <a:lnTo>
                    <a:pt x="14956" y="9076"/>
                  </a:lnTo>
                  <a:lnTo>
                    <a:pt x="14695" y="9056"/>
                  </a:lnTo>
                  <a:lnTo>
                    <a:pt x="14444" y="9046"/>
                  </a:lnTo>
                  <a:lnTo>
                    <a:pt x="14182" y="9046"/>
                  </a:lnTo>
                  <a:lnTo>
                    <a:pt x="13931" y="9056"/>
                  </a:lnTo>
                  <a:lnTo>
                    <a:pt x="13680" y="9066"/>
                  </a:lnTo>
                  <a:lnTo>
                    <a:pt x="13408" y="9096"/>
                  </a:lnTo>
                  <a:lnTo>
                    <a:pt x="13137" y="9146"/>
                  </a:lnTo>
                  <a:lnTo>
                    <a:pt x="12856" y="9197"/>
                  </a:lnTo>
                  <a:lnTo>
                    <a:pt x="12544" y="9257"/>
                  </a:lnTo>
                  <a:lnTo>
                    <a:pt x="12222" y="9337"/>
                  </a:lnTo>
                  <a:lnTo>
                    <a:pt x="11871" y="9428"/>
                  </a:lnTo>
                  <a:lnTo>
                    <a:pt x="12373" y="9428"/>
                  </a:lnTo>
                  <a:lnTo>
                    <a:pt x="12876" y="9438"/>
                  </a:lnTo>
                  <a:lnTo>
                    <a:pt x="13358" y="9478"/>
                  </a:lnTo>
                  <a:lnTo>
                    <a:pt x="13609" y="9508"/>
                  </a:lnTo>
                  <a:lnTo>
                    <a:pt x="13851" y="9538"/>
                  </a:lnTo>
                  <a:lnTo>
                    <a:pt x="14092" y="9578"/>
                  </a:lnTo>
                  <a:lnTo>
                    <a:pt x="14333" y="9619"/>
                  </a:lnTo>
                  <a:lnTo>
                    <a:pt x="14564" y="9679"/>
                  </a:lnTo>
                  <a:lnTo>
                    <a:pt x="14805" y="9739"/>
                  </a:lnTo>
                  <a:lnTo>
                    <a:pt x="15037" y="9810"/>
                  </a:lnTo>
                  <a:lnTo>
                    <a:pt x="15268" y="9880"/>
                  </a:lnTo>
                  <a:lnTo>
                    <a:pt x="15499" y="9970"/>
                  </a:lnTo>
                  <a:lnTo>
                    <a:pt x="15730" y="10061"/>
                  </a:lnTo>
                  <a:lnTo>
                    <a:pt x="15670" y="10182"/>
                  </a:lnTo>
                  <a:lnTo>
                    <a:pt x="15599" y="10282"/>
                  </a:lnTo>
                  <a:lnTo>
                    <a:pt x="15509" y="10383"/>
                  </a:lnTo>
                  <a:lnTo>
                    <a:pt x="15408" y="10463"/>
                  </a:lnTo>
                  <a:lnTo>
                    <a:pt x="15308" y="10543"/>
                  </a:lnTo>
                  <a:lnTo>
                    <a:pt x="15187" y="10614"/>
                  </a:lnTo>
                  <a:lnTo>
                    <a:pt x="14936" y="10754"/>
                  </a:lnTo>
                  <a:lnTo>
                    <a:pt x="14685" y="10885"/>
                  </a:lnTo>
                  <a:lnTo>
                    <a:pt x="14434" y="11026"/>
                  </a:lnTo>
                  <a:lnTo>
                    <a:pt x="14313" y="11096"/>
                  </a:lnTo>
                  <a:lnTo>
                    <a:pt x="14192" y="11177"/>
                  </a:lnTo>
                  <a:lnTo>
                    <a:pt x="14092" y="11267"/>
                  </a:lnTo>
                  <a:lnTo>
                    <a:pt x="13991" y="11357"/>
                  </a:lnTo>
                  <a:lnTo>
                    <a:pt x="13991" y="11357"/>
                  </a:lnTo>
                  <a:lnTo>
                    <a:pt x="14233" y="11297"/>
                  </a:lnTo>
                  <a:lnTo>
                    <a:pt x="14494" y="11247"/>
                  </a:lnTo>
                  <a:lnTo>
                    <a:pt x="15006" y="11177"/>
                  </a:lnTo>
                  <a:lnTo>
                    <a:pt x="15258" y="11136"/>
                  </a:lnTo>
                  <a:lnTo>
                    <a:pt x="15499" y="11076"/>
                  </a:lnTo>
                  <a:lnTo>
                    <a:pt x="15620" y="11046"/>
                  </a:lnTo>
                  <a:lnTo>
                    <a:pt x="15740" y="11006"/>
                  </a:lnTo>
                  <a:lnTo>
                    <a:pt x="15851" y="10955"/>
                  </a:lnTo>
                  <a:lnTo>
                    <a:pt x="15961" y="10905"/>
                  </a:lnTo>
                  <a:lnTo>
                    <a:pt x="16092" y="10825"/>
                  </a:lnTo>
                  <a:lnTo>
                    <a:pt x="16213" y="10744"/>
                  </a:lnTo>
                  <a:lnTo>
                    <a:pt x="16403" y="10594"/>
                  </a:lnTo>
                  <a:lnTo>
                    <a:pt x="16715" y="10332"/>
                  </a:lnTo>
                  <a:lnTo>
                    <a:pt x="16785" y="10272"/>
                  </a:lnTo>
                  <a:lnTo>
                    <a:pt x="16866" y="10222"/>
                  </a:lnTo>
                  <a:lnTo>
                    <a:pt x="16956" y="10171"/>
                  </a:lnTo>
                  <a:lnTo>
                    <a:pt x="17057" y="10121"/>
                  </a:lnTo>
                  <a:lnTo>
                    <a:pt x="17167" y="10081"/>
                  </a:lnTo>
                  <a:lnTo>
                    <a:pt x="17298" y="10041"/>
                  </a:lnTo>
                  <a:lnTo>
                    <a:pt x="17449" y="10001"/>
                  </a:lnTo>
                  <a:lnTo>
                    <a:pt x="17610" y="9970"/>
                  </a:lnTo>
                  <a:lnTo>
                    <a:pt x="17760" y="9960"/>
                  </a:lnTo>
                  <a:lnTo>
                    <a:pt x="17921" y="9940"/>
                  </a:lnTo>
                  <a:lnTo>
                    <a:pt x="18253" y="9930"/>
                  </a:lnTo>
                  <a:lnTo>
                    <a:pt x="18605" y="9950"/>
                  </a:lnTo>
                  <a:lnTo>
                    <a:pt x="18977" y="9980"/>
                  </a:lnTo>
                  <a:lnTo>
                    <a:pt x="19368" y="10021"/>
                  </a:lnTo>
                  <a:lnTo>
                    <a:pt x="19771" y="10091"/>
                  </a:lnTo>
                  <a:lnTo>
                    <a:pt x="20183" y="10171"/>
                  </a:lnTo>
                  <a:lnTo>
                    <a:pt x="20595" y="10262"/>
                  </a:lnTo>
                  <a:lnTo>
                    <a:pt x="20856" y="10332"/>
                  </a:lnTo>
                  <a:lnTo>
                    <a:pt x="21117" y="10423"/>
                  </a:lnTo>
                  <a:lnTo>
                    <a:pt x="21359" y="10533"/>
                  </a:lnTo>
                  <a:lnTo>
                    <a:pt x="21600" y="10654"/>
                  </a:lnTo>
                  <a:lnTo>
                    <a:pt x="21831" y="10795"/>
                  </a:lnTo>
                  <a:lnTo>
                    <a:pt x="22042" y="10945"/>
                  </a:lnTo>
                  <a:lnTo>
                    <a:pt x="22243" y="11116"/>
                  </a:lnTo>
                  <a:lnTo>
                    <a:pt x="22434" y="11297"/>
                  </a:lnTo>
                  <a:lnTo>
                    <a:pt x="22545" y="11418"/>
                  </a:lnTo>
                  <a:lnTo>
                    <a:pt x="22695" y="11589"/>
                  </a:lnTo>
                  <a:lnTo>
                    <a:pt x="22826" y="11780"/>
                  </a:lnTo>
                  <a:lnTo>
                    <a:pt x="22937" y="11971"/>
                  </a:lnTo>
                  <a:lnTo>
                    <a:pt x="23017" y="12162"/>
                  </a:lnTo>
                  <a:lnTo>
                    <a:pt x="23087" y="12373"/>
                  </a:lnTo>
                  <a:lnTo>
                    <a:pt x="23138" y="12574"/>
                  </a:lnTo>
                  <a:lnTo>
                    <a:pt x="23168" y="12785"/>
                  </a:lnTo>
                  <a:lnTo>
                    <a:pt x="23178" y="12996"/>
                  </a:lnTo>
                  <a:lnTo>
                    <a:pt x="23158" y="13197"/>
                  </a:lnTo>
                  <a:lnTo>
                    <a:pt x="23127" y="13408"/>
                  </a:lnTo>
                  <a:lnTo>
                    <a:pt x="23077" y="13619"/>
                  </a:lnTo>
                  <a:lnTo>
                    <a:pt x="23007" y="13820"/>
                  </a:lnTo>
                  <a:lnTo>
                    <a:pt x="22916" y="14011"/>
                  </a:lnTo>
                  <a:lnTo>
                    <a:pt x="22796" y="14202"/>
                  </a:lnTo>
                  <a:lnTo>
                    <a:pt x="22665" y="14383"/>
                  </a:lnTo>
                  <a:lnTo>
                    <a:pt x="22514" y="14564"/>
                  </a:lnTo>
                  <a:lnTo>
                    <a:pt x="22364" y="14714"/>
                  </a:lnTo>
                  <a:lnTo>
                    <a:pt x="22213" y="14855"/>
                  </a:lnTo>
                  <a:lnTo>
                    <a:pt x="22052" y="14986"/>
                  </a:lnTo>
                  <a:lnTo>
                    <a:pt x="21891" y="15116"/>
                  </a:lnTo>
                  <a:lnTo>
                    <a:pt x="21730" y="15237"/>
                  </a:lnTo>
                  <a:lnTo>
                    <a:pt x="21560" y="15348"/>
                  </a:lnTo>
                  <a:lnTo>
                    <a:pt x="21389" y="15448"/>
                  </a:lnTo>
                  <a:lnTo>
                    <a:pt x="21218" y="15549"/>
                  </a:lnTo>
                  <a:lnTo>
                    <a:pt x="21037" y="15639"/>
                  </a:lnTo>
                  <a:lnTo>
                    <a:pt x="20856" y="15730"/>
                  </a:lnTo>
                  <a:lnTo>
                    <a:pt x="20665" y="15810"/>
                  </a:lnTo>
                  <a:lnTo>
                    <a:pt x="20474" y="15880"/>
                  </a:lnTo>
                  <a:lnTo>
                    <a:pt x="20273" y="15951"/>
                  </a:lnTo>
                  <a:lnTo>
                    <a:pt x="20062" y="16011"/>
                  </a:lnTo>
                  <a:lnTo>
                    <a:pt x="19640" y="16132"/>
                  </a:lnTo>
                  <a:lnTo>
                    <a:pt x="19278" y="16212"/>
                  </a:lnTo>
                  <a:lnTo>
                    <a:pt x="18906" y="16282"/>
                  </a:lnTo>
                  <a:lnTo>
                    <a:pt x="18534" y="16343"/>
                  </a:lnTo>
                  <a:lnTo>
                    <a:pt x="18172" y="16393"/>
                  </a:lnTo>
                  <a:lnTo>
                    <a:pt x="17801" y="16433"/>
                  </a:lnTo>
                  <a:lnTo>
                    <a:pt x="17429" y="16473"/>
                  </a:lnTo>
                  <a:lnTo>
                    <a:pt x="16675" y="16534"/>
                  </a:lnTo>
                  <a:lnTo>
                    <a:pt x="16414" y="16554"/>
                  </a:lnTo>
                  <a:lnTo>
                    <a:pt x="16152" y="16564"/>
                  </a:lnTo>
                  <a:lnTo>
                    <a:pt x="15891" y="16574"/>
                  </a:lnTo>
                  <a:lnTo>
                    <a:pt x="15630" y="16564"/>
                  </a:lnTo>
                  <a:lnTo>
                    <a:pt x="15368" y="16554"/>
                  </a:lnTo>
                  <a:lnTo>
                    <a:pt x="15107" y="16534"/>
                  </a:lnTo>
                  <a:lnTo>
                    <a:pt x="14846" y="16503"/>
                  </a:lnTo>
                  <a:lnTo>
                    <a:pt x="14584" y="16473"/>
                  </a:lnTo>
                  <a:lnTo>
                    <a:pt x="14323" y="16423"/>
                  </a:lnTo>
                  <a:lnTo>
                    <a:pt x="14072" y="16373"/>
                  </a:lnTo>
                  <a:lnTo>
                    <a:pt x="13820" y="16313"/>
                  </a:lnTo>
                  <a:lnTo>
                    <a:pt x="13569" y="16242"/>
                  </a:lnTo>
                  <a:lnTo>
                    <a:pt x="13328" y="16162"/>
                  </a:lnTo>
                  <a:lnTo>
                    <a:pt x="13087" y="16081"/>
                  </a:lnTo>
                  <a:lnTo>
                    <a:pt x="12846" y="15981"/>
                  </a:lnTo>
                  <a:lnTo>
                    <a:pt x="12614" y="15870"/>
                  </a:lnTo>
                  <a:lnTo>
                    <a:pt x="12373" y="15760"/>
                  </a:lnTo>
                  <a:lnTo>
                    <a:pt x="12152" y="15629"/>
                  </a:lnTo>
                  <a:lnTo>
                    <a:pt x="11931" y="15498"/>
                  </a:lnTo>
                  <a:lnTo>
                    <a:pt x="11730" y="15348"/>
                  </a:lnTo>
                  <a:lnTo>
                    <a:pt x="11539" y="15197"/>
                  </a:lnTo>
                  <a:lnTo>
                    <a:pt x="11348" y="15026"/>
                  </a:lnTo>
                  <a:lnTo>
                    <a:pt x="11167" y="14855"/>
                  </a:lnTo>
                  <a:lnTo>
                    <a:pt x="11006" y="14664"/>
                  </a:lnTo>
                  <a:lnTo>
                    <a:pt x="10845" y="14463"/>
                  </a:lnTo>
                  <a:lnTo>
                    <a:pt x="10695" y="14242"/>
                  </a:lnTo>
                  <a:lnTo>
                    <a:pt x="10554" y="14011"/>
                  </a:lnTo>
                  <a:lnTo>
                    <a:pt x="10423" y="13770"/>
                  </a:lnTo>
                  <a:lnTo>
                    <a:pt x="10303" y="13508"/>
                  </a:lnTo>
                  <a:lnTo>
                    <a:pt x="10192" y="13227"/>
                  </a:lnTo>
                  <a:lnTo>
                    <a:pt x="10092" y="12935"/>
                  </a:lnTo>
                  <a:lnTo>
                    <a:pt x="9991" y="12624"/>
                  </a:lnTo>
                  <a:lnTo>
                    <a:pt x="9800" y="11971"/>
                  </a:lnTo>
                  <a:lnTo>
                    <a:pt x="9619" y="11347"/>
                  </a:lnTo>
                  <a:lnTo>
                    <a:pt x="9539" y="11036"/>
                  </a:lnTo>
                  <a:lnTo>
                    <a:pt x="9468" y="10724"/>
                  </a:lnTo>
                  <a:lnTo>
                    <a:pt x="9408" y="10423"/>
                  </a:lnTo>
                  <a:lnTo>
                    <a:pt x="9368" y="10121"/>
                  </a:lnTo>
                  <a:lnTo>
                    <a:pt x="9348" y="9810"/>
                  </a:lnTo>
                  <a:lnTo>
                    <a:pt x="9338" y="9659"/>
                  </a:lnTo>
                  <a:lnTo>
                    <a:pt x="9348" y="9508"/>
                  </a:lnTo>
                  <a:lnTo>
                    <a:pt x="9348" y="9357"/>
                  </a:lnTo>
                  <a:lnTo>
                    <a:pt x="9368" y="9207"/>
                  </a:lnTo>
                  <a:lnTo>
                    <a:pt x="9388" y="9046"/>
                  </a:lnTo>
                  <a:lnTo>
                    <a:pt x="9418" y="8895"/>
                  </a:lnTo>
                  <a:lnTo>
                    <a:pt x="9458" y="8734"/>
                  </a:lnTo>
                  <a:lnTo>
                    <a:pt x="9509" y="8583"/>
                  </a:lnTo>
                  <a:lnTo>
                    <a:pt x="9559" y="8423"/>
                  </a:lnTo>
                  <a:lnTo>
                    <a:pt x="9619" y="8272"/>
                  </a:lnTo>
                  <a:lnTo>
                    <a:pt x="9700" y="8111"/>
                  </a:lnTo>
                  <a:lnTo>
                    <a:pt x="9780" y="7950"/>
                  </a:lnTo>
                  <a:lnTo>
                    <a:pt x="9870" y="7789"/>
                  </a:lnTo>
                  <a:lnTo>
                    <a:pt x="9971" y="7619"/>
                  </a:lnTo>
                  <a:lnTo>
                    <a:pt x="9770" y="7719"/>
                  </a:lnTo>
                  <a:lnTo>
                    <a:pt x="9589" y="7830"/>
                  </a:lnTo>
                  <a:lnTo>
                    <a:pt x="9418" y="7930"/>
                  </a:lnTo>
                  <a:lnTo>
                    <a:pt x="9277" y="8051"/>
                  </a:lnTo>
                  <a:lnTo>
                    <a:pt x="9147" y="8161"/>
                  </a:lnTo>
                  <a:lnTo>
                    <a:pt x="9026" y="8282"/>
                  </a:lnTo>
                  <a:lnTo>
                    <a:pt x="8926" y="8413"/>
                  </a:lnTo>
                  <a:lnTo>
                    <a:pt x="8845" y="8543"/>
                  </a:lnTo>
                  <a:lnTo>
                    <a:pt x="8775" y="8674"/>
                  </a:lnTo>
                  <a:lnTo>
                    <a:pt x="8715" y="8805"/>
                  </a:lnTo>
                  <a:lnTo>
                    <a:pt x="8664" y="8945"/>
                  </a:lnTo>
                  <a:lnTo>
                    <a:pt x="8624" y="9086"/>
                  </a:lnTo>
                  <a:lnTo>
                    <a:pt x="8604" y="9227"/>
                  </a:lnTo>
                  <a:lnTo>
                    <a:pt x="8584" y="9377"/>
                  </a:lnTo>
                  <a:lnTo>
                    <a:pt x="8574" y="9528"/>
                  </a:lnTo>
                  <a:lnTo>
                    <a:pt x="8574" y="9679"/>
                  </a:lnTo>
                  <a:lnTo>
                    <a:pt x="8584" y="9991"/>
                  </a:lnTo>
                  <a:lnTo>
                    <a:pt x="8614" y="10302"/>
                  </a:lnTo>
                  <a:lnTo>
                    <a:pt x="8654" y="10624"/>
                  </a:lnTo>
                  <a:lnTo>
                    <a:pt x="8705" y="10945"/>
                  </a:lnTo>
                  <a:lnTo>
                    <a:pt x="8755" y="11277"/>
                  </a:lnTo>
                  <a:lnTo>
                    <a:pt x="8785" y="11609"/>
                  </a:lnTo>
                  <a:lnTo>
                    <a:pt x="8805" y="11930"/>
                  </a:lnTo>
                  <a:lnTo>
                    <a:pt x="8805" y="12101"/>
                  </a:lnTo>
                  <a:lnTo>
                    <a:pt x="8805" y="12262"/>
                  </a:lnTo>
                  <a:lnTo>
                    <a:pt x="8795" y="12292"/>
                  </a:lnTo>
                  <a:lnTo>
                    <a:pt x="8785" y="12312"/>
                  </a:lnTo>
                  <a:lnTo>
                    <a:pt x="8765" y="12322"/>
                  </a:lnTo>
                  <a:lnTo>
                    <a:pt x="8735" y="12332"/>
                  </a:lnTo>
                  <a:lnTo>
                    <a:pt x="8654" y="12342"/>
                  </a:lnTo>
                  <a:lnTo>
                    <a:pt x="8564" y="12332"/>
                  </a:lnTo>
                  <a:lnTo>
                    <a:pt x="8443" y="12312"/>
                  </a:lnTo>
                  <a:lnTo>
                    <a:pt x="8323" y="12282"/>
                  </a:lnTo>
                  <a:lnTo>
                    <a:pt x="8041" y="12192"/>
                  </a:lnTo>
                  <a:lnTo>
                    <a:pt x="7760" y="12081"/>
                  </a:lnTo>
                  <a:lnTo>
                    <a:pt x="7509" y="11971"/>
                  </a:lnTo>
                  <a:lnTo>
                    <a:pt x="7318" y="11880"/>
                  </a:lnTo>
                  <a:lnTo>
                    <a:pt x="7227" y="11830"/>
                  </a:lnTo>
                  <a:lnTo>
                    <a:pt x="7066" y="11709"/>
                  </a:lnTo>
                  <a:lnTo>
                    <a:pt x="6916" y="11589"/>
                  </a:lnTo>
                  <a:lnTo>
                    <a:pt x="6785" y="11458"/>
                  </a:lnTo>
                  <a:lnTo>
                    <a:pt x="6654" y="11327"/>
                  </a:lnTo>
                  <a:lnTo>
                    <a:pt x="6534" y="11197"/>
                  </a:lnTo>
                  <a:lnTo>
                    <a:pt x="6433" y="11046"/>
                  </a:lnTo>
                  <a:lnTo>
                    <a:pt x="6333" y="10895"/>
                  </a:lnTo>
                  <a:lnTo>
                    <a:pt x="6242" y="10734"/>
                  </a:lnTo>
                  <a:lnTo>
                    <a:pt x="5931" y="10071"/>
                  </a:lnTo>
                  <a:lnTo>
                    <a:pt x="5760" y="9749"/>
                  </a:lnTo>
                  <a:lnTo>
                    <a:pt x="5669" y="9599"/>
                  </a:lnTo>
                  <a:lnTo>
                    <a:pt x="5569" y="9448"/>
                  </a:lnTo>
                  <a:lnTo>
                    <a:pt x="5458" y="9297"/>
                  </a:lnTo>
                  <a:lnTo>
                    <a:pt x="5338" y="9166"/>
                  </a:lnTo>
                  <a:lnTo>
                    <a:pt x="5217" y="9036"/>
                  </a:lnTo>
                  <a:lnTo>
                    <a:pt x="5076" y="8915"/>
                  </a:lnTo>
                  <a:lnTo>
                    <a:pt x="4915" y="8805"/>
                  </a:lnTo>
                  <a:lnTo>
                    <a:pt x="4745" y="8704"/>
                  </a:lnTo>
                  <a:lnTo>
                    <a:pt x="4564" y="8624"/>
                  </a:lnTo>
                  <a:lnTo>
                    <a:pt x="4363" y="8553"/>
                  </a:lnTo>
                  <a:lnTo>
                    <a:pt x="4383" y="8634"/>
                  </a:lnTo>
                  <a:lnTo>
                    <a:pt x="4413" y="8724"/>
                  </a:lnTo>
                  <a:lnTo>
                    <a:pt x="4463" y="8805"/>
                  </a:lnTo>
                  <a:lnTo>
                    <a:pt x="4513" y="8895"/>
                  </a:lnTo>
                  <a:lnTo>
                    <a:pt x="4624" y="9056"/>
                  </a:lnTo>
                  <a:lnTo>
                    <a:pt x="4755" y="9217"/>
                  </a:lnTo>
                  <a:lnTo>
                    <a:pt x="4895" y="9377"/>
                  </a:lnTo>
                  <a:lnTo>
                    <a:pt x="5016" y="9548"/>
                  </a:lnTo>
                  <a:lnTo>
                    <a:pt x="5076" y="9629"/>
                  </a:lnTo>
                  <a:lnTo>
                    <a:pt x="5126" y="9719"/>
                  </a:lnTo>
                  <a:lnTo>
                    <a:pt x="5177" y="9810"/>
                  </a:lnTo>
                  <a:lnTo>
                    <a:pt x="5207" y="9900"/>
                  </a:lnTo>
                  <a:lnTo>
                    <a:pt x="5348" y="10312"/>
                  </a:lnTo>
                  <a:lnTo>
                    <a:pt x="5478" y="10734"/>
                  </a:lnTo>
                  <a:lnTo>
                    <a:pt x="5559" y="10935"/>
                  </a:lnTo>
                  <a:lnTo>
                    <a:pt x="5639" y="11146"/>
                  </a:lnTo>
                  <a:lnTo>
                    <a:pt x="5740" y="11337"/>
                  </a:lnTo>
                  <a:lnTo>
                    <a:pt x="5840" y="11518"/>
                  </a:lnTo>
                  <a:lnTo>
                    <a:pt x="5921" y="11629"/>
                  </a:lnTo>
                  <a:lnTo>
                    <a:pt x="6031" y="11759"/>
                  </a:lnTo>
                  <a:lnTo>
                    <a:pt x="6152" y="11910"/>
                  </a:lnTo>
                  <a:lnTo>
                    <a:pt x="6262" y="12071"/>
                  </a:lnTo>
                  <a:lnTo>
                    <a:pt x="6302" y="12151"/>
                  </a:lnTo>
                  <a:lnTo>
                    <a:pt x="6333" y="12232"/>
                  </a:lnTo>
                  <a:lnTo>
                    <a:pt x="6353" y="12302"/>
                  </a:lnTo>
                  <a:lnTo>
                    <a:pt x="6353" y="12373"/>
                  </a:lnTo>
                  <a:lnTo>
                    <a:pt x="6343" y="12443"/>
                  </a:lnTo>
                  <a:lnTo>
                    <a:pt x="6302" y="12503"/>
                  </a:lnTo>
                  <a:lnTo>
                    <a:pt x="6232" y="12564"/>
                  </a:lnTo>
                  <a:lnTo>
                    <a:pt x="6142" y="12614"/>
                  </a:lnTo>
                  <a:lnTo>
                    <a:pt x="6031" y="12644"/>
                  </a:lnTo>
                  <a:lnTo>
                    <a:pt x="5880" y="12674"/>
                  </a:lnTo>
                  <a:lnTo>
                    <a:pt x="5679" y="12684"/>
                  </a:lnTo>
                  <a:lnTo>
                    <a:pt x="5448" y="12694"/>
                  </a:lnTo>
                  <a:lnTo>
                    <a:pt x="5197" y="12694"/>
                  </a:lnTo>
                  <a:lnTo>
                    <a:pt x="4915" y="12684"/>
                  </a:lnTo>
                  <a:lnTo>
                    <a:pt x="4634" y="12674"/>
                  </a:lnTo>
                  <a:lnTo>
                    <a:pt x="4343" y="12654"/>
                  </a:lnTo>
                  <a:lnTo>
                    <a:pt x="4051" y="12624"/>
                  </a:lnTo>
                  <a:lnTo>
                    <a:pt x="3770" y="12584"/>
                  </a:lnTo>
                  <a:lnTo>
                    <a:pt x="3508" y="12543"/>
                  </a:lnTo>
                  <a:lnTo>
                    <a:pt x="3267" y="12493"/>
                  </a:lnTo>
                  <a:lnTo>
                    <a:pt x="3056" y="12433"/>
                  </a:lnTo>
                  <a:lnTo>
                    <a:pt x="2885" y="12363"/>
                  </a:lnTo>
                  <a:lnTo>
                    <a:pt x="2815" y="12332"/>
                  </a:lnTo>
                  <a:lnTo>
                    <a:pt x="2765" y="12292"/>
                  </a:lnTo>
                  <a:lnTo>
                    <a:pt x="2714" y="12252"/>
                  </a:lnTo>
                  <a:lnTo>
                    <a:pt x="2684" y="12212"/>
                  </a:lnTo>
                  <a:lnTo>
                    <a:pt x="2765" y="12342"/>
                  </a:lnTo>
                  <a:lnTo>
                    <a:pt x="2845" y="12463"/>
                  </a:lnTo>
                  <a:lnTo>
                    <a:pt x="2935" y="12564"/>
                  </a:lnTo>
                  <a:lnTo>
                    <a:pt x="3026" y="12654"/>
                  </a:lnTo>
                  <a:lnTo>
                    <a:pt x="3116" y="12744"/>
                  </a:lnTo>
                  <a:lnTo>
                    <a:pt x="3207" y="12815"/>
                  </a:lnTo>
                  <a:lnTo>
                    <a:pt x="3307" y="12875"/>
                  </a:lnTo>
                  <a:lnTo>
                    <a:pt x="3408" y="12935"/>
                  </a:lnTo>
                  <a:lnTo>
                    <a:pt x="3508" y="12976"/>
                  </a:lnTo>
                  <a:lnTo>
                    <a:pt x="3619" y="13016"/>
                  </a:lnTo>
                  <a:lnTo>
                    <a:pt x="3729" y="13046"/>
                  </a:lnTo>
                  <a:lnTo>
                    <a:pt x="3840" y="13076"/>
                  </a:lnTo>
                  <a:lnTo>
                    <a:pt x="4071" y="13106"/>
                  </a:lnTo>
                  <a:lnTo>
                    <a:pt x="4302" y="13126"/>
                  </a:lnTo>
                  <a:lnTo>
                    <a:pt x="5046" y="13126"/>
                  </a:lnTo>
                  <a:lnTo>
                    <a:pt x="5307" y="13136"/>
                  </a:lnTo>
                  <a:lnTo>
                    <a:pt x="5559" y="13147"/>
                  </a:lnTo>
                  <a:lnTo>
                    <a:pt x="5820" y="13177"/>
                  </a:lnTo>
                  <a:lnTo>
                    <a:pt x="5951" y="13207"/>
                  </a:lnTo>
                  <a:lnTo>
                    <a:pt x="6081" y="13227"/>
                  </a:lnTo>
                  <a:lnTo>
                    <a:pt x="6212" y="13267"/>
                  </a:lnTo>
                  <a:lnTo>
                    <a:pt x="6343" y="13307"/>
                  </a:lnTo>
                  <a:lnTo>
                    <a:pt x="6514" y="13378"/>
                  </a:lnTo>
                  <a:lnTo>
                    <a:pt x="6674" y="13448"/>
                  </a:lnTo>
                  <a:lnTo>
                    <a:pt x="6805" y="13508"/>
                  </a:lnTo>
                  <a:lnTo>
                    <a:pt x="6905" y="13579"/>
                  </a:lnTo>
                  <a:lnTo>
                    <a:pt x="6996" y="13639"/>
                  </a:lnTo>
                  <a:lnTo>
                    <a:pt x="7056" y="13699"/>
                  </a:lnTo>
                  <a:lnTo>
                    <a:pt x="7107" y="13760"/>
                  </a:lnTo>
                  <a:lnTo>
                    <a:pt x="7137" y="13810"/>
                  </a:lnTo>
                  <a:lnTo>
                    <a:pt x="7147" y="13870"/>
                  </a:lnTo>
                  <a:lnTo>
                    <a:pt x="7137" y="13920"/>
                  </a:lnTo>
                  <a:lnTo>
                    <a:pt x="7117" y="13981"/>
                  </a:lnTo>
                  <a:lnTo>
                    <a:pt x="7086" y="14031"/>
                  </a:lnTo>
                  <a:lnTo>
                    <a:pt x="7036" y="14081"/>
                  </a:lnTo>
                  <a:lnTo>
                    <a:pt x="6976" y="14131"/>
                  </a:lnTo>
                  <a:lnTo>
                    <a:pt x="6905" y="14182"/>
                  </a:lnTo>
                  <a:lnTo>
                    <a:pt x="6835" y="14232"/>
                  </a:lnTo>
                  <a:lnTo>
                    <a:pt x="6644" y="14333"/>
                  </a:lnTo>
                  <a:lnTo>
                    <a:pt x="6443" y="14423"/>
                  </a:lnTo>
                  <a:lnTo>
                    <a:pt x="5991" y="14614"/>
                  </a:lnTo>
                  <a:lnTo>
                    <a:pt x="5549" y="14805"/>
                  </a:lnTo>
                  <a:lnTo>
                    <a:pt x="5348" y="14895"/>
                  </a:lnTo>
                  <a:lnTo>
                    <a:pt x="5187" y="14996"/>
                  </a:lnTo>
                  <a:lnTo>
                    <a:pt x="5237" y="14976"/>
                  </a:lnTo>
                  <a:lnTo>
                    <a:pt x="5328" y="14976"/>
                  </a:lnTo>
                  <a:lnTo>
                    <a:pt x="5569" y="14986"/>
                  </a:lnTo>
                  <a:lnTo>
                    <a:pt x="5830" y="15006"/>
                  </a:lnTo>
                  <a:lnTo>
                    <a:pt x="6011" y="15006"/>
                  </a:lnTo>
                  <a:lnTo>
                    <a:pt x="6252" y="14976"/>
                  </a:lnTo>
                  <a:lnTo>
                    <a:pt x="6493" y="14936"/>
                  </a:lnTo>
                  <a:lnTo>
                    <a:pt x="6976" y="14835"/>
                  </a:lnTo>
                  <a:lnTo>
                    <a:pt x="7418" y="14745"/>
                  </a:lnTo>
                  <a:lnTo>
                    <a:pt x="7639" y="14714"/>
                  </a:lnTo>
                  <a:lnTo>
                    <a:pt x="7850" y="14684"/>
                  </a:lnTo>
                  <a:lnTo>
                    <a:pt x="8071" y="14674"/>
                  </a:lnTo>
                  <a:lnTo>
                    <a:pt x="8292" y="14674"/>
                  </a:lnTo>
                  <a:lnTo>
                    <a:pt x="8514" y="14694"/>
                  </a:lnTo>
                  <a:lnTo>
                    <a:pt x="8745" y="14724"/>
                  </a:lnTo>
                  <a:lnTo>
                    <a:pt x="8855" y="14755"/>
                  </a:lnTo>
                  <a:lnTo>
                    <a:pt x="8976" y="14805"/>
                  </a:lnTo>
                  <a:lnTo>
                    <a:pt x="9117" y="14865"/>
                  </a:lnTo>
                  <a:lnTo>
                    <a:pt x="9267" y="14946"/>
                  </a:lnTo>
                  <a:lnTo>
                    <a:pt x="9609" y="15147"/>
                  </a:lnTo>
                  <a:lnTo>
                    <a:pt x="10001" y="15398"/>
                  </a:lnTo>
                  <a:lnTo>
                    <a:pt x="10413" y="15689"/>
                  </a:lnTo>
                  <a:lnTo>
                    <a:pt x="10855" y="16011"/>
                  </a:lnTo>
                  <a:lnTo>
                    <a:pt x="11298" y="16353"/>
                  </a:lnTo>
                  <a:lnTo>
                    <a:pt x="11750" y="16704"/>
                  </a:lnTo>
                  <a:lnTo>
                    <a:pt x="12182" y="17056"/>
                  </a:lnTo>
                  <a:lnTo>
                    <a:pt x="12604" y="17408"/>
                  </a:lnTo>
                  <a:lnTo>
                    <a:pt x="12996" y="17740"/>
                  </a:lnTo>
                  <a:lnTo>
                    <a:pt x="13348" y="18041"/>
                  </a:lnTo>
                  <a:lnTo>
                    <a:pt x="13650" y="18313"/>
                  </a:lnTo>
                  <a:lnTo>
                    <a:pt x="13891" y="18544"/>
                  </a:lnTo>
                  <a:lnTo>
                    <a:pt x="14062" y="18715"/>
                  </a:lnTo>
                  <a:lnTo>
                    <a:pt x="14162" y="18825"/>
                  </a:lnTo>
                  <a:lnTo>
                    <a:pt x="14212" y="18906"/>
                  </a:lnTo>
                  <a:lnTo>
                    <a:pt x="14253" y="18996"/>
                  </a:lnTo>
                  <a:lnTo>
                    <a:pt x="14273" y="19097"/>
                  </a:lnTo>
                  <a:lnTo>
                    <a:pt x="14293" y="19197"/>
                  </a:lnTo>
                  <a:lnTo>
                    <a:pt x="14303" y="19288"/>
                  </a:lnTo>
                  <a:lnTo>
                    <a:pt x="14303" y="19398"/>
                  </a:lnTo>
                  <a:lnTo>
                    <a:pt x="14293" y="19499"/>
                  </a:lnTo>
                  <a:lnTo>
                    <a:pt x="14273" y="19599"/>
                  </a:lnTo>
                  <a:lnTo>
                    <a:pt x="14233" y="19810"/>
                  </a:lnTo>
                  <a:lnTo>
                    <a:pt x="14162" y="20011"/>
                  </a:lnTo>
                  <a:lnTo>
                    <a:pt x="14032" y="20373"/>
                  </a:lnTo>
                  <a:lnTo>
                    <a:pt x="13971" y="20524"/>
                  </a:lnTo>
                  <a:lnTo>
                    <a:pt x="13911" y="20665"/>
                  </a:lnTo>
                  <a:lnTo>
                    <a:pt x="13830" y="20805"/>
                  </a:lnTo>
                  <a:lnTo>
                    <a:pt x="13750" y="20936"/>
                  </a:lnTo>
                  <a:lnTo>
                    <a:pt x="13670" y="21057"/>
                  </a:lnTo>
                  <a:lnTo>
                    <a:pt x="13579" y="21177"/>
                  </a:lnTo>
                  <a:lnTo>
                    <a:pt x="13479" y="21288"/>
                  </a:lnTo>
                  <a:lnTo>
                    <a:pt x="13378" y="21398"/>
                  </a:lnTo>
                  <a:lnTo>
                    <a:pt x="13268" y="21499"/>
                  </a:lnTo>
                  <a:lnTo>
                    <a:pt x="13147" y="21599"/>
                  </a:lnTo>
                  <a:lnTo>
                    <a:pt x="13026" y="21690"/>
                  </a:lnTo>
                  <a:lnTo>
                    <a:pt x="12906" y="21780"/>
                  </a:lnTo>
                  <a:lnTo>
                    <a:pt x="12644" y="21941"/>
                  </a:lnTo>
                  <a:lnTo>
                    <a:pt x="12363" y="22092"/>
                  </a:lnTo>
                  <a:lnTo>
                    <a:pt x="12082" y="22222"/>
                  </a:lnTo>
                  <a:lnTo>
                    <a:pt x="11780" y="22343"/>
                  </a:lnTo>
                  <a:lnTo>
                    <a:pt x="11469" y="22454"/>
                  </a:lnTo>
                  <a:lnTo>
                    <a:pt x="11147" y="22544"/>
                  </a:lnTo>
                  <a:lnTo>
                    <a:pt x="10825" y="22624"/>
                  </a:lnTo>
                  <a:lnTo>
                    <a:pt x="10504" y="22695"/>
                  </a:lnTo>
                  <a:lnTo>
                    <a:pt x="10172" y="22765"/>
                  </a:lnTo>
                  <a:lnTo>
                    <a:pt x="9850" y="22825"/>
                  </a:lnTo>
                  <a:lnTo>
                    <a:pt x="9669" y="22815"/>
                  </a:lnTo>
                  <a:lnTo>
                    <a:pt x="9489" y="22795"/>
                  </a:lnTo>
                  <a:lnTo>
                    <a:pt x="9308" y="22765"/>
                  </a:lnTo>
                  <a:lnTo>
                    <a:pt x="9137" y="22725"/>
                  </a:lnTo>
                  <a:lnTo>
                    <a:pt x="8956" y="22665"/>
                  </a:lnTo>
                  <a:lnTo>
                    <a:pt x="8785" y="22604"/>
                  </a:lnTo>
                  <a:lnTo>
                    <a:pt x="8614" y="22534"/>
                  </a:lnTo>
                  <a:lnTo>
                    <a:pt x="8443" y="22444"/>
                  </a:lnTo>
                  <a:lnTo>
                    <a:pt x="8272" y="22353"/>
                  </a:lnTo>
                  <a:lnTo>
                    <a:pt x="8102" y="22263"/>
                  </a:lnTo>
                  <a:lnTo>
                    <a:pt x="7941" y="22152"/>
                  </a:lnTo>
                  <a:lnTo>
                    <a:pt x="7770" y="22041"/>
                  </a:lnTo>
                  <a:lnTo>
                    <a:pt x="7448" y="21800"/>
                  </a:lnTo>
                  <a:lnTo>
                    <a:pt x="7127" y="21549"/>
                  </a:lnTo>
                  <a:lnTo>
                    <a:pt x="6815" y="21288"/>
                  </a:lnTo>
                  <a:lnTo>
                    <a:pt x="6503" y="21016"/>
                  </a:lnTo>
                  <a:lnTo>
                    <a:pt x="5910" y="20484"/>
                  </a:lnTo>
                  <a:lnTo>
                    <a:pt x="5619" y="20232"/>
                  </a:lnTo>
                  <a:lnTo>
                    <a:pt x="5338" y="19991"/>
                  </a:lnTo>
                  <a:lnTo>
                    <a:pt x="5056" y="19780"/>
                  </a:lnTo>
                  <a:lnTo>
                    <a:pt x="4785" y="19599"/>
                  </a:lnTo>
                  <a:lnTo>
                    <a:pt x="4222" y="19247"/>
                  </a:lnTo>
                  <a:lnTo>
                    <a:pt x="3971" y="19076"/>
                  </a:lnTo>
                  <a:lnTo>
                    <a:pt x="3739" y="18906"/>
                  </a:lnTo>
                  <a:lnTo>
                    <a:pt x="3518" y="18715"/>
                  </a:lnTo>
                  <a:lnTo>
                    <a:pt x="3297" y="18494"/>
                  </a:lnTo>
                  <a:lnTo>
                    <a:pt x="3076" y="18252"/>
                  </a:lnTo>
                  <a:lnTo>
                    <a:pt x="2855" y="17961"/>
                  </a:lnTo>
                  <a:lnTo>
                    <a:pt x="2513" y="17468"/>
                  </a:lnTo>
                  <a:lnTo>
                    <a:pt x="2162" y="16976"/>
                  </a:lnTo>
                  <a:lnTo>
                    <a:pt x="1991" y="16735"/>
                  </a:lnTo>
                  <a:lnTo>
                    <a:pt x="1810" y="16503"/>
                  </a:lnTo>
                  <a:lnTo>
                    <a:pt x="1619" y="16272"/>
                  </a:lnTo>
                  <a:lnTo>
                    <a:pt x="1418" y="16051"/>
                  </a:lnTo>
                  <a:lnTo>
                    <a:pt x="1448" y="16101"/>
                  </a:lnTo>
                  <a:lnTo>
                    <a:pt x="1468" y="16192"/>
                  </a:lnTo>
                  <a:lnTo>
                    <a:pt x="1508" y="16403"/>
                  </a:lnTo>
                  <a:lnTo>
                    <a:pt x="1538" y="16624"/>
                  </a:lnTo>
                  <a:lnTo>
                    <a:pt x="1558" y="16725"/>
                  </a:lnTo>
                  <a:lnTo>
                    <a:pt x="1589" y="16795"/>
                  </a:lnTo>
                  <a:lnTo>
                    <a:pt x="1689" y="16996"/>
                  </a:lnTo>
                  <a:lnTo>
                    <a:pt x="1810" y="17197"/>
                  </a:lnTo>
                  <a:lnTo>
                    <a:pt x="1930" y="17388"/>
                  </a:lnTo>
                  <a:lnTo>
                    <a:pt x="2051" y="17589"/>
                  </a:lnTo>
                  <a:lnTo>
                    <a:pt x="2111" y="17720"/>
                  </a:lnTo>
                  <a:lnTo>
                    <a:pt x="2192" y="17880"/>
                  </a:lnTo>
                  <a:lnTo>
                    <a:pt x="2262" y="18061"/>
                  </a:lnTo>
                  <a:lnTo>
                    <a:pt x="2292" y="18162"/>
                  </a:lnTo>
                  <a:lnTo>
                    <a:pt x="2312" y="18252"/>
                  </a:lnTo>
                  <a:lnTo>
                    <a:pt x="2322" y="18343"/>
                  </a:lnTo>
                  <a:lnTo>
                    <a:pt x="2322" y="18433"/>
                  </a:lnTo>
                  <a:lnTo>
                    <a:pt x="2302" y="18514"/>
                  </a:lnTo>
                  <a:lnTo>
                    <a:pt x="2272" y="18594"/>
                  </a:lnTo>
                  <a:lnTo>
                    <a:pt x="2232" y="18654"/>
                  </a:lnTo>
                  <a:lnTo>
                    <a:pt x="2162" y="18715"/>
                  </a:lnTo>
                  <a:lnTo>
                    <a:pt x="2081" y="18755"/>
                  </a:lnTo>
                  <a:lnTo>
                    <a:pt x="1971" y="18775"/>
                  </a:lnTo>
                  <a:lnTo>
                    <a:pt x="1860" y="18785"/>
                  </a:lnTo>
                  <a:lnTo>
                    <a:pt x="1739" y="18775"/>
                  </a:lnTo>
                  <a:lnTo>
                    <a:pt x="1619" y="18755"/>
                  </a:lnTo>
                  <a:lnTo>
                    <a:pt x="1488" y="18715"/>
                  </a:lnTo>
                  <a:lnTo>
                    <a:pt x="1357" y="18654"/>
                  </a:lnTo>
                  <a:lnTo>
                    <a:pt x="1227" y="18594"/>
                  </a:lnTo>
                  <a:lnTo>
                    <a:pt x="1086" y="18524"/>
                  </a:lnTo>
                  <a:lnTo>
                    <a:pt x="955" y="18443"/>
                  </a:lnTo>
                  <a:lnTo>
                    <a:pt x="704" y="18272"/>
                  </a:lnTo>
                  <a:lnTo>
                    <a:pt x="463" y="18102"/>
                  </a:lnTo>
                  <a:lnTo>
                    <a:pt x="262" y="17941"/>
                  </a:lnTo>
                  <a:lnTo>
                    <a:pt x="111" y="17800"/>
                  </a:lnTo>
                  <a:lnTo>
                    <a:pt x="282" y="18061"/>
                  </a:lnTo>
                  <a:lnTo>
                    <a:pt x="443" y="18293"/>
                  </a:lnTo>
                  <a:lnTo>
                    <a:pt x="604" y="18504"/>
                  </a:lnTo>
                  <a:lnTo>
                    <a:pt x="764" y="18685"/>
                  </a:lnTo>
                  <a:lnTo>
                    <a:pt x="925" y="18855"/>
                  </a:lnTo>
                  <a:lnTo>
                    <a:pt x="1096" y="18996"/>
                  </a:lnTo>
                  <a:lnTo>
                    <a:pt x="1267" y="19127"/>
                  </a:lnTo>
                  <a:lnTo>
                    <a:pt x="1448" y="19237"/>
                  </a:lnTo>
                  <a:lnTo>
                    <a:pt x="1629" y="19328"/>
                  </a:lnTo>
                  <a:lnTo>
                    <a:pt x="1830" y="19418"/>
                  </a:lnTo>
                  <a:lnTo>
                    <a:pt x="2041" y="19489"/>
                  </a:lnTo>
                  <a:lnTo>
                    <a:pt x="2262" y="19549"/>
                  </a:lnTo>
                  <a:lnTo>
                    <a:pt x="2503" y="19609"/>
                  </a:lnTo>
                  <a:lnTo>
                    <a:pt x="2765" y="19659"/>
                  </a:lnTo>
                  <a:lnTo>
                    <a:pt x="3348" y="19750"/>
                  </a:lnTo>
                  <a:lnTo>
                    <a:pt x="3428" y="19770"/>
                  </a:lnTo>
                  <a:lnTo>
                    <a:pt x="3508" y="19800"/>
                  </a:lnTo>
                  <a:lnTo>
                    <a:pt x="3709" y="19871"/>
                  </a:lnTo>
                  <a:lnTo>
                    <a:pt x="3930" y="19991"/>
                  </a:lnTo>
                  <a:lnTo>
                    <a:pt x="4172" y="20132"/>
                  </a:lnTo>
                  <a:lnTo>
                    <a:pt x="4443" y="20303"/>
                  </a:lnTo>
                  <a:lnTo>
                    <a:pt x="4714" y="20484"/>
                  </a:lnTo>
                  <a:lnTo>
                    <a:pt x="5006" y="20695"/>
                  </a:lnTo>
                  <a:lnTo>
                    <a:pt x="5287" y="20906"/>
                  </a:lnTo>
                  <a:lnTo>
                    <a:pt x="5569" y="21127"/>
                  </a:lnTo>
                  <a:lnTo>
                    <a:pt x="5840" y="21348"/>
                  </a:lnTo>
                  <a:lnTo>
                    <a:pt x="6091" y="21559"/>
                  </a:lnTo>
                  <a:lnTo>
                    <a:pt x="6323" y="21770"/>
                  </a:lnTo>
                  <a:lnTo>
                    <a:pt x="6534" y="21971"/>
                  </a:lnTo>
                  <a:lnTo>
                    <a:pt x="6704" y="22142"/>
                  </a:lnTo>
                  <a:lnTo>
                    <a:pt x="6845" y="22303"/>
                  </a:lnTo>
                  <a:lnTo>
                    <a:pt x="6936" y="22433"/>
                  </a:lnTo>
                  <a:lnTo>
                    <a:pt x="6986" y="22524"/>
                  </a:lnTo>
                  <a:lnTo>
                    <a:pt x="7016" y="22614"/>
                  </a:lnTo>
                  <a:lnTo>
                    <a:pt x="7016" y="22705"/>
                  </a:lnTo>
                  <a:lnTo>
                    <a:pt x="7006" y="22775"/>
                  </a:lnTo>
                  <a:lnTo>
                    <a:pt x="6966" y="22846"/>
                  </a:lnTo>
                  <a:lnTo>
                    <a:pt x="6905" y="22916"/>
                  </a:lnTo>
                  <a:lnTo>
                    <a:pt x="6835" y="22966"/>
                  </a:lnTo>
                  <a:lnTo>
                    <a:pt x="6745" y="23016"/>
                  </a:lnTo>
                  <a:lnTo>
                    <a:pt x="6644" y="23067"/>
                  </a:lnTo>
                  <a:lnTo>
                    <a:pt x="6534" y="23107"/>
                  </a:lnTo>
                  <a:lnTo>
                    <a:pt x="6403" y="23137"/>
                  </a:lnTo>
                  <a:lnTo>
                    <a:pt x="6262" y="23167"/>
                  </a:lnTo>
                  <a:lnTo>
                    <a:pt x="5961" y="23217"/>
                  </a:lnTo>
                  <a:lnTo>
                    <a:pt x="5629" y="23248"/>
                  </a:lnTo>
                  <a:lnTo>
                    <a:pt x="5277" y="23268"/>
                  </a:lnTo>
                  <a:lnTo>
                    <a:pt x="4936" y="23278"/>
                  </a:lnTo>
                  <a:lnTo>
                    <a:pt x="4594" y="23278"/>
                  </a:lnTo>
                  <a:lnTo>
                    <a:pt x="4262" y="23268"/>
                  </a:lnTo>
                  <a:lnTo>
                    <a:pt x="3709" y="23248"/>
                  </a:lnTo>
                  <a:lnTo>
                    <a:pt x="3348" y="23227"/>
                  </a:lnTo>
                  <a:lnTo>
                    <a:pt x="3126" y="23217"/>
                  </a:lnTo>
                  <a:lnTo>
                    <a:pt x="2915" y="23187"/>
                  </a:lnTo>
                  <a:lnTo>
                    <a:pt x="2714" y="23147"/>
                  </a:lnTo>
                  <a:lnTo>
                    <a:pt x="2503" y="23107"/>
                  </a:lnTo>
                  <a:lnTo>
                    <a:pt x="2101" y="22996"/>
                  </a:lnTo>
                  <a:lnTo>
                    <a:pt x="1709" y="22886"/>
                  </a:lnTo>
                  <a:lnTo>
                    <a:pt x="1317" y="22765"/>
                  </a:lnTo>
                  <a:lnTo>
                    <a:pt x="1116" y="22715"/>
                  </a:lnTo>
                  <a:lnTo>
                    <a:pt x="915" y="22665"/>
                  </a:lnTo>
                  <a:lnTo>
                    <a:pt x="714" y="22624"/>
                  </a:lnTo>
                  <a:lnTo>
                    <a:pt x="513" y="22594"/>
                  </a:lnTo>
                  <a:lnTo>
                    <a:pt x="312" y="22574"/>
                  </a:lnTo>
                  <a:lnTo>
                    <a:pt x="101" y="22564"/>
                  </a:lnTo>
                  <a:lnTo>
                    <a:pt x="101" y="22564"/>
                  </a:lnTo>
                  <a:lnTo>
                    <a:pt x="171" y="22645"/>
                  </a:lnTo>
                  <a:lnTo>
                    <a:pt x="262" y="22715"/>
                  </a:lnTo>
                  <a:lnTo>
                    <a:pt x="362" y="22775"/>
                  </a:lnTo>
                  <a:lnTo>
                    <a:pt x="483" y="22846"/>
                  </a:lnTo>
                  <a:lnTo>
                    <a:pt x="614" y="22906"/>
                  </a:lnTo>
                  <a:lnTo>
                    <a:pt x="764" y="22976"/>
                  </a:lnTo>
                  <a:lnTo>
                    <a:pt x="1086" y="23087"/>
                  </a:lnTo>
                  <a:lnTo>
                    <a:pt x="1438" y="23207"/>
                  </a:lnTo>
                  <a:lnTo>
                    <a:pt x="1820" y="23318"/>
                  </a:lnTo>
                  <a:lnTo>
                    <a:pt x="2604" y="23519"/>
                  </a:lnTo>
                  <a:lnTo>
                    <a:pt x="2986" y="23630"/>
                  </a:lnTo>
                  <a:lnTo>
                    <a:pt x="3348" y="23730"/>
                  </a:lnTo>
                  <a:lnTo>
                    <a:pt x="3679" y="23841"/>
                  </a:lnTo>
                  <a:lnTo>
                    <a:pt x="3971" y="23951"/>
                  </a:lnTo>
                  <a:lnTo>
                    <a:pt x="4091" y="24011"/>
                  </a:lnTo>
                  <a:lnTo>
                    <a:pt x="4202" y="24062"/>
                  </a:lnTo>
                  <a:lnTo>
                    <a:pt x="4302" y="24122"/>
                  </a:lnTo>
                  <a:lnTo>
                    <a:pt x="4383" y="24192"/>
                  </a:lnTo>
                  <a:lnTo>
                    <a:pt x="4443" y="24253"/>
                  </a:lnTo>
                  <a:lnTo>
                    <a:pt x="4483" y="24323"/>
                  </a:lnTo>
                  <a:lnTo>
                    <a:pt x="4493" y="24393"/>
                  </a:lnTo>
                  <a:lnTo>
                    <a:pt x="4493" y="24464"/>
                  </a:lnTo>
                  <a:lnTo>
                    <a:pt x="4473" y="24514"/>
                  </a:lnTo>
                  <a:lnTo>
                    <a:pt x="4433" y="24574"/>
                  </a:lnTo>
                  <a:lnTo>
                    <a:pt x="4373" y="24635"/>
                  </a:lnTo>
                  <a:lnTo>
                    <a:pt x="4292" y="24695"/>
                  </a:lnTo>
                  <a:lnTo>
                    <a:pt x="4202" y="24755"/>
                  </a:lnTo>
                  <a:lnTo>
                    <a:pt x="4091" y="24816"/>
                  </a:lnTo>
                  <a:lnTo>
                    <a:pt x="3830" y="24936"/>
                  </a:lnTo>
                  <a:lnTo>
                    <a:pt x="3528" y="25067"/>
                  </a:lnTo>
                  <a:lnTo>
                    <a:pt x="3197" y="25197"/>
                  </a:lnTo>
                  <a:lnTo>
                    <a:pt x="2835" y="25318"/>
                  </a:lnTo>
                  <a:lnTo>
                    <a:pt x="2453" y="25449"/>
                  </a:lnTo>
                  <a:lnTo>
                    <a:pt x="976" y="25931"/>
                  </a:lnTo>
                  <a:lnTo>
                    <a:pt x="664" y="26042"/>
                  </a:lnTo>
                  <a:lnTo>
                    <a:pt x="383" y="26142"/>
                  </a:lnTo>
                  <a:lnTo>
                    <a:pt x="161" y="26233"/>
                  </a:lnTo>
                  <a:lnTo>
                    <a:pt x="1" y="26313"/>
                  </a:lnTo>
                  <a:lnTo>
                    <a:pt x="644" y="26233"/>
                  </a:lnTo>
                  <a:lnTo>
                    <a:pt x="1307" y="26142"/>
                  </a:lnTo>
                  <a:lnTo>
                    <a:pt x="2001" y="26032"/>
                  </a:lnTo>
                  <a:lnTo>
                    <a:pt x="2694" y="25901"/>
                  </a:lnTo>
                  <a:lnTo>
                    <a:pt x="3036" y="25831"/>
                  </a:lnTo>
                  <a:lnTo>
                    <a:pt x="3378" y="25760"/>
                  </a:lnTo>
                  <a:lnTo>
                    <a:pt x="3719" y="25670"/>
                  </a:lnTo>
                  <a:lnTo>
                    <a:pt x="4051" y="25579"/>
                  </a:lnTo>
                  <a:lnTo>
                    <a:pt x="4373" y="25479"/>
                  </a:lnTo>
                  <a:lnTo>
                    <a:pt x="4684" y="25378"/>
                  </a:lnTo>
                  <a:lnTo>
                    <a:pt x="4986" y="25258"/>
                  </a:lnTo>
                  <a:lnTo>
                    <a:pt x="5277" y="25137"/>
                  </a:lnTo>
                  <a:lnTo>
                    <a:pt x="5448" y="25057"/>
                  </a:lnTo>
                  <a:lnTo>
                    <a:pt x="5609" y="24966"/>
                  </a:lnTo>
                  <a:lnTo>
                    <a:pt x="5941" y="24785"/>
                  </a:lnTo>
                  <a:lnTo>
                    <a:pt x="6604" y="24393"/>
                  </a:lnTo>
                  <a:lnTo>
                    <a:pt x="6936" y="24202"/>
                  </a:lnTo>
                  <a:lnTo>
                    <a:pt x="7107" y="24122"/>
                  </a:lnTo>
                  <a:lnTo>
                    <a:pt x="7287" y="24032"/>
                  </a:lnTo>
                  <a:lnTo>
                    <a:pt x="7458" y="23961"/>
                  </a:lnTo>
                  <a:lnTo>
                    <a:pt x="7639" y="23891"/>
                  </a:lnTo>
                  <a:lnTo>
                    <a:pt x="7820" y="23831"/>
                  </a:lnTo>
                  <a:lnTo>
                    <a:pt x="8011" y="23780"/>
                  </a:lnTo>
                  <a:lnTo>
                    <a:pt x="8172" y="23750"/>
                  </a:lnTo>
                  <a:lnTo>
                    <a:pt x="8323" y="23720"/>
                  </a:lnTo>
                  <a:lnTo>
                    <a:pt x="8473" y="23720"/>
                  </a:lnTo>
                  <a:lnTo>
                    <a:pt x="8614" y="23730"/>
                  </a:lnTo>
                  <a:lnTo>
                    <a:pt x="8684" y="23740"/>
                  </a:lnTo>
                  <a:lnTo>
                    <a:pt x="8755" y="23750"/>
                  </a:lnTo>
                  <a:lnTo>
                    <a:pt x="8815" y="23780"/>
                  </a:lnTo>
                  <a:lnTo>
                    <a:pt x="8875" y="23810"/>
                  </a:lnTo>
                  <a:lnTo>
                    <a:pt x="8936" y="23851"/>
                  </a:lnTo>
                  <a:lnTo>
                    <a:pt x="8996" y="23891"/>
                  </a:lnTo>
                  <a:lnTo>
                    <a:pt x="9056" y="23941"/>
                  </a:lnTo>
                  <a:lnTo>
                    <a:pt x="9107" y="24001"/>
                  </a:lnTo>
                  <a:lnTo>
                    <a:pt x="9187" y="24122"/>
                  </a:lnTo>
                  <a:lnTo>
                    <a:pt x="9237" y="24233"/>
                  </a:lnTo>
                  <a:lnTo>
                    <a:pt x="9277" y="24353"/>
                  </a:lnTo>
                  <a:lnTo>
                    <a:pt x="9288" y="24464"/>
                  </a:lnTo>
                  <a:lnTo>
                    <a:pt x="9277" y="24574"/>
                  </a:lnTo>
                  <a:lnTo>
                    <a:pt x="9257" y="24675"/>
                  </a:lnTo>
                  <a:lnTo>
                    <a:pt x="9227" y="24785"/>
                  </a:lnTo>
                  <a:lnTo>
                    <a:pt x="9177" y="24896"/>
                  </a:lnTo>
                  <a:lnTo>
                    <a:pt x="9117" y="24996"/>
                  </a:lnTo>
                  <a:lnTo>
                    <a:pt x="9056" y="25097"/>
                  </a:lnTo>
                  <a:lnTo>
                    <a:pt x="8926" y="25308"/>
                  </a:lnTo>
                  <a:lnTo>
                    <a:pt x="8795" y="25519"/>
                  </a:lnTo>
                  <a:lnTo>
                    <a:pt x="8745" y="25630"/>
                  </a:lnTo>
                  <a:lnTo>
                    <a:pt x="8695" y="25730"/>
                  </a:lnTo>
                  <a:lnTo>
                    <a:pt x="8634" y="25881"/>
                  </a:lnTo>
                  <a:lnTo>
                    <a:pt x="8584" y="26032"/>
                  </a:lnTo>
                  <a:lnTo>
                    <a:pt x="8483" y="26353"/>
                  </a:lnTo>
                  <a:lnTo>
                    <a:pt x="8403" y="26685"/>
                  </a:lnTo>
                  <a:lnTo>
                    <a:pt x="8333" y="27027"/>
                  </a:lnTo>
                  <a:lnTo>
                    <a:pt x="8282" y="27378"/>
                  </a:lnTo>
                  <a:lnTo>
                    <a:pt x="8242" y="27710"/>
                  </a:lnTo>
                  <a:lnTo>
                    <a:pt x="8212" y="28032"/>
                  </a:lnTo>
                  <a:lnTo>
                    <a:pt x="8192" y="28323"/>
                  </a:lnTo>
                  <a:lnTo>
                    <a:pt x="8483" y="27781"/>
                  </a:lnTo>
                  <a:lnTo>
                    <a:pt x="8614" y="27509"/>
                  </a:lnTo>
                  <a:lnTo>
                    <a:pt x="8674" y="27368"/>
                  </a:lnTo>
                  <a:lnTo>
                    <a:pt x="8735" y="27228"/>
                  </a:lnTo>
                  <a:lnTo>
                    <a:pt x="8845" y="26896"/>
                  </a:lnTo>
                  <a:lnTo>
                    <a:pt x="8896" y="26725"/>
                  </a:lnTo>
                  <a:lnTo>
                    <a:pt x="8966" y="26554"/>
                  </a:lnTo>
                  <a:lnTo>
                    <a:pt x="9036" y="26383"/>
                  </a:lnTo>
                  <a:lnTo>
                    <a:pt x="9127" y="26233"/>
                  </a:lnTo>
                  <a:lnTo>
                    <a:pt x="9177" y="26152"/>
                  </a:lnTo>
                  <a:lnTo>
                    <a:pt x="9237" y="26082"/>
                  </a:lnTo>
                  <a:lnTo>
                    <a:pt x="9298" y="26022"/>
                  </a:lnTo>
                  <a:lnTo>
                    <a:pt x="9368" y="25961"/>
                  </a:lnTo>
                  <a:lnTo>
                    <a:pt x="9448" y="26012"/>
                  </a:lnTo>
                  <a:lnTo>
                    <a:pt x="9509" y="26072"/>
                  </a:lnTo>
                  <a:lnTo>
                    <a:pt x="9569" y="26142"/>
                  </a:lnTo>
                  <a:lnTo>
                    <a:pt x="9609" y="26223"/>
                  </a:lnTo>
                  <a:lnTo>
                    <a:pt x="9639" y="26303"/>
                  </a:lnTo>
                  <a:lnTo>
                    <a:pt x="9669" y="26394"/>
                  </a:lnTo>
                  <a:lnTo>
                    <a:pt x="9680" y="26484"/>
                  </a:lnTo>
                  <a:lnTo>
                    <a:pt x="9690" y="26584"/>
                  </a:lnTo>
                  <a:lnTo>
                    <a:pt x="9690" y="26775"/>
                  </a:lnTo>
                  <a:lnTo>
                    <a:pt x="9680" y="26976"/>
                  </a:lnTo>
                  <a:lnTo>
                    <a:pt x="9629" y="27308"/>
                  </a:lnTo>
                  <a:lnTo>
                    <a:pt x="9589" y="27489"/>
                  </a:lnTo>
                  <a:lnTo>
                    <a:pt x="9549" y="27680"/>
                  </a:lnTo>
                  <a:lnTo>
                    <a:pt x="9509" y="27861"/>
                  </a:lnTo>
                  <a:lnTo>
                    <a:pt x="9478" y="28052"/>
                  </a:lnTo>
                  <a:lnTo>
                    <a:pt x="9478" y="28162"/>
                  </a:lnTo>
                  <a:lnTo>
                    <a:pt x="9489" y="28283"/>
                  </a:lnTo>
                  <a:lnTo>
                    <a:pt x="9529" y="28544"/>
                  </a:lnTo>
                  <a:lnTo>
                    <a:pt x="9549" y="28685"/>
                  </a:lnTo>
                  <a:lnTo>
                    <a:pt x="9549" y="28806"/>
                  </a:lnTo>
                  <a:lnTo>
                    <a:pt x="9539" y="28926"/>
                  </a:lnTo>
                  <a:lnTo>
                    <a:pt x="9519" y="28987"/>
                  </a:lnTo>
                  <a:lnTo>
                    <a:pt x="9499" y="29037"/>
                  </a:lnTo>
                  <a:lnTo>
                    <a:pt x="9599" y="28836"/>
                  </a:lnTo>
                  <a:lnTo>
                    <a:pt x="9720" y="28625"/>
                  </a:lnTo>
                  <a:lnTo>
                    <a:pt x="9840" y="28404"/>
                  </a:lnTo>
                  <a:lnTo>
                    <a:pt x="9951" y="28173"/>
                  </a:lnTo>
                  <a:lnTo>
                    <a:pt x="10061" y="27931"/>
                  </a:lnTo>
                  <a:lnTo>
                    <a:pt x="10162" y="27690"/>
                  </a:lnTo>
                  <a:lnTo>
                    <a:pt x="10192" y="27569"/>
                  </a:lnTo>
                  <a:lnTo>
                    <a:pt x="10222" y="27459"/>
                  </a:lnTo>
                  <a:lnTo>
                    <a:pt x="10252" y="27338"/>
                  </a:lnTo>
                  <a:lnTo>
                    <a:pt x="10262" y="27218"/>
                  </a:lnTo>
                  <a:lnTo>
                    <a:pt x="10273" y="27007"/>
                  </a:lnTo>
                  <a:lnTo>
                    <a:pt x="10262" y="26796"/>
                  </a:lnTo>
                  <a:lnTo>
                    <a:pt x="10242" y="26584"/>
                  </a:lnTo>
                  <a:lnTo>
                    <a:pt x="10222" y="26383"/>
                  </a:lnTo>
                  <a:lnTo>
                    <a:pt x="10172" y="26002"/>
                  </a:lnTo>
                  <a:lnTo>
                    <a:pt x="10162" y="25811"/>
                  </a:lnTo>
                  <a:lnTo>
                    <a:pt x="10142" y="25630"/>
                  </a:lnTo>
                  <a:lnTo>
                    <a:pt x="10152" y="25439"/>
                  </a:lnTo>
                  <a:lnTo>
                    <a:pt x="10162" y="25258"/>
                  </a:lnTo>
                  <a:lnTo>
                    <a:pt x="10202" y="25077"/>
                  </a:lnTo>
                  <a:lnTo>
                    <a:pt x="10262" y="24896"/>
                  </a:lnTo>
                  <a:lnTo>
                    <a:pt x="10293" y="24805"/>
                  </a:lnTo>
                  <a:lnTo>
                    <a:pt x="10343" y="24705"/>
                  </a:lnTo>
                  <a:lnTo>
                    <a:pt x="10393" y="24615"/>
                  </a:lnTo>
                  <a:lnTo>
                    <a:pt x="10463" y="24524"/>
                  </a:lnTo>
                  <a:lnTo>
                    <a:pt x="10534" y="24434"/>
                  </a:lnTo>
                  <a:lnTo>
                    <a:pt x="10604" y="24343"/>
                  </a:lnTo>
                  <a:lnTo>
                    <a:pt x="10695" y="24243"/>
                  </a:lnTo>
                  <a:lnTo>
                    <a:pt x="10795" y="24152"/>
                  </a:lnTo>
                  <a:lnTo>
                    <a:pt x="10866" y="24092"/>
                  </a:lnTo>
                  <a:lnTo>
                    <a:pt x="10936" y="24042"/>
                  </a:lnTo>
                  <a:lnTo>
                    <a:pt x="11077" y="23951"/>
                  </a:lnTo>
                  <a:lnTo>
                    <a:pt x="11237" y="23891"/>
                  </a:lnTo>
                  <a:lnTo>
                    <a:pt x="11408" y="23841"/>
                  </a:lnTo>
                  <a:lnTo>
                    <a:pt x="11589" y="23810"/>
                  </a:lnTo>
                  <a:lnTo>
                    <a:pt x="11770" y="23800"/>
                  </a:lnTo>
                  <a:lnTo>
                    <a:pt x="11951" y="23800"/>
                  </a:lnTo>
                  <a:lnTo>
                    <a:pt x="12142" y="23820"/>
                  </a:lnTo>
                  <a:lnTo>
                    <a:pt x="12333" y="23851"/>
                  </a:lnTo>
                  <a:lnTo>
                    <a:pt x="12514" y="23901"/>
                  </a:lnTo>
                  <a:lnTo>
                    <a:pt x="12695" y="23961"/>
                  </a:lnTo>
                  <a:lnTo>
                    <a:pt x="12866" y="24032"/>
                  </a:lnTo>
                  <a:lnTo>
                    <a:pt x="13036" y="24112"/>
                  </a:lnTo>
                  <a:lnTo>
                    <a:pt x="13187" y="24202"/>
                  </a:lnTo>
                  <a:lnTo>
                    <a:pt x="13338" y="24303"/>
                  </a:lnTo>
                  <a:lnTo>
                    <a:pt x="13459" y="24413"/>
                  </a:lnTo>
                  <a:lnTo>
                    <a:pt x="13569" y="24524"/>
                  </a:lnTo>
                  <a:lnTo>
                    <a:pt x="13670" y="24635"/>
                  </a:lnTo>
                  <a:lnTo>
                    <a:pt x="13760" y="24745"/>
                  </a:lnTo>
                  <a:lnTo>
                    <a:pt x="13841" y="24866"/>
                  </a:lnTo>
                  <a:lnTo>
                    <a:pt x="14001" y="25107"/>
                  </a:lnTo>
                  <a:lnTo>
                    <a:pt x="14142" y="25358"/>
                  </a:lnTo>
                  <a:lnTo>
                    <a:pt x="14313" y="25700"/>
                  </a:lnTo>
                  <a:lnTo>
                    <a:pt x="14393" y="25871"/>
                  </a:lnTo>
                  <a:lnTo>
                    <a:pt x="14464" y="26042"/>
                  </a:lnTo>
                  <a:lnTo>
                    <a:pt x="14534" y="26213"/>
                  </a:lnTo>
                  <a:lnTo>
                    <a:pt x="14594" y="26394"/>
                  </a:lnTo>
                  <a:lnTo>
                    <a:pt x="14645" y="26574"/>
                  </a:lnTo>
                  <a:lnTo>
                    <a:pt x="14675" y="26765"/>
                  </a:lnTo>
                  <a:lnTo>
                    <a:pt x="14685" y="26785"/>
                  </a:lnTo>
                  <a:lnTo>
                    <a:pt x="14715" y="27007"/>
                  </a:lnTo>
                  <a:lnTo>
                    <a:pt x="14735" y="27228"/>
                  </a:lnTo>
                  <a:lnTo>
                    <a:pt x="14745" y="27459"/>
                  </a:lnTo>
                  <a:lnTo>
                    <a:pt x="14745" y="27680"/>
                  </a:lnTo>
                  <a:lnTo>
                    <a:pt x="14735" y="27901"/>
                  </a:lnTo>
                  <a:lnTo>
                    <a:pt x="14715" y="28132"/>
                  </a:lnTo>
                  <a:lnTo>
                    <a:pt x="14695" y="28353"/>
                  </a:lnTo>
                  <a:lnTo>
                    <a:pt x="14655" y="28575"/>
                  </a:lnTo>
                  <a:lnTo>
                    <a:pt x="14604" y="28796"/>
                  </a:lnTo>
                  <a:lnTo>
                    <a:pt x="14554" y="29017"/>
                  </a:lnTo>
                  <a:lnTo>
                    <a:pt x="14494" y="29238"/>
                  </a:lnTo>
                  <a:lnTo>
                    <a:pt x="14413" y="29449"/>
                  </a:lnTo>
                  <a:lnTo>
                    <a:pt x="14333" y="29670"/>
                  </a:lnTo>
                  <a:lnTo>
                    <a:pt x="14253" y="29881"/>
                  </a:lnTo>
                  <a:lnTo>
                    <a:pt x="14152" y="30092"/>
                  </a:lnTo>
                  <a:lnTo>
                    <a:pt x="14052" y="30293"/>
                  </a:lnTo>
                  <a:lnTo>
                    <a:pt x="13861" y="30645"/>
                  </a:lnTo>
                  <a:lnTo>
                    <a:pt x="13660" y="30997"/>
                  </a:lnTo>
                  <a:lnTo>
                    <a:pt x="13449" y="31349"/>
                  </a:lnTo>
                  <a:lnTo>
                    <a:pt x="13227" y="31690"/>
                  </a:lnTo>
                  <a:lnTo>
                    <a:pt x="13097" y="31791"/>
                  </a:lnTo>
                  <a:lnTo>
                    <a:pt x="12966" y="31891"/>
                  </a:lnTo>
                  <a:lnTo>
                    <a:pt x="12825" y="31992"/>
                  </a:lnTo>
                  <a:lnTo>
                    <a:pt x="12685" y="32072"/>
                  </a:lnTo>
                  <a:lnTo>
                    <a:pt x="12544" y="32163"/>
                  </a:lnTo>
                  <a:lnTo>
                    <a:pt x="12393" y="32243"/>
                  </a:lnTo>
                  <a:lnTo>
                    <a:pt x="12092" y="32384"/>
                  </a:lnTo>
                  <a:lnTo>
                    <a:pt x="11780" y="32504"/>
                  </a:lnTo>
                  <a:lnTo>
                    <a:pt x="11459" y="32615"/>
                  </a:lnTo>
                  <a:lnTo>
                    <a:pt x="11127" y="32705"/>
                  </a:lnTo>
                  <a:lnTo>
                    <a:pt x="10785" y="32786"/>
                  </a:lnTo>
                  <a:lnTo>
                    <a:pt x="10443" y="32856"/>
                  </a:lnTo>
                  <a:lnTo>
                    <a:pt x="10102" y="32917"/>
                  </a:lnTo>
                  <a:lnTo>
                    <a:pt x="9750" y="32967"/>
                  </a:lnTo>
                  <a:lnTo>
                    <a:pt x="9408" y="33017"/>
                  </a:lnTo>
                  <a:lnTo>
                    <a:pt x="8715" y="33087"/>
                  </a:lnTo>
                  <a:lnTo>
                    <a:pt x="8041" y="33148"/>
                  </a:lnTo>
                  <a:lnTo>
                    <a:pt x="7328" y="33228"/>
                  </a:lnTo>
                  <a:lnTo>
                    <a:pt x="6644" y="33319"/>
                  </a:lnTo>
                  <a:lnTo>
                    <a:pt x="5971" y="33409"/>
                  </a:lnTo>
                  <a:lnTo>
                    <a:pt x="5307" y="33479"/>
                  </a:lnTo>
                  <a:lnTo>
                    <a:pt x="4986" y="33510"/>
                  </a:lnTo>
                  <a:lnTo>
                    <a:pt x="4654" y="33530"/>
                  </a:lnTo>
                  <a:lnTo>
                    <a:pt x="4322" y="33540"/>
                  </a:lnTo>
                  <a:lnTo>
                    <a:pt x="3991" y="33540"/>
                  </a:lnTo>
                  <a:lnTo>
                    <a:pt x="3649" y="33520"/>
                  </a:lnTo>
                  <a:lnTo>
                    <a:pt x="3307" y="33489"/>
                  </a:lnTo>
                  <a:lnTo>
                    <a:pt x="2956" y="33439"/>
                  </a:lnTo>
                  <a:lnTo>
                    <a:pt x="2604" y="33369"/>
                  </a:lnTo>
                  <a:lnTo>
                    <a:pt x="2714" y="33399"/>
                  </a:lnTo>
                  <a:lnTo>
                    <a:pt x="2815" y="33439"/>
                  </a:lnTo>
                  <a:lnTo>
                    <a:pt x="3036" y="33550"/>
                  </a:lnTo>
                  <a:lnTo>
                    <a:pt x="3257" y="33660"/>
                  </a:lnTo>
                  <a:lnTo>
                    <a:pt x="3368" y="33711"/>
                  </a:lnTo>
                  <a:lnTo>
                    <a:pt x="3468" y="33751"/>
                  </a:lnTo>
                  <a:lnTo>
                    <a:pt x="3709" y="33811"/>
                  </a:lnTo>
                  <a:lnTo>
                    <a:pt x="3961" y="33871"/>
                  </a:lnTo>
                  <a:lnTo>
                    <a:pt x="4202" y="33912"/>
                  </a:lnTo>
                  <a:lnTo>
                    <a:pt x="4453" y="33952"/>
                  </a:lnTo>
                  <a:lnTo>
                    <a:pt x="4584" y="33972"/>
                  </a:lnTo>
                  <a:lnTo>
                    <a:pt x="4714" y="33972"/>
                  </a:lnTo>
                  <a:lnTo>
                    <a:pt x="4966" y="33982"/>
                  </a:lnTo>
                  <a:lnTo>
                    <a:pt x="5227" y="33962"/>
                  </a:lnTo>
                  <a:lnTo>
                    <a:pt x="5478" y="33942"/>
                  </a:lnTo>
                  <a:lnTo>
                    <a:pt x="5740" y="33932"/>
                  </a:lnTo>
                  <a:lnTo>
                    <a:pt x="5991" y="33912"/>
                  </a:lnTo>
                  <a:lnTo>
                    <a:pt x="6252" y="33912"/>
                  </a:lnTo>
                  <a:lnTo>
                    <a:pt x="6514" y="33932"/>
                  </a:lnTo>
                  <a:lnTo>
                    <a:pt x="6654" y="33962"/>
                  </a:lnTo>
                  <a:lnTo>
                    <a:pt x="6715" y="33982"/>
                  </a:lnTo>
                  <a:lnTo>
                    <a:pt x="6755" y="34002"/>
                  </a:lnTo>
                  <a:lnTo>
                    <a:pt x="6795" y="34032"/>
                  </a:lnTo>
                  <a:lnTo>
                    <a:pt x="6825" y="34052"/>
                  </a:lnTo>
                  <a:lnTo>
                    <a:pt x="6845" y="34082"/>
                  </a:lnTo>
                  <a:lnTo>
                    <a:pt x="6865" y="34123"/>
                  </a:lnTo>
                  <a:lnTo>
                    <a:pt x="6865" y="34153"/>
                  </a:lnTo>
                  <a:lnTo>
                    <a:pt x="6865" y="34193"/>
                  </a:lnTo>
                  <a:lnTo>
                    <a:pt x="6855" y="34263"/>
                  </a:lnTo>
                  <a:lnTo>
                    <a:pt x="6815" y="34354"/>
                  </a:lnTo>
                  <a:lnTo>
                    <a:pt x="6755" y="34434"/>
                  </a:lnTo>
                  <a:lnTo>
                    <a:pt x="6684" y="34525"/>
                  </a:lnTo>
                  <a:lnTo>
                    <a:pt x="6604" y="34605"/>
                  </a:lnTo>
                  <a:lnTo>
                    <a:pt x="6433" y="34776"/>
                  </a:lnTo>
                  <a:lnTo>
                    <a:pt x="6252" y="34917"/>
                  </a:lnTo>
                  <a:lnTo>
                    <a:pt x="6111" y="35027"/>
                  </a:lnTo>
                  <a:lnTo>
                    <a:pt x="6011" y="35098"/>
                  </a:lnTo>
                  <a:lnTo>
                    <a:pt x="5900" y="35168"/>
                  </a:lnTo>
                  <a:lnTo>
                    <a:pt x="5669" y="35299"/>
                  </a:lnTo>
                  <a:lnTo>
                    <a:pt x="5428" y="35439"/>
                  </a:lnTo>
                  <a:lnTo>
                    <a:pt x="5187" y="35580"/>
                  </a:lnTo>
                  <a:lnTo>
                    <a:pt x="5066" y="35660"/>
                  </a:lnTo>
                  <a:lnTo>
                    <a:pt x="4966" y="35741"/>
                  </a:lnTo>
                  <a:lnTo>
                    <a:pt x="4865" y="35821"/>
                  </a:lnTo>
                  <a:lnTo>
                    <a:pt x="4765" y="35912"/>
                  </a:lnTo>
                  <a:lnTo>
                    <a:pt x="4684" y="36002"/>
                  </a:lnTo>
                  <a:lnTo>
                    <a:pt x="4624" y="36103"/>
                  </a:lnTo>
                  <a:lnTo>
                    <a:pt x="4574" y="36213"/>
                  </a:lnTo>
                  <a:lnTo>
                    <a:pt x="4533" y="36324"/>
                  </a:lnTo>
                  <a:lnTo>
                    <a:pt x="4533" y="36324"/>
                  </a:lnTo>
                  <a:lnTo>
                    <a:pt x="4694" y="36284"/>
                  </a:lnTo>
                  <a:lnTo>
                    <a:pt x="4855" y="36233"/>
                  </a:lnTo>
                  <a:lnTo>
                    <a:pt x="5167" y="36113"/>
                  </a:lnTo>
                  <a:lnTo>
                    <a:pt x="5478" y="35972"/>
                  </a:lnTo>
                  <a:lnTo>
                    <a:pt x="5790" y="35821"/>
                  </a:lnTo>
                  <a:lnTo>
                    <a:pt x="6091" y="35650"/>
                  </a:lnTo>
                  <a:lnTo>
                    <a:pt x="6393" y="35469"/>
                  </a:lnTo>
                  <a:lnTo>
                    <a:pt x="6996" y="35098"/>
                  </a:lnTo>
                  <a:lnTo>
                    <a:pt x="7609" y="34716"/>
                  </a:lnTo>
                  <a:lnTo>
                    <a:pt x="7921" y="34535"/>
                  </a:lnTo>
                  <a:lnTo>
                    <a:pt x="8232" y="34354"/>
                  </a:lnTo>
                  <a:lnTo>
                    <a:pt x="8554" y="34193"/>
                  </a:lnTo>
                  <a:lnTo>
                    <a:pt x="8885" y="34042"/>
                  </a:lnTo>
                  <a:lnTo>
                    <a:pt x="9227" y="33922"/>
                  </a:lnTo>
                  <a:lnTo>
                    <a:pt x="9398" y="33861"/>
                  </a:lnTo>
                  <a:lnTo>
                    <a:pt x="9569" y="33811"/>
                  </a:lnTo>
                  <a:lnTo>
                    <a:pt x="9870" y="33731"/>
                  </a:lnTo>
                  <a:lnTo>
                    <a:pt x="10061" y="33680"/>
                  </a:lnTo>
                  <a:lnTo>
                    <a:pt x="10252" y="33640"/>
                  </a:lnTo>
                  <a:lnTo>
                    <a:pt x="10443" y="33610"/>
                  </a:lnTo>
                  <a:lnTo>
                    <a:pt x="10634" y="33600"/>
                  </a:lnTo>
                  <a:lnTo>
                    <a:pt x="10715" y="33610"/>
                  </a:lnTo>
                  <a:lnTo>
                    <a:pt x="10795" y="33620"/>
                  </a:lnTo>
                  <a:lnTo>
                    <a:pt x="10866" y="33640"/>
                  </a:lnTo>
                  <a:lnTo>
                    <a:pt x="10926" y="33670"/>
                  </a:lnTo>
                  <a:lnTo>
                    <a:pt x="10966" y="33700"/>
                  </a:lnTo>
                  <a:lnTo>
                    <a:pt x="11006" y="33741"/>
                  </a:lnTo>
                  <a:lnTo>
                    <a:pt x="11036" y="33781"/>
                  </a:lnTo>
                  <a:lnTo>
                    <a:pt x="11067" y="33821"/>
                  </a:lnTo>
                  <a:lnTo>
                    <a:pt x="11087" y="33861"/>
                  </a:lnTo>
                  <a:lnTo>
                    <a:pt x="11107" y="33912"/>
                  </a:lnTo>
                  <a:lnTo>
                    <a:pt x="11117" y="34012"/>
                  </a:lnTo>
                  <a:lnTo>
                    <a:pt x="11107" y="34113"/>
                  </a:lnTo>
                  <a:lnTo>
                    <a:pt x="11077" y="34233"/>
                  </a:lnTo>
                  <a:lnTo>
                    <a:pt x="11026" y="34354"/>
                  </a:lnTo>
                  <a:lnTo>
                    <a:pt x="10956" y="34484"/>
                  </a:lnTo>
                  <a:lnTo>
                    <a:pt x="10876" y="34615"/>
                  </a:lnTo>
                  <a:lnTo>
                    <a:pt x="10785" y="34756"/>
                  </a:lnTo>
                  <a:lnTo>
                    <a:pt x="10675" y="34897"/>
                  </a:lnTo>
                  <a:lnTo>
                    <a:pt x="10544" y="35037"/>
                  </a:lnTo>
                  <a:lnTo>
                    <a:pt x="10273" y="35339"/>
                  </a:lnTo>
                  <a:lnTo>
                    <a:pt x="9961" y="35630"/>
                  </a:lnTo>
                  <a:lnTo>
                    <a:pt x="9639" y="35932"/>
                  </a:lnTo>
                  <a:lnTo>
                    <a:pt x="9308" y="36213"/>
                  </a:lnTo>
                  <a:lnTo>
                    <a:pt x="8976" y="36475"/>
                  </a:lnTo>
                  <a:lnTo>
                    <a:pt x="8654" y="36726"/>
                  </a:lnTo>
                  <a:lnTo>
                    <a:pt x="8363" y="36937"/>
                  </a:lnTo>
                  <a:lnTo>
                    <a:pt x="8102" y="37118"/>
                  </a:lnTo>
                  <a:lnTo>
                    <a:pt x="7901" y="37248"/>
                  </a:lnTo>
                  <a:lnTo>
                    <a:pt x="7750" y="37339"/>
                  </a:lnTo>
                  <a:lnTo>
                    <a:pt x="7468" y="37480"/>
                  </a:lnTo>
                  <a:lnTo>
                    <a:pt x="7187" y="37610"/>
                  </a:lnTo>
                  <a:lnTo>
                    <a:pt x="6885" y="37741"/>
                  </a:lnTo>
                  <a:lnTo>
                    <a:pt x="6584" y="37862"/>
                  </a:lnTo>
                  <a:lnTo>
                    <a:pt x="6272" y="37972"/>
                  </a:lnTo>
                  <a:lnTo>
                    <a:pt x="5961" y="38073"/>
                  </a:lnTo>
                  <a:lnTo>
                    <a:pt x="5307" y="38274"/>
                  </a:lnTo>
                  <a:lnTo>
                    <a:pt x="4654" y="38455"/>
                  </a:lnTo>
                  <a:lnTo>
                    <a:pt x="4001" y="38625"/>
                  </a:lnTo>
                  <a:lnTo>
                    <a:pt x="3358" y="38796"/>
                  </a:lnTo>
                  <a:lnTo>
                    <a:pt x="2744" y="38967"/>
                  </a:lnTo>
                  <a:lnTo>
                    <a:pt x="2915" y="39017"/>
                  </a:lnTo>
                  <a:lnTo>
                    <a:pt x="3086" y="39058"/>
                  </a:lnTo>
                  <a:lnTo>
                    <a:pt x="3257" y="39088"/>
                  </a:lnTo>
                  <a:lnTo>
                    <a:pt x="3438" y="39108"/>
                  </a:lnTo>
                  <a:lnTo>
                    <a:pt x="3619" y="39118"/>
                  </a:lnTo>
                  <a:lnTo>
                    <a:pt x="3800" y="39118"/>
                  </a:lnTo>
                  <a:lnTo>
                    <a:pt x="3981" y="39108"/>
                  </a:lnTo>
                  <a:lnTo>
                    <a:pt x="4162" y="39098"/>
                  </a:lnTo>
                  <a:lnTo>
                    <a:pt x="4523" y="39058"/>
                  </a:lnTo>
                  <a:lnTo>
                    <a:pt x="4885" y="38987"/>
                  </a:lnTo>
                  <a:lnTo>
                    <a:pt x="5237" y="38917"/>
                  </a:lnTo>
                  <a:lnTo>
                    <a:pt x="5579" y="38836"/>
                  </a:lnTo>
                  <a:lnTo>
                    <a:pt x="5730" y="38806"/>
                  </a:lnTo>
                  <a:lnTo>
                    <a:pt x="5890" y="38786"/>
                  </a:lnTo>
                  <a:lnTo>
                    <a:pt x="6041" y="38766"/>
                  </a:lnTo>
                  <a:lnTo>
                    <a:pt x="6312" y="38766"/>
                  </a:lnTo>
                  <a:lnTo>
                    <a:pt x="6443" y="38786"/>
                  </a:lnTo>
                  <a:lnTo>
                    <a:pt x="6554" y="38806"/>
                  </a:lnTo>
                  <a:lnTo>
                    <a:pt x="6654" y="38847"/>
                  </a:lnTo>
                  <a:lnTo>
                    <a:pt x="6725" y="38887"/>
                  </a:lnTo>
                  <a:lnTo>
                    <a:pt x="6765" y="38917"/>
                  </a:lnTo>
                  <a:lnTo>
                    <a:pt x="6785" y="38947"/>
                  </a:lnTo>
                  <a:lnTo>
                    <a:pt x="6805" y="38987"/>
                  </a:lnTo>
                  <a:lnTo>
                    <a:pt x="6825" y="39027"/>
                  </a:lnTo>
                  <a:lnTo>
                    <a:pt x="6825" y="39068"/>
                  </a:lnTo>
                  <a:lnTo>
                    <a:pt x="6835" y="39108"/>
                  </a:lnTo>
                  <a:lnTo>
                    <a:pt x="6825" y="39158"/>
                  </a:lnTo>
                  <a:lnTo>
                    <a:pt x="6815" y="39218"/>
                  </a:lnTo>
                  <a:lnTo>
                    <a:pt x="6765" y="39329"/>
                  </a:lnTo>
                  <a:lnTo>
                    <a:pt x="6684" y="39460"/>
                  </a:lnTo>
                  <a:lnTo>
                    <a:pt x="6564" y="39610"/>
                  </a:lnTo>
                  <a:lnTo>
                    <a:pt x="6433" y="39751"/>
                  </a:lnTo>
                  <a:lnTo>
                    <a:pt x="6292" y="39882"/>
                  </a:lnTo>
                  <a:lnTo>
                    <a:pt x="6142" y="40012"/>
                  </a:lnTo>
                  <a:lnTo>
                    <a:pt x="5971" y="40133"/>
                  </a:lnTo>
                  <a:lnTo>
                    <a:pt x="5629" y="40384"/>
                  </a:lnTo>
                  <a:lnTo>
                    <a:pt x="5287" y="40626"/>
                  </a:lnTo>
                  <a:lnTo>
                    <a:pt x="5116" y="40746"/>
                  </a:lnTo>
                  <a:lnTo>
                    <a:pt x="4956" y="40877"/>
                  </a:lnTo>
                  <a:lnTo>
                    <a:pt x="4805" y="41017"/>
                  </a:lnTo>
                  <a:lnTo>
                    <a:pt x="4664" y="41158"/>
                  </a:lnTo>
                  <a:lnTo>
                    <a:pt x="4544" y="41299"/>
                  </a:lnTo>
                  <a:lnTo>
                    <a:pt x="4433" y="41460"/>
                  </a:lnTo>
                  <a:lnTo>
                    <a:pt x="4343" y="41631"/>
                  </a:lnTo>
                  <a:lnTo>
                    <a:pt x="4312" y="41711"/>
                  </a:lnTo>
                  <a:lnTo>
                    <a:pt x="4282" y="41801"/>
                  </a:lnTo>
                  <a:lnTo>
                    <a:pt x="4594" y="41621"/>
                  </a:lnTo>
                  <a:lnTo>
                    <a:pt x="4895" y="41430"/>
                  </a:lnTo>
                  <a:lnTo>
                    <a:pt x="5197" y="41239"/>
                  </a:lnTo>
                  <a:lnTo>
                    <a:pt x="5488" y="41028"/>
                  </a:lnTo>
                  <a:lnTo>
                    <a:pt x="5780" y="40806"/>
                  </a:lnTo>
                  <a:lnTo>
                    <a:pt x="6061" y="40585"/>
                  </a:lnTo>
                  <a:lnTo>
                    <a:pt x="6343" y="40354"/>
                  </a:lnTo>
                  <a:lnTo>
                    <a:pt x="6614" y="40123"/>
                  </a:lnTo>
                  <a:lnTo>
                    <a:pt x="7137" y="39630"/>
                  </a:lnTo>
                  <a:lnTo>
                    <a:pt x="7659" y="39138"/>
                  </a:lnTo>
                  <a:lnTo>
                    <a:pt x="8162" y="38635"/>
                  </a:lnTo>
                  <a:lnTo>
                    <a:pt x="8654" y="38143"/>
                  </a:lnTo>
                  <a:lnTo>
                    <a:pt x="8875" y="37902"/>
                  </a:lnTo>
                  <a:lnTo>
                    <a:pt x="9087" y="37661"/>
                  </a:lnTo>
                  <a:lnTo>
                    <a:pt x="9298" y="37409"/>
                  </a:lnTo>
                  <a:lnTo>
                    <a:pt x="9489" y="37158"/>
                  </a:lnTo>
                  <a:lnTo>
                    <a:pt x="9891" y="36645"/>
                  </a:lnTo>
                  <a:lnTo>
                    <a:pt x="10102" y="36394"/>
                  </a:lnTo>
                  <a:lnTo>
                    <a:pt x="10313" y="36153"/>
                  </a:lnTo>
                  <a:lnTo>
                    <a:pt x="10564" y="35871"/>
                  </a:lnTo>
                  <a:lnTo>
                    <a:pt x="10695" y="35731"/>
                  </a:lnTo>
                  <a:lnTo>
                    <a:pt x="10835" y="35590"/>
                  </a:lnTo>
                  <a:lnTo>
                    <a:pt x="10976" y="35459"/>
                  </a:lnTo>
                  <a:lnTo>
                    <a:pt x="11127" y="35339"/>
                  </a:lnTo>
                  <a:lnTo>
                    <a:pt x="11288" y="35228"/>
                  </a:lnTo>
                  <a:lnTo>
                    <a:pt x="11448" y="35128"/>
                  </a:lnTo>
                  <a:lnTo>
                    <a:pt x="11559" y="35077"/>
                  </a:lnTo>
                  <a:lnTo>
                    <a:pt x="11660" y="35047"/>
                  </a:lnTo>
                  <a:lnTo>
                    <a:pt x="11750" y="35037"/>
                  </a:lnTo>
                  <a:lnTo>
                    <a:pt x="11840" y="35047"/>
                  </a:lnTo>
                  <a:lnTo>
                    <a:pt x="11921" y="35067"/>
                  </a:lnTo>
                  <a:lnTo>
                    <a:pt x="12001" y="35098"/>
                  </a:lnTo>
                  <a:lnTo>
                    <a:pt x="12072" y="35148"/>
                  </a:lnTo>
                  <a:lnTo>
                    <a:pt x="12132" y="35198"/>
                  </a:lnTo>
                  <a:lnTo>
                    <a:pt x="12182" y="35268"/>
                  </a:lnTo>
                  <a:lnTo>
                    <a:pt x="12232" y="35339"/>
                  </a:lnTo>
                  <a:lnTo>
                    <a:pt x="12273" y="35419"/>
                  </a:lnTo>
                  <a:lnTo>
                    <a:pt x="12303" y="35500"/>
                  </a:lnTo>
                  <a:lnTo>
                    <a:pt x="12323" y="35590"/>
                  </a:lnTo>
                  <a:lnTo>
                    <a:pt x="12343" y="35680"/>
                  </a:lnTo>
                  <a:lnTo>
                    <a:pt x="12343" y="35771"/>
                  </a:lnTo>
                  <a:lnTo>
                    <a:pt x="12343" y="35861"/>
                  </a:lnTo>
                  <a:lnTo>
                    <a:pt x="12313" y="36022"/>
                  </a:lnTo>
                  <a:lnTo>
                    <a:pt x="12263" y="36173"/>
                  </a:lnTo>
                  <a:lnTo>
                    <a:pt x="12202" y="36314"/>
                  </a:lnTo>
                  <a:lnTo>
                    <a:pt x="12122" y="36464"/>
                  </a:lnTo>
                  <a:lnTo>
                    <a:pt x="12031" y="36605"/>
                  </a:lnTo>
                  <a:lnTo>
                    <a:pt x="11941" y="36736"/>
                  </a:lnTo>
                  <a:lnTo>
                    <a:pt x="11750" y="36987"/>
                  </a:lnTo>
                  <a:lnTo>
                    <a:pt x="11499" y="37289"/>
                  </a:lnTo>
                  <a:lnTo>
                    <a:pt x="11237" y="37610"/>
                  </a:lnTo>
                  <a:lnTo>
                    <a:pt x="11117" y="37771"/>
                  </a:lnTo>
                  <a:lnTo>
                    <a:pt x="11006" y="37932"/>
                  </a:lnTo>
                  <a:lnTo>
                    <a:pt x="10896" y="38093"/>
                  </a:lnTo>
                  <a:lnTo>
                    <a:pt x="10805" y="38264"/>
                  </a:lnTo>
                  <a:lnTo>
                    <a:pt x="10735" y="38414"/>
                  </a:lnTo>
                  <a:lnTo>
                    <a:pt x="10685" y="38565"/>
                  </a:lnTo>
                  <a:lnTo>
                    <a:pt x="10654" y="38726"/>
                  </a:lnTo>
                  <a:lnTo>
                    <a:pt x="10624" y="38887"/>
                  </a:lnTo>
                  <a:lnTo>
                    <a:pt x="10604" y="39218"/>
                  </a:lnTo>
                  <a:lnTo>
                    <a:pt x="10584" y="39379"/>
                  </a:lnTo>
                  <a:lnTo>
                    <a:pt x="10564" y="39530"/>
                  </a:lnTo>
                  <a:lnTo>
                    <a:pt x="10644" y="39369"/>
                  </a:lnTo>
                  <a:lnTo>
                    <a:pt x="10735" y="39208"/>
                  </a:lnTo>
                  <a:lnTo>
                    <a:pt x="10835" y="39048"/>
                  </a:lnTo>
                  <a:lnTo>
                    <a:pt x="10946" y="38887"/>
                  </a:lnTo>
                  <a:lnTo>
                    <a:pt x="11167" y="38585"/>
                  </a:lnTo>
                  <a:lnTo>
                    <a:pt x="11378" y="38314"/>
                  </a:lnTo>
                  <a:lnTo>
                    <a:pt x="11469" y="38203"/>
                  </a:lnTo>
                  <a:lnTo>
                    <a:pt x="11549" y="38113"/>
                  </a:lnTo>
                  <a:lnTo>
                    <a:pt x="11619" y="38042"/>
                  </a:lnTo>
                  <a:lnTo>
                    <a:pt x="11660" y="38022"/>
                  </a:lnTo>
                  <a:lnTo>
                    <a:pt x="11690" y="38012"/>
                  </a:lnTo>
                  <a:lnTo>
                    <a:pt x="11720" y="38012"/>
                  </a:lnTo>
                  <a:lnTo>
                    <a:pt x="11740" y="38022"/>
                  </a:lnTo>
                  <a:lnTo>
                    <a:pt x="11770" y="38042"/>
                  </a:lnTo>
                  <a:lnTo>
                    <a:pt x="11790" y="38073"/>
                  </a:lnTo>
                  <a:lnTo>
                    <a:pt x="11810" y="38113"/>
                  </a:lnTo>
                  <a:lnTo>
                    <a:pt x="11820" y="38163"/>
                  </a:lnTo>
                  <a:lnTo>
                    <a:pt x="11850" y="38304"/>
                  </a:lnTo>
                  <a:lnTo>
                    <a:pt x="11891" y="38676"/>
                  </a:lnTo>
                  <a:lnTo>
                    <a:pt x="11921" y="39068"/>
                  </a:lnTo>
                  <a:lnTo>
                    <a:pt x="11941" y="39460"/>
                  </a:lnTo>
                  <a:lnTo>
                    <a:pt x="11951" y="39842"/>
                  </a:lnTo>
                  <a:lnTo>
                    <a:pt x="11951" y="39671"/>
                  </a:lnTo>
                  <a:lnTo>
                    <a:pt x="11961" y="39490"/>
                  </a:lnTo>
                  <a:lnTo>
                    <a:pt x="11981" y="39299"/>
                  </a:lnTo>
                  <a:lnTo>
                    <a:pt x="12001" y="39118"/>
                  </a:lnTo>
                  <a:lnTo>
                    <a:pt x="12072" y="38746"/>
                  </a:lnTo>
                  <a:lnTo>
                    <a:pt x="12152" y="38364"/>
                  </a:lnTo>
                  <a:lnTo>
                    <a:pt x="12253" y="37992"/>
                  </a:lnTo>
                  <a:lnTo>
                    <a:pt x="12343" y="37620"/>
                  </a:lnTo>
                  <a:lnTo>
                    <a:pt x="12544" y="36907"/>
                  </a:lnTo>
                  <a:lnTo>
                    <a:pt x="12655" y="36475"/>
                  </a:lnTo>
                  <a:lnTo>
                    <a:pt x="12775" y="36042"/>
                  </a:lnTo>
                  <a:lnTo>
                    <a:pt x="12846" y="35831"/>
                  </a:lnTo>
                  <a:lnTo>
                    <a:pt x="12926" y="35620"/>
                  </a:lnTo>
                  <a:lnTo>
                    <a:pt x="13006" y="35409"/>
                  </a:lnTo>
                  <a:lnTo>
                    <a:pt x="13107" y="35208"/>
                  </a:lnTo>
                  <a:lnTo>
                    <a:pt x="13177" y="35108"/>
                  </a:lnTo>
                  <a:lnTo>
                    <a:pt x="13248" y="35007"/>
                  </a:lnTo>
                  <a:lnTo>
                    <a:pt x="13318" y="34917"/>
                  </a:lnTo>
                  <a:lnTo>
                    <a:pt x="13398" y="34846"/>
                  </a:lnTo>
                  <a:lnTo>
                    <a:pt x="13479" y="34776"/>
                  </a:lnTo>
                  <a:lnTo>
                    <a:pt x="13569" y="34736"/>
                  </a:lnTo>
                  <a:lnTo>
                    <a:pt x="13650" y="34696"/>
                  </a:lnTo>
                  <a:lnTo>
                    <a:pt x="13730" y="34685"/>
                  </a:lnTo>
                  <a:lnTo>
                    <a:pt x="13810" y="34685"/>
                  </a:lnTo>
                  <a:lnTo>
                    <a:pt x="13891" y="34706"/>
                  </a:lnTo>
                  <a:lnTo>
                    <a:pt x="13951" y="34746"/>
                  </a:lnTo>
                  <a:lnTo>
                    <a:pt x="14021" y="34806"/>
                  </a:lnTo>
                  <a:lnTo>
                    <a:pt x="14072" y="34886"/>
                  </a:lnTo>
                  <a:lnTo>
                    <a:pt x="14112" y="34997"/>
                  </a:lnTo>
                  <a:lnTo>
                    <a:pt x="14142" y="35118"/>
                  </a:lnTo>
                  <a:lnTo>
                    <a:pt x="14162" y="35278"/>
                  </a:lnTo>
                  <a:lnTo>
                    <a:pt x="14162" y="35399"/>
                  </a:lnTo>
                  <a:lnTo>
                    <a:pt x="14152" y="35530"/>
                  </a:lnTo>
                  <a:lnTo>
                    <a:pt x="14132" y="35660"/>
                  </a:lnTo>
                  <a:lnTo>
                    <a:pt x="14102" y="35791"/>
                  </a:lnTo>
                  <a:lnTo>
                    <a:pt x="14052" y="36052"/>
                  </a:lnTo>
                  <a:lnTo>
                    <a:pt x="14032" y="36183"/>
                  </a:lnTo>
                  <a:lnTo>
                    <a:pt x="14021" y="36314"/>
                  </a:lnTo>
                  <a:lnTo>
                    <a:pt x="14021" y="36424"/>
                  </a:lnTo>
                  <a:lnTo>
                    <a:pt x="14042" y="36545"/>
                  </a:lnTo>
                  <a:lnTo>
                    <a:pt x="14102" y="36776"/>
                  </a:lnTo>
                  <a:lnTo>
                    <a:pt x="14152" y="36997"/>
                  </a:lnTo>
                  <a:lnTo>
                    <a:pt x="14172" y="37108"/>
                  </a:lnTo>
                  <a:lnTo>
                    <a:pt x="14172" y="37218"/>
                  </a:lnTo>
                  <a:lnTo>
                    <a:pt x="14182" y="37068"/>
                  </a:lnTo>
                  <a:lnTo>
                    <a:pt x="14212" y="36937"/>
                  </a:lnTo>
                  <a:lnTo>
                    <a:pt x="14243" y="36796"/>
                  </a:lnTo>
                  <a:lnTo>
                    <a:pt x="14293" y="36665"/>
                  </a:lnTo>
                  <a:lnTo>
                    <a:pt x="14343" y="36535"/>
                  </a:lnTo>
                  <a:lnTo>
                    <a:pt x="14393" y="36404"/>
                  </a:lnTo>
                  <a:lnTo>
                    <a:pt x="14514" y="36153"/>
                  </a:lnTo>
                  <a:lnTo>
                    <a:pt x="14645" y="35902"/>
                  </a:lnTo>
                  <a:lnTo>
                    <a:pt x="14765" y="35640"/>
                  </a:lnTo>
                  <a:lnTo>
                    <a:pt x="14826" y="35510"/>
                  </a:lnTo>
                  <a:lnTo>
                    <a:pt x="14876" y="35369"/>
                  </a:lnTo>
                  <a:lnTo>
                    <a:pt x="14916" y="35228"/>
                  </a:lnTo>
                  <a:lnTo>
                    <a:pt x="14956" y="35087"/>
                  </a:lnTo>
                  <a:lnTo>
                    <a:pt x="14976" y="34927"/>
                  </a:lnTo>
                  <a:lnTo>
                    <a:pt x="14986" y="34766"/>
                  </a:lnTo>
                  <a:lnTo>
                    <a:pt x="14976" y="34625"/>
                  </a:lnTo>
                  <a:lnTo>
                    <a:pt x="14956" y="34474"/>
                  </a:lnTo>
                  <a:lnTo>
                    <a:pt x="14926" y="34344"/>
                  </a:lnTo>
                  <a:lnTo>
                    <a:pt x="14886" y="34203"/>
                  </a:lnTo>
                  <a:lnTo>
                    <a:pt x="14836" y="34082"/>
                  </a:lnTo>
                  <a:lnTo>
                    <a:pt x="14785" y="33952"/>
                  </a:lnTo>
                  <a:lnTo>
                    <a:pt x="14675" y="33700"/>
                  </a:lnTo>
                  <a:lnTo>
                    <a:pt x="14564" y="33449"/>
                  </a:lnTo>
                  <a:lnTo>
                    <a:pt x="14514" y="33329"/>
                  </a:lnTo>
                  <a:lnTo>
                    <a:pt x="14474" y="33198"/>
                  </a:lnTo>
                  <a:lnTo>
                    <a:pt x="14444" y="33057"/>
                  </a:lnTo>
                  <a:lnTo>
                    <a:pt x="14423" y="32927"/>
                  </a:lnTo>
                  <a:lnTo>
                    <a:pt x="14413" y="32786"/>
                  </a:lnTo>
                  <a:lnTo>
                    <a:pt x="14423" y="32645"/>
                  </a:lnTo>
                  <a:lnTo>
                    <a:pt x="14434" y="32514"/>
                  </a:lnTo>
                  <a:lnTo>
                    <a:pt x="14464" y="32374"/>
                  </a:lnTo>
                  <a:lnTo>
                    <a:pt x="14494" y="32263"/>
                  </a:lnTo>
                  <a:lnTo>
                    <a:pt x="14524" y="32153"/>
                  </a:lnTo>
                  <a:lnTo>
                    <a:pt x="14564" y="32052"/>
                  </a:lnTo>
                  <a:lnTo>
                    <a:pt x="14614" y="31952"/>
                  </a:lnTo>
                  <a:lnTo>
                    <a:pt x="14665" y="31851"/>
                  </a:lnTo>
                  <a:lnTo>
                    <a:pt x="14725" y="31761"/>
                  </a:lnTo>
                  <a:lnTo>
                    <a:pt x="14856" y="31580"/>
                  </a:lnTo>
                  <a:lnTo>
                    <a:pt x="15006" y="31409"/>
                  </a:lnTo>
                  <a:lnTo>
                    <a:pt x="15167" y="31248"/>
                  </a:lnTo>
                  <a:lnTo>
                    <a:pt x="15348" y="31107"/>
                  </a:lnTo>
                  <a:lnTo>
                    <a:pt x="15549" y="30987"/>
                  </a:lnTo>
                  <a:lnTo>
                    <a:pt x="15760" y="30866"/>
                  </a:lnTo>
                  <a:lnTo>
                    <a:pt x="15981" y="30776"/>
                  </a:lnTo>
                  <a:lnTo>
                    <a:pt x="16202" y="30695"/>
                  </a:lnTo>
                  <a:lnTo>
                    <a:pt x="16444" y="30625"/>
                  </a:lnTo>
                  <a:lnTo>
                    <a:pt x="16685" y="30585"/>
                  </a:lnTo>
                  <a:lnTo>
                    <a:pt x="16936" y="30555"/>
                  </a:lnTo>
                  <a:lnTo>
                    <a:pt x="17198" y="30545"/>
                  </a:lnTo>
                  <a:lnTo>
                    <a:pt x="17449" y="30555"/>
                  </a:lnTo>
                  <a:lnTo>
                    <a:pt x="17891" y="30595"/>
                  </a:lnTo>
                  <a:lnTo>
                    <a:pt x="18323" y="30645"/>
                  </a:lnTo>
                  <a:lnTo>
                    <a:pt x="18765" y="30705"/>
                  </a:lnTo>
                  <a:lnTo>
                    <a:pt x="19208" y="30776"/>
                  </a:lnTo>
                  <a:lnTo>
                    <a:pt x="19650" y="30866"/>
                  </a:lnTo>
                  <a:lnTo>
                    <a:pt x="20082" y="30957"/>
                  </a:lnTo>
                  <a:lnTo>
                    <a:pt x="20514" y="31067"/>
                  </a:lnTo>
                  <a:lnTo>
                    <a:pt x="20946" y="31178"/>
                  </a:lnTo>
                  <a:lnTo>
                    <a:pt x="21127" y="31238"/>
                  </a:lnTo>
                  <a:lnTo>
                    <a:pt x="21308" y="31298"/>
                  </a:lnTo>
                  <a:lnTo>
                    <a:pt x="21479" y="31369"/>
                  </a:lnTo>
                  <a:lnTo>
                    <a:pt x="21650" y="31449"/>
                  </a:lnTo>
                  <a:lnTo>
                    <a:pt x="21811" y="31529"/>
                  </a:lnTo>
                  <a:lnTo>
                    <a:pt x="21962" y="31620"/>
                  </a:lnTo>
                  <a:lnTo>
                    <a:pt x="22112" y="31710"/>
                  </a:lnTo>
                  <a:lnTo>
                    <a:pt x="22263" y="31811"/>
                  </a:lnTo>
                  <a:lnTo>
                    <a:pt x="22394" y="31921"/>
                  </a:lnTo>
                  <a:lnTo>
                    <a:pt x="22524" y="32032"/>
                  </a:lnTo>
                  <a:lnTo>
                    <a:pt x="22655" y="32143"/>
                  </a:lnTo>
                  <a:lnTo>
                    <a:pt x="22776" y="32263"/>
                  </a:lnTo>
                  <a:lnTo>
                    <a:pt x="22886" y="32394"/>
                  </a:lnTo>
                  <a:lnTo>
                    <a:pt x="22997" y="32525"/>
                  </a:lnTo>
                  <a:lnTo>
                    <a:pt x="23087" y="32655"/>
                  </a:lnTo>
                  <a:lnTo>
                    <a:pt x="23188" y="32796"/>
                  </a:lnTo>
                  <a:lnTo>
                    <a:pt x="23268" y="32937"/>
                  </a:lnTo>
                  <a:lnTo>
                    <a:pt x="23349" y="33077"/>
                  </a:lnTo>
                  <a:lnTo>
                    <a:pt x="23419" y="33228"/>
                  </a:lnTo>
                  <a:lnTo>
                    <a:pt x="23479" y="33379"/>
                  </a:lnTo>
                  <a:lnTo>
                    <a:pt x="23540" y="33530"/>
                  </a:lnTo>
                  <a:lnTo>
                    <a:pt x="23590" y="33690"/>
                  </a:lnTo>
                  <a:lnTo>
                    <a:pt x="23630" y="33841"/>
                  </a:lnTo>
                  <a:lnTo>
                    <a:pt x="23660" y="34002"/>
                  </a:lnTo>
                  <a:lnTo>
                    <a:pt x="23690" y="34163"/>
                  </a:lnTo>
                  <a:lnTo>
                    <a:pt x="23710" y="34334"/>
                  </a:lnTo>
                  <a:lnTo>
                    <a:pt x="23710" y="34494"/>
                  </a:lnTo>
                  <a:lnTo>
                    <a:pt x="23720" y="34665"/>
                  </a:lnTo>
                  <a:lnTo>
                    <a:pt x="23710" y="34826"/>
                  </a:lnTo>
                  <a:lnTo>
                    <a:pt x="23690" y="34997"/>
                  </a:lnTo>
                  <a:lnTo>
                    <a:pt x="23670" y="35158"/>
                  </a:lnTo>
                  <a:lnTo>
                    <a:pt x="23630" y="35329"/>
                  </a:lnTo>
                  <a:lnTo>
                    <a:pt x="23590" y="35550"/>
                  </a:lnTo>
                  <a:lnTo>
                    <a:pt x="23550" y="35771"/>
                  </a:lnTo>
                  <a:lnTo>
                    <a:pt x="23489" y="36143"/>
                  </a:lnTo>
                  <a:lnTo>
                    <a:pt x="23449" y="36505"/>
                  </a:lnTo>
                  <a:lnTo>
                    <a:pt x="23379" y="37218"/>
                  </a:lnTo>
                  <a:lnTo>
                    <a:pt x="23318" y="37912"/>
                  </a:lnTo>
                  <a:lnTo>
                    <a:pt x="23258" y="38605"/>
                  </a:lnTo>
                  <a:lnTo>
                    <a:pt x="23208" y="38947"/>
                  </a:lnTo>
                  <a:lnTo>
                    <a:pt x="23158" y="39279"/>
                  </a:lnTo>
                  <a:lnTo>
                    <a:pt x="23097" y="39620"/>
                  </a:lnTo>
                  <a:lnTo>
                    <a:pt x="23017" y="39962"/>
                  </a:lnTo>
                  <a:lnTo>
                    <a:pt x="22926" y="40304"/>
                  </a:lnTo>
                  <a:lnTo>
                    <a:pt x="22816" y="40646"/>
                  </a:lnTo>
                  <a:lnTo>
                    <a:pt x="22685" y="40997"/>
                  </a:lnTo>
                  <a:lnTo>
                    <a:pt x="22524" y="41339"/>
                  </a:lnTo>
                  <a:lnTo>
                    <a:pt x="22585" y="41239"/>
                  </a:lnTo>
                  <a:lnTo>
                    <a:pt x="22665" y="41138"/>
                  </a:lnTo>
                  <a:lnTo>
                    <a:pt x="22756" y="41048"/>
                  </a:lnTo>
                  <a:lnTo>
                    <a:pt x="22846" y="40957"/>
                  </a:lnTo>
                  <a:lnTo>
                    <a:pt x="22937" y="40867"/>
                  </a:lnTo>
                  <a:lnTo>
                    <a:pt x="23017" y="40776"/>
                  </a:lnTo>
                  <a:lnTo>
                    <a:pt x="23097" y="40676"/>
                  </a:lnTo>
                  <a:lnTo>
                    <a:pt x="23158" y="40575"/>
                  </a:lnTo>
                  <a:lnTo>
                    <a:pt x="23318" y="40244"/>
                  </a:lnTo>
                  <a:lnTo>
                    <a:pt x="23459" y="39892"/>
                  </a:lnTo>
                  <a:lnTo>
                    <a:pt x="23590" y="39540"/>
                  </a:lnTo>
                  <a:lnTo>
                    <a:pt x="23710" y="39198"/>
                  </a:lnTo>
                  <a:lnTo>
                    <a:pt x="23801" y="38957"/>
                  </a:lnTo>
                  <a:lnTo>
                    <a:pt x="23921" y="38666"/>
                  </a:lnTo>
                  <a:lnTo>
                    <a:pt x="23982" y="38515"/>
                  </a:lnTo>
                  <a:lnTo>
                    <a:pt x="24062" y="38374"/>
                  </a:lnTo>
                  <a:lnTo>
                    <a:pt x="24133" y="38254"/>
                  </a:lnTo>
                  <a:lnTo>
                    <a:pt x="24213" y="38143"/>
                  </a:lnTo>
                  <a:lnTo>
                    <a:pt x="24293" y="38052"/>
                  </a:lnTo>
                  <a:lnTo>
                    <a:pt x="24334" y="38022"/>
                  </a:lnTo>
                  <a:lnTo>
                    <a:pt x="24374" y="38002"/>
                  </a:lnTo>
                  <a:lnTo>
                    <a:pt x="24424" y="37982"/>
                  </a:lnTo>
                  <a:lnTo>
                    <a:pt x="24464" y="37972"/>
                  </a:lnTo>
                  <a:lnTo>
                    <a:pt x="24504" y="37982"/>
                  </a:lnTo>
                  <a:lnTo>
                    <a:pt x="24545" y="37992"/>
                  </a:lnTo>
                  <a:lnTo>
                    <a:pt x="24585" y="38022"/>
                  </a:lnTo>
                  <a:lnTo>
                    <a:pt x="24625" y="38063"/>
                  </a:lnTo>
                  <a:lnTo>
                    <a:pt x="24665" y="38113"/>
                  </a:lnTo>
                  <a:lnTo>
                    <a:pt x="24705" y="38173"/>
                  </a:lnTo>
                  <a:lnTo>
                    <a:pt x="24746" y="38254"/>
                  </a:lnTo>
                  <a:lnTo>
                    <a:pt x="24776" y="38354"/>
                  </a:lnTo>
                  <a:lnTo>
                    <a:pt x="24846" y="38595"/>
                  </a:lnTo>
                  <a:lnTo>
                    <a:pt x="24886" y="38766"/>
                  </a:lnTo>
                  <a:lnTo>
                    <a:pt x="24906" y="38947"/>
                  </a:lnTo>
                  <a:lnTo>
                    <a:pt x="24906" y="39128"/>
                  </a:lnTo>
                  <a:lnTo>
                    <a:pt x="24896" y="39319"/>
                  </a:lnTo>
                  <a:lnTo>
                    <a:pt x="24886" y="39510"/>
                  </a:lnTo>
                  <a:lnTo>
                    <a:pt x="24856" y="39701"/>
                  </a:lnTo>
                  <a:lnTo>
                    <a:pt x="24776" y="40083"/>
                  </a:lnTo>
                  <a:lnTo>
                    <a:pt x="24685" y="40475"/>
                  </a:lnTo>
                  <a:lnTo>
                    <a:pt x="24595" y="40857"/>
                  </a:lnTo>
                  <a:lnTo>
                    <a:pt x="24514" y="41229"/>
                  </a:lnTo>
                  <a:lnTo>
                    <a:pt x="24484" y="41409"/>
                  </a:lnTo>
                  <a:lnTo>
                    <a:pt x="24464" y="41590"/>
                  </a:lnTo>
                  <a:lnTo>
                    <a:pt x="24444" y="41801"/>
                  </a:lnTo>
                  <a:lnTo>
                    <a:pt x="24434" y="42023"/>
                  </a:lnTo>
                  <a:lnTo>
                    <a:pt x="24424" y="42244"/>
                  </a:lnTo>
                  <a:lnTo>
                    <a:pt x="24424" y="42475"/>
                  </a:lnTo>
                  <a:lnTo>
                    <a:pt x="24434" y="42706"/>
                  </a:lnTo>
                  <a:lnTo>
                    <a:pt x="24444" y="42947"/>
                  </a:lnTo>
                  <a:lnTo>
                    <a:pt x="24474" y="43178"/>
                  </a:lnTo>
                  <a:lnTo>
                    <a:pt x="24504" y="43410"/>
                  </a:lnTo>
                  <a:lnTo>
                    <a:pt x="24545" y="43631"/>
                  </a:lnTo>
                  <a:lnTo>
                    <a:pt x="24595" y="43852"/>
                  </a:lnTo>
                  <a:lnTo>
                    <a:pt x="24655" y="44063"/>
                  </a:lnTo>
                  <a:lnTo>
                    <a:pt x="24726" y="44264"/>
                  </a:lnTo>
                  <a:lnTo>
                    <a:pt x="24806" y="44445"/>
                  </a:lnTo>
                  <a:lnTo>
                    <a:pt x="24896" y="44616"/>
                  </a:lnTo>
                  <a:lnTo>
                    <a:pt x="24997" y="44777"/>
                  </a:lnTo>
                  <a:lnTo>
                    <a:pt x="25107" y="44917"/>
                  </a:lnTo>
                  <a:lnTo>
                    <a:pt x="25097" y="44666"/>
                  </a:lnTo>
                  <a:lnTo>
                    <a:pt x="25067" y="44405"/>
                  </a:lnTo>
                  <a:lnTo>
                    <a:pt x="24997" y="43862"/>
                  </a:lnTo>
                  <a:lnTo>
                    <a:pt x="24967" y="43591"/>
                  </a:lnTo>
                  <a:lnTo>
                    <a:pt x="24957" y="43460"/>
                  </a:lnTo>
                  <a:lnTo>
                    <a:pt x="24957" y="43319"/>
                  </a:lnTo>
                  <a:lnTo>
                    <a:pt x="24957" y="43199"/>
                  </a:lnTo>
                  <a:lnTo>
                    <a:pt x="24977" y="43068"/>
                  </a:lnTo>
                  <a:lnTo>
                    <a:pt x="24997" y="42947"/>
                  </a:lnTo>
                  <a:lnTo>
                    <a:pt x="25037" y="42837"/>
                  </a:lnTo>
                  <a:lnTo>
                    <a:pt x="25077" y="42726"/>
                  </a:lnTo>
                  <a:lnTo>
                    <a:pt x="25128" y="42646"/>
                  </a:lnTo>
                  <a:lnTo>
                    <a:pt x="25178" y="42585"/>
                  </a:lnTo>
                  <a:lnTo>
                    <a:pt x="25228" y="42545"/>
                  </a:lnTo>
                  <a:lnTo>
                    <a:pt x="25288" y="42525"/>
                  </a:lnTo>
                  <a:lnTo>
                    <a:pt x="25349" y="42525"/>
                  </a:lnTo>
                  <a:lnTo>
                    <a:pt x="25399" y="42535"/>
                  </a:lnTo>
                  <a:lnTo>
                    <a:pt x="25459" y="42565"/>
                  </a:lnTo>
                  <a:lnTo>
                    <a:pt x="25530" y="42606"/>
                  </a:lnTo>
                  <a:lnTo>
                    <a:pt x="25590" y="42656"/>
                  </a:lnTo>
                  <a:lnTo>
                    <a:pt x="25711" y="42786"/>
                  </a:lnTo>
                  <a:lnTo>
                    <a:pt x="25831" y="42937"/>
                  </a:lnTo>
                  <a:lnTo>
                    <a:pt x="25952" y="43108"/>
                  </a:lnTo>
                  <a:lnTo>
                    <a:pt x="26022" y="43209"/>
                  </a:lnTo>
                  <a:lnTo>
                    <a:pt x="26072" y="43319"/>
                  </a:lnTo>
                  <a:lnTo>
                    <a:pt x="26133" y="43440"/>
                  </a:lnTo>
                  <a:lnTo>
                    <a:pt x="26173" y="43570"/>
                  </a:lnTo>
                  <a:lnTo>
                    <a:pt x="26253" y="43832"/>
                  </a:lnTo>
                  <a:lnTo>
                    <a:pt x="26314" y="44093"/>
                  </a:lnTo>
                  <a:lnTo>
                    <a:pt x="26354" y="44334"/>
                  </a:lnTo>
                  <a:lnTo>
                    <a:pt x="26374" y="44535"/>
                  </a:lnTo>
                  <a:lnTo>
                    <a:pt x="26384" y="44686"/>
                  </a:lnTo>
                  <a:lnTo>
                    <a:pt x="26384" y="44777"/>
                  </a:lnTo>
                  <a:lnTo>
                    <a:pt x="26404" y="44656"/>
                  </a:lnTo>
                  <a:lnTo>
                    <a:pt x="26444" y="44545"/>
                  </a:lnTo>
                  <a:lnTo>
                    <a:pt x="26515" y="44304"/>
                  </a:lnTo>
                  <a:lnTo>
                    <a:pt x="26605" y="44063"/>
                  </a:lnTo>
                  <a:lnTo>
                    <a:pt x="26685" y="43812"/>
                  </a:lnTo>
                  <a:lnTo>
                    <a:pt x="26766" y="43560"/>
                  </a:lnTo>
                  <a:lnTo>
                    <a:pt x="26786" y="43440"/>
                  </a:lnTo>
                  <a:lnTo>
                    <a:pt x="26806" y="43309"/>
                  </a:lnTo>
                  <a:lnTo>
                    <a:pt x="26816" y="43188"/>
                  </a:lnTo>
                  <a:lnTo>
                    <a:pt x="26816" y="43068"/>
                  </a:lnTo>
                  <a:lnTo>
                    <a:pt x="26806" y="42957"/>
                  </a:lnTo>
                  <a:lnTo>
                    <a:pt x="26776" y="42837"/>
                  </a:lnTo>
                  <a:lnTo>
                    <a:pt x="26746" y="42746"/>
                  </a:lnTo>
                  <a:lnTo>
                    <a:pt x="26696" y="42656"/>
                  </a:lnTo>
                  <a:lnTo>
                    <a:pt x="26645" y="42565"/>
                  </a:lnTo>
                  <a:lnTo>
                    <a:pt x="26575" y="42475"/>
                  </a:lnTo>
                  <a:lnTo>
                    <a:pt x="26434" y="42314"/>
                  </a:lnTo>
                  <a:lnTo>
                    <a:pt x="26273" y="42153"/>
                  </a:lnTo>
                  <a:lnTo>
                    <a:pt x="26113" y="42002"/>
                  </a:lnTo>
                  <a:lnTo>
                    <a:pt x="25962" y="41842"/>
                  </a:lnTo>
                  <a:lnTo>
                    <a:pt x="25902" y="41751"/>
                  </a:lnTo>
                  <a:lnTo>
                    <a:pt x="25841" y="41661"/>
                  </a:lnTo>
                  <a:lnTo>
                    <a:pt x="25801" y="41570"/>
                  </a:lnTo>
                  <a:lnTo>
                    <a:pt x="25761" y="41480"/>
                  </a:lnTo>
                  <a:lnTo>
                    <a:pt x="25680" y="41219"/>
                  </a:lnTo>
                  <a:lnTo>
                    <a:pt x="25620" y="40947"/>
                  </a:lnTo>
                  <a:lnTo>
                    <a:pt x="25570" y="40676"/>
                  </a:lnTo>
                  <a:lnTo>
                    <a:pt x="25520" y="40394"/>
                  </a:lnTo>
                  <a:lnTo>
                    <a:pt x="25489" y="40113"/>
                  </a:lnTo>
                  <a:lnTo>
                    <a:pt x="25479" y="39842"/>
                  </a:lnTo>
                  <a:lnTo>
                    <a:pt x="25469" y="39560"/>
                  </a:lnTo>
                  <a:lnTo>
                    <a:pt x="25479" y="39299"/>
                  </a:lnTo>
                  <a:lnTo>
                    <a:pt x="25499" y="38937"/>
                  </a:lnTo>
                  <a:lnTo>
                    <a:pt x="25520" y="38716"/>
                  </a:lnTo>
                  <a:lnTo>
                    <a:pt x="25550" y="38485"/>
                  </a:lnTo>
                  <a:lnTo>
                    <a:pt x="25570" y="38374"/>
                  </a:lnTo>
                  <a:lnTo>
                    <a:pt x="25600" y="38274"/>
                  </a:lnTo>
                  <a:lnTo>
                    <a:pt x="25630" y="38173"/>
                  </a:lnTo>
                  <a:lnTo>
                    <a:pt x="25670" y="38073"/>
                  </a:lnTo>
                  <a:lnTo>
                    <a:pt x="25721" y="37992"/>
                  </a:lnTo>
                  <a:lnTo>
                    <a:pt x="25781" y="37922"/>
                  </a:lnTo>
                  <a:lnTo>
                    <a:pt x="25851" y="37862"/>
                  </a:lnTo>
                  <a:lnTo>
                    <a:pt x="25932" y="37821"/>
                  </a:lnTo>
                  <a:lnTo>
                    <a:pt x="26022" y="37791"/>
                  </a:lnTo>
                  <a:lnTo>
                    <a:pt x="26103" y="37781"/>
                  </a:lnTo>
                  <a:lnTo>
                    <a:pt x="26183" y="37791"/>
                  </a:lnTo>
                  <a:lnTo>
                    <a:pt x="26263" y="37811"/>
                  </a:lnTo>
                  <a:lnTo>
                    <a:pt x="26344" y="37851"/>
                  </a:lnTo>
                  <a:lnTo>
                    <a:pt x="26414" y="37902"/>
                  </a:lnTo>
                  <a:lnTo>
                    <a:pt x="26484" y="37962"/>
                  </a:lnTo>
                  <a:lnTo>
                    <a:pt x="26555" y="38022"/>
                  </a:lnTo>
                  <a:lnTo>
                    <a:pt x="26675" y="38173"/>
                  </a:lnTo>
                  <a:lnTo>
                    <a:pt x="26786" y="38334"/>
                  </a:lnTo>
                  <a:lnTo>
                    <a:pt x="26947" y="38605"/>
                  </a:lnTo>
                  <a:lnTo>
                    <a:pt x="27027" y="38776"/>
                  </a:lnTo>
                  <a:lnTo>
                    <a:pt x="27118" y="38947"/>
                  </a:lnTo>
                  <a:lnTo>
                    <a:pt x="27278" y="39329"/>
                  </a:lnTo>
                  <a:lnTo>
                    <a:pt x="27439" y="39721"/>
                  </a:lnTo>
                  <a:lnTo>
                    <a:pt x="27530" y="39922"/>
                  </a:lnTo>
                  <a:lnTo>
                    <a:pt x="27630" y="40113"/>
                  </a:lnTo>
                  <a:lnTo>
                    <a:pt x="27731" y="40304"/>
                  </a:lnTo>
                  <a:lnTo>
                    <a:pt x="27851" y="40485"/>
                  </a:lnTo>
                  <a:lnTo>
                    <a:pt x="27982" y="40656"/>
                  </a:lnTo>
                  <a:lnTo>
                    <a:pt x="28113" y="40806"/>
                  </a:lnTo>
                  <a:lnTo>
                    <a:pt x="28193" y="40877"/>
                  </a:lnTo>
                  <a:lnTo>
                    <a:pt x="28273" y="40947"/>
                  </a:lnTo>
                  <a:lnTo>
                    <a:pt x="28354" y="41007"/>
                  </a:lnTo>
                  <a:lnTo>
                    <a:pt x="28444" y="41068"/>
                  </a:lnTo>
                  <a:lnTo>
                    <a:pt x="28535" y="41118"/>
                  </a:lnTo>
                  <a:lnTo>
                    <a:pt x="28635" y="41158"/>
                  </a:lnTo>
                  <a:lnTo>
                    <a:pt x="28736" y="41198"/>
                  </a:lnTo>
                  <a:lnTo>
                    <a:pt x="28846" y="41229"/>
                  </a:lnTo>
                  <a:lnTo>
                    <a:pt x="28766" y="41158"/>
                  </a:lnTo>
                  <a:lnTo>
                    <a:pt x="28676" y="41068"/>
                  </a:lnTo>
                  <a:lnTo>
                    <a:pt x="28565" y="40957"/>
                  </a:lnTo>
                  <a:lnTo>
                    <a:pt x="28454" y="40827"/>
                  </a:lnTo>
                  <a:lnTo>
                    <a:pt x="28344" y="40676"/>
                  </a:lnTo>
                  <a:lnTo>
                    <a:pt x="28233" y="40515"/>
                  </a:lnTo>
                  <a:lnTo>
                    <a:pt x="28133" y="40354"/>
                  </a:lnTo>
                  <a:lnTo>
                    <a:pt x="28032" y="40183"/>
                  </a:lnTo>
                  <a:lnTo>
                    <a:pt x="27942" y="40002"/>
                  </a:lnTo>
                  <a:lnTo>
                    <a:pt x="27871" y="39842"/>
                  </a:lnTo>
                  <a:lnTo>
                    <a:pt x="27811" y="39671"/>
                  </a:lnTo>
                  <a:lnTo>
                    <a:pt x="27781" y="39520"/>
                  </a:lnTo>
                  <a:lnTo>
                    <a:pt x="27781" y="39440"/>
                  </a:lnTo>
                  <a:lnTo>
                    <a:pt x="27781" y="39369"/>
                  </a:lnTo>
                  <a:lnTo>
                    <a:pt x="27781" y="39309"/>
                  </a:lnTo>
                  <a:lnTo>
                    <a:pt x="27801" y="39238"/>
                  </a:lnTo>
                  <a:lnTo>
                    <a:pt x="27821" y="39188"/>
                  </a:lnTo>
                  <a:lnTo>
                    <a:pt x="27851" y="39138"/>
                  </a:lnTo>
                  <a:lnTo>
                    <a:pt x="27892" y="39088"/>
                  </a:lnTo>
                  <a:lnTo>
                    <a:pt x="27942" y="39048"/>
                  </a:lnTo>
                  <a:lnTo>
                    <a:pt x="28002" y="39007"/>
                  </a:lnTo>
                  <a:lnTo>
                    <a:pt x="28072" y="38977"/>
                  </a:lnTo>
                  <a:lnTo>
                    <a:pt x="28143" y="38947"/>
                  </a:lnTo>
                  <a:lnTo>
                    <a:pt x="28203" y="38937"/>
                  </a:lnTo>
                  <a:lnTo>
                    <a:pt x="28324" y="38937"/>
                  </a:lnTo>
                  <a:lnTo>
                    <a:pt x="28394" y="38947"/>
                  </a:lnTo>
                  <a:lnTo>
                    <a:pt x="28454" y="38967"/>
                  </a:lnTo>
                  <a:lnTo>
                    <a:pt x="28565" y="39017"/>
                  </a:lnTo>
                  <a:lnTo>
                    <a:pt x="28686" y="39088"/>
                  </a:lnTo>
                  <a:lnTo>
                    <a:pt x="28796" y="39188"/>
                  </a:lnTo>
                  <a:lnTo>
                    <a:pt x="28897" y="39299"/>
                  </a:lnTo>
                  <a:lnTo>
                    <a:pt x="28997" y="39409"/>
                  </a:lnTo>
                  <a:lnTo>
                    <a:pt x="29098" y="39530"/>
                  </a:lnTo>
                  <a:lnTo>
                    <a:pt x="29269" y="39781"/>
                  </a:lnTo>
                  <a:lnTo>
                    <a:pt x="29419" y="40012"/>
                  </a:lnTo>
                  <a:lnTo>
                    <a:pt x="29490" y="40103"/>
                  </a:lnTo>
                  <a:lnTo>
                    <a:pt x="29550" y="40173"/>
                  </a:lnTo>
                  <a:lnTo>
                    <a:pt x="29510" y="40123"/>
                  </a:lnTo>
                  <a:lnTo>
                    <a:pt x="29480" y="40073"/>
                  </a:lnTo>
                  <a:lnTo>
                    <a:pt x="29429" y="39952"/>
                  </a:lnTo>
                  <a:lnTo>
                    <a:pt x="29389" y="39811"/>
                  </a:lnTo>
                  <a:lnTo>
                    <a:pt x="29359" y="39671"/>
                  </a:lnTo>
                  <a:lnTo>
                    <a:pt x="29309" y="39389"/>
                  </a:lnTo>
                  <a:lnTo>
                    <a:pt x="29269" y="39259"/>
                  </a:lnTo>
                  <a:lnTo>
                    <a:pt x="29228" y="39138"/>
                  </a:lnTo>
                  <a:lnTo>
                    <a:pt x="29088" y="38877"/>
                  </a:lnTo>
                  <a:lnTo>
                    <a:pt x="28927" y="38615"/>
                  </a:lnTo>
                  <a:lnTo>
                    <a:pt x="28746" y="38364"/>
                  </a:lnTo>
                  <a:lnTo>
                    <a:pt x="28645" y="38243"/>
                  </a:lnTo>
                  <a:lnTo>
                    <a:pt x="28545" y="38123"/>
                  </a:lnTo>
                  <a:lnTo>
                    <a:pt x="28434" y="38012"/>
                  </a:lnTo>
                  <a:lnTo>
                    <a:pt x="28314" y="37912"/>
                  </a:lnTo>
                  <a:lnTo>
                    <a:pt x="28193" y="37811"/>
                  </a:lnTo>
                  <a:lnTo>
                    <a:pt x="28072" y="37711"/>
                  </a:lnTo>
                  <a:lnTo>
                    <a:pt x="27932" y="37630"/>
                  </a:lnTo>
                  <a:lnTo>
                    <a:pt x="27791" y="37550"/>
                  </a:lnTo>
                  <a:lnTo>
                    <a:pt x="27650" y="37480"/>
                  </a:lnTo>
                  <a:lnTo>
                    <a:pt x="27490" y="37419"/>
                  </a:lnTo>
                  <a:lnTo>
                    <a:pt x="26957" y="37248"/>
                  </a:lnTo>
                  <a:lnTo>
                    <a:pt x="26696" y="37148"/>
                  </a:lnTo>
                  <a:lnTo>
                    <a:pt x="26575" y="37088"/>
                  </a:lnTo>
                  <a:lnTo>
                    <a:pt x="26444" y="37027"/>
                  </a:lnTo>
                  <a:lnTo>
                    <a:pt x="26253" y="36907"/>
                  </a:lnTo>
                  <a:lnTo>
                    <a:pt x="26042" y="36756"/>
                  </a:lnTo>
                  <a:lnTo>
                    <a:pt x="25841" y="36585"/>
                  </a:lnTo>
                  <a:lnTo>
                    <a:pt x="25630" y="36404"/>
                  </a:lnTo>
                  <a:lnTo>
                    <a:pt x="25439" y="36223"/>
                  </a:lnTo>
                  <a:lnTo>
                    <a:pt x="25258" y="36032"/>
                  </a:lnTo>
                  <a:lnTo>
                    <a:pt x="25107" y="35841"/>
                  </a:lnTo>
                  <a:lnTo>
                    <a:pt x="24977" y="35670"/>
                  </a:lnTo>
                  <a:lnTo>
                    <a:pt x="24917" y="35570"/>
                  </a:lnTo>
                  <a:lnTo>
                    <a:pt x="24876" y="35469"/>
                  </a:lnTo>
                  <a:lnTo>
                    <a:pt x="24836" y="35349"/>
                  </a:lnTo>
                  <a:lnTo>
                    <a:pt x="24816" y="35228"/>
                  </a:lnTo>
                  <a:lnTo>
                    <a:pt x="24806" y="35108"/>
                  </a:lnTo>
                  <a:lnTo>
                    <a:pt x="24796" y="34977"/>
                  </a:lnTo>
                  <a:lnTo>
                    <a:pt x="24806" y="34846"/>
                  </a:lnTo>
                  <a:lnTo>
                    <a:pt x="24806" y="34716"/>
                  </a:lnTo>
                  <a:lnTo>
                    <a:pt x="24836" y="34444"/>
                  </a:lnTo>
                  <a:lnTo>
                    <a:pt x="24876" y="34183"/>
                  </a:lnTo>
                  <a:lnTo>
                    <a:pt x="24957" y="33711"/>
                  </a:lnTo>
                  <a:lnTo>
                    <a:pt x="25007" y="33489"/>
                  </a:lnTo>
                  <a:lnTo>
                    <a:pt x="25057" y="33268"/>
                  </a:lnTo>
                  <a:lnTo>
                    <a:pt x="25128" y="33047"/>
                  </a:lnTo>
                  <a:lnTo>
                    <a:pt x="25218" y="32836"/>
                  </a:lnTo>
                  <a:lnTo>
                    <a:pt x="25319" y="32625"/>
                  </a:lnTo>
                  <a:lnTo>
                    <a:pt x="25429" y="32414"/>
                  </a:lnTo>
                  <a:lnTo>
                    <a:pt x="25550" y="32223"/>
                  </a:lnTo>
                  <a:lnTo>
                    <a:pt x="25680" y="32022"/>
                  </a:lnTo>
                  <a:lnTo>
                    <a:pt x="25871" y="31781"/>
                  </a:lnTo>
                  <a:lnTo>
                    <a:pt x="26062" y="31550"/>
                  </a:lnTo>
                  <a:lnTo>
                    <a:pt x="26273" y="31318"/>
                  </a:lnTo>
                  <a:lnTo>
                    <a:pt x="26505" y="31107"/>
                  </a:lnTo>
                  <a:lnTo>
                    <a:pt x="26736" y="30896"/>
                  </a:lnTo>
                  <a:lnTo>
                    <a:pt x="26977" y="30695"/>
                  </a:lnTo>
                  <a:lnTo>
                    <a:pt x="27218" y="30494"/>
                  </a:lnTo>
                  <a:lnTo>
                    <a:pt x="27469" y="30303"/>
                  </a:lnTo>
                  <a:lnTo>
                    <a:pt x="27992" y="29931"/>
                  </a:lnTo>
                  <a:lnTo>
                    <a:pt x="28515" y="29580"/>
                  </a:lnTo>
                  <a:lnTo>
                    <a:pt x="29530" y="28916"/>
                  </a:lnTo>
                  <a:lnTo>
                    <a:pt x="29711" y="28806"/>
                  </a:lnTo>
                  <a:lnTo>
                    <a:pt x="29902" y="28705"/>
                  </a:lnTo>
                  <a:lnTo>
                    <a:pt x="30093" y="28615"/>
                  </a:lnTo>
                  <a:lnTo>
                    <a:pt x="30284" y="28534"/>
                  </a:lnTo>
                  <a:lnTo>
                    <a:pt x="30495" y="28464"/>
                  </a:lnTo>
                  <a:lnTo>
                    <a:pt x="30696" y="28394"/>
                  </a:lnTo>
                  <a:lnTo>
                    <a:pt x="30917" y="28343"/>
                  </a:lnTo>
                  <a:lnTo>
                    <a:pt x="31128" y="28303"/>
                  </a:lnTo>
                  <a:lnTo>
                    <a:pt x="31168" y="28293"/>
                  </a:lnTo>
                  <a:lnTo>
                    <a:pt x="31359" y="28263"/>
                  </a:lnTo>
                  <a:lnTo>
                    <a:pt x="31540" y="28243"/>
                  </a:lnTo>
                  <a:lnTo>
                    <a:pt x="31721" y="28233"/>
                  </a:lnTo>
                  <a:lnTo>
                    <a:pt x="31902" y="28243"/>
                  </a:lnTo>
                  <a:lnTo>
                    <a:pt x="32083" y="28263"/>
                  </a:lnTo>
                  <a:lnTo>
                    <a:pt x="32264" y="28293"/>
                  </a:lnTo>
                  <a:lnTo>
                    <a:pt x="32435" y="28343"/>
                  </a:lnTo>
                  <a:lnTo>
                    <a:pt x="32605" y="28404"/>
                  </a:lnTo>
                  <a:lnTo>
                    <a:pt x="32766" y="28474"/>
                  </a:lnTo>
                  <a:lnTo>
                    <a:pt x="32917" y="28554"/>
                  </a:lnTo>
                  <a:lnTo>
                    <a:pt x="33068" y="28645"/>
                  </a:lnTo>
                  <a:lnTo>
                    <a:pt x="33208" y="28755"/>
                  </a:lnTo>
                  <a:lnTo>
                    <a:pt x="33339" y="28866"/>
                  </a:lnTo>
                  <a:lnTo>
                    <a:pt x="33450" y="28987"/>
                  </a:lnTo>
                  <a:lnTo>
                    <a:pt x="33560" y="29127"/>
                  </a:lnTo>
                  <a:lnTo>
                    <a:pt x="33661" y="29268"/>
                  </a:lnTo>
                  <a:lnTo>
                    <a:pt x="33721" y="29359"/>
                  </a:lnTo>
                  <a:lnTo>
                    <a:pt x="33842" y="29489"/>
                  </a:lnTo>
                  <a:lnTo>
                    <a:pt x="34173" y="29851"/>
                  </a:lnTo>
                  <a:lnTo>
                    <a:pt x="34354" y="30042"/>
                  </a:lnTo>
                  <a:lnTo>
                    <a:pt x="34515" y="30243"/>
                  </a:lnTo>
                  <a:lnTo>
                    <a:pt x="34646" y="30414"/>
                  </a:lnTo>
                  <a:lnTo>
                    <a:pt x="34686" y="30494"/>
                  </a:lnTo>
                  <a:lnTo>
                    <a:pt x="34726" y="30565"/>
                  </a:lnTo>
                  <a:lnTo>
                    <a:pt x="34786" y="30735"/>
                  </a:lnTo>
                  <a:lnTo>
                    <a:pt x="34837" y="30906"/>
                  </a:lnTo>
                  <a:lnTo>
                    <a:pt x="34887" y="31087"/>
                  </a:lnTo>
                  <a:lnTo>
                    <a:pt x="34927" y="31268"/>
                  </a:lnTo>
                  <a:lnTo>
                    <a:pt x="34957" y="31459"/>
                  </a:lnTo>
                  <a:lnTo>
                    <a:pt x="34977" y="31640"/>
                  </a:lnTo>
                  <a:lnTo>
                    <a:pt x="34997" y="31831"/>
                  </a:lnTo>
                  <a:lnTo>
                    <a:pt x="35008" y="32022"/>
                  </a:lnTo>
                  <a:lnTo>
                    <a:pt x="35018" y="32404"/>
                  </a:lnTo>
                  <a:lnTo>
                    <a:pt x="35008" y="32776"/>
                  </a:lnTo>
                  <a:lnTo>
                    <a:pt x="34977" y="33148"/>
                  </a:lnTo>
                  <a:lnTo>
                    <a:pt x="34927" y="33510"/>
                  </a:lnTo>
                  <a:lnTo>
                    <a:pt x="34897" y="33650"/>
                  </a:lnTo>
                  <a:lnTo>
                    <a:pt x="34847" y="33811"/>
                  </a:lnTo>
                  <a:lnTo>
                    <a:pt x="34796" y="33962"/>
                  </a:lnTo>
                  <a:lnTo>
                    <a:pt x="34726" y="34123"/>
                  </a:lnTo>
                  <a:lnTo>
                    <a:pt x="34585" y="34424"/>
                  </a:lnTo>
                  <a:lnTo>
                    <a:pt x="34445" y="34706"/>
                  </a:lnTo>
                  <a:lnTo>
                    <a:pt x="34364" y="34836"/>
                  </a:lnTo>
                  <a:lnTo>
                    <a:pt x="34264" y="34967"/>
                  </a:lnTo>
                  <a:lnTo>
                    <a:pt x="34063" y="35208"/>
                  </a:lnTo>
                  <a:lnTo>
                    <a:pt x="33962" y="35329"/>
                  </a:lnTo>
                  <a:lnTo>
                    <a:pt x="33862" y="35459"/>
                  </a:lnTo>
                  <a:lnTo>
                    <a:pt x="33781" y="35580"/>
                  </a:lnTo>
                  <a:lnTo>
                    <a:pt x="33721" y="35711"/>
                  </a:lnTo>
                  <a:lnTo>
                    <a:pt x="33822" y="35650"/>
                  </a:lnTo>
                  <a:lnTo>
                    <a:pt x="33922" y="35570"/>
                  </a:lnTo>
                  <a:lnTo>
                    <a:pt x="34033" y="35469"/>
                  </a:lnTo>
                  <a:lnTo>
                    <a:pt x="34133" y="35359"/>
                  </a:lnTo>
                  <a:lnTo>
                    <a:pt x="34354" y="35138"/>
                  </a:lnTo>
                  <a:lnTo>
                    <a:pt x="34465" y="35027"/>
                  </a:lnTo>
                  <a:lnTo>
                    <a:pt x="34575" y="34927"/>
                  </a:lnTo>
                  <a:lnTo>
                    <a:pt x="34686" y="34836"/>
                  </a:lnTo>
                  <a:lnTo>
                    <a:pt x="34807" y="34756"/>
                  </a:lnTo>
                  <a:lnTo>
                    <a:pt x="34917" y="34696"/>
                  </a:lnTo>
                  <a:lnTo>
                    <a:pt x="34977" y="34675"/>
                  </a:lnTo>
                  <a:lnTo>
                    <a:pt x="35038" y="34665"/>
                  </a:lnTo>
                  <a:lnTo>
                    <a:pt x="35088" y="34655"/>
                  </a:lnTo>
                  <a:lnTo>
                    <a:pt x="35148" y="34655"/>
                  </a:lnTo>
                  <a:lnTo>
                    <a:pt x="35198" y="34665"/>
                  </a:lnTo>
                  <a:lnTo>
                    <a:pt x="35259" y="34675"/>
                  </a:lnTo>
                  <a:lnTo>
                    <a:pt x="35319" y="34706"/>
                  </a:lnTo>
                  <a:lnTo>
                    <a:pt x="35369" y="34736"/>
                  </a:lnTo>
                  <a:lnTo>
                    <a:pt x="35430" y="34776"/>
                  </a:lnTo>
                  <a:lnTo>
                    <a:pt x="35480" y="34836"/>
                  </a:lnTo>
                  <a:lnTo>
                    <a:pt x="35601" y="34977"/>
                  </a:lnTo>
                  <a:lnTo>
                    <a:pt x="35721" y="35158"/>
                  </a:lnTo>
                  <a:lnTo>
                    <a:pt x="35832" y="35349"/>
                  </a:lnTo>
                  <a:lnTo>
                    <a:pt x="35922" y="35560"/>
                  </a:lnTo>
                  <a:lnTo>
                    <a:pt x="36003" y="35771"/>
                  </a:lnTo>
                  <a:lnTo>
                    <a:pt x="36063" y="35982"/>
                  </a:lnTo>
                  <a:lnTo>
                    <a:pt x="36083" y="36083"/>
                  </a:lnTo>
                  <a:lnTo>
                    <a:pt x="36093" y="36183"/>
                  </a:lnTo>
                  <a:lnTo>
                    <a:pt x="36101" y="36254"/>
                  </a:lnTo>
                  <a:lnTo>
                    <a:pt x="36113" y="36083"/>
                  </a:lnTo>
                  <a:lnTo>
                    <a:pt x="36133" y="35791"/>
                  </a:lnTo>
                  <a:lnTo>
                    <a:pt x="36133" y="35510"/>
                  </a:lnTo>
                  <a:lnTo>
                    <a:pt x="36123" y="35218"/>
                  </a:lnTo>
                  <a:lnTo>
                    <a:pt x="36113" y="34937"/>
                  </a:lnTo>
                  <a:lnTo>
                    <a:pt x="36083" y="34645"/>
                  </a:lnTo>
                  <a:lnTo>
                    <a:pt x="36053" y="34364"/>
                  </a:lnTo>
                  <a:lnTo>
                    <a:pt x="36013" y="34082"/>
                  </a:lnTo>
                  <a:lnTo>
                    <a:pt x="35962" y="33912"/>
                  </a:lnTo>
                  <a:lnTo>
                    <a:pt x="35912" y="33721"/>
                  </a:lnTo>
                  <a:lnTo>
                    <a:pt x="35852" y="33520"/>
                  </a:lnTo>
                  <a:lnTo>
                    <a:pt x="35832" y="33419"/>
                  </a:lnTo>
                  <a:lnTo>
                    <a:pt x="35822" y="33319"/>
                  </a:lnTo>
                  <a:lnTo>
                    <a:pt x="35822" y="33228"/>
                  </a:lnTo>
                  <a:lnTo>
                    <a:pt x="35832" y="33148"/>
                  </a:lnTo>
                  <a:lnTo>
                    <a:pt x="35852" y="33067"/>
                  </a:lnTo>
                  <a:lnTo>
                    <a:pt x="35902" y="32997"/>
                  </a:lnTo>
                  <a:lnTo>
                    <a:pt x="35962" y="32937"/>
                  </a:lnTo>
                  <a:lnTo>
                    <a:pt x="36053" y="32896"/>
                  </a:lnTo>
                  <a:lnTo>
                    <a:pt x="36163" y="32866"/>
                  </a:lnTo>
                  <a:lnTo>
                    <a:pt x="36304" y="32846"/>
                  </a:lnTo>
                  <a:lnTo>
                    <a:pt x="36384" y="32846"/>
                  </a:lnTo>
                  <a:lnTo>
                    <a:pt x="36465" y="32856"/>
                  </a:lnTo>
                  <a:lnTo>
                    <a:pt x="36545" y="32876"/>
                  </a:lnTo>
                  <a:lnTo>
                    <a:pt x="36626" y="32896"/>
                  </a:lnTo>
                  <a:lnTo>
                    <a:pt x="36696" y="32927"/>
                  </a:lnTo>
                  <a:lnTo>
                    <a:pt x="36766" y="32967"/>
                  </a:lnTo>
                  <a:lnTo>
                    <a:pt x="36897" y="33047"/>
                  </a:lnTo>
                  <a:lnTo>
                    <a:pt x="37028" y="33148"/>
                  </a:lnTo>
                  <a:lnTo>
                    <a:pt x="37148" y="33248"/>
                  </a:lnTo>
                  <a:lnTo>
                    <a:pt x="37249" y="33359"/>
                  </a:lnTo>
                  <a:lnTo>
                    <a:pt x="37349" y="33459"/>
                  </a:lnTo>
                  <a:lnTo>
                    <a:pt x="37570" y="33731"/>
                  </a:lnTo>
                  <a:lnTo>
                    <a:pt x="37792" y="34012"/>
                  </a:lnTo>
                  <a:lnTo>
                    <a:pt x="37983" y="34314"/>
                  </a:lnTo>
                  <a:lnTo>
                    <a:pt x="38174" y="34615"/>
                  </a:lnTo>
                  <a:lnTo>
                    <a:pt x="38334" y="34917"/>
                  </a:lnTo>
                  <a:lnTo>
                    <a:pt x="38495" y="35228"/>
                  </a:lnTo>
                  <a:lnTo>
                    <a:pt x="38636" y="35550"/>
                  </a:lnTo>
                  <a:lnTo>
                    <a:pt x="38767" y="35861"/>
                  </a:lnTo>
                  <a:lnTo>
                    <a:pt x="39008" y="36444"/>
                  </a:lnTo>
                  <a:lnTo>
                    <a:pt x="39229" y="37007"/>
                  </a:lnTo>
                  <a:lnTo>
                    <a:pt x="39460" y="37540"/>
                  </a:lnTo>
                  <a:lnTo>
                    <a:pt x="39591" y="37791"/>
                  </a:lnTo>
                  <a:lnTo>
                    <a:pt x="39711" y="38042"/>
                  </a:lnTo>
                  <a:lnTo>
                    <a:pt x="39852" y="38294"/>
                  </a:lnTo>
                  <a:lnTo>
                    <a:pt x="39993" y="38535"/>
                  </a:lnTo>
                  <a:lnTo>
                    <a:pt x="40143" y="38766"/>
                  </a:lnTo>
                  <a:lnTo>
                    <a:pt x="40304" y="39007"/>
                  </a:lnTo>
                  <a:lnTo>
                    <a:pt x="40475" y="39238"/>
                  </a:lnTo>
                  <a:lnTo>
                    <a:pt x="40666" y="39460"/>
                  </a:lnTo>
                  <a:lnTo>
                    <a:pt x="40867" y="39691"/>
                  </a:lnTo>
                  <a:lnTo>
                    <a:pt x="41088" y="39912"/>
                  </a:lnTo>
                  <a:lnTo>
                    <a:pt x="40867" y="39329"/>
                  </a:lnTo>
                  <a:lnTo>
                    <a:pt x="40656" y="38746"/>
                  </a:lnTo>
                  <a:lnTo>
                    <a:pt x="40455" y="38163"/>
                  </a:lnTo>
                  <a:lnTo>
                    <a:pt x="40244" y="37580"/>
                  </a:lnTo>
                  <a:lnTo>
                    <a:pt x="40143" y="37349"/>
                  </a:lnTo>
                  <a:lnTo>
                    <a:pt x="40083" y="37178"/>
                  </a:lnTo>
                  <a:lnTo>
                    <a:pt x="40033" y="36997"/>
                  </a:lnTo>
                  <a:lnTo>
                    <a:pt x="40013" y="36917"/>
                  </a:lnTo>
                  <a:lnTo>
                    <a:pt x="40003" y="36836"/>
                  </a:lnTo>
                  <a:lnTo>
                    <a:pt x="40003" y="36776"/>
                  </a:lnTo>
                  <a:lnTo>
                    <a:pt x="40023" y="36726"/>
                  </a:lnTo>
                  <a:lnTo>
                    <a:pt x="40043" y="36706"/>
                  </a:lnTo>
                  <a:lnTo>
                    <a:pt x="40053" y="36696"/>
                  </a:lnTo>
                  <a:lnTo>
                    <a:pt x="40083" y="36686"/>
                  </a:lnTo>
                  <a:lnTo>
                    <a:pt x="40103" y="36686"/>
                  </a:lnTo>
                  <a:lnTo>
                    <a:pt x="40174" y="36696"/>
                  </a:lnTo>
                  <a:lnTo>
                    <a:pt x="40264" y="36736"/>
                  </a:lnTo>
                  <a:lnTo>
                    <a:pt x="40334" y="36776"/>
                  </a:lnTo>
                  <a:lnTo>
                    <a:pt x="40405" y="36836"/>
                  </a:lnTo>
                  <a:lnTo>
                    <a:pt x="40465" y="36907"/>
                  </a:lnTo>
                  <a:lnTo>
                    <a:pt x="40525" y="36987"/>
                  </a:lnTo>
                  <a:lnTo>
                    <a:pt x="40646" y="37168"/>
                  </a:lnTo>
                  <a:lnTo>
                    <a:pt x="40757" y="37369"/>
                  </a:lnTo>
                  <a:lnTo>
                    <a:pt x="40958" y="37781"/>
                  </a:lnTo>
                  <a:lnTo>
                    <a:pt x="41058" y="37962"/>
                  </a:lnTo>
                  <a:lnTo>
                    <a:pt x="41108" y="38032"/>
                  </a:lnTo>
                  <a:lnTo>
                    <a:pt x="41159" y="38103"/>
                  </a:lnTo>
                  <a:lnTo>
                    <a:pt x="41299" y="38264"/>
                  </a:lnTo>
                  <a:lnTo>
                    <a:pt x="41460" y="38424"/>
                  </a:lnTo>
                  <a:lnTo>
                    <a:pt x="41621" y="38585"/>
                  </a:lnTo>
                  <a:lnTo>
                    <a:pt x="41792" y="38726"/>
                  </a:lnTo>
                  <a:lnTo>
                    <a:pt x="41983" y="38857"/>
                  </a:lnTo>
                  <a:lnTo>
                    <a:pt x="42184" y="38957"/>
                  </a:lnTo>
                  <a:lnTo>
                    <a:pt x="42294" y="39007"/>
                  </a:lnTo>
                  <a:lnTo>
                    <a:pt x="42395" y="39048"/>
                  </a:lnTo>
                  <a:lnTo>
                    <a:pt x="42515" y="39088"/>
                  </a:lnTo>
                  <a:lnTo>
                    <a:pt x="42626" y="39118"/>
                  </a:lnTo>
                  <a:lnTo>
                    <a:pt x="42626" y="39118"/>
                  </a:lnTo>
                  <a:lnTo>
                    <a:pt x="42475" y="38957"/>
                  </a:lnTo>
                  <a:lnTo>
                    <a:pt x="42335" y="38786"/>
                  </a:lnTo>
                  <a:lnTo>
                    <a:pt x="42214" y="38615"/>
                  </a:lnTo>
                  <a:lnTo>
                    <a:pt x="42113" y="38434"/>
                  </a:lnTo>
                  <a:lnTo>
                    <a:pt x="42013" y="38254"/>
                  </a:lnTo>
                  <a:lnTo>
                    <a:pt x="41922" y="38063"/>
                  </a:lnTo>
                  <a:lnTo>
                    <a:pt x="41762" y="37681"/>
                  </a:lnTo>
                  <a:lnTo>
                    <a:pt x="41611" y="37299"/>
                  </a:lnTo>
                  <a:lnTo>
                    <a:pt x="41520" y="37108"/>
                  </a:lnTo>
                  <a:lnTo>
                    <a:pt x="41440" y="36917"/>
                  </a:lnTo>
                  <a:lnTo>
                    <a:pt x="41340" y="36736"/>
                  </a:lnTo>
                  <a:lnTo>
                    <a:pt x="41239" y="36555"/>
                  </a:lnTo>
                  <a:lnTo>
                    <a:pt x="41118" y="36384"/>
                  </a:lnTo>
                  <a:lnTo>
                    <a:pt x="40988" y="36223"/>
                  </a:lnTo>
                  <a:lnTo>
                    <a:pt x="40847" y="36072"/>
                  </a:lnTo>
                  <a:lnTo>
                    <a:pt x="40706" y="35932"/>
                  </a:lnTo>
                  <a:lnTo>
                    <a:pt x="40425" y="35670"/>
                  </a:lnTo>
                  <a:lnTo>
                    <a:pt x="40143" y="35429"/>
                  </a:lnTo>
                  <a:lnTo>
                    <a:pt x="39862" y="35188"/>
                  </a:lnTo>
                  <a:lnTo>
                    <a:pt x="39581" y="34957"/>
                  </a:lnTo>
                  <a:lnTo>
                    <a:pt x="39309" y="34706"/>
                  </a:lnTo>
                  <a:lnTo>
                    <a:pt x="39179" y="34575"/>
                  </a:lnTo>
                  <a:lnTo>
                    <a:pt x="39048" y="34434"/>
                  </a:lnTo>
                  <a:lnTo>
                    <a:pt x="38927" y="34283"/>
                  </a:lnTo>
                  <a:lnTo>
                    <a:pt x="38797" y="34123"/>
                  </a:lnTo>
                  <a:lnTo>
                    <a:pt x="38636" y="33922"/>
                  </a:lnTo>
                  <a:lnTo>
                    <a:pt x="38364" y="33630"/>
                  </a:lnTo>
                  <a:lnTo>
                    <a:pt x="38043" y="33258"/>
                  </a:lnTo>
                  <a:lnTo>
                    <a:pt x="37701" y="32866"/>
                  </a:lnTo>
                  <a:lnTo>
                    <a:pt x="37530" y="32655"/>
                  </a:lnTo>
                  <a:lnTo>
                    <a:pt x="37369" y="32454"/>
                  </a:lnTo>
                  <a:lnTo>
                    <a:pt x="37229" y="32263"/>
                  </a:lnTo>
                  <a:lnTo>
                    <a:pt x="37118" y="32092"/>
                  </a:lnTo>
                  <a:lnTo>
                    <a:pt x="37018" y="31921"/>
                  </a:lnTo>
                  <a:lnTo>
                    <a:pt x="36957" y="31781"/>
                  </a:lnTo>
                  <a:lnTo>
                    <a:pt x="36947" y="31720"/>
                  </a:lnTo>
                  <a:lnTo>
                    <a:pt x="36937" y="31670"/>
                  </a:lnTo>
                  <a:lnTo>
                    <a:pt x="36937" y="31620"/>
                  </a:lnTo>
                  <a:lnTo>
                    <a:pt x="36957" y="31580"/>
                  </a:lnTo>
                  <a:lnTo>
                    <a:pt x="36988" y="31529"/>
                  </a:lnTo>
                  <a:lnTo>
                    <a:pt x="37038" y="31489"/>
                  </a:lnTo>
                  <a:lnTo>
                    <a:pt x="37088" y="31459"/>
                  </a:lnTo>
                  <a:lnTo>
                    <a:pt x="37158" y="31439"/>
                  </a:lnTo>
                  <a:lnTo>
                    <a:pt x="37229" y="31419"/>
                  </a:lnTo>
                  <a:lnTo>
                    <a:pt x="37319" y="31409"/>
                  </a:lnTo>
                  <a:lnTo>
                    <a:pt x="37510" y="31409"/>
                  </a:lnTo>
                  <a:lnTo>
                    <a:pt x="37731" y="31439"/>
                  </a:lnTo>
                  <a:lnTo>
                    <a:pt x="37962" y="31479"/>
                  </a:lnTo>
                  <a:lnTo>
                    <a:pt x="38214" y="31529"/>
                  </a:lnTo>
                  <a:lnTo>
                    <a:pt x="38485" y="31600"/>
                  </a:lnTo>
                  <a:lnTo>
                    <a:pt x="39008" y="31741"/>
                  </a:lnTo>
                  <a:lnTo>
                    <a:pt x="39510" y="31891"/>
                  </a:lnTo>
                  <a:lnTo>
                    <a:pt x="39731" y="31952"/>
                  </a:lnTo>
                  <a:lnTo>
                    <a:pt x="39932" y="32002"/>
                  </a:lnTo>
                  <a:lnTo>
                    <a:pt x="40103" y="32032"/>
                  </a:lnTo>
                  <a:lnTo>
                    <a:pt x="40234" y="32042"/>
                  </a:lnTo>
                  <a:lnTo>
                    <a:pt x="39953" y="31932"/>
                  </a:lnTo>
                  <a:lnTo>
                    <a:pt x="39711" y="31811"/>
                  </a:lnTo>
                  <a:lnTo>
                    <a:pt x="39480" y="31680"/>
                  </a:lnTo>
                  <a:lnTo>
                    <a:pt x="39269" y="31550"/>
                  </a:lnTo>
                  <a:lnTo>
                    <a:pt x="39068" y="31409"/>
                  </a:lnTo>
                  <a:lnTo>
                    <a:pt x="38877" y="31278"/>
                  </a:lnTo>
                  <a:lnTo>
                    <a:pt x="38505" y="31017"/>
                  </a:lnTo>
                  <a:lnTo>
                    <a:pt x="38314" y="30886"/>
                  </a:lnTo>
                  <a:lnTo>
                    <a:pt x="38123" y="30766"/>
                  </a:lnTo>
                  <a:lnTo>
                    <a:pt x="37912" y="30655"/>
                  </a:lnTo>
                  <a:lnTo>
                    <a:pt x="37681" y="30545"/>
                  </a:lnTo>
                  <a:lnTo>
                    <a:pt x="37440" y="30454"/>
                  </a:lnTo>
                  <a:lnTo>
                    <a:pt x="37168" y="30374"/>
                  </a:lnTo>
                  <a:lnTo>
                    <a:pt x="36867" y="30313"/>
                  </a:lnTo>
                  <a:lnTo>
                    <a:pt x="36535" y="30263"/>
                  </a:lnTo>
                  <a:lnTo>
                    <a:pt x="36334" y="30223"/>
                  </a:lnTo>
                  <a:lnTo>
                    <a:pt x="36153" y="30183"/>
                  </a:lnTo>
                  <a:lnTo>
                    <a:pt x="35972" y="30132"/>
                  </a:lnTo>
                  <a:lnTo>
                    <a:pt x="35812" y="30072"/>
                  </a:lnTo>
                  <a:lnTo>
                    <a:pt x="35661" y="30002"/>
                  </a:lnTo>
                  <a:lnTo>
                    <a:pt x="35520" y="29921"/>
                  </a:lnTo>
                  <a:lnTo>
                    <a:pt x="35379" y="29831"/>
                  </a:lnTo>
                  <a:lnTo>
                    <a:pt x="35249" y="29730"/>
                  </a:lnTo>
                  <a:lnTo>
                    <a:pt x="35128" y="29630"/>
                  </a:lnTo>
                  <a:lnTo>
                    <a:pt x="35008" y="29529"/>
                  </a:lnTo>
                  <a:lnTo>
                    <a:pt x="34766" y="29298"/>
                  </a:lnTo>
                  <a:lnTo>
                    <a:pt x="34284" y="28806"/>
                  </a:lnTo>
                  <a:lnTo>
                    <a:pt x="34203" y="28725"/>
                  </a:lnTo>
                  <a:lnTo>
                    <a:pt x="34123" y="28625"/>
                  </a:lnTo>
                  <a:lnTo>
                    <a:pt x="34043" y="28524"/>
                  </a:lnTo>
                  <a:lnTo>
                    <a:pt x="33972" y="28414"/>
                  </a:lnTo>
                  <a:lnTo>
                    <a:pt x="33902" y="28303"/>
                  </a:lnTo>
                  <a:lnTo>
                    <a:pt x="33852" y="28183"/>
                  </a:lnTo>
                  <a:lnTo>
                    <a:pt x="33801" y="28072"/>
                  </a:lnTo>
                  <a:lnTo>
                    <a:pt x="33781" y="27961"/>
                  </a:lnTo>
                  <a:lnTo>
                    <a:pt x="33771" y="27851"/>
                  </a:lnTo>
                  <a:lnTo>
                    <a:pt x="33781" y="27740"/>
                  </a:lnTo>
                  <a:lnTo>
                    <a:pt x="33791" y="27690"/>
                  </a:lnTo>
                  <a:lnTo>
                    <a:pt x="33811" y="27640"/>
                  </a:lnTo>
                  <a:lnTo>
                    <a:pt x="33842" y="27600"/>
                  </a:lnTo>
                  <a:lnTo>
                    <a:pt x="33872" y="27549"/>
                  </a:lnTo>
                  <a:lnTo>
                    <a:pt x="33912" y="27509"/>
                  </a:lnTo>
                  <a:lnTo>
                    <a:pt x="33962" y="27469"/>
                  </a:lnTo>
                  <a:lnTo>
                    <a:pt x="34023" y="27439"/>
                  </a:lnTo>
                  <a:lnTo>
                    <a:pt x="34083" y="27409"/>
                  </a:lnTo>
                  <a:lnTo>
                    <a:pt x="34153" y="27378"/>
                  </a:lnTo>
                  <a:lnTo>
                    <a:pt x="34234" y="27348"/>
                  </a:lnTo>
                  <a:lnTo>
                    <a:pt x="34415" y="27308"/>
                  </a:lnTo>
                  <a:lnTo>
                    <a:pt x="34686" y="27308"/>
                  </a:lnTo>
                  <a:lnTo>
                    <a:pt x="34857" y="27318"/>
                  </a:lnTo>
                  <a:lnTo>
                    <a:pt x="35068" y="27348"/>
                  </a:lnTo>
                  <a:lnTo>
                    <a:pt x="35520" y="27419"/>
                  </a:lnTo>
                  <a:lnTo>
                    <a:pt x="36013" y="27509"/>
                  </a:lnTo>
                  <a:lnTo>
                    <a:pt x="36505" y="27600"/>
                  </a:lnTo>
                  <a:lnTo>
                    <a:pt x="36957" y="27700"/>
                  </a:lnTo>
                  <a:lnTo>
                    <a:pt x="37611" y="27841"/>
                  </a:lnTo>
                  <a:lnTo>
                    <a:pt x="37952" y="27901"/>
                  </a:lnTo>
                  <a:lnTo>
                    <a:pt x="38304" y="27982"/>
                  </a:lnTo>
                  <a:lnTo>
                    <a:pt x="38656" y="28072"/>
                  </a:lnTo>
                  <a:lnTo>
                    <a:pt x="39008" y="28173"/>
                  </a:lnTo>
                  <a:lnTo>
                    <a:pt x="39349" y="28293"/>
                  </a:lnTo>
                  <a:lnTo>
                    <a:pt x="39510" y="28353"/>
                  </a:lnTo>
                  <a:lnTo>
                    <a:pt x="39671" y="28434"/>
                  </a:lnTo>
                  <a:lnTo>
                    <a:pt x="39832" y="28514"/>
                  </a:lnTo>
                  <a:lnTo>
                    <a:pt x="39983" y="28595"/>
                  </a:lnTo>
                  <a:lnTo>
                    <a:pt x="40123" y="28695"/>
                  </a:lnTo>
                  <a:lnTo>
                    <a:pt x="40254" y="28796"/>
                  </a:lnTo>
                  <a:lnTo>
                    <a:pt x="40435" y="28946"/>
                  </a:lnTo>
                  <a:lnTo>
                    <a:pt x="40596" y="29097"/>
                  </a:lnTo>
                  <a:lnTo>
                    <a:pt x="40747" y="29268"/>
                  </a:lnTo>
                  <a:lnTo>
                    <a:pt x="40887" y="29439"/>
                  </a:lnTo>
                  <a:lnTo>
                    <a:pt x="41018" y="29610"/>
                  </a:lnTo>
                  <a:lnTo>
                    <a:pt x="41139" y="29791"/>
                  </a:lnTo>
                  <a:lnTo>
                    <a:pt x="41370" y="30142"/>
                  </a:lnTo>
                  <a:lnTo>
                    <a:pt x="41601" y="30514"/>
                  </a:lnTo>
                  <a:lnTo>
                    <a:pt x="41721" y="30695"/>
                  </a:lnTo>
                  <a:lnTo>
                    <a:pt x="41852" y="30866"/>
                  </a:lnTo>
                  <a:lnTo>
                    <a:pt x="41983" y="31047"/>
                  </a:lnTo>
                  <a:lnTo>
                    <a:pt x="42123" y="31218"/>
                  </a:lnTo>
                  <a:lnTo>
                    <a:pt x="42274" y="31389"/>
                  </a:lnTo>
                  <a:lnTo>
                    <a:pt x="42445" y="31550"/>
                  </a:lnTo>
                  <a:lnTo>
                    <a:pt x="42787" y="31871"/>
                  </a:lnTo>
                  <a:lnTo>
                    <a:pt x="43119" y="32193"/>
                  </a:lnTo>
                  <a:lnTo>
                    <a:pt x="43450" y="32525"/>
                  </a:lnTo>
                  <a:lnTo>
                    <a:pt x="43782" y="32836"/>
                  </a:lnTo>
                  <a:lnTo>
                    <a:pt x="44134" y="33148"/>
                  </a:lnTo>
                  <a:lnTo>
                    <a:pt x="44315" y="33288"/>
                  </a:lnTo>
                  <a:lnTo>
                    <a:pt x="44495" y="33429"/>
                  </a:lnTo>
                  <a:lnTo>
                    <a:pt x="44686" y="33570"/>
                  </a:lnTo>
                  <a:lnTo>
                    <a:pt x="44877" y="33700"/>
                  </a:lnTo>
                  <a:lnTo>
                    <a:pt x="45078" y="33821"/>
                  </a:lnTo>
                  <a:lnTo>
                    <a:pt x="45289" y="33932"/>
                  </a:lnTo>
                  <a:lnTo>
                    <a:pt x="45199" y="33711"/>
                  </a:lnTo>
                  <a:lnTo>
                    <a:pt x="45099" y="33499"/>
                  </a:lnTo>
                  <a:lnTo>
                    <a:pt x="44988" y="33288"/>
                  </a:lnTo>
                  <a:lnTo>
                    <a:pt x="44877" y="33087"/>
                  </a:lnTo>
                  <a:lnTo>
                    <a:pt x="44747" y="32886"/>
                  </a:lnTo>
                  <a:lnTo>
                    <a:pt x="44616" y="32695"/>
                  </a:lnTo>
                  <a:lnTo>
                    <a:pt x="44475" y="32504"/>
                  </a:lnTo>
                  <a:lnTo>
                    <a:pt x="44335" y="32313"/>
                  </a:lnTo>
                  <a:lnTo>
                    <a:pt x="44184" y="32133"/>
                  </a:lnTo>
                  <a:lnTo>
                    <a:pt x="44033" y="31952"/>
                  </a:lnTo>
                  <a:lnTo>
                    <a:pt x="43701" y="31590"/>
                  </a:lnTo>
                  <a:lnTo>
                    <a:pt x="43360" y="31248"/>
                  </a:lnTo>
                  <a:lnTo>
                    <a:pt x="43008" y="30906"/>
                  </a:lnTo>
                  <a:lnTo>
                    <a:pt x="42897" y="30806"/>
                  </a:lnTo>
                  <a:lnTo>
                    <a:pt x="42737" y="30675"/>
                  </a:lnTo>
                  <a:lnTo>
                    <a:pt x="42556" y="30534"/>
                  </a:lnTo>
                  <a:lnTo>
                    <a:pt x="42375" y="30374"/>
                  </a:lnTo>
                  <a:lnTo>
                    <a:pt x="42284" y="30293"/>
                  </a:lnTo>
                  <a:lnTo>
                    <a:pt x="42214" y="30213"/>
                  </a:lnTo>
                  <a:lnTo>
                    <a:pt x="42144" y="30122"/>
                  </a:lnTo>
                  <a:lnTo>
                    <a:pt x="42093" y="30042"/>
                  </a:lnTo>
                  <a:lnTo>
                    <a:pt x="42053" y="29962"/>
                  </a:lnTo>
                  <a:lnTo>
                    <a:pt x="42033" y="29881"/>
                  </a:lnTo>
                  <a:lnTo>
                    <a:pt x="42043" y="29811"/>
                  </a:lnTo>
                  <a:lnTo>
                    <a:pt x="42053" y="29771"/>
                  </a:lnTo>
                  <a:lnTo>
                    <a:pt x="42063" y="29730"/>
                  </a:lnTo>
                  <a:lnTo>
                    <a:pt x="42113" y="29660"/>
                  </a:lnTo>
                  <a:lnTo>
                    <a:pt x="42184" y="29610"/>
                  </a:lnTo>
                  <a:lnTo>
                    <a:pt x="42244" y="29580"/>
                  </a:lnTo>
                  <a:lnTo>
                    <a:pt x="42325" y="29560"/>
                  </a:lnTo>
                  <a:lnTo>
                    <a:pt x="42405" y="29560"/>
                  </a:lnTo>
                  <a:lnTo>
                    <a:pt x="42495" y="29570"/>
                  </a:lnTo>
                  <a:lnTo>
                    <a:pt x="42576" y="29590"/>
                  </a:lnTo>
                  <a:lnTo>
                    <a:pt x="42676" y="29610"/>
                  </a:lnTo>
                  <a:lnTo>
                    <a:pt x="42857" y="29680"/>
                  </a:lnTo>
                  <a:lnTo>
                    <a:pt x="43038" y="29750"/>
                  </a:lnTo>
                  <a:lnTo>
                    <a:pt x="43209" y="29811"/>
                  </a:lnTo>
                  <a:lnTo>
                    <a:pt x="43289" y="29831"/>
                  </a:lnTo>
                  <a:lnTo>
                    <a:pt x="43360" y="29841"/>
                  </a:lnTo>
                  <a:lnTo>
                    <a:pt x="43571" y="29841"/>
                  </a:lnTo>
                  <a:lnTo>
                    <a:pt x="43802" y="29831"/>
                  </a:lnTo>
                  <a:lnTo>
                    <a:pt x="44043" y="29811"/>
                  </a:lnTo>
                  <a:lnTo>
                    <a:pt x="44284" y="29771"/>
                  </a:lnTo>
                  <a:lnTo>
                    <a:pt x="44516" y="29710"/>
                  </a:lnTo>
                  <a:lnTo>
                    <a:pt x="44747" y="29650"/>
                  </a:lnTo>
                  <a:lnTo>
                    <a:pt x="44948" y="29580"/>
                  </a:lnTo>
                  <a:lnTo>
                    <a:pt x="45129" y="29499"/>
                  </a:lnTo>
                  <a:lnTo>
                    <a:pt x="44787" y="29399"/>
                  </a:lnTo>
                  <a:lnTo>
                    <a:pt x="44465" y="29298"/>
                  </a:lnTo>
                  <a:lnTo>
                    <a:pt x="44305" y="29248"/>
                  </a:lnTo>
                  <a:lnTo>
                    <a:pt x="44144" y="29208"/>
                  </a:lnTo>
                  <a:lnTo>
                    <a:pt x="43973" y="29178"/>
                  </a:lnTo>
                  <a:lnTo>
                    <a:pt x="43792" y="29157"/>
                  </a:lnTo>
                  <a:lnTo>
                    <a:pt x="43641" y="29137"/>
                  </a:lnTo>
                  <a:lnTo>
                    <a:pt x="43480" y="29107"/>
                  </a:lnTo>
                  <a:lnTo>
                    <a:pt x="43189" y="29027"/>
                  </a:lnTo>
                  <a:lnTo>
                    <a:pt x="42887" y="28946"/>
                  </a:lnTo>
                  <a:lnTo>
                    <a:pt x="42737" y="28916"/>
                  </a:lnTo>
                  <a:lnTo>
                    <a:pt x="42586" y="28886"/>
                  </a:lnTo>
                  <a:lnTo>
                    <a:pt x="42063" y="28786"/>
                  </a:lnTo>
                  <a:lnTo>
                    <a:pt x="41802" y="28735"/>
                  </a:lnTo>
                  <a:lnTo>
                    <a:pt x="41551" y="28675"/>
                  </a:lnTo>
                  <a:lnTo>
                    <a:pt x="41390" y="28625"/>
                  </a:lnTo>
                  <a:lnTo>
                    <a:pt x="41229" y="28554"/>
                  </a:lnTo>
                  <a:lnTo>
                    <a:pt x="41068" y="28484"/>
                  </a:lnTo>
                  <a:lnTo>
                    <a:pt x="40907" y="28394"/>
                  </a:lnTo>
                  <a:lnTo>
                    <a:pt x="40747" y="28303"/>
                  </a:lnTo>
                  <a:lnTo>
                    <a:pt x="40596" y="28193"/>
                  </a:lnTo>
                  <a:lnTo>
                    <a:pt x="40455" y="28082"/>
                  </a:lnTo>
                  <a:lnTo>
                    <a:pt x="40324" y="27951"/>
                  </a:lnTo>
                  <a:lnTo>
                    <a:pt x="40214" y="27831"/>
                  </a:lnTo>
                  <a:lnTo>
                    <a:pt x="40113" y="27690"/>
                  </a:lnTo>
                  <a:lnTo>
                    <a:pt x="40043" y="27549"/>
                  </a:lnTo>
                  <a:lnTo>
                    <a:pt x="40013" y="27469"/>
                  </a:lnTo>
                  <a:lnTo>
                    <a:pt x="39993" y="27399"/>
                  </a:lnTo>
                  <a:lnTo>
                    <a:pt x="39973" y="27328"/>
                  </a:lnTo>
                  <a:lnTo>
                    <a:pt x="39963" y="27248"/>
                  </a:lnTo>
                  <a:lnTo>
                    <a:pt x="39963" y="27167"/>
                  </a:lnTo>
                  <a:lnTo>
                    <a:pt x="39973" y="27097"/>
                  </a:lnTo>
                  <a:lnTo>
                    <a:pt x="39983" y="27017"/>
                  </a:lnTo>
                  <a:lnTo>
                    <a:pt x="40013" y="26936"/>
                  </a:lnTo>
                  <a:lnTo>
                    <a:pt x="40043" y="26856"/>
                  </a:lnTo>
                  <a:lnTo>
                    <a:pt x="40083" y="26775"/>
                  </a:lnTo>
                  <a:lnTo>
                    <a:pt x="40154" y="26655"/>
                  </a:lnTo>
                  <a:lnTo>
                    <a:pt x="40244" y="26554"/>
                  </a:lnTo>
                  <a:lnTo>
                    <a:pt x="40345" y="26444"/>
                  </a:lnTo>
                  <a:lnTo>
                    <a:pt x="40455" y="26353"/>
                  </a:lnTo>
                  <a:lnTo>
                    <a:pt x="40586" y="26263"/>
                  </a:lnTo>
                  <a:lnTo>
                    <a:pt x="40706" y="26182"/>
                  </a:lnTo>
                  <a:lnTo>
                    <a:pt x="40847" y="26112"/>
                  </a:lnTo>
                  <a:lnTo>
                    <a:pt x="40988" y="26042"/>
                  </a:lnTo>
                  <a:lnTo>
                    <a:pt x="41279" y="25911"/>
                  </a:lnTo>
                  <a:lnTo>
                    <a:pt x="41581" y="25790"/>
                  </a:lnTo>
                  <a:lnTo>
                    <a:pt x="42154" y="25599"/>
                  </a:lnTo>
                  <a:lnTo>
                    <a:pt x="42375" y="25529"/>
                  </a:lnTo>
                  <a:lnTo>
                    <a:pt x="42586" y="25469"/>
                  </a:lnTo>
                  <a:lnTo>
                    <a:pt x="42998" y="25358"/>
                  </a:lnTo>
                  <a:lnTo>
                    <a:pt x="43390" y="25278"/>
                  </a:lnTo>
                  <a:lnTo>
                    <a:pt x="43772" y="25177"/>
                  </a:lnTo>
                  <a:lnTo>
                    <a:pt x="43963" y="25127"/>
                  </a:lnTo>
                  <a:lnTo>
                    <a:pt x="44144" y="25057"/>
                  </a:lnTo>
                  <a:lnTo>
                    <a:pt x="44335" y="24986"/>
                  </a:lnTo>
                  <a:lnTo>
                    <a:pt x="44516" y="24896"/>
                  </a:lnTo>
                  <a:lnTo>
                    <a:pt x="44707" y="24805"/>
                  </a:lnTo>
                  <a:lnTo>
                    <a:pt x="44887" y="24685"/>
                  </a:lnTo>
                  <a:lnTo>
                    <a:pt x="45078" y="24544"/>
                  </a:lnTo>
                  <a:lnTo>
                    <a:pt x="45269" y="24393"/>
                  </a:lnTo>
                  <a:lnTo>
                    <a:pt x="45119" y="24413"/>
                  </a:lnTo>
                  <a:lnTo>
                    <a:pt x="44968" y="24444"/>
                  </a:lnTo>
                  <a:lnTo>
                    <a:pt x="44656" y="24514"/>
                  </a:lnTo>
                  <a:lnTo>
                    <a:pt x="44033" y="24675"/>
                  </a:lnTo>
                  <a:lnTo>
                    <a:pt x="43722" y="24755"/>
                  </a:lnTo>
                  <a:lnTo>
                    <a:pt x="43561" y="24785"/>
                  </a:lnTo>
                  <a:lnTo>
                    <a:pt x="43390" y="24805"/>
                  </a:lnTo>
                  <a:lnTo>
                    <a:pt x="43229" y="24826"/>
                  </a:lnTo>
                  <a:lnTo>
                    <a:pt x="42897" y="24826"/>
                  </a:lnTo>
                  <a:lnTo>
                    <a:pt x="42727" y="24805"/>
                  </a:lnTo>
                  <a:lnTo>
                    <a:pt x="42716" y="24745"/>
                  </a:lnTo>
                  <a:lnTo>
                    <a:pt x="42716" y="24685"/>
                  </a:lnTo>
                  <a:lnTo>
                    <a:pt x="42716" y="24615"/>
                  </a:lnTo>
                  <a:lnTo>
                    <a:pt x="42727" y="24554"/>
                  </a:lnTo>
                  <a:lnTo>
                    <a:pt x="42767" y="24434"/>
                  </a:lnTo>
                  <a:lnTo>
                    <a:pt x="42817" y="24323"/>
                  </a:lnTo>
                  <a:lnTo>
                    <a:pt x="42887" y="24212"/>
                  </a:lnTo>
                  <a:lnTo>
                    <a:pt x="42978" y="24102"/>
                  </a:lnTo>
                  <a:lnTo>
                    <a:pt x="43078" y="23991"/>
                  </a:lnTo>
                  <a:lnTo>
                    <a:pt x="43189" y="23891"/>
                  </a:lnTo>
                  <a:lnTo>
                    <a:pt x="43430" y="23690"/>
                  </a:lnTo>
                  <a:lnTo>
                    <a:pt x="43671" y="23489"/>
                  </a:lnTo>
                  <a:lnTo>
                    <a:pt x="43892" y="23298"/>
                  </a:lnTo>
                  <a:lnTo>
                    <a:pt x="44003" y="23207"/>
                  </a:lnTo>
                  <a:lnTo>
                    <a:pt x="44093" y="23107"/>
                  </a:lnTo>
                  <a:lnTo>
                    <a:pt x="43872" y="23187"/>
                  </a:lnTo>
                  <a:lnTo>
                    <a:pt x="43661" y="23278"/>
                  </a:lnTo>
                  <a:lnTo>
                    <a:pt x="43440" y="23378"/>
                  </a:lnTo>
                  <a:lnTo>
                    <a:pt x="43229" y="23489"/>
                  </a:lnTo>
                  <a:lnTo>
                    <a:pt x="43008" y="23619"/>
                  </a:lnTo>
                  <a:lnTo>
                    <a:pt x="42797" y="23750"/>
                  </a:lnTo>
                  <a:lnTo>
                    <a:pt x="42365" y="24032"/>
                  </a:lnTo>
                  <a:lnTo>
                    <a:pt x="41922" y="24333"/>
                  </a:lnTo>
                  <a:lnTo>
                    <a:pt x="41490" y="24645"/>
                  </a:lnTo>
                  <a:lnTo>
                    <a:pt x="41048" y="24956"/>
                  </a:lnTo>
                  <a:lnTo>
                    <a:pt x="40596" y="25248"/>
                  </a:lnTo>
                  <a:lnTo>
                    <a:pt x="40375" y="25388"/>
                  </a:lnTo>
                  <a:lnTo>
                    <a:pt x="40154" y="25529"/>
                  </a:lnTo>
                  <a:lnTo>
                    <a:pt x="39922" y="25650"/>
                  </a:lnTo>
                  <a:lnTo>
                    <a:pt x="39691" y="25770"/>
                  </a:lnTo>
                  <a:lnTo>
                    <a:pt x="39460" y="25881"/>
                  </a:lnTo>
                  <a:lnTo>
                    <a:pt x="39229" y="25971"/>
                  </a:lnTo>
                  <a:lnTo>
                    <a:pt x="38988" y="26052"/>
                  </a:lnTo>
                  <a:lnTo>
                    <a:pt x="38756" y="26122"/>
                  </a:lnTo>
                  <a:lnTo>
                    <a:pt x="38515" y="26172"/>
                  </a:lnTo>
                  <a:lnTo>
                    <a:pt x="38274" y="26213"/>
                  </a:lnTo>
                  <a:lnTo>
                    <a:pt x="38023" y="26233"/>
                  </a:lnTo>
                  <a:lnTo>
                    <a:pt x="37782" y="26233"/>
                  </a:lnTo>
                  <a:lnTo>
                    <a:pt x="37530" y="26213"/>
                  </a:lnTo>
                  <a:lnTo>
                    <a:pt x="37279" y="26162"/>
                  </a:lnTo>
                  <a:lnTo>
                    <a:pt x="37028" y="26102"/>
                  </a:lnTo>
                  <a:lnTo>
                    <a:pt x="36766" y="26012"/>
                  </a:lnTo>
                  <a:lnTo>
                    <a:pt x="36575" y="25931"/>
                  </a:lnTo>
                  <a:lnTo>
                    <a:pt x="36405" y="25851"/>
                  </a:lnTo>
                  <a:lnTo>
                    <a:pt x="36244" y="25750"/>
                  </a:lnTo>
                  <a:lnTo>
                    <a:pt x="36083" y="25660"/>
                  </a:lnTo>
                  <a:lnTo>
                    <a:pt x="35942" y="25549"/>
                  </a:lnTo>
                  <a:lnTo>
                    <a:pt x="35802" y="25439"/>
                  </a:lnTo>
                  <a:lnTo>
                    <a:pt x="35671" y="25328"/>
                  </a:lnTo>
                  <a:lnTo>
                    <a:pt x="35560" y="25208"/>
                  </a:lnTo>
                  <a:lnTo>
                    <a:pt x="35450" y="25077"/>
                  </a:lnTo>
                  <a:lnTo>
                    <a:pt x="35339" y="24946"/>
                  </a:lnTo>
                  <a:lnTo>
                    <a:pt x="35249" y="24805"/>
                  </a:lnTo>
                  <a:lnTo>
                    <a:pt x="35158" y="24655"/>
                  </a:lnTo>
                  <a:lnTo>
                    <a:pt x="35078" y="24514"/>
                  </a:lnTo>
                  <a:lnTo>
                    <a:pt x="35008" y="24353"/>
                  </a:lnTo>
                  <a:lnTo>
                    <a:pt x="34947" y="24202"/>
                  </a:lnTo>
                  <a:lnTo>
                    <a:pt x="34877" y="24032"/>
                  </a:lnTo>
                  <a:lnTo>
                    <a:pt x="34827" y="23871"/>
                  </a:lnTo>
                  <a:lnTo>
                    <a:pt x="34776" y="23690"/>
                  </a:lnTo>
                  <a:lnTo>
                    <a:pt x="34696" y="23338"/>
                  </a:lnTo>
                  <a:lnTo>
                    <a:pt x="34626" y="22966"/>
                  </a:lnTo>
                  <a:lnTo>
                    <a:pt x="34575" y="22584"/>
                  </a:lnTo>
                  <a:lnTo>
                    <a:pt x="34545" y="22182"/>
                  </a:lnTo>
                  <a:lnTo>
                    <a:pt x="34515" y="21770"/>
                  </a:lnTo>
                  <a:lnTo>
                    <a:pt x="34495" y="21348"/>
                  </a:lnTo>
                  <a:lnTo>
                    <a:pt x="34485" y="20916"/>
                  </a:lnTo>
                  <a:lnTo>
                    <a:pt x="34475" y="20725"/>
                  </a:lnTo>
                  <a:lnTo>
                    <a:pt x="34485" y="20544"/>
                  </a:lnTo>
                  <a:lnTo>
                    <a:pt x="34495" y="20373"/>
                  </a:lnTo>
                  <a:lnTo>
                    <a:pt x="34515" y="20192"/>
                  </a:lnTo>
                  <a:lnTo>
                    <a:pt x="34535" y="20021"/>
                  </a:lnTo>
                  <a:lnTo>
                    <a:pt x="34565" y="19860"/>
                  </a:lnTo>
                  <a:lnTo>
                    <a:pt x="34595" y="19700"/>
                  </a:lnTo>
                  <a:lnTo>
                    <a:pt x="34636" y="19539"/>
                  </a:lnTo>
                  <a:lnTo>
                    <a:pt x="34686" y="19388"/>
                  </a:lnTo>
                  <a:lnTo>
                    <a:pt x="34736" y="19237"/>
                  </a:lnTo>
                  <a:lnTo>
                    <a:pt x="34796" y="19097"/>
                  </a:lnTo>
                  <a:lnTo>
                    <a:pt x="34857" y="18956"/>
                  </a:lnTo>
                  <a:lnTo>
                    <a:pt x="34927" y="18815"/>
                  </a:lnTo>
                  <a:lnTo>
                    <a:pt x="35008" y="18685"/>
                  </a:lnTo>
                  <a:lnTo>
                    <a:pt x="35078" y="18554"/>
                  </a:lnTo>
                  <a:lnTo>
                    <a:pt x="35168" y="18433"/>
                  </a:lnTo>
                  <a:lnTo>
                    <a:pt x="35249" y="18313"/>
                  </a:lnTo>
                  <a:lnTo>
                    <a:pt x="35349" y="18202"/>
                  </a:lnTo>
                  <a:lnTo>
                    <a:pt x="35440" y="18092"/>
                  </a:lnTo>
                  <a:lnTo>
                    <a:pt x="35550" y="17991"/>
                  </a:lnTo>
                  <a:lnTo>
                    <a:pt x="35651" y="17880"/>
                  </a:lnTo>
                  <a:lnTo>
                    <a:pt x="35761" y="17790"/>
                  </a:lnTo>
                  <a:lnTo>
                    <a:pt x="36003" y="17609"/>
                  </a:lnTo>
                  <a:lnTo>
                    <a:pt x="36244" y="17448"/>
                  </a:lnTo>
                  <a:lnTo>
                    <a:pt x="36515" y="17297"/>
                  </a:lnTo>
                  <a:lnTo>
                    <a:pt x="36797" y="17177"/>
                  </a:lnTo>
                  <a:lnTo>
                    <a:pt x="37088" y="17066"/>
                  </a:lnTo>
                  <a:lnTo>
                    <a:pt x="37299" y="17006"/>
                  </a:lnTo>
                  <a:lnTo>
                    <a:pt x="37540" y="16936"/>
                  </a:lnTo>
                  <a:lnTo>
                    <a:pt x="37792" y="16885"/>
                  </a:lnTo>
                  <a:lnTo>
                    <a:pt x="38013" y="16845"/>
                  </a:lnTo>
                  <a:lnTo>
                    <a:pt x="38354" y="16805"/>
                  </a:lnTo>
                  <a:lnTo>
                    <a:pt x="38696" y="16775"/>
                  </a:lnTo>
                  <a:lnTo>
                    <a:pt x="39048" y="16755"/>
                  </a:lnTo>
                  <a:lnTo>
                    <a:pt x="39410" y="16735"/>
                  </a:lnTo>
                  <a:lnTo>
                    <a:pt x="40123" y="16725"/>
                  </a:lnTo>
                  <a:lnTo>
                    <a:pt x="40827" y="16715"/>
                  </a:lnTo>
                  <a:lnTo>
                    <a:pt x="41179" y="16704"/>
                  </a:lnTo>
                  <a:lnTo>
                    <a:pt x="41531" y="16694"/>
                  </a:lnTo>
                  <a:lnTo>
                    <a:pt x="41882" y="16674"/>
                  </a:lnTo>
                  <a:lnTo>
                    <a:pt x="42214" y="16644"/>
                  </a:lnTo>
                  <a:lnTo>
                    <a:pt x="42556" y="16604"/>
                  </a:lnTo>
                  <a:lnTo>
                    <a:pt x="42877" y="16544"/>
                  </a:lnTo>
                  <a:lnTo>
                    <a:pt x="43199" y="16473"/>
                  </a:lnTo>
                  <a:lnTo>
                    <a:pt x="43511" y="16383"/>
                  </a:lnTo>
                  <a:lnTo>
                    <a:pt x="43440" y="16373"/>
                  </a:lnTo>
                  <a:lnTo>
                    <a:pt x="43299" y="16343"/>
                  </a:lnTo>
                  <a:lnTo>
                    <a:pt x="42907" y="16222"/>
                  </a:lnTo>
                  <a:lnTo>
                    <a:pt x="42485" y="16091"/>
                  </a:lnTo>
                  <a:lnTo>
                    <a:pt x="42314" y="16041"/>
                  </a:lnTo>
                  <a:lnTo>
                    <a:pt x="42214" y="16021"/>
                  </a:lnTo>
                  <a:lnTo>
                    <a:pt x="41983" y="16001"/>
                  </a:lnTo>
                  <a:lnTo>
                    <a:pt x="41762" y="15991"/>
                  </a:lnTo>
                  <a:lnTo>
                    <a:pt x="41309" y="15981"/>
                  </a:lnTo>
                  <a:lnTo>
                    <a:pt x="40405" y="15981"/>
                  </a:lnTo>
                  <a:lnTo>
                    <a:pt x="40093" y="15991"/>
                  </a:lnTo>
                  <a:lnTo>
                    <a:pt x="39932" y="15991"/>
                  </a:lnTo>
                  <a:lnTo>
                    <a:pt x="39782" y="15981"/>
                  </a:lnTo>
                  <a:lnTo>
                    <a:pt x="39631" y="15961"/>
                  </a:lnTo>
                  <a:lnTo>
                    <a:pt x="39571" y="15941"/>
                  </a:lnTo>
                  <a:lnTo>
                    <a:pt x="39500" y="15910"/>
                  </a:lnTo>
                  <a:lnTo>
                    <a:pt x="39440" y="15880"/>
                  </a:lnTo>
                  <a:lnTo>
                    <a:pt x="39380" y="15840"/>
                  </a:lnTo>
                  <a:lnTo>
                    <a:pt x="39329" y="15790"/>
                  </a:lnTo>
                  <a:lnTo>
                    <a:pt x="39279" y="15730"/>
                  </a:lnTo>
                  <a:lnTo>
                    <a:pt x="39229" y="15639"/>
                  </a:lnTo>
                  <a:lnTo>
                    <a:pt x="39199" y="15559"/>
                  </a:lnTo>
                  <a:lnTo>
                    <a:pt x="39179" y="15468"/>
                  </a:lnTo>
                  <a:lnTo>
                    <a:pt x="39179" y="15388"/>
                  </a:lnTo>
                  <a:lnTo>
                    <a:pt x="39199" y="15317"/>
                  </a:lnTo>
                  <a:lnTo>
                    <a:pt x="39229" y="15247"/>
                  </a:lnTo>
                  <a:lnTo>
                    <a:pt x="39259" y="15177"/>
                  </a:lnTo>
                  <a:lnTo>
                    <a:pt x="39309" y="15106"/>
                  </a:lnTo>
                  <a:lnTo>
                    <a:pt x="39370" y="15046"/>
                  </a:lnTo>
                  <a:lnTo>
                    <a:pt x="39440" y="14986"/>
                  </a:lnTo>
                  <a:lnTo>
                    <a:pt x="39581" y="14885"/>
                  </a:lnTo>
                  <a:lnTo>
                    <a:pt x="39741" y="14785"/>
                  </a:lnTo>
                  <a:lnTo>
                    <a:pt x="39892" y="14704"/>
                  </a:lnTo>
                  <a:lnTo>
                    <a:pt x="40214" y="14554"/>
                  </a:lnTo>
                  <a:lnTo>
                    <a:pt x="40546" y="14423"/>
                  </a:lnTo>
                  <a:lnTo>
                    <a:pt x="40867" y="14312"/>
                  </a:lnTo>
                  <a:lnTo>
                    <a:pt x="41199" y="14202"/>
                  </a:lnTo>
                  <a:lnTo>
                    <a:pt x="41531" y="14111"/>
                  </a:lnTo>
                  <a:lnTo>
                    <a:pt x="41862" y="14031"/>
                  </a:lnTo>
                  <a:lnTo>
                    <a:pt x="42566" y="13870"/>
                  </a:lnTo>
                  <a:lnTo>
                    <a:pt x="42847" y="13810"/>
                  </a:lnTo>
                  <a:lnTo>
                    <a:pt x="43129" y="13740"/>
                  </a:lnTo>
                  <a:lnTo>
                    <a:pt x="43400" y="13659"/>
                  </a:lnTo>
                  <a:lnTo>
                    <a:pt x="43681" y="13579"/>
                  </a:lnTo>
                  <a:lnTo>
                    <a:pt x="44214" y="13398"/>
                  </a:lnTo>
                  <a:lnTo>
                    <a:pt x="44747" y="13207"/>
                  </a:lnTo>
                  <a:lnTo>
                    <a:pt x="45792" y="12795"/>
                  </a:lnTo>
                  <a:lnTo>
                    <a:pt x="46315" y="12584"/>
                  </a:lnTo>
                  <a:lnTo>
                    <a:pt x="46837" y="12393"/>
                  </a:lnTo>
                  <a:lnTo>
                    <a:pt x="46646" y="12393"/>
                  </a:lnTo>
                  <a:lnTo>
                    <a:pt x="46395" y="12423"/>
                  </a:lnTo>
                  <a:lnTo>
                    <a:pt x="46104" y="12463"/>
                  </a:lnTo>
                  <a:lnTo>
                    <a:pt x="45762" y="12523"/>
                  </a:lnTo>
                  <a:lnTo>
                    <a:pt x="45008" y="12664"/>
                  </a:lnTo>
                  <a:lnTo>
                    <a:pt x="44616" y="12734"/>
                  </a:lnTo>
                  <a:lnTo>
                    <a:pt x="44234" y="12795"/>
                  </a:lnTo>
                  <a:lnTo>
                    <a:pt x="43862" y="12845"/>
                  </a:lnTo>
                  <a:lnTo>
                    <a:pt x="43531" y="12875"/>
                  </a:lnTo>
                  <a:lnTo>
                    <a:pt x="43229" y="12875"/>
                  </a:lnTo>
                  <a:lnTo>
                    <a:pt x="43098" y="12865"/>
                  </a:lnTo>
                  <a:lnTo>
                    <a:pt x="42978" y="12845"/>
                  </a:lnTo>
                  <a:lnTo>
                    <a:pt x="42877" y="12815"/>
                  </a:lnTo>
                  <a:lnTo>
                    <a:pt x="42797" y="12775"/>
                  </a:lnTo>
                  <a:lnTo>
                    <a:pt x="42727" y="12724"/>
                  </a:lnTo>
                  <a:lnTo>
                    <a:pt x="42686" y="12674"/>
                  </a:lnTo>
                  <a:lnTo>
                    <a:pt x="42676" y="12634"/>
                  </a:lnTo>
                  <a:lnTo>
                    <a:pt x="42666" y="12594"/>
                  </a:lnTo>
                  <a:lnTo>
                    <a:pt x="42666" y="12513"/>
                  </a:lnTo>
                  <a:lnTo>
                    <a:pt x="42686" y="12413"/>
                  </a:lnTo>
                  <a:lnTo>
                    <a:pt x="42737" y="12302"/>
                  </a:lnTo>
                  <a:lnTo>
                    <a:pt x="42777" y="12242"/>
                  </a:lnTo>
                  <a:lnTo>
                    <a:pt x="42827" y="12182"/>
                  </a:lnTo>
                  <a:lnTo>
                    <a:pt x="42887" y="12111"/>
                  </a:lnTo>
                  <a:lnTo>
                    <a:pt x="42968" y="12051"/>
                  </a:lnTo>
                  <a:lnTo>
                    <a:pt x="43149" y="11910"/>
                  </a:lnTo>
                  <a:lnTo>
                    <a:pt x="43360" y="11780"/>
                  </a:lnTo>
                  <a:lnTo>
                    <a:pt x="43611" y="11639"/>
                  </a:lnTo>
                  <a:lnTo>
                    <a:pt x="43872" y="11498"/>
                  </a:lnTo>
                  <a:lnTo>
                    <a:pt x="44455" y="11227"/>
                  </a:lnTo>
                  <a:lnTo>
                    <a:pt x="45048" y="10955"/>
                  </a:lnTo>
                  <a:lnTo>
                    <a:pt x="45611" y="10694"/>
                  </a:lnTo>
                  <a:lnTo>
                    <a:pt x="45872" y="10573"/>
                  </a:lnTo>
                  <a:lnTo>
                    <a:pt x="46094" y="10443"/>
                  </a:lnTo>
                  <a:lnTo>
                    <a:pt x="46295" y="10332"/>
                  </a:lnTo>
                  <a:lnTo>
                    <a:pt x="46445" y="10222"/>
                  </a:lnTo>
                  <a:lnTo>
                    <a:pt x="46023" y="10282"/>
                  </a:lnTo>
                  <a:lnTo>
                    <a:pt x="45601" y="10352"/>
                  </a:lnTo>
                  <a:lnTo>
                    <a:pt x="45179" y="10443"/>
                  </a:lnTo>
                  <a:lnTo>
                    <a:pt x="44757" y="10543"/>
                  </a:lnTo>
                  <a:lnTo>
                    <a:pt x="44345" y="10654"/>
                  </a:lnTo>
                  <a:lnTo>
                    <a:pt x="43933" y="10785"/>
                  </a:lnTo>
                  <a:lnTo>
                    <a:pt x="43531" y="10925"/>
                  </a:lnTo>
                  <a:lnTo>
                    <a:pt x="43139" y="11086"/>
                  </a:lnTo>
                  <a:lnTo>
                    <a:pt x="42747" y="11257"/>
                  </a:lnTo>
                  <a:lnTo>
                    <a:pt x="42365" y="11448"/>
                  </a:lnTo>
                  <a:lnTo>
                    <a:pt x="41983" y="11639"/>
                  </a:lnTo>
                  <a:lnTo>
                    <a:pt x="41621" y="11860"/>
                  </a:lnTo>
                  <a:lnTo>
                    <a:pt x="41259" y="12081"/>
                  </a:lnTo>
                  <a:lnTo>
                    <a:pt x="40917" y="12322"/>
                  </a:lnTo>
                  <a:lnTo>
                    <a:pt x="40586" y="12584"/>
                  </a:lnTo>
                  <a:lnTo>
                    <a:pt x="40254" y="12855"/>
                  </a:lnTo>
                  <a:lnTo>
                    <a:pt x="40103" y="12996"/>
                  </a:lnTo>
                  <a:lnTo>
                    <a:pt x="39942" y="13136"/>
                  </a:lnTo>
                  <a:lnTo>
                    <a:pt x="39651" y="13438"/>
                  </a:lnTo>
                  <a:lnTo>
                    <a:pt x="39370" y="13750"/>
                  </a:lnTo>
                  <a:lnTo>
                    <a:pt x="39078" y="14061"/>
                  </a:lnTo>
                  <a:lnTo>
                    <a:pt x="38797" y="14363"/>
                  </a:lnTo>
                  <a:lnTo>
                    <a:pt x="38495" y="14664"/>
                  </a:lnTo>
                  <a:lnTo>
                    <a:pt x="38344" y="14805"/>
                  </a:lnTo>
                  <a:lnTo>
                    <a:pt x="38184" y="14946"/>
                  </a:lnTo>
                  <a:lnTo>
                    <a:pt x="38023" y="15086"/>
                  </a:lnTo>
                  <a:lnTo>
                    <a:pt x="37852" y="15217"/>
                  </a:lnTo>
                  <a:lnTo>
                    <a:pt x="37721" y="15317"/>
                  </a:lnTo>
                  <a:lnTo>
                    <a:pt x="37611" y="15418"/>
                  </a:lnTo>
                  <a:lnTo>
                    <a:pt x="37390" y="15609"/>
                  </a:lnTo>
                  <a:lnTo>
                    <a:pt x="37269" y="15689"/>
                  </a:lnTo>
                  <a:lnTo>
                    <a:pt x="37148" y="15760"/>
                  </a:lnTo>
                  <a:lnTo>
                    <a:pt x="37008" y="15810"/>
                  </a:lnTo>
                  <a:lnTo>
                    <a:pt x="36927" y="15840"/>
                  </a:lnTo>
                  <a:lnTo>
                    <a:pt x="36847" y="15850"/>
                  </a:lnTo>
                  <a:lnTo>
                    <a:pt x="36766" y="15860"/>
                  </a:lnTo>
                  <a:lnTo>
                    <a:pt x="36636" y="15860"/>
                  </a:lnTo>
                  <a:lnTo>
                    <a:pt x="36565" y="15850"/>
                  </a:lnTo>
                  <a:lnTo>
                    <a:pt x="36505" y="15830"/>
                  </a:lnTo>
                  <a:lnTo>
                    <a:pt x="36445" y="15800"/>
                  </a:lnTo>
                  <a:lnTo>
                    <a:pt x="36384" y="15770"/>
                  </a:lnTo>
                  <a:lnTo>
                    <a:pt x="36334" y="15740"/>
                  </a:lnTo>
                  <a:lnTo>
                    <a:pt x="36284" y="15699"/>
                  </a:lnTo>
                  <a:lnTo>
                    <a:pt x="36244" y="15659"/>
                  </a:lnTo>
                  <a:lnTo>
                    <a:pt x="36204" y="15609"/>
                  </a:lnTo>
                  <a:lnTo>
                    <a:pt x="36163" y="15559"/>
                  </a:lnTo>
                  <a:lnTo>
                    <a:pt x="36143" y="15498"/>
                  </a:lnTo>
                  <a:lnTo>
                    <a:pt x="36123" y="15448"/>
                  </a:lnTo>
                  <a:lnTo>
                    <a:pt x="36103" y="15388"/>
                  </a:lnTo>
                  <a:lnTo>
                    <a:pt x="36103" y="15317"/>
                  </a:lnTo>
                  <a:lnTo>
                    <a:pt x="36103" y="15197"/>
                  </a:lnTo>
                  <a:lnTo>
                    <a:pt x="36113" y="15066"/>
                  </a:lnTo>
                  <a:lnTo>
                    <a:pt x="36133" y="14956"/>
                  </a:lnTo>
                  <a:lnTo>
                    <a:pt x="36153" y="14835"/>
                  </a:lnTo>
                  <a:lnTo>
                    <a:pt x="36194" y="14724"/>
                  </a:lnTo>
                  <a:lnTo>
                    <a:pt x="36234" y="14614"/>
                  </a:lnTo>
                  <a:lnTo>
                    <a:pt x="36334" y="14393"/>
                  </a:lnTo>
                  <a:lnTo>
                    <a:pt x="36445" y="14182"/>
                  </a:lnTo>
                  <a:lnTo>
                    <a:pt x="36565" y="13971"/>
                  </a:lnTo>
                  <a:lnTo>
                    <a:pt x="36676" y="13750"/>
                  </a:lnTo>
                  <a:lnTo>
                    <a:pt x="36787" y="13528"/>
                  </a:lnTo>
                  <a:lnTo>
                    <a:pt x="36867" y="13348"/>
                  </a:lnTo>
                  <a:lnTo>
                    <a:pt x="36957" y="13177"/>
                  </a:lnTo>
                  <a:lnTo>
                    <a:pt x="37048" y="12996"/>
                  </a:lnTo>
                  <a:lnTo>
                    <a:pt x="37148" y="12825"/>
                  </a:lnTo>
                  <a:lnTo>
                    <a:pt x="37259" y="12664"/>
                  </a:lnTo>
                  <a:lnTo>
                    <a:pt x="37380" y="12503"/>
                  </a:lnTo>
                  <a:lnTo>
                    <a:pt x="37510" y="12352"/>
                  </a:lnTo>
                  <a:lnTo>
                    <a:pt x="37661" y="12212"/>
                  </a:lnTo>
                  <a:lnTo>
                    <a:pt x="37832" y="12041"/>
                  </a:lnTo>
                  <a:lnTo>
                    <a:pt x="37993" y="11870"/>
                  </a:lnTo>
                  <a:lnTo>
                    <a:pt x="38143" y="11689"/>
                  </a:lnTo>
                  <a:lnTo>
                    <a:pt x="38274" y="11508"/>
                  </a:lnTo>
                  <a:lnTo>
                    <a:pt x="38405" y="11327"/>
                  </a:lnTo>
                  <a:lnTo>
                    <a:pt x="38525" y="11136"/>
                  </a:lnTo>
                  <a:lnTo>
                    <a:pt x="38746" y="10744"/>
                  </a:lnTo>
                  <a:lnTo>
                    <a:pt x="39179" y="9970"/>
                  </a:lnTo>
                  <a:lnTo>
                    <a:pt x="39410" y="9589"/>
                  </a:lnTo>
                  <a:lnTo>
                    <a:pt x="39530" y="9398"/>
                  </a:lnTo>
                  <a:lnTo>
                    <a:pt x="39651" y="9217"/>
                  </a:lnTo>
                  <a:lnTo>
                    <a:pt x="39500" y="9307"/>
                  </a:lnTo>
                  <a:lnTo>
                    <a:pt x="39349" y="9408"/>
                  </a:lnTo>
                  <a:lnTo>
                    <a:pt x="39199" y="9518"/>
                  </a:lnTo>
                  <a:lnTo>
                    <a:pt x="39058" y="9639"/>
                  </a:lnTo>
                  <a:lnTo>
                    <a:pt x="38917" y="9769"/>
                  </a:lnTo>
                  <a:lnTo>
                    <a:pt x="38777" y="9900"/>
                  </a:lnTo>
                  <a:lnTo>
                    <a:pt x="38515" y="10182"/>
                  </a:lnTo>
                  <a:lnTo>
                    <a:pt x="38264" y="10473"/>
                  </a:lnTo>
                  <a:lnTo>
                    <a:pt x="38033" y="10775"/>
                  </a:lnTo>
                  <a:lnTo>
                    <a:pt x="37611" y="11347"/>
                  </a:lnTo>
                  <a:lnTo>
                    <a:pt x="37470" y="11548"/>
                  </a:lnTo>
                  <a:lnTo>
                    <a:pt x="37410" y="11629"/>
                  </a:lnTo>
                  <a:lnTo>
                    <a:pt x="37369" y="11659"/>
                  </a:lnTo>
                  <a:lnTo>
                    <a:pt x="37339" y="11679"/>
                  </a:lnTo>
                  <a:lnTo>
                    <a:pt x="37299" y="11699"/>
                  </a:lnTo>
                  <a:lnTo>
                    <a:pt x="37269" y="11709"/>
                  </a:lnTo>
                  <a:lnTo>
                    <a:pt x="37229" y="11699"/>
                  </a:lnTo>
                  <a:lnTo>
                    <a:pt x="37189" y="11689"/>
                  </a:lnTo>
                  <a:lnTo>
                    <a:pt x="37148" y="11659"/>
                  </a:lnTo>
                  <a:lnTo>
                    <a:pt x="37108" y="11619"/>
                  </a:lnTo>
                  <a:lnTo>
                    <a:pt x="37068" y="11558"/>
                  </a:lnTo>
                  <a:lnTo>
                    <a:pt x="37018" y="11488"/>
                  </a:lnTo>
                  <a:lnTo>
                    <a:pt x="36977" y="11388"/>
                  </a:lnTo>
                  <a:lnTo>
                    <a:pt x="36957" y="11287"/>
                  </a:lnTo>
                  <a:lnTo>
                    <a:pt x="36937" y="11166"/>
                  </a:lnTo>
                  <a:lnTo>
                    <a:pt x="36937" y="11046"/>
                  </a:lnTo>
                  <a:lnTo>
                    <a:pt x="36937" y="10925"/>
                  </a:lnTo>
                  <a:lnTo>
                    <a:pt x="36947" y="10805"/>
                  </a:lnTo>
                  <a:lnTo>
                    <a:pt x="36988" y="10594"/>
                  </a:lnTo>
                  <a:lnTo>
                    <a:pt x="37068" y="10242"/>
                  </a:lnTo>
                  <a:lnTo>
                    <a:pt x="37168" y="9890"/>
                  </a:lnTo>
                  <a:lnTo>
                    <a:pt x="37369" y="9186"/>
                  </a:lnTo>
                  <a:lnTo>
                    <a:pt x="37470" y="8835"/>
                  </a:lnTo>
                  <a:lnTo>
                    <a:pt x="37550" y="8483"/>
                  </a:lnTo>
                  <a:lnTo>
                    <a:pt x="37581" y="8302"/>
                  </a:lnTo>
                  <a:lnTo>
                    <a:pt x="37601" y="8121"/>
                  </a:lnTo>
                  <a:lnTo>
                    <a:pt x="37621" y="7940"/>
                  </a:lnTo>
                  <a:lnTo>
                    <a:pt x="37631" y="7759"/>
                  </a:lnTo>
                  <a:lnTo>
                    <a:pt x="37460" y="7970"/>
                  </a:lnTo>
                  <a:lnTo>
                    <a:pt x="37309" y="8181"/>
                  </a:lnTo>
                  <a:lnTo>
                    <a:pt x="37168" y="8403"/>
                  </a:lnTo>
                  <a:lnTo>
                    <a:pt x="37048" y="8624"/>
                  </a:lnTo>
                  <a:lnTo>
                    <a:pt x="36927" y="8855"/>
                  </a:lnTo>
                  <a:lnTo>
                    <a:pt x="36817" y="9086"/>
                  </a:lnTo>
                  <a:lnTo>
                    <a:pt x="36716" y="9327"/>
                  </a:lnTo>
                  <a:lnTo>
                    <a:pt x="36626" y="9558"/>
                  </a:lnTo>
                  <a:lnTo>
                    <a:pt x="36545" y="9800"/>
                  </a:lnTo>
                  <a:lnTo>
                    <a:pt x="36475" y="10051"/>
                  </a:lnTo>
                  <a:lnTo>
                    <a:pt x="36334" y="10543"/>
                  </a:lnTo>
                  <a:lnTo>
                    <a:pt x="36224" y="11036"/>
                  </a:lnTo>
                  <a:lnTo>
                    <a:pt x="36123" y="11538"/>
                  </a:lnTo>
                  <a:lnTo>
                    <a:pt x="35932" y="12543"/>
                  </a:lnTo>
                  <a:lnTo>
                    <a:pt x="35832" y="13046"/>
                  </a:lnTo>
                  <a:lnTo>
                    <a:pt x="35721" y="13528"/>
                  </a:lnTo>
                  <a:lnTo>
                    <a:pt x="35601" y="14011"/>
                  </a:lnTo>
                  <a:lnTo>
                    <a:pt x="35520" y="14242"/>
                  </a:lnTo>
                  <a:lnTo>
                    <a:pt x="35450" y="14473"/>
                  </a:lnTo>
                  <a:lnTo>
                    <a:pt x="35359" y="14704"/>
                  </a:lnTo>
                  <a:lnTo>
                    <a:pt x="35269" y="14926"/>
                  </a:lnTo>
                  <a:lnTo>
                    <a:pt x="35168" y="15137"/>
                  </a:lnTo>
                  <a:lnTo>
                    <a:pt x="35058" y="15358"/>
                  </a:lnTo>
                  <a:lnTo>
                    <a:pt x="34927" y="15559"/>
                  </a:lnTo>
                  <a:lnTo>
                    <a:pt x="34786" y="15740"/>
                  </a:lnTo>
                  <a:lnTo>
                    <a:pt x="34626" y="15921"/>
                  </a:lnTo>
                  <a:lnTo>
                    <a:pt x="34455" y="16081"/>
                  </a:lnTo>
                  <a:lnTo>
                    <a:pt x="34264" y="16222"/>
                  </a:lnTo>
                  <a:lnTo>
                    <a:pt x="34063" y="16353"/>
                  </a:lnTo>
                  <a:lnTo>
                    <a:pt x="33842" y="16463"/>
                  </a:lnTo>
                  <a:lnTo>
                    <a:pt x="33621" y="16564"/>
                  </a:lnTo>
                  <a:lnTo>
                    <a:pt x="33389" y="16644"/>
                  </a:lnTo>
                  <a:lnTo>
                    <a:pt x="33148" y="16704"/>
                  </a:lnTo>
                  <a:lnTo>
                    <a:pt x="32897" y="16745"/>
                  </a:lnTo>
                  <a:lnTo>
                    <a:pt x="32646" y="16775"/>
                  </a:lnTo>
                  <a:lnTo>
                    <a:pt x="32394" y="16775"/>
                  </a:lnTo>
                  <a:lnTo>
                    <a:pt x="32143" y="16765"/>
                  </a:lnTo>
                  <a:lnTo>
                    <a:pt x="31882" y="16735"/>
                  </a:lnTo>
                  <a:lnTo>
                    <a:pt x="31630" y="16684"/>
                  </a:lnTo>
                  <a:lnTo>
                    <a:pt x="31088" y="16544"/>
                  </a:lnTo>
                  <a:lnTo>
                    <a:pt x="30545" y="16403"/>
                  </a:lnTo>
                  <a:lnTo>
                    <a:pt x="30002" y="16252"/>
                  </a:lnTo>
                  <a:lnTo>
                    <a:pt x="29459" y="16091"/>
                  </a:lnTo>
                  <a:lnTo>
                    <a:pt x="28927" y="15921"/>
                  </a:lnTo>
                  <a:lnTo>
                    <a:pt x="28404" y="15740"/>
                  </a:lnTo>
                  <a:lnTo>
                    <a:pt x="27902" y="15539"/>
                  </a:lnTo>
                  <a:lnTo>
                    <a:pt x="27409" y="15328"/>
                  </a:lnTo>
                  <a:lnTo>
                    <a:pt x="27258" y="15257"/>
                  </a:lnTo>
                  <a:lnTo>
                    <a:pt x="27108" y="15177"/>
                  </a:lnTo>
                  <a:lnTo>
                    <a:pt x="26967" y="15096"/>
                  </a:lnTo>
                  <a:lnTo>
                    <a:pt x="26826" y="15006"/>
                  </a:lnTo>
                  <a:lnTo>
                    <a:pt x="26685" y="14915"/>
                  </a:lnTo>
                  <a:lnTo>
                    <a:pt x="26555" y="14815"/>
                  </a:lnTo>
                  <a:lnTo>
                    <a:pt x="26424" y="14704"/>
                  </a:lnTo>
                  <a:lnTo>
                    <a:pt x="26304" y="14594"/>
                  </a:lnTo>
                  <a:lnTo>
                    <a:pt x="26193" y="14483"/>
                  </a:lnTo>
                  <a:lnTo>
                    <a:pt x="26082" y="14363"/>
                  </a:lnTo>
                  <a:lnTo>
                    <a:pt x="25982" y="14242"/>
                  </a:lnTo>
                  <a:lnTo>
                    <a:pt x="25881" y="14111"/>
                  </a:lnTo>
                  <a:lnTo>
                    <a:pt x="25801" y="13991"/>
                  </a:lnTo>
                  <a:lnTo>
                    <a:pt x="25711" y="13850"/>
                  </a:lnTo>
                  <a:lnTo>
                    <a:pt x="25640" y="13719"/>
                  </a:lnTo>
                  <a:lnTo>
                    <a:pt x="25580" y="13579"/>
                  </a:lnTo>
                  <a:lnTo>
                    <a:pt x="25520" y="13438"/>
                  </a:lnTo>
                  <a:lnTo>
                    <a:pt x="25469" y="13297"/>
                  </a:lnTo>
                  <a:lnTo>
                    <a:pt x="25429" y="13157"/>
                  </a:lnTo>
                  <a:lnTo>
                    <a:pt x="25399" y="13006"/>
                  </a:lnTo>
                  <a:lnTo>
                    <a:pt x="25379" y="12865"/>
                  </a:lnTo>
                  <a:lnTo>
                    <a:pt x="25369" y="12714"/>
                  </a:lnTo>
                  <a:lnTo>
                    <a:pt x="25369" y="12564"/>
                  </a:lnTo>
                  <a:lnTo>
                    <a:pt x="25379" y="12413"/>
                  </a:lnTo>
                  <a:lnTo>
                    <a:pt x="25399" y="12262"/>
                  </a:lnTo>
                  <a:lnTo>
                    <a:pt x="25429" y="12111"/>
                  </a:lnTo>
                  <a:lnTo>
                    <a:pt x="25469" y="11971"/>
                  </a:lnTo>
                  <a:lnTo>
                    <a:pt x="25520" y="11820"/>
                  </a:lnTo>
                  <a:lnTo>
                    <a:pt x="25590" y="11669"/>
                  </a:lnTo>
                  <a:lnTo>
                    <a:pt x="25670" y="11518"/>
                  </a:lnTo>
                  <a:lnTo>
                    <a:pt x="25761" y="11378"/>
                  </a:lnTo>
                  <a:lnTo>
                    <a:pt x="25861" y="11227"/>
                  </a:lnTo>
                  <a:lnTo>
                    <a:pt x="26223" y="10764"/>
                  </a:lnTo>
                  <a:lnTo>
                    <a:pt x="26404" y="10533"/>
                  </a:lnTo>
                  <a:lnTo>
                    <a:pt x="26595" y="10302"/>
                  </a:lnTo>
                  <a:lnTo>
                    <a:pt x="26786" y="10081"/>
                  </a:lnTo>
                  <a:lnTo>
                    <a:pt x="26997" y="9870"/>
                  </a:lnTo>
                  <a:lnTo>
                    <a:pt x="27208" y="9679"/>
                  </a:lnTo>
                  <a:lnTo>
                    <a:pt x="27309" y="9599"/>
                  </a:lnTo>
                  <a:lnTo>
                    <a:pt x="27429" y="9518"/>
                  </a:lnTo>
                  <a:lnTo>
                    <a:pt x="27550" y="9438"/>
                  </a:lnTo>
                  <a:lnTo>
                    <a:pt x="27680" y="9367"/>
                  </a:lnTo>
                  <a:lnTo>
                    <a:pt x="27932" y="9237"/>
                  </a:lnTo>
                  <a:lnTo>
                    <a:pt x="28183" y="9136"/>
                  </a:lnTo>
                  <a:lnTo>
                    <a:pt x="28434" y="9036"/>
                  </a:lnTo>
                  <a:lnTo>
                    <a:pt x="28696" y="8925"/>
                  </a:lnTo>
                  <a:lnTo>
                    <a:pt x="28816" y="8865"/>
                  </a:lnTo>
                  <a:lnTo>
                    <a:pt x="28947" y="8794"/>
                  </a:lnTo>
                  <a:lnTo>
                    <a:pt x="29068" y="8724"/>
                  </a:lnTo>
                  <a:lnTo>
                    <a:pt x="29198" y="8634"/>
                  </a:lnTo>
                  <a:lnTo>
                    <a:pt x="29319" y="8543"/>
                  </a:lnTo>
                  <a:lnTo>
                    <a:pt x="29449" y="8433"/>
                  </a:lnTo>
                  <a:lnTo>
                    <a:pt x="29681" y="8212"/>
                  </a:lnTo>
                  <a:lnTo>
                    <a:pt x="29902" y="7990"/>
                  </a:lnTo>
                  <a:lnTo>
                    <a:pt x="30354" y="7518"/>
                  </a:lnTo>
                  <a:lnTo>
                    <a:pt x="30786" y="7046"/>
                  </a:lnTo>
                  <a:lnTo>
                    <a:pt x="31218" y="6593"/>
                  </a:lnTo>
                  <a:lnTo>
                    <a:pt x="31168" y="6644"/>
                  </a:lnTo>
                  <a:lnTo>
                    <a:pt x="31108" y="6694"/>
                  </a:lnTo>
                  <a:lnTo>
                    <a:pt x="30957" y="6784"/>
                  </a:lnTo>
                  <a:lnTo>
                    <a:pt x="30796" y="6875"/>
                  </a:lnTo>
                  <a:lnTo>
                    <a:pt x="30615" y="6965"/>
                  </a:lnTo>
                  <a:lnTo>
                    <a:pt x="30264" y="7136"/>
                  </a:lnTo>
                  <a:lnTo>
                    <a:pt x="30103" y="7227"/>
                  </a:lnTo>
                  <a:lnTo>
                    <a:pt x="29962" y="7317"/>
                  </a:lnTo>
                  <a:lnTo>
                    <a:pt x="29681" y="7538"/>
                  </a:lnTo>
                  <a:lnTo>
                    <a:pt x="29409" y="7759"/>
                  </a:lnTo>
                  <a:lnTo>
                    <a:pt x="29138" y="7990"/>
                  </a:lnTo>
                  <a:lnTo>
                    <a:pt x="28856" y="8212"/>
                  </a:lnTo>
                  <a:lnTo>
                    <a:pt x="28655" y="8362"/>
                  </a:lnTo>
                  <a:lnTo>
                    <a:pt x="28565" y="8423"/>
                  </a:lnTo>
                  <a:lnTo>
                    <a:pt x="28475" y="8463"/>
                  </a:lnTo>
                  <a:lnTo>
                    <a:pt x="28424" y="8483"/>
                  </a:lnTo>
                  <a:lnTo>
                    <a:pt x="28374" y="8483"/>
                  </a:lnTo>
                  <a:lnTo>
                    <a:pt x="28324" y="8493"/>
                  </a:lnTo>
                  <a:lnTo>
                    <a:pt x="28273" y="8483"/>
                  </a:lnTo>
                  <a:lnTo>
                    <a:pt x="28213" y="8473"/>
                  </a:lnTo>
                  <a:lnTo>
                    <a:pt x="28163" y="8443"/>
                  </a:lnTo>
                  <a:lnTo>
                    <a:pt x="28103" y="8413"/>
                  </a:lnTo>
                  <a:lnTo>
                    <a:pt x="28032" y="8372"/>
                  </a:lnTo>
                  <a:lnTo>
                    <a:pt x="27962" y="8312"/>
                  </a:lnTo>
                  <a:lnTo>
                    <a:pt x="27912" y="8252"/>
                  </a:lnTo>
                  <a:lnTo>
                    <a:pt x="27871" y="8191"/>
                  </a:lnTo>
                  <a:lnTo>
                    <a:pt x="27851" y="8131"/>
                  </a:lnTo>
                  <a:lnTo>
                    <a:pt x="27831" y="8071"/>
                  </a:lnTo>
                  <a:lnTo>
                    <a:pt x="27831" y="8011"/>
                  </a:lnTo>
                  <a:lnTo>
                    <a:pt x="27841" y="7950"/>
                  </a:lnTo>
                  <a:lnTo>
                    <a:pt x="27851" y="7890"/>
                  </a:lnTo>
                  <a:lnTo>
                    <a:pt x="27902" y="7759"/>
                  </a:lnTo>
                  <a:lnTo>
                    <a:pt x="27962" y="7629"/>
                  </a:lnTo>
                  <a:lnTo>
                    <a:pt x="28022" y="7508"/>
                  </a:lnTo>
                  <a:lnTo>
                    <a:pt x="28072" y="7377"/>
                  </a:lnTo>
                  <a:lnTo>
                    <a:pt x="28123" y="7227"/>
                  </a:lnTo>
                  <a:lnTo>
                    <a:pt x="28153" y="7076"/>
                  </a:lnTo>
                  <a:lnTo>
                    <a:pt x="28183" y="6915"/>
                  </a:lnTo>
                  <a:lnTo>
                    <a:pt x="28203" y="6754"/>
                  </a:lnTo>
                  <a:lnTo>
                    <a:pt x="28213" y="6422"/>
                  </a:lnTo>
                  <a:lnTo>
                    <a:pt x="28213" y="6111"/>
                  </a:lnTo>
                  <a:lnTo>
                    <a:pt x="28203" y="5990"/>
                  </a:lnTo>
                  <a:lnTo>
                    <a:pt x="28173" y="5840"/>
                  </a:lnTo>
                  <a:lnTo>
                    <a:pt x="28072" y="5508"/>
                  </a:lnTo>
                  <a:lnTo>
                    <a:pt x="28032" y="5347"/>
                  </a:lnTo>
                  <a:lnTo>
                    <a:pt x="27992" y="5196"/>
                  </a:lnTo>
                  <a:lnTo>
                    <a:pt x="27972" y="5066"/>
                  </a:lnTo>
                  <a:lnTo>
                    <a:pt x="27972" y="5005"/>
                  </a:lnTo>
                  <a:lnTo>
                    <a:pt x="27982" y="4965"/>
                  </a:lnTo>
                  <a:lnTo>
                    <a:pt x="27932" y="5136"/>
                  </a:lnTo>
                  <a:lnTo>
                    <a:pt x="27882" y="5307"/>
                  </a:lnTo>
                  <a:lnTo>
                    <a:pt x="27811" y="5649"/>
                  </a:lnTo>
                  <a:lnTo>
                    <a:pt x="27751" y="6000"/>
                  </a:lnTo>
                  <a:lnTo>
                    <a:pt x="27691" y="6342"/>
                  </a:lnTo>
                  <a:lnTo>
                    <a:pt x="27590" y="7046"/>
                  </a:lnTo>
                  <a:lnTo>
                    <a:pt x="27530" y="7387"/>
                  </a:lnTo>
                  <a:lnTo>
                    <a:pt x="27449" y="7739"/>
                  </a:lnTo>
                  <a:lnTo>
                    <a:pt x="27379" y="8000"/>
                  </a:lnTo>
                  <a:lnTo>
                    <a:pt x="27258" y="8332"/>
                  </a:lnTo>
                  <a:lnTo>
                    <a:pt x="27188" y="8513"/>
                  </a:lnTo>
                  <a:lnTo>
                    <a:pt x="27098" y="8694"/>
                  </a:lnTo>
                  <a:lnTo>
                    <a:pt x="27007" y="8875"/>
                  </a:lnTo>
                  <a:lnTo>
                    <a:pt x="26907" y="9056"/>
                  </a:lnTo>
                  <a:lnTo>
                    <a:pt x="26796" y="9227"/>
                  </a:lnTo>
                  <a:lnTo>
                    <a:pt x="26665" y="9387"/>
                  </a:lnTo>
                  <a:lnTo>
                    <a:pt x="26535" y="9528"/>
                  </a:lnTo>
                  <a:lnTo>
                    <a:pt x="26464" y="9589"/>
                  </a:lnTo>
                  <a:lnTo>
                    <a:pt x="26394" y="9639"/>
                  </a:lnTo>
                  <a:lnTo>
                    <a:pt x="26324" y="9689"/>
                  </a:lnTo>
                  <a:lnTo>
                    <a:pt x="26243" y="9739"/>
                  </a:lnTo>
                  <a:lnTo>
                    <a:pt x="26173" y="9769"/>
                  </a:lnTo>
                  <a:lnTo>
                    <a:pt x="26092" y="9790"/>
                  </a:lnTo>
                  <a:lnTo>
                    <a:pt x="26002" y="9810"/>
                  </a:lnTo>
                  <a:lnTo>
                    <a:pt x="25922" y="9820"/>
                  </a:lnTo>
                  <a:lnTo>
                    <a:pt x="25831" y="9820"/>
                  </a:lnTo>
                  <a:lnTo>
                    <a:pt x="25741" y="9800"/>
                  </a:lnTo>
                  <a:lnTo>
                    <a:pt x="25630" y="9779"/>
                  </a:lnTo>
                  <a:lnTo>
                    <a:pt x="25540" y="9729"/>
                  </a:lnTo>
                  <a:lnTo>
                    <a:pt x="25449" y="9679"/>
                  </a:lnTo>
                  <a:lnTo>
                    <a:pt x="25369" y="9619"/>
                  </a:lnTo>
                  <a:lnTo>
                    <a:pt x="25309" y="9538"/>
                  </a:lnTo>
                  <a:lnTo>
                    <a:pt x="25248" y="9458"/>
                  </a:lnTo>
                  <a:lnTo>
                    <a:pt x="25208" y="9367"/>
                  </a:lnTo>
                  <a:lnTo>
                    <a:pt x="25168" y="9267"/>
                  </a:lnTo>
                  <a:lnTo>
                    <a:pt x="25138" y="9156"/>
                  </a:lnTo>
                  <a:lnTo>
                    <a:pt x="25107" y="9046"/>
                  </a:lnTo>
                  <a:lnTo>
                    <a:pt x="25097" y="8925"/>
                  </a:lnTo>
                  <a:lnTo>
                    <a:pt x="25087" y="8794"/>
                  </a:lnTo>
                  <a:lnTo>
                    <a:pt x="25087" y="8664"/>
                  </a:lnTo>
                  <a:lnTo>
                    <a:pt x="25087" y="8533"/>
                  </a:lnTo>
                  <a:lnTo>
                    <a:pt x="25107" y="8262"/>
                  </a:lnTo>
                  <a:lnTo>
                    <a:pt x="25158" y="7990"/>
                  </a:lnTo>
                  <a:lnTo>
                    <a:pt x="25208" y="7719"/>
                  </a:lnTo>
                  <a:lnTo>
                    <a:pt x="25278" y="7448"/>
                  </a:lnTo>
                  <a:lnTo>
                    <a:pt x="25359" y="7196"/>
                  </a:lnTo>
                  <a:lnTo>
                    <a:pt x="25439" y="6965"/>
                  </a:lnTo>
                  <a:lnTo>
                    <a:pt x="25520" y="6764"/>
                  </a:lnTo>
                  <a:lnTo>
                    <a:pt x="25590" y="6583"/>
                  </a:lnTo>
                  <a:lnTo>
                    <a:pt x="25660" y="6453"/>
                  </a:lnTo>
                  <a:lnTo>
                    <a:pt x="25851" y="6141"/>
                  </a:lnTo>
                  <a:lnTo>
                    <a:pt x="26042" y="5829"/>
                  </a:lnTo>
                  <a:lnTo>
                    <a:pt x="26243" y="5508"/>
                  </a:lnTo>
                  <a:lnTo>
                    <a:pt x="26424" y="5186"/>
                  </a:lnTo>
                  <a:lnTo>
                    <a:pt x="26595" y="4865"/>
                  </a:lnTo>
                  <a:lnTo>
                    <a:pt x="26675" y="4704"/>
                  </a:lnTo>
                  <a:lnTo>
                    <a:pt x="26746" y="4533"/>
                  </a:lnTo>
                  <a:lnTo>
                    <a:pt x="26806" y="4362"/>
                  </a:lnTo>
                  <a:lnTo>
                    <a:pt x="26866" y="4191"/>
                  </a:lnTo>
                  <a:lnTo>
                    <a:pt x="26907" y="4020"/>
                  </a:lnTo>
                  <a:lnTo>
                    <a:pt x="26947" y="3839"/>
                  </a:lnTo>
                  <a:lnTo>
                    <a:pt x="26977" y="3598"/>
                  </a:lnTo>
                  <a:lnTo>
                    <a:pt x="26997" y="3357"/>
                  </a:lnTo>
                  <a:lnTo>
                    <a:pt x="27007" y="3116"/>
                  </a:lnTo>
                  <a:lnTo>
                    <a:pt x="27007" y="2875"/>
                  </a:lnTo>
                  <a:lnTo>
                    <a:pt x="26997" y="2633"/>
                  </a:lnTo>
                  <a:lnTo>
                    <a:pt x="26977" y="2392"/>
                  </a:lnTo>
                  <a:lnTo>
                    <a:pt x="26927" y="1910"/>
                  </a:lnTo>
                  <a:lnTo>
                    <a:pt x="26876" y="1437"/>
                  </a:lnTo>
                  <a:lnTo>
                    <a:pt x="26836" y="955"/>
                  </a:lnTo>
                  <a:lnTo>
                    <a:pt x="26816" y="714"/>
                  </a:lnTo>
                  <a:lnTo>
                    <a:pt x="26806" y="482"/>
                  </a:lnTo>
                  <a:lnTo>
                    <a:pt x="26806" y="241"/>
                  </a:lnTo>
                  <a:lnTo>
                    <a:pt x="268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20;p25">
              <a:extLst>
                <a:ext uri="{FF2B5EF4-FFF2-40B4-BE49-F238E27FC236}">
                  <a16:creationId xmlns:a16="http://schemas.microsoft.com/office/drawing/2014/main" id="{EA9AD25D-F65D-0B41-9298-BAACA1E20EB5}"/>
                </a:ext>
              </a:extLst>
            </p:cNvPr>
            <p:cNvSpPr/>
            <p:nvPr/>
          </p:nvSpPr>
          <p:spPr>
            <a:xfrm>
              <a:off x="5797440" y="1681817"/>
              <a:ext cx="202434" cy="309463"/>
            </a:xfrm>
            <a:custGeom>
              <a:avLst/>
              <a:gdLst/>
              <a:ahLst/>
              <a:cxnLst/>
              <a:rect l="l" t="t" r="r" b="b"/>
              <a:pathLst>
                <a:path w="18324" h="28012" extrusionOk="0">
                  <a:moveTo>
                    <a:pt x="11700" y="0"/>
                  </a:moveTo>
                  <a:lnTo>
                    <a:pt x="11589" y="10"/>
                  </a:lnTo>
                  <a:lnTo>
                    <a:pt x="11358" y="40"/>
                  </a:lnTo>
                  <a:lnTo>
                    <a:pt x="11117" y="91"/>
                  </a:lnTo>
                  <a:lnTo>
                    <a:pt x="10896" y="161"/>
                  </a:lnTo>
                  <a:lnTo>
                    <a:pt x="10675" y="241"/>
                  </a:lnTo>
                  <a:lnTo>
                    <a:pt x="10464" y="322"/>
                  </a:lnTo>
                  <a:lnTo>
                    <a:pt x="10283" y="402"/>
                  </a:lnTo>
                  <a:lnTo>
                    <a:pt x="10021" y="533"/>
                  </a:lnTo>
                  <a:lnTo>
                    <a:pt x="9921" y="583"/>
                  </a:lnTo>
                  <a:lnTo>
                    <a:pt x="9891" y="704"/>
                  </a:lnTo>
                  <a:lnTo>
                    <a:pt x="9790" y="1035"/>
                  </a:lnTo>
                  <a:lnTo>
                    <a:pt x="9629" y="1578"/>
                  </a:lnTo>
                  <a:lnTo>
                    <a:pt x="9509" y="1930"/>
                  </a:lnTo>
                  <a:lnTo>
                    <a:pt x="9368" y="2322"/>
                  </a:lnTo>
                  <a:lnTo>
                    <a:pt x="9207" y="2764"/>
                  </a:lnTo>
                  <a:lnTo>
                    <a:pt x="9016" y="3247"/>
                  </a:lnTo>
                  <a:lnTo>
                    <a:pt x="8805" y="3769"/>
                  </a:lnTo>
                  <a:lnTo>
                    <a:pt x="8564" y="4342"/>
                  </a:lnTo>
                  <a:lnTo>
                    <a:pt x="8293" y="4955"/>
                  </a:lnTo>
                  <a:lnTo>
                    <a:pt x="7991" y="5598"/>
                  </a:lnTo>
                  <a:lnTo>
                    <a:pt x="7660" y="6282"/>
                  </a:lnTo>
                  <a:lnTo>
                    <a:pt x="7288" y="7006"/>
                  </a:lnTo>
                  <a:lnTo>
                    <a:pt x="7197" y="7187"/>
                  </a:lnTo>
                  <a:lnTo>
                    <a:pt x="7097" y="7367"/>
                  </a:lnTo>
                  <a:lnTo>
                    <a:pt x="6986" y="7538"/>
                  </a:lnTo>
                  <a:lnTo>
                    <a:pt x="6876" y="7709"/>
                  </a:lnTo>
                  <a:lnTo>
                    <a:pt x="6644" y="8031"/>
                  </a:lnTo>
                  <a:lnTo>
                    <a:pt x="6393" y="8332"/>
                  </a:lnTo>
                  <a:lnTo>
                    <a:pt x="6132" y="8614"/>
                  </a:lnTo>
                  <a:lnTo>
                    <a:pt x="5860" y="8885"/>
                  </a:lnTo>
                  <a:lnTo>
                    <a:pt x="5579" y="9136"/>
                  </a:lnTo>
                  <a:lnTo>
                    <a:pt x="5288" y="9378"/>
                  </a:lnTo>
                  <a:lnTo>
                    <a:pt x="4996" y="9599"/>
                  </a:lnTo>
                  <a:lnTo>
                    <a:pt x="4695" y="9800"/>
                  </a:lnTo>
                  <a:lnTo>
                    <a:pt x="4393" y="9991"/>
                  </a:lnTo>
                  <a:lnTo>
                    <a:pt x="4092" y="10172"/>
                  </a:lnTo>
                  <a:lnTo>
                    <a:pt x="3780" y="10332"/>
                  </a:lnTo>
                  <a:lnTo>
                    <a:pt x="3478" y="10483"/>
                  </a:lnTo>
                  <a:lnTo>
                    <a:pt x="3177" y="10624"/>
                  </a:lnTo>
                  <a:lnTo>
                    <a:pt x="2875" y="10745"/>
                  </a:lnTo>
                  <a:lnTo>
                    <a:pt x="2584" y="10855"/>
                  </a:lnTo>
                  <a:lnTo>
                    <a:pt x="2302" y="10966"/>
                  </a:lnTo>
                  <a:lnTo>
                    <a:pt x="2031" y="11056"/>
                  </a:lnTo>
                  <a:lnTo>
                    <a:pt x="1770" y="11137"/>
                  </a:lnTo>
                  <a:lnTo>
                    <a:pt x="1277" y="11277"/>
                  </a:lnTo>
                  <a:lnTo>
                    <a:pt x="855" y="11378"/>
                  </a:lnTo>
                  <a:lnTo>
                    <a:pt x="493" y="11448"/>
                  </a:lnTo>
                  <a:lnTo>
                    <a:pt x="232" y="11498"/>
                  </a:lnTo>
                  <a:lnTo>
                    <a:pt x="1" y="11528"/>
                  </a:lnTo>
                  <a:lnTo>
                    <a:pt x="292" y="13720"/>
                  </a:lnTo>
                  <a:lnTo>
                    <a:pt x="2333" y="17077"/>
                  </a:lnTo>
                  <a:lnTo>
                    <a:pt x="5539" y="28012"/>
                  </a:lnTo>
                  <a:lnTo>
                    <a:pt x="8604" y="27871"/>
                  </a:lnTo>
                  <a:lnTo>
                    <a:pt x="8373" y="27238"/>
                  </a:lnTo>
                  <a:lnTo>
                    <a:pt x="8112" y="26544"/>
                  </a:lnTo>
                  <a:lnTo>
                    <a:pt x="7770" y="25680"/>
                  </a:lnTo>
                  <a:lnTo>
                    <a:pt x="7569" y="25208"/>
                  </a:lnTo>
                  <a:lnTo>
                    <a:pt x="7348" y="24705"/>
                  </a:lnTo>
                  <a:lnTo>
                    <a:pt x="7127" y="24193"/>
                  </a:lnTo>
                  <a:lnTo>
                    <a:pt x="6886" y="23680"/>
                  </a:lnTo>
                  <a:lnTo>
                    <a:pt x="6634" y="23177"/>
                  </a:lnTo>
                  <a:lnTo>
                    <a:pt x="6373" y="22675"/>
                  </a:lnTo>
                  <a:lnTo>
                    <a:pt x="6102" y="22192"/>
                  </a:lnTo>
                  <a:lnTo>
                    <a:pt x="5830" y="21740"/>
                  </a:lnTo>
                  <a:lnTo>
                    <a:pt x="5700" y="21519"/>
                  </a:lnTo>
                  <a:lnTo>
                    <a:pt x="5579" y="21298"/>
                  </a:lnTo>
                  <a:lnTo>
                    <a:pt x="5458" y="21067"/>
                  </a:lnTo>
                  <a:lnTo>
                    <a:pt x="5348" y="20826"/>
                  </a:lnTo>
                  <a:lnTo>
                    <a:pt x="5237" y="20594"/>
                  </a:lnTo>
                  <a:lnTo>
                    <a:pt x="5147" y="20353"/>
                  </a:lnTo>
                  <a:lnTo>
                    <a:pt x="5056" y="20112"/>
                  </a:lnTo>
                  <a:lnTo>
                    <a:pt x="4966" y="19871"/>
                  </a:lnTo>
                  <a:lnTo>
                    <a:pt x="4815" y="19388"/>
                  </a:lnTo>
                  <a:lnTo>
                    <a:pt x="4685" y="18916"/>
                  </a:lnTo>
                  <a:lnTo>
                    <a:pt x="4574" y="18454"/>
                  </a:lnTo>
                  <a:lnTo>
                    <a:pt x="4483" y="18021"/>
                  </a:lnTo>
                  <a:lnTo>
                    <a:pt x="4413" y="17609"/>
                  </a:lnTo>
                  <a:lnTo>
                    <a:pt x="4353" y="17237"/>
                  </a:lnTo>
                  <a:lnTo>
                    <a:pt x="4303" y="16906"/>
                  </a:lnTo>
                  <a:lnTo>
                    <a:pt x="4272" y="16614"/>
                  </a:lnTo>
                  <a:lnTo>
                    <a:pt x="4242" y="16202"/>
                  </a:lnTo>
                  <a:lnTo>
                    <a:pt x="4232" y="16051"/>
                  </a:lnTo>
                  <a:lnTo>
                    <a:pt x="4473" y="16202"/>
                  </a:lnTo>
                  <a:lnTo>
                    <a:pt x="5328" y="16705"/>
                  </a:lnTo>
                  <a:lnTo>
                    <a:pt x="6936" y="17649"/>
                  </a:lnTo>
                  <a:lnTo>
                    <a:pt x="9479" y="19117"/>
                  </a:lnTo>
                  <a:lnTo>
                    <a:pt x="9670" y="19227"/>
                  </a:lnTo>
                  <a:lnTo>
                    <a:pt x="9851" y="19348"/>
                  </a:lnTo>
                  <a:lnTo>
                    <a:pt x="10021" y="19459"/>
                  </a:lnTo>
                  <a:lnTo>
                    <a:pt x="10192" y="19589"/>
                  </a:lnTo>
                  <a:lnTo>
                    <a:pt x="10353" y="19710"/>
                  </a:lnTo>
                  <a:lnTo>
                    <a:pt x="10504" y="19841"/>
                  </a:lnTo>
                  <a:lnTo>
                    <a:pt x="10655" y="19971"/>
                  </a:lnTo>
                  <a:lnTo>
                    <a:pt x="10795" y="20112"/>
                  </a:lnTo>
                  <a:lnTo>
                    <a:pt x="10936" y="20253"/>
                  </a:lnTo>
                  <a:lnTo>
                    <a:pt x="11067" y="20393"/>
                  </a:lnTo>
                  <a:lnTo>
                    <a:pt x="11308" y="20685"/>
                  </a:lnTo>
                  <a:lnTo>
                    <a:pt x="11529" y="20976"/>
                  </a:lnTo>
                  <a:lnTo>
                    <a:pt x="11730" y="21288"/>
                  </a:lnTo>
                  <a:lnTo>
                    <a:pt x="11911" y="21599"/>
                  </a:lnTo>
                  <a:lnTo>
                    <a:pt x="12072" y="21911"/>
                  </a:lnTo>
                  <a:lnTo>
                    <a:pt x="12213" y="22223"/>
                  </a:lnTo>
                  <a:lnTo>
                    <a:pt x="12333" y="22544"/>
                  </a:lnTo>
                  <a:lnTo>
                    <a:pt x="12444" y="22856"/>
                  </a:lnTo>
                  <a:lnTo>
                    <a:pt x="12544" y="23167"/>
                  </a:lnTo>
                  <a:lnTo>
                    <a:pt x="12625" y="23479"/>
                  </a:lnTo>
                  <a:lnTo>
                    <a:pt x="12695" y="23780"/>
                  </a:lnTo>
                  <a:lnTo>
                    <a:pt x="12745" y="24082"/>
                  </a:lnTo>
                  <a:lnTo>
                    <a:pt x="12796" y="24373"/>
                  </a:lnTo>
                  <a:lnTo>
                    <a:pt x="12826" y="24645"/>
                  </a:lnTo>
                  <a:lnTo>
                    <a:pt x="12856" y="24916"/>
                  </a:lnTo>
                  <a:lnTo>
                    <a:pt x="12866" y="25167"/>
                  </a:lnTo>
                  <a:lnTo>
                    <a:pt x="12876" y="25409"/>
                  </a:lnTo>
                  <a:lnTo>
                    <a:pt x="12886" y="25841"/>
                  </a:lnTo>
                  <a:lnTo>
                    <a:pt x="12876" y="26203"/>
                  </a:lnTo>
                  <a:lnTo>
                    <a:pt x="12856" y="26474"/>
                  </a:lnTo>
                  <a:lnTo>
                    <a:pt x="12836" y="26705"/>
                  </a:lnTo>
                  <a:lnTo>
                    <a:pt x="14876" y="27580"/>
                  </a:lnTo>
                  <a:lnTo>
                    <a:pt x="14906" y="27519"/>
                  </a:lnTo>
                  <a:lnTo>
                    <a:pt x="14987" y="27338"/>
                  </a:lnTo>
                  <a:lnTo>
                    <a:pt x="15037" y="27198"/>
                  </a:lnTo>
                  <a:lnTo>
                    <a:pt x="15087" y="27037"/>
                  </a:lnTo>
                  <a:lnTo>
                    <a:pt x="15137" y="26846"/>
                  </a:lnTo>
                  <a:lnTo>
                    <a:pt x="15188" y="26625"/>
                  </a:lnTo>
                  <a:lnTo>
                    <a:pt x="15238" y="26384"/>
                  </a:lnTo>
                  <a:lnTo>
                    <a:pt x="15268" y="26112"/>
                  </a:lnTo>
                  <a:lnTo>
                    <a:pt x="15298" y="25811"/>
                  </a:lnTo>
                  <a:lnTo>
                    <a:pt x="15308" y="25489"/>
                  </a:lnTo>
                  <a:lnTo>
                    <a:pt x="15308" y="25137"/>
                  </a:lnTo>
                  <a:lnTo>
                    <a:pt x="15288" y="24755"/>
                  </a:lnTo>
                  <a:lnTo>
                    <a:pt x="15238" y="24353"/>
                  </a:lnTo>
                  <a:lnTo>
                    <a:pt x="15167" y="23931"/>
                  </a:lnTo>
                  <a:lnTo>
                    <a:pt x="15127" y="23720"/>
                  </a:lnTo>
                  <a:lnTo>
                    <a:pt x="15067" y="23509"/>
                  </a:lnTo>
                  <a:lnTo>
                    <a:pt x="15007" y="23308"/>
                  </a:lnTo>
                  <a:lnTo>
                    <a:pt x="14926" y="23117"/>
                  </a:lnTo>
                  <a:lnTo>
                    <a:pt x="14846" y="22926"/>
                  </a:lnTo>
                  <a:lnTo>
                    <a:pt x="14755" y="22745"/>
                  </a:lnTo>
                  <a:lnTo>
                    <a:pt x="14665" y="22564"/>
                  </a:lnTo>
                  <a:lnTo>
                    <a:pt x="14554" y="22393"/>
                  </a:lnTo>
                  <a:lnTo>
                    <a:pt x="14444" y="22223"/>
                  </a:lnTo>
                  <a:lnTo>
                    <a:pt x="14333" y="22062"/>
                  </a:lnTo>
                  <a:lnTo>
                    <a:pt x="14213" y="21901"/>
                  </a:lnTo>
                  <a:lnTo>
                    <a:pt x="14082" y="21750"/>
                  </a:lnTo>
                  <a:lnTo>
                    <a:pt x="13821" y="21449"/>
                  </a:lnTo>
                  <a:lnTo>
                    <a:pt x="13549" y="21157"/>
                  </a:lnTo>
                  <a:lnTo>
                    <a:pt x="13268" y="20876"/>
                  </a:lnTo>
                  <a:lnTo>
                    <a:pt x="12976" y="20594"/>
                  </a:lnTo>
                  <a:lnTo>
                    <a:pt x="12404" y="20032"/>
                  </a:lnTo>
                  <a:lnTo>
                    <a:pt x="12122" y="19750"/>
                  </a:lnTo>
                  <a:lnTo>
                    <a:pt x="11861" y="19449"/>
                  </a:lnTo>
                  <a:lnTo>
                    <a:pt x="11610" y="19147"/>
                  </a:lnTo>
                  <a:lnTo>
                    <a:pt x="11489" y="18986"/>
                  </a:lnTo>
                  <a:lnTo>
                    <a:pt x="11378" y="18825"/>
                  </a:lnTo>
                  <a:lnTo>
                    <a:pt x="11258" y="18655"/>
                  </a:lnTo>
                  <a:lnTo>
                    <a:pt x="11117" y="18484"/>
                  </a:lnTo>
                  <a:lnTo>
                    <a:pt x="10946" y="18313"/>
                  </a:lnTo>
                  <a:lnTo>
                    <a:pt x="10765" y="18132"/>
                  </a:lnTo>
                  <a:lnTo>
                    <a:pt x="10564" y="17941"/>
                  </a:lnTo>
                  <a:lnTo>
                    <a:pt x="10353" y="17760"/>
                  </a:lnTo>
                  <a:lnTo>
                    <a:pt x="10122" y="17569"/>
                  </a:lnTo>
                  <a:lnTo>
                    <a:pt x="9881" y="17378"/>
                  </a:lnTo>
                  <a:lnTo>
                    <a:pt x="9368" y="16996"/>
                  </a:lnTo>
                  <a:lnTo>
                    <a:pt x="8835" y="16624"/>
                  </a:lnTo>
                  <a:lnTo>
                    <a:pt x="8283" y="16262"/>
                  </a:lnTo>
                  <a:lnTo>
                    <a:pt x="7730" y="15911"/>
                  </a:lnTo>
                  <a:lnTo>
                    <a:pt x="7187" y="15579"/>
                  </a:lnTo>
                  <a:lnTo>
                    <a:pt x="6685" y="15267"/>
                  </a:lnTo>
                  <a:lnTo>
                    <a:pt x="5800" y="14765"/>
                  </a:lnTo>
                  <a:lnTo>
                    <a:pt x="5187" y="14423"/>
                  </a:lnTo>
                  <a:lnTo>
                    <a:pt x="4956" y="14303"/>
                  </a:lnTo>
                  <a:lnTo>
                    <a:pt x="4956" y="14303"/>
                  </a:lnTo>
                  <a:lnTo>
                    <a:pt x="5358" y="14313"/>
                  </a:lnTo>
                  <a:lnTo>
                    <a:pt x="5800" y="14323"/>
                  </a:lnTo>
                  <a:lnTo>
                    <a:pt x="6383" y="14323"/>
                  </a:lnTo>
                  <a:lnTo>
                    <a:pt x="7056" y="14292"/>
                  </a:lnTo>
                  <a:lnTo>
                    <a:pt x="7418" y="14272"/>
                  </a:lnTo>
                  <a:lnTo>
                    <a:pt x="7790" y="14242"/>
                  </a:lnTo>
                  <a:lnTo>
                    <a:pt x="8172" y="14202"/>
                  </a:lnTo>
                  <a:lnTo>
                    <a:pt x="8564" y="14152"/>
                  </a:lnTo>
                  <a:lnTo>
                    <a:pt x="8946" y="14081"/>
                  </a:lnTo>
                  <a:lnTo>
                    <a:pt x="9338" y="14011"/>
                  </a:lnTo>
                  <a:lnTo>
                    <a:pt x="9529" y="13961"/>
                  </a:lnTo>
                  <a:lnTo>
                    <a:pt x="9740" y="13900"/>
                  </a:lnTo>
                  <a:lnTo>
                    <a:pt x="9971" y="13820"/>
                  </a:lnTo>
                  <a:lnTo>
                    <a:pt x="10202" y="13730"/>
                  </a:lnTo>
                  <a:lnTo>
                    <a:pt x="10444" y="13629"/>
                  </a:lnTo>
                  <a:lnTo>
                    <a:pt x="10695" y="13519"/>
                  </a:lnTo>
                  <a:lnTo>
                    <a:pt x="11218" y="13267"/>
                  </a:lnTo>
                  <a:lnTo>
                    <a:pt x="11760" y="12986"/>
                  </a:lnTo>
                  <a:lnTo>
                    <a:pt x="12323" y="12684"/>
                  </a:lnTo>
                  <a:lnTo>
                    <a:pt x="12896" y="12363"/>
                  </a:lnTo>
                  <a:lnTo>
                    <a:pt x="13459" y="12041"/>
                  </a:lnTo>
                  <a:lnTo>
                    <a:pt x="14544" y="11398"/>
                  </a:lnTo>
                  <a:lnTo>
                    <a:pt x="15529" y="10805"/>
                  </a:lnTo>
                  <a:lnTo>
                    <a:pt x="15962" y="10564"/>
                  </a:lnTo>
                  <a:lnTo>
                    <a:pt x="16343" y="10353"/>
                  </a:lnTo>
                  <a:lnTo>
                    <a:pt x="16665" y="10182"/>
                  </a:lnTo>
                  <a:lnTo>
                    <a:pt x="16806" y="10121"/>
                  </a:lnTo>
                  <a:lnTo>
                    <a:pt x="16916" y="10071"/>
                  </a:lnTo>
                  <a:lnTo>
                    <a:pt x="17027" y="10031"/>
                  </a:lnTo>
                  <a:lnTo>
                    <a:pt x="17137" y="9981"/>
                  </a:lnTo>
                  <a:lnTo>
                    <a:pt x="17238" y="9920"/>
                  </a:lnTo>
                  <a:lnTo>
                    <a:pt x="17338" y="9860"/>
                  </a:lnTo>
                  <a:lnTo>
                    <a:pt x="17519" y="9729"/>
                  </a:lnTo>
                  <a:lnTo>
                    <a:pt x="17700" y="9579"/>
                  </a:lnTo>
                  <a:lnTo>
                    <a:pt x="17851" y="9408"/>
                  </a:lnTo>
                  <a:lnTo>
                    <a:pt x="17992" y="9237"/>
                  </a:lnTo>
                  <a:lnTo>
                    <a:pt x="18102" y="9046"/>
                  </a:lnTo>
                  <a:lnTo>
                    <a:pt x="18193" y="8845"/>
                  </a:lnTo>
                  <a:lnTo>
                    <a:pt x="18233" y="8744"/>
                  </a:lnTo>
                  <a:lnTo>
                    <a:pt x="18263" y="8644"/>
                  </a:lnTo>
                  <a:lnTo>
                    <a:pt x="18293" y="8543"/>
                  </a:lnTo>
                  <a:lnTo>
                    <a:pt x="18313" y="8443"/>
                  </a:lnTo>
                  <a:lnTo>
                    <a:pt x="18323" y="8342"/>
                  </a:lnTo>
                  <a:lnTo>
                    <a:pt x="18323" y="8242"/>
                  </a:lnTo>
                  <a:lnTo>
                    <a:pt x="18323" y="8141"/>
                  </a:lnTo>
                  <a:lnTo>
                    <a:pt x="18313" y="8041"/>
                  </a:lnTo>
                  <a:lnTo>
                    <a:pt x="18303" y="7940"/>
                  </a:lnTo>
                  <a:lnTo>
                    <a:pt x="18273" y="7840"/>
                  </a:lnTo>
                  <a:lnTo>
                    <a:pt x="18243" y="7749"/>
                  </a:lnTo>
                  <a:lnTo>
                    <a:pt x="18193" y="7649"/>
                  </a:lnTo>
                  <a:lnTo>
                    <a:pt x="18143" y="7558"/>
                  </a:lnTo>
                  <a:lnTo>
                    <a:pt x="18092" y="7468"/>
                  </a:lnTo>
                  <a:lnTo>
                    <a:pt x="18022" y="7388"/>
                  </a:lnTo>
                  <a:lnTo>
                    <a:pt x="17942" y="7297"/>
                  </a:lnTo>
                  <a:lnTo>
                    <a:pt x="17861" y="7217"/>
                  </a:lnTo>
                  <a:lnTo>
                    <a:pt x="17771" y="7146"/>
                  </a:lnTo>
                  <a:lnTo>
                    <a:pt x="17680" y="7086"/>
                  </a:lnTo>
                  <a:lnTo>
                    <a:pt x="17580" y="7036"/>
                  </a:lnTo>
                  <a:lnTo>
                    <a:pt x="17479" y="6986"/>
                  </a:lnTo>
                  <a:lnTo>
                    <a:pt x="17379" y="6945"/>
                  </a:lnTo>
                  <a:lnTo>
                    <a:pt x="17268" y="6915"/>
                  </a:lnTo>
                  <a:lnTo>
                    <a:pt x="17168" y="6885"/>
                  </a:lnTo>
                  <a:lnTo>
                    <a:pt x="16946" y="6845"/>
                  </a:lnTo>
                  <a:lnTo>
                    <a:pt x="16725" y="6825"/>
                  </a:lnTo>
                  <a:lnTo>
                    <a:pt x="16514" y="6815"/>
                  </a:lnTo>
                  <a:lnTo>
                    <a:pt x="16303" y="6825"/>
                  </a:lnTo>
                  <a:lnTo>
                    <a:pt x="16102" y="6845"/>
                  </a:lnTo>
                  <a:lnTo>
                    <a:pt x="15921" y="6865"/>
                  </a:lnTo>
                  <a:lnTo>
                    <a:pt x="15750" y="6895"/>
                  </a:lnTo>
                  <a:lnTo>
                    <a:pt x="15600" y="6925"/>
                  </a:lnTo>
                  <a:lnTo>
                    <a:pt x="15389" y="6986"/>
                  </a:lnTo>
                  <a:lnTo>
                    <a:pt x="15318" y="7006"/>
                  </a:lnTo>
                  <a:lnTo>
                    <a:pt x="15147" y="7187"/>
                  </a:lnTo>
                  <a:lnTo>
                    <a:pt x="14665" y="7669"/>
                  </a:lnTo>
                  <a:lnTo>
                    <a:pt x="13951" y="8373"/>
                  </a:lnTo>
                  <a:lnTo>
                    <a:pt x="13519" y="8775"/>
                  </a:lnTo>
                  <a:lnTo>
                    <a:pt x="13057" y="9217"/>
                  </a:lnTo>
                  <a:lnTo>
                    <a:pt x="12564" y="9669"/>
                  </a:lnTo>
                  <a:lnTo>
                    <a:pt x="12052" y="10121"/>
                  </a:lnTo>
                  <a:lnTo>
                    <a:pt x="11529" y="10574"/>
                  </a:lnTo>
                  <a:lnTo>
                    <a:pt x="11006" y="11006"/>
                  </a:lnTo>
                  <a:lnTo>
                    <a:pt x="10484" y="11418"/>
                  </a:lnTo>
                  <a:lnTo>
                    <a:pt x="9981" y="11800"/>
                  </a:lnTo>
                  <a:lnTo>
                    <a:pt x="9740" y="11971"/>
                  </a:lnTo>
                  <a:lnTo>
                    <a:pt x="9499" y="12132"/>
                  </a:lnTo>
                  <a:lnTo>
                    <a:pt x="9268" y="12272"/>
                  </a:lnTo>
                  <a:lnTo>
                    <a:pt x="9047" y="12403"/>
                  </a:lnTo>
                  <a:lnTo>
                    <a:pt x="8825" y="12513"/>
                  </a:lnTo>
                  <a:lnTo>
                    <a:pt x="8604" y="12614"/>
                  </a:lnTo>
                  <a:lnTo>
                    <a:pt x="8393" y="12684"/>
                  </a:lnTo>
                  <a:lnTo>
                    <a:pt x="8172" y="12735"/>
                  </a:lnTo>
                  <a:lnTo>
                    <a:pt x="7961" y="12775"/>
                  </a:lnTo>
                  <a:lnTo>
                    <a:pt x="7750" y="12795"/>
                  </a:lnTo>
                  <a:lnTo>
                    <a:pt x="7539" y="12805"/>
                  </a:lnTo>
                  <a:lnTo>
                    <a:pt x="7328" y="12795"/>
                  </a:lnTo>
                  <a:lnTo>
                    <a:pt x="7127" y="12785"/>
                  </a:lnTo>
                  <a:lnTo>
                    <a:pt x="6926" y="12755"/>
                  </a:lnTo>
                  <a:lnTo>
                    <a:pt x="6735" y="12704"/>
                  </a:lnTo>
                  <a:lnTo>
                    <a:pt x="6544" y="12654"/>
                  </a:lnTo>
                  <a:lnTo>
                    <a:pt x="6353" y="12604"/>
                  </a:lnTo>
                  <a:lnTo>
                    <a:pt x="6172" y="12534"/>
                  </a:lnTo>
                  <a:lnTo>
                    <a:pt x="6001" y="12463"/>
                  </a:lnTo>
                  <a:lnTo>
                    <a:pt x="5830" y="12383"/>
                  </a:lnTo>
                  <a:lnTo>
                    <a:pt x="5669" y="12302"/>
                  </a:lnTo>
                  <a:lnTo>
                    <a:pt x="5519" y="12222"/>
                  </a:lnTo>
                  <a:lnTo>
                    <a:pt x="5237" y="12051"/>
                  </a:lnTo>
                  <a:lnTo>
                    <a:pt x="4986" y="11880"/>
                  </a:lnTo>
                  <a:lnTo>
                    <a:pt x="4775" y="11730"/>
                  </a:lnTo>
                  <a:lnTo>
                    <a:pt x="4604" y="11589"/>
                  </a:lnTo>
                  <a:lnTo>
                    <a:pt x="4483" y="11478"/>
                  </a:lnTo>
                  <a:lnTo>
                    <a:pt x="4373" y="11388"/>
                  </a:lnTo>
                  <a:lnTo>
                    <a:pt x="4996" y="10966"/>
                  </a:lnTo>
                  <a:lnTo>
                    <a:pt x="5730" y="10463"/>
                  </a:lnTo>
                  <a:lnTo>
                    <a:pt x="6705" y="9780"/>
                  </a:lnTo>
                  <a:lnTo>
                    <a:pt x="6845" y="9679"/>
                  </a:lnTo>
                  <a:lnTo>
                    <a:pt x="6986" y="9559"/>
                  </a:lnTo>
                  <a:lnTo>
                    <a:pt x="7127" y="9438"/>
                  </a:lnTo>
                  <a:lnTo>
                    <a:pt x="7268" y="9307"/>
                  </a:lnTo>
                  <a:lnTo>
                    <a:pt x="7559" y="9006"/>
                  </a:lnTo>
                  <a:lnTo>
                    <a:pt x="7851" y="8684"/>
                  </a:lnTo>
                  <a:lnTo>
                    <a:pt x="8132" y="8342"/>
                  </a:lnTo>
                  <a:lnTo>
                    <a:pt x="8413" y="7991"/>
                  </a:lnTo>
                  <a:lnTo>
                    <a:pt x="8675" y="7639"/>
                  </a:lnTo>
                  <a:lnTo>
                    <a:pt x="8936" y="7277"/>
                  </a:lnTo>
                  <a:lnTo>
                    <a:pt x="9167" y="6935"/>
                  </a:lnTo>
                  <a:lnTo>
                    <a:pt x="9388" y="6614"/>
                  </a:lnTo>
                  <a:lnTo>
                    <a:pt x="9750" y="6061"/>
                  </a:lnTo>
                  <a:lnTo>
                    <a:pt x="9981" y="5689"/>
                  </a:lnTo>
                  <a:lnTo>
                    <a:pt x="10062" y="5548"/>
                  </a:lnTo>
                  <a:lnTo>
                    <a:pt x="10182" y="5387"/>
                  </a:lnTo>
                  <a:lnTo>
                    <a:pt x="10494" y="4955"/>
                  </a:lnTo>
                  <a:lnTo>
                    <a:pt x="10926" y="4322"/>
                  </a:lnTo>
                  <a:lnTo>
                    <a:pt x="11167" y="3950"/>
                  </a:lnTo>
                  <a:lnTo>
                    <a:pt x="11419" y="3558"/>
                  </a:lnTo>
                  <a:lnTo>
                    <a:pt x="11660" y="3146"/>
                  </a:lnTo>
                  <a:lnTo>
                    <a:pt x="11891" y="2734"/>
                  </a:lnTo>
                  <a:lnTo>
                    <a:pt x="12102" y="2322"/>
                  </a:lnTo>
                  <a:lnTo>
                    <a:pt x="12192" y="2121"/>
                  </a:lnTo>
                  <a:lnTo>
                    <a:pt x="12283" y="1920"/>
                  </a:lnTo>
                  <a:lnTo>
                    <a:pt x="12353" y="1719"/>
                  </a:lnTo>
                  <a:lnTo>
                    <a:pt x="12424" y="1538"/>
                  </a:lnTo>
                  <a:lnTo>
                    <a:pt x="12484" y="1347"/>
                  </a:lnTo>
                  <a:lnTo>
                    <a:pt x="12524" y="1176"/>
                  </a:lnTo>
                  <a:lnTo>
                    <a:pt x="12554" y="1015"/>
                  </a:lnTo>
                  <a:lnTo>
                    <a:pt x="12564" y="865"/>
                  </a:lnTo>
                  <a:lnTo>
                    <a:pt x="12564" y="714"/>
                  </a:lnTo>
                  <a:lnTo>
                    <a:pt x="12544" y="583"/>
                  </a:lnTo>
                  <a:lnTo>
                    <a:pt x="12514" y="473"/>
                  </a:lnTo>
                  <a:lnTo>
                    <a:pt x="12464" y="372"/>
                  </a:lnTo>
                  <a:lnTo>
                    <a:pt x="12414" y="282"/>
                  </a:lnTo>
                  <a:lnTo>
                    <a:pt x="12343" y="211"/>
                  </a:lnTo>
                  <a:lnTo>
                    <a:pt x="12273" y="151"/>
                  </a:lnTo>
                  <a:lnTo>
                    <a:pt x="12192" y="101"/>
                  </a:lnTo>
                  <a:lnTo>
                    <a:pt x="12102" y="60"/>
                  </a:lnTo>
                  <a:lnTo>
                    <a:pt x="12012" y="30"/>
                  </a:lnTo>
                  <a:lnTo>
                    <a:pt x="11911" y="20"/>
                  </a:lnTo>
                  <a:lnTo>
                    <a:pt x="11811" y="10"/>
                  </a:lnTo>
                  <a:lnTo>
                    <a:pt x="117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1531593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>
          <a:extLst>
            <a:ext uri="{FF2B5EF4-FFF2-40B4-BE49-F238E27FC236}">
              <a16:creationId xmlns:a16="http://schemas.microsoft.com/office/drawing/2014/main" id="{18BC83EA-DA12-7A74-05DD-4B3D72655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>
            <a:extLst>
              <a:ext uri="{FF2B5EF4-FFF2-40B4-BE49-F238E27FC236}">
                <a16:creationId xmlns:a16="http://schemas.microsoft.com/office/drawing/2014/main" id="{07D7E4BE-D144-4FA6-7AD2-BEDA0F9C33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61" name="Google Shape;61;p16">
            <a:extLst>
              <a:ext uri="{FF2B5EF4-FFF2-40B4-BE49-F238E27FC236}">
                <a16:creationId xmlns:a16="http://schemas.microsoft.com/office/drawing/2014/main" id="{6F17C31C-DCCA-9D4C-958B-5BAAF8DD837B}"/>
              </a:ext>
            </a:extLst>
          </p:cNvPr>
          <p:cNvSpPr txBox="1"/>
          <p:nvPr/>
        </p:nvSpPr>
        <p:spPr>
          <a:xfrm>
            <a:off x="2024717" y="1343888"/>
            <a:ext cx="6382338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The </a:t>
            </a:r>
            <a:r>
              <a:rPr lang="en-US" b="1" dirty="0"/>
              <a:t>early detection of PD</a:t>
            </a:r>
            <a:r>
              <a:rPr lang="en-US" dirty="0"/>
              <a:t> is a </a:t>
            </a:r>
            <a:r>
              <a:rPr lang="en-US" b="1" dirty="0"/>
              <a:t>growing priority </a:t>
            </a:r>
            <a:r>
              <a:rPr lang="en-US" dirty="0"/>
              <a:t>within both clinical practice and research. 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C705F44-1699-E5E0-ABDF-27EFA7D403BB}"/>
              </a:ext>
            </a:extLst>
          </p:cNvPr>
          <p:cNvSpPr txBox="1"/>
          <p:nvPr/>
        </p:nvSpPr>
        <p:spPr>
          <a:xfrm>
            <a:off x="2024717" y="2303601"/>
            <a:ext cx="66634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Many individuals remain undiagnosed until the disease has already progressed</a:t>
            </a:r>
            <a:r>
              <a:rPr lang="en-US" dirty="0"/>
              <a:t>, limiting the effectiveness of available therapeutic interventions. 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18" name="Google Shape;601;p25">
            <a:extLst>
              <a:ext uri="{FF2B5EF4-FFF2-40B4-BE49-F238E27FC236}">
                <a16:creationId xmlns:a16="http://schemas.microsoft.com/office/drawing/2014/main" id="{59389081-B528-0CBE-8186-39FF071AD4AD}"/>
              </a:ext>
            </a:extLst>
          </p:cNvPr>
          <p:cNvSpPr/>
          <p:nvPr/>
        </p:nvSpPr>
        <p:spPr>
          <a:xfrm>
            <a:off x="553316" y="957190"/>
            <a:ext cx="1165500" cy="1165500"/>
          </a:xfrm>
          <a:prstGeom prst="ellipse">
            <a:avLst/>
          </a:prstGeom>
          <a:solidFill>
            <a:srgbClr val="419AB0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605;p25">
            <a:extLst>
              <a:ext uri="{FF2B5EF4-FFF2-40B4-BE49-F238E27FC236}">
                <a16:creationId xmlns:a16="http://schemas.microsoft.com/office/drawing/2014/main" id="{FDA2541E-58F9-4485-C782-A2FD78DB5845}"/>
              </a:ext>
            </a:extLst>
          </p:cNvPr>
          <p:cNvSpPr/>
          <p:nvPr/>
        </p:nvSpPr>
        <p:spPr>
          <a:xfrm>
            <a:off x="553316" y="2236689"/>
            <a:ext cx="1165500" cy="1165500"/>
          </a:xfrm>
          <a:prstGeom prst="ellipse">
            <a:avLst/>
          </a:prstGeom>
          <a:solidFill>
            <a:srgbClr val="366D8B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611;p25">
            <a:extLst>
              <a:ext uri="{FF2B5EF4-FFF2-40B4-BE49-F238E27FC236}">
                <a16:creationId xmlns:a16="http://schemas.microsoft.com/office/drawing/2014/main" id="{A882C294-55E5-FC7A-48F8-A9F49A526E18}"/>
              </a:ext>
            </a:extLst>
          </p:cNvPr>
          <p:cNvSpPr/>
          <p:nvPr/>
        </p:nvSpPr>
        <p:spPr>
          <a:xfrm>
            <a:off x="778828" y="2410530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612;p25">
            <a:extLst>
              <a:ext uri="{FF2B5EF4-FFF2-40B4-BE49-F238E27FC236}">
                <a16:creationId xmlns:a16="http://schemas.microsoft.com/office/drawing/2014/main" id="{DFD7B7FE-5D58-3922-4830-47B67FA7C962}"/>
              </a:ext>
            </a:extLst>
          </p:cNvPr>
          <p:cNvGrpSpPr/>
          <p:nvPr/>
        </p:nvGrpSpPr>
        <p:grpSpPr>
          <a:xfrm>
            <a:off x="837877" y="1083583"/>
            <a:ext cx="596388" cy="912612"/>
            <a:chOff x="5403486" y="1078668"/>
            <a:chExt cx="596388" cy="912612"/>
          </a:xfrm>
        </p:grpSpPr>
        <p:sp>
          <p:nvSpPr>
            <p:cNvPr id="23" name="Google Shape;613;p25">
              <a:extLst>
                <a:ext uri="{FF2B5EF4-FFF2-40B4-BE49-F238E27FC236}">
                  <a16:creationId xmlns:a16="http://schemas.microsoft.com/office/drawing/2014/main" id="{AA54A042-6FF3-BAB6-0AE5-DC4B0DCBADE2}"/>
                </a:ext>
              </a:extLst>
            </p:cNvPr>
            <p:cNvSpPr/>
            <p:nvPr/>
          </p:nvSpPr>
          <p:spPr>
            <a:xfrm>
              <a:off x="5578589" y="1476621"/>
              <a:ext cx="53205" cy="101493"/>
            </a:xfrm>
            <a:custGeom>
              <a:avLst/>
              <a:gdLst/>
              <a:ahLst/>
              <a:cxnLst/>
              <a:rect l="l" t="t" r="r" b="b"/>
              <a:pathLst>
                <a:path w="4816" h="9187" extrusionOk="0">
                  <a:moveTo>
                    <a:pt x="2292" y="0"/>
                  </a:moveTo>
                  <a:lnTo>
                    <a:pt x="2172" y="10"/>
                  </a:lnTo>
                  <a:lnTo>
                    <a:pt x="2051" y="20"/>
                  </a:lnTo>
                  <a:lnTo>
                    <a:pt x="1930" y="40"/>
                  </a:lnTo>
                  <a:lnTo>
                    <a:pt x="1699" y="101"/>
                  </a:lnTo>
                  <a:lnTo>
                    <a:pt x="1478" y="191"/>
                  </a:lnTo>
                  <a:lnTo>
                    <a:pt x="1267" y="292"/>
                  </a:lnTo>
                  <a:lnTo>
                    <a:pt x="1066" y="412"/>
                  </a:lnTo>
                  <a:lnTo>
                    <a:pt x="885" y="543"/>
                  </a:lnTo>
                  <a:lnTo>
                    <a:pt x="714" y="704"/>
                  </a:lnTo>
                  <a:lnTo>
                    <a:pt x="553" y="875"/>
                  </a:lnTo>
                  <a:lnTo>
                    <a:pt x="413" y="1056"/>
                  </a:lnTo>
                  <a:lnTo>
                    <a:pt x="292" y="1257"/>
                  </a:lnTo>
                  <a:lnTo>
                    <a:pt x="192" y="1468"/>
                  </a:lnTo>
                  <a:lnTo>
                    <a:pt x="111" y="1689"/>
                  </a:lnTo>
                  <a:lnTo>
                    <a:pt x="51" y="1920"/>
                  </a:lnTo>
                  <a:lnTo>
                    <a:pt x="31" y="2041"/>
                  </a:lnTo>
                  <a:lnTo>
                    <a:pt x="21" y="2161"/>
                  </a:lnTo>
                  <a:lnTo>
                    <a:pt x="11" y="2282"/>
                  </a:lnTo>
                  <a:lnTo>
                    <a:pt x="1" y="2402"/>
                  </a:lnTo>
                  <a:lnTo>
                    <a:pt x="1" y="6785"/>
                  </a:lnTo>
                  <a:lnTo>
                    <a:pt x="11" y="6905"/>
                  </a:lnTo>
                  <a:lnTo>
                    <a:pt x="21" y="7026"/>
                  </a:lnTo>
                  <a:lnTo>
                    <a:pt x="31" y="7146"/>
                  </a:lnTo>
                  <a:lnTo>
                    <a:pt x="51" y="7267"/>
                  </a:lnTo>
                  <a:lnTo>
                    <a:pt x="111" y="7498"/>
                  </a:lnTo>
                  <a:lnTo>
                    <a:pt x="192" y="7719"/>
                  </a:lnTo>
                  <a:lnTo>
                    <a:pt x="292" y="7930"/>
                  </a:lnTo>
                  <a:lnTo>
                    <a:pt x="413" y="8121"/>
                  </a:lnTo>
                  <a:lnTo>
                    <a:pt x="553" y="8312"/>
                  </a:lnTo>
                  <a:lnTo>
                    <a:pt x="714" y="8483"/>
                  </a:lnTo>
                  <a:lnTo>
                    <a:pt x="885" y="8634"/>
                  </a:lnTo>
                  <a:lnTo>
                    <a:pt x="1066" y="8775"/>
                  </a:lnTo>
                  <a:lnTo>
                    <a:pt x="1267" y="8895"/>
                  </a:lnTo>
                  <a:lnTo>
                    <a:pt x="1478" y="8996"/>
                  </a:lnTo>
                  <a:lnTo>
                    <a:pt x="1699" y="9076"/>
                  </a:lnTo>
                  <a:lnTo>
                    <a:pt x="1930" y="9136"/>
                  </a:lnTo>
                  <a:lnTo>
                    <a:pt x="2051" y="9157"/>
                  </a:lnTo>
                  <a:lnTo>
                    <a:pt x="2172" y="9177"/>
                  </a:lnTo>
                  <a:lnTo>
                    <a:pt x="2292" y="9187"/>
                  </a:lnTo>
                  <a:lnTo>
                    <a:pt x="2534" y="9187"/>
                  </a:lnTo>
                  <a:lnTo>
                    <a:pt x="2654" y="9177"/>
                  </a:lnTo>
                  <a:lnTo>
                    <a:pt x="2775" y="9157"/>
                  </a:lnTo>
                  <a:lnTo>
                    <a:pt x="2895" y="9136"/>
                  </a:lnTo>
                  <a:lnTo>
                    <a:pt x="3127" y="9076"/>
                  </a:lnTo>
                  <a:lnTo>
                    <a:pt x="3348" y="8996"/>
                  </a:lnTo>
                  <a:lnTo>
                    <a:pt x="3559" y="8895"/>
                  </a:lnTo>
                  <a:lnTo>
                    <a:pt x="3760" y="8775"/>
                  </a:lnTo>
                  <a:lnTo>
                    <a:pt x="3941" y="8634"/>
                  </a:lnTo>
                  <a:lnTo>
                    <a:pt x="4111" y="8483"/>
                  </a:lnTo>
                  <a:lnTo>
                    <a:pt x="4272" y="8312"/>
                  </a:lnTo>
                  <a:lnTo>
                    <a:pt x="4403" y="8121"/>
                  </a:lnTo>
                  <a:lnTo>
                    <a:pt x="4524" y="7930"/>
                  </a:lnTo>
                  <a:lnTo>
                    <a:pt x="4634" y="7719"/>
                  </a:lnTo>
                  <a:lnTo>
                    <a:pt x="4715" y="7498"/>
                  </a:lnTo>
                  <a:lnTo>
                    <a:pt x="4775" y="7267"/>
                  </a:lnTo>
                  <a:lnTo>
                    <a:pt x="4795" y="7146"/>
                  </a:lnTo>
                  <a:lnTo>
                    <a:pt x="4805" y="7026"/>
                  </a:lnTo>
                  <a:lnTo>
                    <a:pt x="4815" y="6905"/>
                  </a:lnTo>
                  <a:lnTo>
                    <a:pt x="4815" y="6785"/>
                  </a:lnTo>
                  <a:lnTo>
                    <a:pt x="4815" y="2402"/>
                  </a:lnTo>
                  <a:lnTo>
                    <a:pt x="4815" y="2282"/>
                  </a:lnTo>
                  <a:lnTo>
                    <a:pt x="4805" y="2161"/>
                  </a:lnTo>
                  <a:lnTo>
                    <a:pt x="4795" y="2041"/>
                  </a:lnTo>
                  <a:lnTo>
                    <a:pt x="4775" y="1920"/>
                  </a:lnTo>
                  <a:lnTo>
                    <a:pt x="4715" y="1689"/>
                  </a:lnTo>
                  <a:lnTo>
                    <a:pt x="4634" y="1468"/>
                  </a:lnTo>
                  <a:lnTo>
                    <a:pt x="4524" y="1257"/>
                  </a:lnTo>
                  <a:lnTo>
                    <a:pt x="4403" y="1056"/>
                  </a:lnTo>
                  <a:lnTo>
                    <a:pt x="4272" y="875"/>
                  </a:lnTo>
                  <a:lnTo>
                    <a:pt x="4111" y="704"/>
                  </a:lnTo>
                  <a:lnTo>
                    <a:pt x="3941" y="543"/>
                  </a:lnTo>
                  <a:lnTo>
                    <a:pt x="3760" y="412"/>
                  </a:lnTo>
                  <a:lnTo>
                    <a:pt x="3559" y="292"/>
                  </a:lnTo>
                  <a:lnTo>
                    <a:pt x="3348" y="191"/>
                  </a:lnTo>
                  <a:lnTo>
                    <a:pt x="3127" y="101"/>
                  </a:lnTo>
                  <a:lnTo>
                    <a:pt x="2895" y="40"/>
                  </a:lnTo>
                  <a:lnTo>
                    <a:pt x="2775" y="20"/>
                  </a:lnTo>
                  <a:lnTo>
                    <a:pt x="2654" y="10"/>
                  </a:lnTo>
                  <a:lnTo>
                    <a:pt x="25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14;p25">
              <a:extLst>
                <a:ext uri="{FF2B5EF4-FFF2-40B4-BE49-F238E27FC236}">
                  <a16:creationId xmlns:a16="http://schemas.microsoft.com/office/drawing/2014/main" id="{5ECADF3E-1518-E6D0-81B5-B73F9D71C74B}"/>
                </a:ext>
              </a:extLst>
            </p:cNvPr>
            <p:cNvSpPr/>
            <p:nvPr/>
          </p:nvSpPr>
          <p:spPr>
            <a:xfrm>
              <a:off x="5582588" y="1584434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1"/>
                  </a:moveTo>
                  <a:lnTo>
                    <a:pt x="2061" y="21"/>
                  </a:lnTo>
                  <a:lnTo>
                    <a:pt x="1940" y="41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9" y="141"/>
                  </a:lnTo>
                  <a:lnTo>
                    <a:pt x="1468" y="182"/>
                  </a:lnTo>
                  <a:lnTo>
                    <a:pt x="1357" y="232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74" y="634"/>
                  </a:lnTo>
                  <a:lnTo>
                    <a:pt x="604" y="805"/>
                  </a:lnTo>
                  <a:lnTo>
                    <a:pt x="463" y="986"/>
                  </a:lnTo>
                  <a:lnTo>
                    <a:pt x="332" y="1177"/>
                  </a:lnTo>
                  <a:lnTo>
                    <a:pt x="222" y="1378"/>
                  </a:lnTo>
                  <a:lnTo>
                    <a:pt x="141" y="1599"/>
                  </a:lnTo>
                  <a:lnTo>
                    <a:pt x="71" y="1820"/>
                  </a:lnTo>
                  <a:lnTo>
                    <a:pt x="21" y="2041"/>
                  </a:lnTo>
                  <a:lnTo>
                    <a:pt x="1" y="2282"/>
                  </a:lnTo>
                  <a:lnTo>
                    <a:pt x="1" y="2513"/>
                  </a:lnTo>
                  <a:lnTo>
                    <a:pt x="21" y="2755"/>
                  </a:lnTo>
                  <a:lnTo>
                    <a:pt x="41" y="2865"/>
                  </a:lnTo>
                  <a:lnTo>
                    <a:pt x="61" y="2986"/>
                  </a:lnTo>
                  <a:lnTo>
                    <a:pt x="101" y="3106"/>
                  </a:lnTo>
                  <a:lnTo>
                    <a:pt x="141" y="3217"/>
                  </a:lnTo>
                  <a:lnTo>
                    <a:pt x="1619" y="7338"/>
                  </a:lnTo>
                  <a:lnTo>
                    <a:pt x="1669" y="7458"/>
                  </a:lnTo>
                  <a:lnTo>
                    <a:pt x="1719" y="7569"/>
                  </a:lnTo>
                  <a:lnTo>
                    <a:pt x="1769" y="7669"/>
                  </a:lnTo>
                  <a:lnTo>
                    <a:pt x="1830" y="7780"/>
                  </a:lnTo>
                  <a:lnTo>
                    <a:pt x="1970" y="7971"/>
                  </a:lnTo>
                  <a:lnTo>
                    <a:pt x="2121" y="8152"/>
                  </a:lnTo>
                  <a:lnTo>
                    <a:pt x="2282" y="8313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695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896"/>
                  </a:lnTo>
                  <a:lnTo>
                    <a:pt x="3760" y="8926"/>
                  </a:lnTo>
                  <a:lnTo>
                    <a:pt x="4001" y="8926"/>
                  </a:lnTo>
                  <a:lnTo>
                    <a:pt x="4232" y="8906"/>
                  </a:lnTo>
                  <a:lnTo>
                    <a:pt x="4353" y="8886"/>
                  </a:lnTo>
                  <a:lnTo>
                    <a:pt x="4473" y="885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5"/>
                  </a:lnTo>
                  <a:lnTo>
                    <a:pt x="4935" y="8695"/>
                  </a:lnTo>
                  <a:lnTo>
                    <a:pt x="5036" y="8634"/>
                  </a:lnTo>
                  <a:lnTo>
                    <a:pt x="5147" y="8574"/>
                  </a:lnTo>
                  <a:lnTo>
                    <a:pt x="5338" y="8443"/>
                  </a:lnTo>
                  <a:lnTo>
                    <a:pt x="5518" y="8293"/>
                  </a:lnTo>
                  <a:lnTo>
                    <a:pt x="5679" y="8122"/>
                  </a:lnTo>
                  <a:lnTo>
                    <a:pt x="5830" y="7941"/>
                  </a:lnTo>
                  <a:lnTo>
                    <a:pt x="5961" y="7750"/>
                  </a:lnTo>
                  <a:lnTo>
                    <a:pt x="6061" y="7549"/>
                  </a:lnTo>
                  <a:lnTo>
                    <a:pt x="6152" y="7328"/>
                  </a:lnTo>
                  <a:lnTo>
                    <a:pt x="6222" y="7107"/>
                  </a:lnTo>
                  <a:lnTo>
                    <a:pt x="6262" y="6885"/>
                  </a:lnTo>
                  <a:lnTo>
                    <a:pt x="6292" y="6644"/>
                  </a:lnTo>
                  <a:lnTo>
                    <a:pt x="6292" y="6413"/>
                  </a:lnTo>
                  <a:lnTo>
                    <a:pt x="6272" y="6172"/>
                  </a:lnTo>
                  <a:lnTo>
                    <a:pt x="6252" y="6061"/>
                  </a:lnTo>
                  <a:lnTo>
                    <a:pt x="6222" y="5941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9"/>
                  </a:lnTo>
                  <a:lnTo>
                    <a:pt x="4624" y="1468"/>
                  </a:lnTo>
                  <a:lnTo>
                    <a:pt x="4574" y="1357"/>
                  </a:lnTo>
                  <a:lnTo>
                    <a:pt x="4513" y="1257"/>
                  </a:lnTo>
                  <a:lnTo>
                    <a:pt x="4453" y="1146"/>
                  </a:lnTo>
                  <a:lnTo>
                    <a:pt x="4322" y="955"/>
                  </a:lnTo>
                  <a:lnTo>
                    <a:pt x="4172" y="775"/>
                  </a:lnTo>
                  <a:lnTo>
                    <a:pt x="4001" y="614"/>
                  </a:lnTo>
                  <a:lnTo>
                    <a:pt x="3820" y="463"/>
                  </a:lnTo>
                  <a:lnTo>
                    <a:pt x="3629" y="332"/>
                  </a:lnTo>
                  <a:lnTo>
                    <a:pt x="3428" y="232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5" y="21"/>
                  </a:lnTo>
                  <a:lnTo>
                    <a:pt x="25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15;p25">
              <a:extLst>
                <a:ext uri="{FF2B5EF4-FFF2-40B4-BE49-F238E27FC236}">
                  <a16:creationId xmlns:a16="http://schemas.microsoft.com/office/drawing/2014/main" id="{74D98098-02A6-5E76-D099-5FFBAF4E7026}"/>
                </a:ext>
              </a:extLst>
            </p:cNvPr>
            <p:cNvSpPr/>
            <p:nvPr/>
          </p:nvSpPr>
          <p:spPr>
            <a:xfrm>
              <a:off x="5626115" y="1688368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0"/>
                  </a:moveTo>
                  <a:lnTo>
                    <a:pt x="2051" y="20"/>
                  </a:lnTo>
                  <a:lnTo>
                    <a:pt x="1940" y="40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8" y="141"/>
                  </a:lnTo>
                  <a:lnTo>
                    <a:pt x="1468" y="191"/>
                  </a:lnTo>
                  <a:lnTo>
                    <a:pt x="1357" y="241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64" y="643"/>
                  </a:lnTo>
                  <a:lnTo>
                    <a:pt x="603" y="804"/>
                  </a:lnTo>
                  <a:lnTo>
                    <a:pt x="463" y="985"/>
                  </a:lnTo>
                  <a:lnTo>
                    <a:pt x="332" y="1176"/>
                  </a:lnTo>
                  <a:lnTo>
                    <a:pt x="222" y="1387"/>
                  </a:lnTo>
                  <a:lnTo>
                    <a:pt x="141" y="1598"/>
                  </a:lnTo>
                  <a:lnTo>
                    <a:pt x="71" y="1819"/>
                  </a:lnTo>
                  <a:lnTo>
                    <a:pt x="21" y="2051"/>
                  </a:lnTo>
                  <a:lnTo>
                    <a:pt x="0" y="2282"/>
                  </a:lnTo>
                  <a:lnTo>
                    <a:pt x="0" y="2513"/>
                  </a:lnTo>
                  <a:lnTo>
                    <a:pt x="21" y="2754"/>
                  </a:lnTo>
                  <a:lnTo>
                    <a:pt x="41" y="2875"/>
                  </a:lnTo>
                  <a:lnTo>
                    <a:pt x="61" y="2985"/>
                  </a:lnTo>
                  <a:lnTo>
                    <a:pt x="101" y="3106"/>
                  </a:lnTo>
                  <a:lnTo>
                    <a:pt x="141" y="3226"/>
                  </a:lnTo>
                  <a:lnTo>
                    <a:pt x="1619" y="7337"/>
                  </a:lnTo>
                  <a:lnTo>
                    <a:pt x="1669" y="7458"/>
                  </a:lnTo>
                  <a:lnTo>
                    <a:pt x="1719" y="7568"/>
                  </a:lnTo>
                  <a:lnTo>
                    <a:pt x="1769" y="7679"/>
                  </a:lnTo>
                  <a:lnTo>
                    <a:pt x="1830" y="7780"/>
                  </a:lnTo>
                  <a:lnTo>
                    <a:pt x="1970" y="7981"/>
                  </a:lnTo>
                  <a:lnTo>
                    <a:pt x="2121" y="8161"/>
                  </a:lnTo>
                  <a:lnTo>
                    <a:pt x="2282" y="8322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704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905"/>
                  </a:lnTo>
                  <a:lnTo>
                    <a:pt x="3759" y="8925"/>
                  </a:lnTo>
                  <a:lnTo>
                    <a:pt x="4001" y="8925"/>
                  </a:lnTo>
                  <a:lnTo>
                    <a:pt x="4232" y="8905"/>
                  </a:lnTo>
                  <a:lnTo>
                    <a:pt x="4352" y="8885"/>
                  </a:lnTo>
                  <a:lnTo>
                    <a:pt x="4473" y="886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4"/>
                  </a:lnTo>
                  <a:lnTo>
                    <a:pt x="4935" y="8694"/>
                  </a:lnTo>
                  <a:lnTo>
                    <a:pt x="5036" y="8634"/>
                  </a:lnTo>
                  <a:lnTo>
                    <a:pt x="5146" y="8584"/>
                  </a:lnTo>
                  <a:lnTo>
                    <a:pt x="5337" y="8443"/>
                  </a:lnTo>
                  <a:lnTo>
                    <a:pt x="5518" y="8292"/>
                  </a:lnTo>
                  <a:lnTo>
                    <a:pt x="5679" y="8121"/>
                  </a:lnTo>
                  <a:lnTo>
                    <a:pt x="5830" y="7940"/>
                  </a:lnTo>
                  <a:lnTo>
                    <a:pt x="5951" y="7749"/>
                  </a:lnTo>
                  <a:lnTo>
                    <a:pt x="6061" y="7548"/>
                  </a:lnTo>
                  <a:lnTo>
                    <a:pt x="6152" y="7337"/>
                  </a:lnTo>
                  <a:lnTo>
                    <a:pt x="6222" y="7116"/>
                  </a:lnTo>
                  <a:lnTo>
                    <a:pt x="6262" y="6885"/>
                  </a:lnTo>
                  <a:lnTo>
                    <a:pt x="6292" y="6654"/>
                  </a:lnTo>
                  <a:lnTo>
                    <a:pt x="6292" y="6413"/>
                  </a:lnTo>
                  <a:lnTo>
                    <a:pt x="6272" y="6181"/>
                  </a:lnTo>
                  <a:lnTo>
                    <a:pt x="6252" y="6061"/>
                  </a:lnTo>
                  <a:lnTo>
                    <a:pt x="6222" y="5940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8"/>
                  </a:lnTo>
                  <a:lnTo>
                    <a:pt x="4624" y="1478"/>
                  </a:lnTo>
                  <a:lnTo>
                    <a:pt x="4574" y="1367"/>
                  </a:lnTo>
                  <a:lnTo>
                    <a:pt x="4513" y="1257"/>
                  </a:lnTo>
                  <a:lnTo>
                    <a:pt x="4453" y="1156"/>
                  </a:lnTo>
                  <a:lnTo>
                    <a:pt x="4322" y="955"/>
                  </a:lnTo>
                  <a:lnTo>
                    <a:pt x="4172" y="774"/>
                  </a:lnTo>
                  <a:lnTo>
                    <a:pt x="4001" y="613"/>
                  </a:lnTo>
                  <a:lnTo>
                    <a:pt x="3820" y="463"/>
                  </a:lnTo>
                  <a:lnTo>
                    <a:pt x="3629" y="342"/>
                  </a:lnTo>
                  <a:lnTo>
                    <a:pt x="3428" y="231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4" y="30"/>
                  </a:lnTo>
                  <a:lnTo>
                    <a:pt x="25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16;p25">
              <a:extLst>
                <a:ext uri="{FF2B5EF4-FFF2-40B4-BE49-F238E27FC236}">
                  <a16:creationId xmlns:a16="http://schemas.microsoft.com/office/drawing/2014/main" id="{0F9CE076-EDCC-0ECA-845B-D4F5155E3982}"/>
                </a:ext>
              </a:extLst>
            </p:cNvPr>
            <p:cNvSpPr/>
            <p:nvPr/>
          </p:nvSpPr>
          <p:spPr>
            <a:xfrm>
              <a:off x="5684413" y="1776859"/>
              <a:ext cx="97936" cy="71632"/>
            </a:xfrm>
            <a:custGeom>
              <a:avLst/>
              <a:gdLst/>
              <a:ahLst/>
              <a:cxnLst/>
              <a:rect l="l" t="t" r="r" b="b"/>
              <a:pathLst>
                <a:path w="8865" h="6484" extrusionOk="0">
                  <a:moveTo>
                    <a:pt x="2392" y="1"/>
                  </a:moveTo>
                  <a:lnTo>
                    <a:pt x="2151" y="11"/>
                  </a:lnTo>
                  <a:lnTo>
                    <a:pt x="1930" y="51"/>
                  </a:lnTo>
                  <a:lnTo>
                    <a:pt x="1699" y="111"/>
                  </a:lnTo>
                  <a:lnTo>
                    <a:pt x="1488" y="192"/>
                  </a:lnTo>
                  <a:lnTo>
                    <a:pt x="1277" y="282"/>
                  </a:lnTo>
                  <a:lnTo>
                    <a:pt x="1076" y="403"/>
                  </a:lnTo>
                  <a:lnTo>
                    <a:pt x="885" y="543"/>
                  </a:lnTo>
                  <a:lnTo>
                    <a:pt x="714" y="694"/>
                  </a:lnTo>
                  <a:lnTo>
                    <a:pt x="553" y="875"/>
                  </a:lnTo>
                  <a:lnTo>
                    <a:pt x="412" y="1066"/>
                  </a:lnTo>
                  <a:lnTo>
                    <a:pt x="352" y="1167"/>
                  </a:lnTo>
                  <a:lnTo>
                    <a:pt x="292" y="1267"/>
                  </a:lnTo>
                  <a:lnTo>
                    <a:pt x="231" y="1378"/>
                  </a:lnTo>
                  <a:lnTo>
                    <a:pt x="181" y="1488"/>
                  </a:lnTo>
                  <a:lnTo>
                    <a:pt x="141" y="1609"/>
                  </a:lnTo>
                  <a:lnTo>
                    <a:pt x="101" y="1719"/>
                  </a:lnTo>
                  <a:lnTo>
                    <a:pt x="70" y="1840"/>
                  </a:lnTo>
                  <a:lnTo>
                    <a:pt x="40" y="1961"/>
                  </a:lnTo>
                  <a:lnTo>
                    <a:pt x="10" y="2192"/>
                  </a:lnTo>
                  <a:lnTo>
                    <a:pt x="0" y="2423"/>
                  </a:lnTo>
                  <a:lnTo>
                    <a:pt x="20" y="2664"/>
                  </a:lnTo>
                  <a:lnTo>
                    <a:pt x="50" y="2885"/>
                  </a:lnTo>
                  <a:lnTo>
                    <a:pt x="111" y="3116"/>
                  </a:lnTo>
                  <a:lnTo>
                    <a:pt x="191" y="3328"/>
                  </a:lnTo>
                  <a:lnTo>
                    <a:pt x="292" y="3539"/>
                  </a:lnTo>
                  <a:lnTo>
                    <a:pt x="402" y="3740"/>
                  </a:lnTo>
                  <a:lnTo>
                    <a:pt x="543" y="3931"/>
                  </a:lnTo>
                  <a:lnTo>
                    <a:pt x="704" y="4101"/>
                  </a:lnTo>
                  <a:lnTo>
                    <a:pt x="875" y="4262"/>
                  </a:lnTo>
                  <a:lnTo>
                    <a:pt x="1066" y="4403"/>
                  </a:lnTo>
                  <a:lnTo>
                    <a:pt x="1166" y="4473"/>
                  </a:lnTo>
                  <a:lnTo>
                    <a:pt x="1267" y="4524"/>
                  </a:lnTo>
                  <a:lnTo>
                    <a:pt x="1377" y="4584"/>
                  </a:lnTo>
                  <a:lnTo>
                    <a:pt x="1488" y="4634"/>
                  </a:lnTo>
                  <a:lnTo>
                    <a:pt x="5538" y="6303"/>
                  </a:lnTo>
                  <a:lnTo>
                    <a:pt x="5659" y="6343"/>
                  </a:lnTo>
                  <a:lnTo>
                    <a:pt x="5769" y="6383"/>
                  </a:lnTo>
                  <a:lnTo>
                    <a:pt x="5890" y="6413"/>
                  </a:lnTo>
                  <a:lnTo>
                    <a:pt x="6010" y="6443"/>
                  </a:lnTo>
                  <a:lnTo>
                    <a:pt x="6242" y="6473"/>
                  </a:lnTo>
                  <a:lnTo>
                    <a:pt x="6473" y="6483"/>
                  </a:lnTo>
                  <a:lnTo>
                    <a:pt x="6714" y="6463"/>
                  </a:lnTo>
                  <a:lnTo>
                    <a:pt x="6935" y="6433"/>
                  </a:lnTo>
                  <a:lnTo>
                    <a:pt x="7166" y="6373"/>
                  </a:lnTo>
                  <a:lnTo>
                    <a:pt x="7377" y="6293"/>
                  </a:lnTo>
                  <a:lnTo>
                    <a:pt x="7588" y="6192"/>
                  </a:lnTo>
                  <a:lnTo>
                    <a:pt x="7789" y="6071"/>
                  </a:lnTo>
                  <a:lnTo>
                    <a:pt x="7980" y="5941"/>
                  </a:lnTo>
                  <a:lnTo>
                    <a:pt x="8151" y="5780"/>
                  </a:lnTo>
                  <a:lnTo>
                    <a:pt x="8312" y="5609"/>
                  </a:lnTo>
                  <a:lnTo>
                    <a:pt x="8453" y="5418"/>
                  </a:lnTo>
                  <a:lnTo>
                    <a:pt x="8513" y="5318"/>
                  </a:lnTo>
                  <a:lnTo>
                    <a:pt x="8573" y="5217"/>
                  </a:lnTo>
                  <a:lnTo>
                    <a:pt x="8634" y="5107"/>
                  </a:lnTo>
                  <a:lnTo>
                    <a:pt x="8684" y="4986"/>
                  </a:lnTo>
                  <a:lnTo>
                    <a:pt x="8724" y="4875"/>
                  </a:lnTo>
                  <a:lnTo>
                    <a:pt x="8764" y="4755"/>
                  </a:lnTo>
                  <a:lnTo>
                    <a:pt x="8795" y="4644"/>
                  </a:lnTo>
                  <a:lnTo>
                    <a:pt x="8825" y="4524"/>
                  </a:lnTo>
                  <a:lnTo>
                    <a:pt x="8855" y="4292"/>
                  </a:lnTo>
                  <a:lnTo>
                    <a:pt x="8865" y="4051"/>
                  </a:lnTo>
                  <a:lnTo>
                    <a:pt x="8845" y="3820"/>
                  </a:lnTo>
                  <a:lnTo>
                    <a:pt x="8815" y="3589"/>
                  </a:lnTo>
                  <a:lnTo>
                    <a:pt x="8754" y="3368"/>
                  </a:lnTo>
                  <a:lnTo>
                    <a:pt x="8674" y="3147"/>
                  </a:lnTo>
                  <a:lnTo>
                    <a:pt x="8573" y="2936"/>
                  </a:lnTo>
                  <a:lnTo>
                    <a:pt x="8463" y="2745"/>
                  </a:lnTo>
                  <a:lnTo>
                    <a:pt x="8322" y="2554"/>
                  </a:lnTo>
                  <a:lnTo>
                    <a:pt x="8161" y="2383"/>
                  </a:lnTo>
                  <a:lnTo>
                    <a:pt x="7991" y="2222"/>
                  </a:lnTo>
                  <a:lnTo>
                    <a:pt x="7800" y="2081"/>
                  </a:lnTo>
                  <a:lnTo>
                    <a:pt x="7699" y="2011"/>
                  </a:lnTo>
                  <a:lnTo>
                    <a:pt x="7599" y="1951"/>
                  </a:lnTo>
                  <a:lnTo>
                    <a:pt x="7488" y="1900"/>
                  </a:lnTo>
                  <a:lnTo>
                    <a:pt x="7377" y="1850"/>
                  </a:lnTo>
                  <a:lnTo>
                    <a:pt x="3327" y="182"/>
                  </a:lnTo>
                  <a:lnTo>
                    <a:pt x="3206" y="141"/>
                  </a:lnTo>
                  <a:lnTo>
                    <a:pt x="3096" y="101"/>
                  </a:lnTo>
                  <a:lnTo>
                    <a:pt x="2975" y="71"/>
                  </a:lnTo>
                  <a:lnTo>
                    <a:pt x="2865" y="41"/>
                  </a:lnTo>
                  <a:lnTo>
                    <a:pt x="2623" y="11"/>
                  </a:lnTo>
                  <a:lnTo>
                    <a:pt x="23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17;p25">
              <a:extLst>
                <a:ext uri="{FF2B5EF4-FFF2-40B4-BE49-F238E27FC236}">
                  <a16:creationId xmlns:a16="http://schemas.microsoft.com/office/drawing/2014/main" id="{B4A2EC19-449C-601C-2467-CD40A555EE57}"/>
                </a:ext>
              </a:extLst>
            </p:cNvPr>
            <p:cNvSpPr/>
            <p:nvPr/>
          </p:nvSpPr>
          <p:spPr>
            <a:xfrm>
              <a:off x="5675420" y="1078668"/>
              <a:ext cx="1447" cy="6783"/>
            </a:xfrm>
            <a:custGeom>
              <a:avLst/>
              <a:gdLst/>
              <a:ahLst/>
              <a:cxnLst/>
              <a:rect l="l" t="t" r="r" b="b"/>
              <a:pathLst>
                <a:path w="131" h="614" extrusionOk="0">
                  <a:moveTo>
                    <a:pt x="0" y="0"/>
                  </a:moveTo>
                  <a:lnTo>
                    <a:pt x="20" y="161"/>
                  </a:lnTo>
                  <a:lnTo>
                    <a:pt x="50" y="312"/>
                  </a:lnTo>
                  <a:lnTo>
                    <a:pt x="131" y="613"/>
                  </a:lnTo>
                  <a:lnTo>
                    <a:pt x="111" y="452"/>
                  </a:lnTo>
                  <a:lnTo>
                    <a:pt x="90" y="302"/>
                  </a:lnTo>
                  <a:lnTo>
                    <a:pt x="50" y="1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18;p25">
              <a:extLst>
                <a:ext uri="{FF2B5EF4-FFF2-40B4-BE49-F238E27FC236}">
                  <a16:creationId xmlns:a16="http://schemas.microsoft.com/office/drawing/2014/main" id="{3E36751F-38DD-2D31-F0F5-D4A95B04B0B6}"/>
                </a:ext>
              </a:extLst>
            </p:cNvPr>
            <p:cNvSpPr/>
            <p:nvPr/>
          </p:nvSpPr>
          <p:spPr>
            <a:xfrm>
              <a:off x="5557389" y="1210686"/>
              <a:ext cx="674" cy="342"/>
            </a:xfrm>
            <a:custGeom>
              <a:avLst/>
              <a:gdLst/>
              <a:ahLst/>
              <a:cxnLst/>
              <a:rect l="l" t="t" r="r" b="b"/>
              <a:pathLst>
                <a:path w="61" h="31" extrusionOk="0">
                  <a:moveTo>
                    <a:pt x="60" y="0"/>
                  </a:moveTo>
                  <a:lnTo>
                    <a:pt x="40" y="11"/>
                  </a:lnTo>
                  <a:lnTo>
                    <a:pt x="0" y="31"/>
                  </a:lnTo>
                  <a:lnTo>
                    <a:pt x="50" y="21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19;p25">
              <a:extLst>
                <a:ext uri="{FF2B5EF4-FFF2-40B4-BE49-F238E27FC236}">
                  <a16:creationId xmlns:a16="http://schemas.microsoft.com/office/drawing/2014/main" id="{4E1095B5-2C62-4F79-0249-732C6FD89BA3}"/>
                </a:ext>
              </a:extLst>
            </p:cNvPr>
            <p:cNvSpPr/>
            <p:nvPr/>
          </p:nvSpPr>
          <p:spPr>
            <a:xfrm>
              <a:off x="5403486" y="1085219"/>
              <a:ext cx="517443" cy="496232"/>
            </a:xfrm>
            <a:custGeom>
              <a:avLst/>
              <a:gdLst/>
              <a:ahLst/>
              <a:cxnLst/>
              <a:rect l="l" t="t" r="r" b="b"/>
              <a:pathLst>
                <a:path w="46838" h="44918" extrusionOk="0">
                  <a:moveTo>
                    <a:pt x="24203" y="19720"/>
                  </a:moveTo>
                  <a:lnTo>
                    <a:pt x="24404" y="19730"/>
                  </a:lnTo>
                  <a:lnTo>
                    <a:pt x="24605" y="19740"/>
                  </a:lnTo>
                  <a:lnTo>
                    <a:pt x="24796" y="19760"/>
                  </a:lnTo>
                  <a:lnTo>
                    <a:pt x="24987" y="19800"/>
                  </a:lnTo>
                  <a:lnTo>
                    <a:pt x="25168" y="19840"/>
                  </a:lnTo>
                  <a:lnTo>
                    <a:pt x="25359" y="19881"/>
                  </a:lnTo>
                  <a:lnTo>
                    <a:pt x="25540" y="19941"/>
                  </a:lnTo>
                  <a:lnTo>
                    <a:pt x="25711" y="20001"/>
                  </a:lnTo>
                  <a:lnTo>
                    <a:pt x="25881" y="20072"/>
                  </a:lnTo>
                  <a:lnTo>
                    <a:pt x="26052" y="20152"/>
                  </a:lnTo>
                  <a:lnTo>
                    <a:pt x="26213" y="20242"/>
                  </a:lnTo>
                  <a:lnTo>
                    <a:pt x="26364" y="20333"/>
                  </a:lnTo>
                  <a:lnTo>
                    <a:pt x="26515" y="20433"/>
                  </a:lnTo>
                  <a:lnTo>
                    <a:pt x="26665" y="20544"/>
                  </a:lnTo>
                  <a:lnTo>
                    <a:pt x="26806" y="20654"/>
                  </a:lnTo>
                  <a:lnTo>
                    <a:pt x="26937" y="20765"/>
                  </a:lnTo>
                  <a:lnTo>
                    <a:pt x="27067" y="20896"/>
                  </a:lnTo>
                  <a:lnTo>
                    <a:pt x="27188" y="21026"/>
                  </a:lnTo>
                  <a:lnTo>
                    <a:pt x="27299" y="21157"/>
                  </a:lnTo>
                  <a:lnTo>
                    <a:pt x="27409" y="21298"/>
                  </a:lnTo>
                  <a:lnTo>
                    <a:pt x="27510" y="21448"/>
                  </a:lnTo>
                  <a:lnTo>
                    <a:pt x="27600" y="21589"/>
                  </a:lnTo>
                  <a:lnTo>
                    <a:pt x="27691" y="21750"/>
                  </a:lnTo>
                  <a:lnTo>
                    <a:pt x="27771" y="21911"/>
                  </a:lnTo>
                  <a:lnTo>
                    <a:pt x="27841" y="22072"/>
                  </a:lnTo>
                  <a:lnTo>
                    <a:pt x="27902" y="22232"/>
                  </a:lnTo>
                  <a:lnTo>
                    <a:pt x="27952" y="22403"/>
                  </a:lnTo>
                  <a:lnTo>
                    <a:pt x="27992" y="22574"/>
                  </a:lnTo>
                  <a:lnTo>
                    <a:pt x="28022" y="22755"/>
                  </a:lnTo>
                  <a:lnTo>
                    <a:pt x="28052" y="22936"/>
                  </a:lnTo>
                  <a:lnTo>
                    <a:pt x="28062" y="23117"/>
                  </a:lnTo>
                  <a:lnTo>
                    <a:pt x="28072" y="23298"/>
                  </a:lnTo>
                  <a:lnTo>
                    <a:pt x="28062" y="23479"/>
                  </a:lnTo>
                  <a:lnTo>
                    <a:pt x="28052" y="23660"/>
                  </a:lnTo>
                  <a:lnTo>
                    <a:pt x="28022" y="23841"/>
                  </a:lnTo>
                  <a:lnTo>
                    <a:pt x="27992" y="24022"/>
                  </a:lnTo>
                  <a:lnTo>
                    <a:pt x="27952" y="24192"/>
                  </a:lnTo>
                  <a:lnTo>
                    <a:pt x="27902" y="24363"/>
                  </a:lnTo>
                  <a:lnTo>
                    <a:pt x="27841" y="24524"/>
                  </a:lnTo>
                  <a:lnTo>
                    <a:pt x="27771" y="24685"/>
                  </a:lnTo>
                  <a:lnTo>
                    <a:pt x="27691" y="24846"/>
                  </a:lnTo>
                  <a:lnTo>
                    <a:pt x="27600" y="24996"/>
                  </a:lnTo>
                  <a:lnTo>
                    <a:pt x="27510" y="25147"/>
                  </a:lnTo>
                  <a:lnTo>
                    <a:pt x="27409" y="25298"/>
                  </a:lnTo>
                  <a:lnTo>
                    <a:pt x="27299" y="25439"/>
                  </a:lnTo>
                  <a:lnTo>
                    <a:pt x="27188" y="25569"/>
                  </a:lnTo>
                  <a:lnTo>
                    <a:pt x="27067" y="25700"/>
                  </a:lnTo>
                  <a:lnTo>
                    <a:pt x="26937" y="25821"/>
                  </a:lnTo>
                  <a:lnTo>
                    <a:pt x="26806" y="25941"/>
                  </a:lnTo>
                  <a:lnTo>
                    <a:pt x="26665" y="26052"/>
                  </a:lnTo>
                  <a:lnTo>
                    <a:pt x="26515" y="26162"/>
                  </a:lnTo>
                  <a:lnTo>
                    <a:pt x="26364" y="26263"/>
                  </a:lnTo>
                  <a:lnTo>
                    <a:pt x="26213" y="26353"/>
                  </a:lnTo>
                  <a:lnTo>
                    <a:pt x="26052" y="26444"/>
                  </a:lnTo>
                  <a:lnTo>
                    <a:pt x="25881" y="26514"/>
                  </a:lnTo>
                  <a:lnTo>
                    <a:pt x="25711" y="26595"/>
                  </a:lnTo>
                  <a:lnTo>
                    <a:pt x="25540" y="26655"/>
                  </a:lnTo>
                  <a:lnTo>
                    <a:pt x="25359" y="26715"/>
                  </a:lnTo>
                  <a:lnTo>
                    <a:pt x="25168" y="26755"/>
                  </a:lnTo>
                  <a:lnTo>
                    <a:pt x="24987" y="26796"/>
                  </a:lnTo>
                  <a:lnTo>
                    <a:pt x="24796" y="26826"/>
                  </a:lnTo>
                  <a:lnTo>
                    <a:pt x="24605" y="26856"/>
                  </a:lnTo>
                  <a:lnTo>
                    <a:pt x="24404" y="26866"/>
                  </a:lnTo>
                  <a:lnTo>
                    <a:pt x="24203" y="26876"/>
                  </a:lnTo>
                  <a:lnTo>
                    <a:pt x="24002" y="26866"/>
                  </a:lnTo>
                  <a:lnTo>
                    <a:pt x="23811" y="26856"/>
                  </a:lnTo>
                  <a:lnTo>
                    <a:pt x="23620" y="26826"/>
                  </a:lnTo>
                  <a:lnTo>
                    <a:pt x="23429" y="26796"/>
                  </a:lnTo>
                  <a:lnTo>
                    <a:pt x="23238" y="26755"/>
                  </a:lnTo>
                  <a:lnTo>
                    <a:pt x="23057" y="26715"/>
                  </a:lnTo>
                  <a:lnTo>
                    <a:pt x="22876" y="26655"/>
                  </a:lnTo>
                  <a:lnTo>
                    <a:pt x="22705" y="26595"/>
                  </a:lnTo>
                  <a:lnTo>
                    <a:pt x="22524" y="26514"/>
                  </a:lnTo>
                  <a:lnTo>
                    <a:pt x="22364" y="26444"/>
                  </a:lnTo>
                  <a:lnTo>
                    <a:pt x="22203" y="26353"/>
                  </a:lnTo>
                  <a:lnTo>
                    <a:pt x="22042" y="26263"/>
                  </a:lnTo>
                  <a:lnTo>
                    <a:pt x="21891" y="26162"/>
                  </a:lnTo>
                  <a:lnTo>
                    <a:pt x="21751" y="26052"/>
                  </a:lnTo>
                  <a:lnTo>
                    <a:pt x="21610" y="25941"/>
                  </a:lnTo>
                  <a:lnTo>
                    <a:pt x="21469" y="25821"/>
                  </a:lnTo>
                  <a:lnTo>
                    <a:pt x="21348" y="25700"/>
                  </a:lnTo>
                  <a:lnTo>
                    <a:pt x="21218" y="25569"/>
                  </a:lnTo>
                  <a:lnTo>
                    <a:pt x="21107" y="25439"/>
                  </a:lnTo>
                  <a:lnTo>
                    <a:pt x="20997" y="25298"/>
                  </a:lnTo>
                  <a:lnTo>
                    <a:pt x="20896" y="25147"/>
                  </a:lnTo>
                  <a:lnTo>
                    <a:pt x="20806" y="24996"/>
                  </a:lnTo>
                  <a:lnTo>
                    <a:pt x="20725" y="24846"/>
                  </a:lnTo>
                  <a:lnTo>
                    <a:pt x="20645" y="24685"/>
                  </a:lnTo>
                  <a:lnTo>
                    <a:pt x="20575" y="24524"/>
                  </a:lnTo>
                  <a:lnTo>
                    <a:pt x="20514" y="24363"/>
                  </a:lnTo>
                  <a:lnTo>
                    <a:pt x="20464" y="24192"/>
                  </a:lnTo>
                  <a:lnTo>
                    <a:pt x="20414" y="24022"/>
                  </a:lnTo>
                  <a:lnTo>
                    <a:pt x="20384" y="23841"/>
                  </a:lnTo>
                  <a:lnTo>
                    <a:pt x="20364" y="23660"/>
                  </a:lnTo>
                  <a:lnTo>
                    <a:pt x="20343" y="23479"/>
                  </a:lnTo>
                  <a:lnTo>
                    <a:pt x="20343" y="23298"/>
                  </a:lnTo>
                  <a:lnTo>
                    <a:pt x="20343" y="23117"/>
                  </a:lnTo>
                  <a:lnTo>
                    <a:pt x="20364" y="22936"/>
                  </a:lnTo>
                  <a:lnTo>
                    <a:pt x="20384" y="22755"/>
                  </a:lnTo>
                  <a:lnTo>
                    <a:pt x="20414" y="22574"/>
                  </a:lnTo>
                  <a:lnTo>
                    <a:pt x="20464" y="22403"/>
                  </a:lnTo>
                  <a:lnTo>
                    <a:pt x="20514" y="22232"/>
                  </a:lnTo>
                  <a:lnTo>
                    <a:pt x="20575" y="22072"/>
                  </a:lnTo>
                  <a:lnTo>
                    <a:pt x="20645" y="21911"/>
                  </a:lnTo>
                  <a:lnTo>
                    <a:pt x="20725" y="21750"/>
                  </a:lnTo>
                  <a:lnTo>
                    <a:pt x="20806" y="21589"/>
                  </a:lnTo>
                  <a:lnTo>
                    <a:pt x="20896" y="21448"/>
                  </a:lnTo>
                  <a:lnTo>
                    <a:pt x="20997" y="21298"/>
                  </a:lnTo>
                  <a:lnTo>
                    <a:pt x="21107" y="21157"/>
                  </a:lnTo>
                  <a:lnTo>
                    <a:pt x="21218" y="21026"/>
                  </a:lnTo>
                  <a:lnTo>
                    <a:pt x="21348" y="20896"/>
                  </a:lnTo>
                  <a:lnTo>
                    <a:pt x="21469" y="20765"/>
                  </a:lnTo>
                  <a:lnTo>
                    <a:pt x="21610" y="20654"/>
                  </a:lnTo>
                  <a:lnTo>
                    <a:pt x="21751" y="20544"/>
                  </a:lnTo>
                  <a:lnTo>
                    <a:pt x="21891" y="20433"/>
                  </a:lnTo>
                  <a:lnTo>
                    <a:pt x="22042" y="20333"/>
                  </a:lnTo>
                  <a:lnTo>
                    <a:pt x="22203" y="20242"/>
                  </a:lnTo>
                  <a:lnTo>
                    <a:pt x="22364" y="20152"/>
                  </a:lnTo>
                  <a:lnTo>
                    <a:pt x="22524" y="20072"/>
                  </a:lnTo>
                  <a:lnTo>
                    <a:pt x="22705" y="20001"/>
                  </a:lnTo>
                  <a:lnTo>
                    <a:pt x="22876" y="19941"/>
                  </a:lnTo>
                  <a:lnTo>
                    <a:pt x="23057" y="19881"/>
                  </a:lnTo>
                  <a:lnTo>
                    <a:pt x="23238" y="19840"/>
                  </a:lnTo>
                  <a:lnTo>
                    <a:pt x="23429" y="19800"/>
                  </a:lnTo>
                  <a:lnTo>
                    <a:pt x="23620" y="19760"/>
                  </a:lnTo>
                  <a:lnTo>
                    <a:pt x="23811" y="19740"/>
                  </a:lnTo>
                  <a:lnTo>
                    <a:pt x="24002" y="19730"/>
                  </a:lnTo>
                  <a:lnTo>
                    <a:pt x="24203" y="19720"/>
                  </a:lnTo>
                  <a:close/>
                  <a:moveTo>
                    <a:pt x="36101" y="36254"/>
                  </a:moveTo>
                  <a:lnTo>
                    <a:pt x="36093" y="36364"/>
                  </a:lnTo>
                  <a:lnTo>
                    <a:pt x="36103" y="36273"/>
                  </a:lnTo>
                  <a:lnTo>
                    <a:pt x="36101" y="36254"/>
                  </a:lnTo>
                  <a:close/>
                  <a:moveTo>
                    <a:pt x="26816" y="0"/>
                  </a:moveTo>
                  <a:lnTo>
                    <a:pt x="26776" y="80"/>
                  </a:lnTo>
                  <a:lnTo>
                    <a:pt x="26736" y="171"/>
                  </a:lnTo>
                  <a:lnTo>
                    <a:pt x="26696" y="291"/>
                  </a:lnTo>
                  <a:lnTo>
                    <a:pt x="26655" y="432"/>
                  </a:lnTo>
                  <a:lnTo>
                    <a:pt x="26575" y="774"/>
                  </a:lnTo>
                  <a:lnTo>
                    <a:pt x="26495" y="1176"/>
                  </a:lnTo>
                  <a:lnTo>
                    <a:pt x="26324" y="2101"/>
                  </a:lnTo>
                  <a:lnTo>
                    <a:pt x="26233" y="2603"/>
                  </a:lnTo>
                  <a:lnTo>
                    <a:pt x="26123" y="3106"/>
                  </a:lnTo>
                  <a:lnTo>
                    <a:pt x="26012" y="3598"/>
                  </a:lnTo>
                  <a:lnTo>
                    <a:pt x="25891" y="4050"/>
                  </a:lnTo>
                  <a:lnTo>
                    <a:pt x="25831" y="4272"/>
                  </a:lnTo>
                  <a:lnTo>
                    <a:pt x="25761" y="4473"/>
                  </a:lnTo>
                  <a:lnTo>
                    <a:pt x="25690" y="4664"/>
                  </a:lnTo>
                  <a:lnTo>
                    <a:pt x="25620" y="4834"/>
                  </a:lnTo>
                  <a:lnTo>
                    <a:pt x="25540" y="4995"/>
                  </a:lnTo>
                  <a:lnTo>
                    <a:pt x="25459" y="5126"/>
                  </a:lnTo>
                  <a:lnTo>
                    <a:pt x="25369" y="5236"/>
                  </a:lnTo>
                  <a:lnTo>
                    <a:pt x="25278" y="5327"/>
                  </a:lnTo>
                  <a:lnTo>
                    <a:pt x="25238" y="5367"/>
                  </a:lnTo>
                  <a:lnTo>
                    <a:pt x="25188" y="5397"/>
                  </a:lnTo>
                  <a:lnTo>
                    <a:pt x="25138" y="5417"/>
                  </a:lnTo>
                  <a:lnTo>
                    <a:pt x="25087" y="5427"/>
                  </a:lnTo>
                  <a:lnTo>
                    <a:pt x="25037" y="5438"/>
                  </a:lnTo>
                  <a:lnTo>
                    <a:pt x="24987" y="5438"/>
                  </a:lnTo>
                  <a:lnTo>
                    <a:pt x="24927" y="5427"/>
                  </a:lnTo>
                  <a:lnTo>
                    <a:pt x="24876" y="5417"/>
                  </a:lnTo>
                  <a:lnTo>
                    <a:pt x="24796" y="5377"/>
                  </a:lnTo>
                  <a:lnTo>
                    <a:pt x="24736" y="5337"/>
                  </a:lnTo>
                  <a:lnTo>
                    <a:pt x="24675" y="5277"/>
                  </a:lnTo>
                  <a:lnTo>
                    <a:pt x="24625" y="5216"/>
                  </a:lnTo>
                  <a:lnTo>
                    <a:pt x="24595" y="5146"/>
                  </a:lnTo>
                  <a:lnTo>
                    <a:pt x="24565" y="5066"/>
                  </a:lnTo>
                  <a:lnTo>
                    <a:pt x="24545" y="4985"/>
                  </a:lnTo>
                  <a:lnTo>
                    <a:pt x="24525" y="4895"/>
                  </a:lnTo>
                  <a:lnTo>
                    <a:pt x="24525" y="4794"/>
                  </a:lnTo>
                  <a:lnTo>
                    <a:pt x="24525" y="4694"/>
                  </a:lnTo>
                  <a:lnTo>
                    <a:pt x="24545" y="4473"/>
                  </a:lnTo>
                  <a:lnTo>
                    <a:pt x="24585" y="4252"/>
                  </a:lnTo>
                  <a:lnTo>
                    <a:pt x="24635" y="4010"/>
                  </a:lnTo>
                  <a:lnTo>
                    <a:pt x="24705" y="3779"/>
                  </a:lnTo>
                  <a:lnTo>
                    <a:pt x="24776" y="3538"/>
                  </a:lnTo>
                  <a:lnTo>
                    <a:pt x="24937" y="3096"/>
                  </a:lnTo>
                  <a:lnTo>
                    <a:pt x="25067" y="2734"/>
                  </a:lnTo>
                  <a:lnTo>
                    <a:pt x="25118" y="2583"/>
                  </a:lnTo>
                  <a:lnTo>
                    <a:pt x="25148" y="2473"/>
                  </a:lnTo>
                  <a:lnTo>
                    <a:pt x="25178" y="2292"/>
                  </a:lnTo>
                  <a:lnTo>
                    <a:pt x="25198" y="2121"/>
                  </a:lnTo>
                  <a:lnTo>
                    <a:pt x="25208" y="1950"/>
                  </a:lnTo>
                  <a:lnTo>
                    <a:pt x="25208" y="1789"/>
                  </a:lnTo>
                  <a:lnTo>
                    <a:pt x="25198" y="1638"/>
                  </a:lnTo>
                  <a:lnTo>
                    <a:pt x="25178" y="1477"/>
                  </a:lnTo>
                  <a:lnTo>
                    <a:pt x="25148" y="1327"/>
                  </a:lnTo>
                  <a:lnTo>
                    <a:pt x="25118" y="1186"/>
                  </a:lnTo>
                  <a:lnTo>
                    <a:pt x="25027" y="895"/>
                  </a:lnTo>
                  <a:lnTo>
                    <a:pt x="24937" y="603"/>
                  </a:lnTo>
                  <a:lnTo>
                    <a:pt x="24836" y="322"/>
                  </a:lnTo>
                  <a:lnTo>
                    <a:pt x="24746" y="20"/>
                  </a:lnTo>
                  <a:lnTo>
                    <a:pt x="24756" y="191"/>
                  </a:lnTo>
                  <a:lnTo>
                    <a:pt x="24746" y="372"/>
                  </a:lnTo>
                  <a:lnTo>
                    <a:pt x="24736" y="543"/>
                  </a:lnTo>
                  <a:lnTo>
                    <a:pt x="24716" y="724"/>
                  </a:lnTo>
                  <a:lnTo>
                    <a:pt x="24695" y="905"/>
                  </a:lnTo>
                  <a:lnTo>
                    <a:pt x="24655" y="1085"/>
                  </a:lnTo>
                  <a:lnTo>
                    <a:pt x="24575" y="1447"/>
                  </a:lnTo>
                  <a:lnTo>
                    <a:pt x="24464" y="1809"/>
                  </a:lnTo>
                  <a:lnTo>
                    <a:pt x="24354" y="2161"/>
                  </a:lnTo>
                  <a:lnTo>
                    <a:pt x="24223" y="2493"/>
                  </a:lnTo>
                  <a:lnTo>
                    <a:pt x="24102" y="2814"/>
                  </a:lnTo>
                  <a:lnTo>
                    <a:pt x="24012" y="3066"/>
                  </a:lnTo>
                  <a:lnTo>
                    <a:pt x="23932" y="3307"/>
                  </a:lnTo>
                  <a:lnTo>
                    <a:pt x="23881" y="3548"/>
                  </a:lnTo>
                  <a:lnTo>
                    <a:pt x="23841" y="3789"/>
                  </a:lnTo>
                  <a:lnTo>
                    <a:pt x="23811" y="4020"/>
                  </a:lnTo>
                  <a:lnTo>
                    <a:pt x="23801" y="4252"/>
                  </a:lnTo>
                  <a:lnTo>
                    <a:pt x="23801" y="4493"/>
                  </a:lnTo>
                  <a:lnTo>
                    <a:pt x="23811" y="4724"/>
                  </a:lnTo>
                  <a:lnTo>
                    <a:pt x="23841" y="4965"/>
                  </a:lnTo>
                  <a:lnTo>
                    <a:pt x="23871" y="5196"/>
                  </a:lnTo>
                  <a:lnTo>
                    <a:pt x="23952" y="5689"/>
                  </a:lnTo>
                  <a:lnTo>
                    <a:pt x="24062" y="6211"/>
                  </a:lnTo>
                  <a:lnTo>
                    <a:pt x="24183" y="6764"/>
                  </a:lnTo>
                  <a:lnTo>
                    <a:pt x="24233" y="7026"/>
                  </a:lnTo>
                  <a:lnTo>
                    <a:pt x="24273" y="7287"/>
                  </a:lnTo>
                  <a:lnTo>
                    <a:pt x="24344" y="7810"/>
                  </a:lnTo>
                  <a:lnTo>
                    <a:pt x="24394" y="8332"/>
                  </a:lnTo>
                  <a:lnTo>
                    <a:pt x="24434" y="8865"/>
                  </a:lnTo>
                  <a:lnTo>
                    <a:pt x="24474" y="9257"/>
                  </a:lnTo>
                  <a:lnTo>
                    <a:pt x="24504" y="9659"/>
                  </a:lnTo>
                  <a:lnTo>
                    <a:pt x="24514" y="9860"/>
                  </a:lnTo>
                  <a:lnTo>
                    <a:pt x="24504" y="10061"/>
                  </a:lnTo>
                  <a:lnTo>
                    <a:pt x="24484" y="10252"/>
                  </a:lnTo>
                  <a:lnTo>
                    <a:pt x="24444" y="10453"/>
                  </a:lnTo>
                  <a:lnTo>
                    <a:pt x="24384" y="10644"/>
                  </a:lnTo>
                  <a:lnTo>
                    <a:pt x="24324" y="10825"/>
                  </a:lnTo>
                  <a:lnTo>
                    <a:pt x="24283" y="10915"/>
                  </a:lnTo>
                  <a:lnTo>
                    <a:pt x="24243" y="10996"/>
                  </a:lnTo>
                  <a:lnTo>
                    <a:pt x="24203" y="11056"/>
                  </a:lnTo>
                  <a:lnTo>
                    <a:pt x="24153" y="11116"/>
                  </a:lnTo>
                  <a:lnTo>
                    <a:pt x="24102" y="11166"/>
                  </a:lnTo>
                  <a:lnTo>
                    <a:pt x="24042" y="11197"/>
                  </a:lnTo>
                  <a:lnTo>
                    <a:pt x="23972" y="11207"/>
                  </a:lnTo>
                  <a:lnTo>
                    <a:pt x="23901" y="11207"/>
                  </a:lnTo>
                  <a:lnTo>
                    <a:pt x="23821" y="11177"/>
                  </a:lnTo>
                  <a:lnTo>
                    <a:pt x="23731" y="11136"/>
                  </a:lnTo>
                  <a:lnTo>
                    <a:pt x="23630" y="11066"/>
                  </a:lnTo>
                  <a:lnTo>
                    <a:pt x="23519" y="10976"/>
                  </a:lnTo>
                  <a:lnTo>
                    <a:pt x="23339" y="10795"/>
                  </a:lnTo>
                  <a:lnTo>
                    <a:pt x="23168" y="10604"/>
                  </a:lnTo>
                  <a:lnTo>
                    <a:pt x="23007" y="10403"/>
                  </a:lnTo>
                  <a:lnTo>
                    <a:pt x="22846" y="10202"/>
                  </a:lnTo>
                  <a:lnTo>
                    <a:pt x="22595" y="9890"/>
                  </a:lnTo>
                  <a:lnTo>
                    <a:pt x="22333" y="9589"/>
                  </a:lnTo>
                  <a:lnTo>
                    <a:pt x="22042" y="9287"/>
                  </a:lnTo>
                  <a:lnTo>
                    <a:pt x="21720" y="8985"/>
                  </a:lnTo>
                  <a:lnTo>
                    <a:pt x="21399" y="8674"/>
                  </a:lnTo>
                  <a:lnTo>
                    <a:pt x="21238" y="8513"/>
                  </a:lnTo>
                  <a:lnTo>
                    <a:pt x="21087" y="8352"/>
                  </a:lnTo>
                  <a:lnTo>
                    <a:pt x="20936" y="8181"/>
                  </a:lnTo>
                  <a:lnTo>
                    <a:pt x="20806" y="8011"/>
                  </a:lnTo>
                  <a:lnTo>
                    <a:pt x="20665" y="7840"/>
                  </a:lnTo>
                  <a:lnTo>
                    <a:pt x="20544" y="7659"/>
                  </a:lnTo>
                  <a:lnTo>
                    <a:pt x="20424" y="7478"/>
                  </a:lnTo>
                  <a:lnTo>
                    <a:pt x="20323" y="7307"/>
                  </a:lnTo>
                  <a:lnTo>
                    <a:pt x="20223" y="7146"/>
                  </a:lnTo>
                  <a:lnTo>
                    <a:pt x="20132" y="6975"/>
                  </a:lnTo>
                  <a:lnTo>
                    <a:pt x="20052" y="6804"/>
                  </a:lnTo>
                  <a:lnTo>
                    <a:pt x="19982" y="6644"/>
                  </a:lnTo>
                  <a:lnTo>
                    <a:pt x="19861" y="6312"/>
                  </a:lnTo>
                  <a:lnTo>
                    <a:pt x="19750" y="5970"/>
                  </a:lnTo>
                  <a:lnTo>
                    <a:pt x="19660" y="5618"/>
                  </a:lnTo>
                  <a:lnTo>
                    <a:pt x="19580" y="5257"/>
                  </a:lnTo>
                  <a:lnTo>
                    <a:pt x="19509" y="4865"/>
                  </a:lnTo>
                  <a:lnTo>
                    <a:pt x="19469" y="4704"/>
                  </a:lnTo>
                  <a:lnTo>
                    <a:pt x="19429" y="4543"/>
                  </a:lnTo>
                  <a:lnTo>
                    <a:pt x="19379" y="4382"/>
                  </a:lnTo>
                  <a:lnTo>
                    <a:pt x="19318" y="4231"/>
                  </a:lnTo>
                  <a:lnTo>
                    <a:pt x="19198" y="3920"/>
                  </a:lnTo>
                  <a:lnTo>
                    <a:pt x="19057" y="3618"/>
                  </a:lnTo>
                  <a:lnTo>
                    <a:pt x="18926" y="3317"/>
                  </a:lnTo>
                  <a:lnTo>
                    <a:pt x="18796" y="3015"/>
                  </a:lnTo>
                  <a:lnTo>
                    <a:pt x="18685" y="2704"/>
                  </a:lnTo>
                  <a:lnTo>
                    <a:pt x="18635" y="2553"/>
                  </a:lnTo>
                  <a:lnTo>
                    <a:pt x="18595" y="2392"/>
                  </a:lnTo>
                  <a:lnTo>
                    <a:pt x="18564" y="3176"/>
                  </a:lnTo>
                  <a:lnTo>
                    <a:pt x="18564" y="3588"/>
                  </a:lnTo>
                  <a:lnTo>
                    <a:pt x="18564" y="4000"/>
                  </a:lnTo>
                  <a:lnTo>
                    <a:pt x="18574" y="4412"/>
                  </a:lnTo>
                  <a:lnTo>
                    <a:pt x="18595" y="4814"/>
                  </a:lnTo>
                  <a:lnTo>
                    <a:pt x="18635" y="5216"/>
                  </a:lnTo>
                  <a:lnTo>
                    <a:pt x="18685" y="5598"/>
                  </a:lnTo>
                  <a:lnTo>
                    <a:pt x="18715" y="5699"/>
                  </a:lnTo>
                  <a:lnTo>
                    <a:pt x="18745" y="5819"/>
                  </a:lnTo>
                  <a:lnTo>
                    <a:pt x="18786" y="5930"/>
                  </a:lnTo>
                  <a:lnTo>
                    <a:pt x="18816" y="6051"/>
                  </a:lnTo>
                  <a:lnTo>
                    <a:pt x="18816" y="6101"/>
                  </a:lnTo>
                  <a:lnTo>
                    <a:pt x="18816" y="6151"/>
                  </a:lnTo>
                  <a:lnTo>
                    <a:pt x="18806" y="6201"/>
                  </a:lnTo>
                  <a:lnTo>
                    <a:pt x="18775" y="6242"/>
                  </a:lnTo>
                  <a:lnTo>
                    <a:pt x="18745" y="6282"/>
                  </a:lnTo>
                  <a:lnTo>
                    <a:pt x="18695" y="6322"/>
                  </a:lnTo>
                  <a:lnTo>
                    <a:pt x="18625" y="6342"/>
                  </a:lnTo>
                  <a:lnTo>
                    <a:pt x="18544" y="6372"/>
                  </a:lnTo>
                  <a:lnTo>
                    <a:pt x="18484" y="6372"/>
                  </a:lnTo>
                  <a:lnTo>
                    <a:pt x="18424" y="6362"/>
                  </a:lnTo>
                  <a:lnTo>
                    <a:pt x="18353" y="6352"/>
                  </a:lnTo>
                  <a:lnTo>
                    <a:pt x="18293" y="6322"/>
                  </a:lnTo>
                  <a:lnTo>
                    <a:pt x="18162" y="6252"/>
                  </a:lnTo>
                  <a:lnTo>
                    <a:pt x="18022" y="6161"/>
                  </a:lnTo>
                  <a:lnTo>
                    <a:pt x="17891" y="6061"/>
                  </a:lnTo>
                  <a:lnTo>
                    <a:pt x="17770" y="5970"/>
                  </a:lnTo>
                  <a:lnTo>
                    <a:pt x="17589" y="5809"/>
                  </a:lnTo>
                  <a:lnTo>
                    <a:pt x="17479" y="5709"/>
                  </a:lnTo>
                  <a:lnTo>
                    <a:pt x="17378" y="5618"/>
                  </a:lnTo>
                  <a:lnTo>
                    <a:pt x="17187" y="5407"/>
                  </a:lnTo>
                  <a:lnTo>
                    <a:pt x="17017" y="5196"/>
                  </a:lnTo>
                  <a:lnTo>
                    <a:pt x="16856" y="4965"/>
                  </a:lnTo>
                  <a:lnTo>
                    <a:pt x="16675" y="4714"/>
                  </a:lnTo>
                  <a:lnTo>
                    <a:pt x="16444" y="4372"/>
                  </a:lnTo>
                  <a:lnTo>
                    <a:pt x="16323" y="4191"/>
                  </a:lnTo>
                  <a:lnTo>
                    <a:pt x="16233" y="4020"/>
                  </a:lnTo>
                  <a:lnTo>
                    <a:pt x="16162" y="3880"/>
                  </a:lnTo>
                  <a:lnTo>
                    <a:pt x="16152" y="3819"/>
                  </a:lnTo>
                  <a:lnTo>
                    <a:pt x="16142" y="3769"/>
                  </a:lnTo>
                  <a:lnTo>
                    <a:pt x="16142" y="4010"/>
                  </a:lnTo>
                  <a:lnTo>
                    <a:pt x="16162" y="4252"/>
                  </a:lnTo>
                  <a:lnTo>
                    <a:pt x="16182" y="4493"/>
                  </a:lnTo>
                  <a:lnTo>
                    <a:pt x="16223" y="4724"/>
                  </a:lnTo>
                  <a:lnTo>
                    <a:pt x="16273" y="4955"/>
                  </a:lnTo>
                  <a:lnTo>
                    <a:pt x="16343" y="5176"/>
                  </a:lnTo>
                  <a:lnTo>
                    <a:pt x="16424" y="5397"/>
                  </a:lnTo>
                  <a:lnTo>
                    <a:pt x="16514" y="5618"/>
                  </a:lnTo>
                  <a:lnTo>
                    <a:pt x="16615" y="5829"/>
                  </a:lnTo>
                  <a:lnTo>
                    <a:pt x="16735" y="6031"/>
                  </a:lnTo>
                  <a:lnTo>
                    <a:pt x="16866" y="6232"/>
                  </a:lnTo>
                  <a:lnTo>
                    <a:pt x="17007" y="6433"/>
                  </a:lnTo>
                  <a:lnTo>
                    <a:pt x="17157" y="6634"/>
                  </a:lnTo>
                  <a:lnTo>
                    <a:pt x="17318" y="6825"/>
                  </a:lnTo>
                  <a:lnTo>
                    <a:pt x="17499" y="7005"/>
                  </a:lnTo>
                  <a:lnTo>
                    <a:pt x="17680" y="7196"/>
                  </a:lnTo>
                  <a:lnTo>
                    <a:pt x="17801" y="7297"/>
                  </a:lnTo>
                  <a:lnTo>
                    <a:pt x="17921" y="7397"/>
                  </a:lnTo>
                  <a:lnTo>
                    <a:pt x="18052" y="7488"/>
                  </a:lnTo>
                  <a:lnTo>
                    <a:pt x="18172" y="7578"/>
                  </a:lnTo>
                  <a:lnTo>
                    <a:pt x="18444" y="7739"/>
                  </a:lnTo>
                  <a:lnTo>
                    <a:pt x="18715" y="7890"/>
                  </a:lnTo>
                  <a:lnTo>
                    <a:pt x="19268" y="8181"/>
                  </a:lnTo>
                  <a:lnTo>
                    <a:pt x="19549" y="8322"/>
                  </a:lnTo>
                  <a:lnTo>
                    <a:pt x="19821" y="8483"/>
                  </a:lnTo>
                  <a:lnTo>
                    <a:pt x="19992" y="8604"/>
                  </a:lnTo>
                  <a:lnTo>
                    <a:pt x="20122" y="8694"/>
                  </a:lnTo>
                  <a:lnTo>
                    <a:pt x="20203" y="8784"/>
                  </a:lnTo>
                  <a:lnTo>
                    <a:pt x="20223" y="8825"/>
                  </a:lnTo>
                  <a:lnTo>
                    <a:pt x="20233" y="8865"/>
                  </a:lnTo>
                  <a:lnTo>
                    <a:pt x="20243" y="8895"/>
                  </a:lnTo>
                  <a:lnTo>
                    <a:pt x="20243" y="8925"/>
                  </a:lnTo>
                  <a:lnTo>
                    <a:pt x="20233" y="8955"/>
                  </a:lnTo>
                  <a:lnTo>
                    <a:pt x="20213" y="8985"/>
                  </a:lnTo>
                  <a:lnTo>
                    <a:pt x="20152" y="9026"/>
                  </a:lnTo>
                  <a:lnTo>
                    <a:pt x="20072" y="9076"/>
                  </a:lnTo>
                  <a:lnTo>
                    <a:pt x="19972" y="9106"/>
                  </a:lnTo>
                  <a:lnTo>
                    <a:pt x="19861" y="9136"/>
                  </a:lnTo>
                  <a:lnTo>
                    <a:pt x="19600" y="9186"/>
                  </a:lnTo>
                  <a:lnTo>
                    <a:pt x="19338" y="9237"/>
                  </a:lnTo>
                  <a:lnTo>
                    <a:pt x="19087" y="9277"/>
                  </a:lnTo>
                  <a:lnTo>
                    <a:pt x="18765" y="9347"/>
                  </a:lnTo>
                  <a:lnTo>
                    <a:pt x="18444" y="9408"/>
                  </a:lnTo>
                  <a:lnTo>
                    <a:pt x="18132" y="9448"/>
                  </a:lnTo>
                  <a:lnTo>
                    <a:pt x="17821" y="9468"/>
                  </a:lnTo>
                  <a:lnTo>
                    <a:pt x="17509" y="9468"/>
                  </a:lnTo>
                  <a:lnTo>
                    <a:pt x="17187" y="9448"/>
                  </a:lnTo>
                  <a:lnTo>
                    <a:pt x="16856" y="9408"/>
                  </a:lnTo>
                  <a:lnTo>
                    <a:pt x="16514" y="9347"/>
                  </a:lnTo>
                  <a:lnTo>
                    <a:pt x="15831" y="9207"/>
                  </a:lnTo>
                  <a:lnTo>
                    <a:pt x="15519" y="9156"/>
                  </a:lnTo>
                  <a:lnTo>
                    <a:pt x="15238" y="9116"/>
                  </a:lnTo>
                  <a:lnTo>
                    <a:pt x="14956" y="9076"/>
                  </a:lnTo>
                  <a:lnTo>
                    <a:pt x="14695" y="9056"/>
                  </a:lnTo>
                  <a:lnTo>
                    <a:pt x="14444" y="9046"/>
                  </a:lnTo>
                  <a:lnTo>
                    <a:pt x="14182" y="9046"/>
                  </a:lnTo>
                  <a:lnTo>
                    <a:pt x="13931" y="9056"/>
                  </a:lnTo>
                  <a:lnTo>
                    <a:pt x="13680" y="9066"/>
                  </a:lnTo>
                  <a:lnTo>
                    <a:pt x="13408" y="9096"/>
                  </a:lnTo>
                  <a:lnTo>
                    <a:pt x="13137" y="9146"/>
                  </a:lnTo>
                  <a:lnTo>
                    <a:pt x="12856" y="9197"/>
                  </a:lnTo>
                  <a:lnTo>
                    <a:pt x="12544" y="9257"/>
                  </a:lnTo>
                  <a:lnTo>
                    <a:pt x="12222" y="9337"/>
                  </a:lnTo>
                  <a:lnTo>
                    <a:pt x="11871" y="9428"/>
                  </a:lnTo>
                  <a:lnTo>
                    <a:pt x="12373" y="9428"/>
                  </a:lnTo>
                  <a:lnTo>
                    <a:pt x="12876" y="9438"/>
                  </a:lnTo>
                  <a:lnTo>
                    <a:pt x="13358" y="9478"/>
                  </a:lnTo>
                  <a:lnTo>
                    <a:pt x="13609" y="9508"/>
                  </a:lnTo>
                  <a:lnTo>
                    <a:pt x="13851" y="9538"/>
                  </a:lnTo>
                  <a:lnTo>
                    <a:pt x="14092" y="9578"/>
                  </a:lnTo>
                  <a:lnTo>
                    <a:pt x="14333" y="9619"/>
                  </a:lnTo>
                  <a:lnTo>
                    <a:pt x="14564" y="9679"/>
                  </a:lnTo>
                  <a:lnTo>
                    <a:pt x="14805" y="9739"/>
                  </a:lnTo>
                  <a:lnTo>
                    <a:pt x="15037" y="9810"/>
                  </a:lnTo>
                  <a:lnTo>
                    <a:pt x="15268" y="9880"/>
                  </a:lnTo>
                  <a:lnTo>
                    <a:pt x="15499" y="9970"/>
                  </a:lnTo>
                  <a:lnTo>
                    <a:pt x="15730" y="10061"/>
                  </a:lnTo>
                  <a:lnTo>
                    <a:pt x="15670" y="10182"/>
                  </a:lnTo>
                  <a:lnTo>
                    <a:pt x="15599" y="10282"/>
                  </a:lnTo>
                  <a:lnTo>
                    <a:pt x="15509" y="10383"/>
                  </a:lnTo>
                  <a:lnTo>
                    <a:pt x="15408" y="10463"/>
                  </a:lnTo>
                  <a:lnTo>
                    <a:pt x="15308" y="10543"/>
                  </a:lnTo>
                  <a:lnTo>
                    <a:pt x="15187" y="10614"/>
                  </a:lnTo>
                  <a:lnTo>
                    <a:pt x="14936" y="10754"/>
                  </a:lnTo>
                  <a:lnTo>
                    <a:pt x="14685" y="10885"/>
                  </a:lnTo>
                  <a:lnTo>
                    <a:pt x="14434" y="11026"/>
                  </a:lnTo>
                  <a:lnTo>
                    <a:pt x="14313" y="11096"/>
                  </a:lnTo>
                  <a:lnTo>
                    <a:pt x="14192" y="11177"/>
                  </a:lnTo>
                  <a:lnTo>
                    <a:pt x="14092" y="11267"/>
                  </a:lnTo>
                  <a:lnTo>
                    <a:pt x="13991" y="11357"/>
                  </a:lnTo>
                  <a:lnTo>
                    <a:pt x="13991" y="11357"/>
                  </a:lnTo>
                  <a:lnTo>
                    <a:pt x="14233" y="11297"/>
                  </a:lnTo>
                  <a:lnTo>
                    <a:pt x="14494" y="11247"/>
                  </a:lnTo>
                  <a:lnTo>
                    <a:pt x="15006" y="11177"/>
                  </a:lnTo>
                  <a:lnTo>
                    <a:pt x="15258" y="11136"/>
                  </a:lnTo>
                  <a:lnTo>
                    <a:pt x="15499" y="11076"/>
                  </a:lnTo>
                  <a:lnTo>
                    <a:pt x="15620" y="11046"/>
                  </a:lnTo>
                  <a:lnTo>
                    <a:pt x="15740" y="11006"/>
                  </a:lnTo>
                  <a:lnTo>
                    <a:pt x="15851" y="10955"/>
                  </a:lnTo>
                  <a:lnTo>
                    <a:pt x="15961" y="10905"/>
                  </a:lnTo>
                  <a:lnTo>
                    <a:pt x="16092" y="10825"/>
                  </a:lnTo>
                  <a:lnTo>
                    <a:pt x="16213" y="10744"/>
                  </a:lnTo>
                  <a:lnTo>
                    <a:pt x="16403" y="10594"/>
                  </a:lnTo>
                  <a:lnTo>
                    <a:pt x="16715" y="10332"/>
                  </a:lnTo>
                  <a:lnTo>
                    <a:pt x="16785" y="10272"/>
                  </a:lnTo>
                  <a:lnTo>
                    <a:pt x="16866" y="10222"/>
                  </a:lnTo>
                  <a:lnTo>
                    <a:pt x="16956" y="10171"/>
                  </a:lnTo>
                  <a:lnTo>
                    <a:pt x="17057" y="10121"/>
                  </a:lnTo>
                  <a:lnTo>
                    <a:pt x="17167" y="10081"/>
                  </a:lnTo>
                  <a:lnTo>
                    <a:pt x="17298" y="10041"/>
                  </a:lnTo>
                  <a:lnTo>
                    <a:pt x="17449" y="10001"/>
                  </a:lnTo>
                  <a:lnTo>
                    <a:pt x="17610" y="9970"/>
                  </a:lnTo>
                  <a:lnTo>
                    <a:pt x="17760" y="9960"/>
                  </a:lnTo>
                  <a:lnTo>
                    <a:pt x="17921" y="9940"/>
                  </a:lnTo>
                  <a:lnTo>
                    <a:pt x="18253" y="9930"/>
                  </a:lnTo>
                  <a:lnTo>
                    <a:pt x="18605" y="9950"/>
                  </a:lnTo>
                  <a:lnTo>
                    <a:pt x="18977" y="9980"/>
                  </a:lnTo>
                  <a:lnTo>
                    <a:pt x="19368" y="10021"/>
                  </a:lnTo>
                  <a:lnTo>
                    <a:pt x="19771" y="10091"/>
                  </a:lnTo>
                  <a:lnTo>
                    <a:pt x="20183" y="10171"/>
                  </a:lnTo>
                  <a:lnTo>
                    <a:pt x="20595" y="10262"/>
                  </a:lnTo>
                  <a:lnTo>
                    <a:pt x="20856" y="10332"/>
                  </a:lnTo>
                  <a:lnTo>
                    <a:pt x="21117" y="10423"/>
                  </a:lnTo>
                  <a:lnTo>
                    <a:pt x="21359" y="10533"/>
                  </a:lnTo>
                  <a:lnTo>
                    <a:pt x="21600" y="10654"/>
                  </a:lnTo>
                  <a:lnTo>
                    <a:pt x="21831" y="10795"/>
                  </a:lnTo>
                  <a:lnTo>
                    <a:pt x="22042" y="10945"/>
                  </a:lnTo>
                  <a:lnTo>
                    <a:pt x="22243" y="11116"/>
                  </a:lnTo>
                  <a:lnTo>
                    <a:pt x="22434" y="11297"/>
                  </a:lnTo>
                  <a:lnTo>
                    <a:pt x="22545" y="11418"/>
                  </a:lnTo>
                  <a:lnTo>
                    <a:pt x="22695" y="11589"/>
                  </a:lnTo>
                  <a:lnTo>
                    <a:pt x="22826" y="11780"/>
                  </a:lnTo>
                  <a:lnTo>
                    <a:pt x="22937" y="11971"/>
                  </a:lnTo>
                  <a:lnTo>
                    <a:pt x="23017" y="12162"/>
                  </a:lnTo>
                  <a:lnTo>
                    <a:pt x="23087" y="12373"/>
                  </a:lnTo>
                  <a:lnTo>
                    <a:pt x="23138" y="12574"/>
                  </a:lnTo>
                  <a:lnTo>
                    <a:pt x="23168" y="12785"/>
                  </a:lnTo>
                  <a:lnTo>
                    <a:pt x="23178" y="12996"/>
                  </a:lnTo>
                  <a:lnTo>
                    <a:pt x="23158" y="13197"/>
                  </a:lnTo>
                  <a:lnTo>
                    <a:pt x="23127" y="13408"/>
                  </a:lnTo>
                  <a:lnTo>
                    <a:pt x="23077" y="13619"/>
                  </a:lnTo>
                  <a:lnTo>
                    <a:pt x="23007" y="13820"/>
                  </a:lnTo>
                  <a:lnTo>
                    <a:pt x="22916" y="14011"/>
                  </a:lnTo>
                  <a:lnTo>
                    <a:pt x="22796" y="14202"/>
                  </a:lnTo>
                  <a:lnTo>
                    <a:pt x="22665" y="14383"/>
                  </a:lnTo>
                  <a:lnTo>
                    <a:pt x="22514" y="14564"/>
                  </a:lnTo>
                  <a:lnTo>
                    <a:pt x="22364" y="14714"/>
                  </a:lnTo>
                  <a:lnTo>
                    <a:pt x="22213" y="14855"/>
                  </a:lnTo>
                  <a:lnTo>
                    <a:pt x="22052" y="14986"/>
                  </a:lnTo>
                  <a:lnTo>
                    <a:pt x="21891" y="15116"/>
                  </a:lnTo>
                  <a:lnTo>
                    <a:pt x="21730" y="15237"/>
                  </a:lnTo>
                  <a:lnTo>
                    <a:pt x="21560" y="15348"/>
                  </a:lnTo>
                  <a:lnTo>
                    <a:pt x="21389" y="15448"/>
                  </a:lnTo>
                  <a:lnTo>
                    <a:pt x="21218" y="15549"/>
                  </a:lnTo>
                  <a:lnTo>
                    <a:pt x="21037" y="15639"/>
                  </a:lnTo>
                  <a:lnTo>
                    <a:pt x="20856" y="15730"/>
                  </a:lnTo>
                  <a:lnTo>
                    <a:pt x="20665" y="15810"/>
                  </a:lnTo>
                  <a:lnTo>
                    <a:pt x="20474" y="15880"/>
                  </a:lnTo>
                  <a:lnTo>
                    <a:pt x="20273" y="15951"/>
                  </a:lnTo>
                  <a:lnTo>
                    <a:pt x="20062" y="16011"/>
                  </a:lnTo>
                  <a:lnTo>
                    <a:pt x="19640" y="16132"/>
                  </a:lnTo>
                  <a:lnTo>
                    <a:pt x="19278" y="16212"/>
                  </a:lnTo>
                  <a:lnTo>
                    <a:pt x="18906" y="16282"/>
                  </a:lnTo>
                  <a:lnTo>
                    <a:pt x="18534" y="16343"/>
                  </a:lnTo>
                  <a:lnTo>
                    <a:pt x="18172" y="16393"/>
                  </a:lnTo>
                  <a:lnTo>
                    <a:pt x="17801" y="16433"/>
                  </a:lnTo>
                  <a:lnTo>
                    <a:pt x="17429" y="16473"/>
                  </a:lnTo>
                  <a:lnTo>
                    <a:pt x="16675" y="16534"/>
                  </a:lnTo>
                  <a:lnTo>
                    <a:pt x="16414" y="16554"/>
                  </a:lnTo>
                  <a:lnTo>
                    <a:pt x="16152" y="16564"/>
                  </a:lnTo>
                  <a:lnTo>
                    <a:pt x="15891" y="16574"/>
                  </a:lnTo>
                  <a:lnTo>
                    <a:pt x="15630" y="16564"/>
                  </a:lnTo>
                  <a:lnTo>
                    <a:pt x="15368" y="16554"/>
                  </a:lnTo>
                  <a:lnTo>
                    <a:pt x="15107" y="16534"/>
                  </a:lnTo>
                  <a:lnTo>
                    <a:pt x="14846" y="16503"/>
                  </a:lnTo>
                  <a:lnTo>
                    <a:pt x="14584" y="16473"/>
                  </a:lnTo>
                  <a:lnTo>
                    <a:pt x="14323" y="16423"/>
                  </a:lnTo>
                  <a:lnTo>
                    <a:pt x="14072" y="16373"/>
                  </a:lnTo>
                  <a:lnTo>
                    <a:pt x="13820" y="16313"/>
                  </a:lnTo>
                  <a:lnTo>
                    <a:pt x="13569" y="16242"/>
                  </a:lnTo>
                  <a:lnTo>
                    <a:pt x="13328" y="16162"/>
                  </a:lnTo>
                  <a:lnTo>
                    <a:pt x="13087" y="16081"/>
                  </a:lnTo>
                  <a:lnTo>
                    <a:pt x="12846" y="15981"/>
                  </a:lnTo>
                  <a:lnTo>
                    <a:pt x="12614" y="15870"/>
                  </a:lnTo>
                  <a:lnTo>
                    <a:pt x="12373" y="15760"/>
                  </a:lnTo>
                  <a:lnTo>
                    <a:pt x="12152" y="15629"/>
                  </a:lnTo>
                  <a:lnTo>
                    <a:pt x="11931" y="15498"/>
                  </a:lnTo>
                  <a:lnTo>
                    <a:pt x="11730" y="15348"/>
                  </a:lnTo>
                  <a:lnTo>
                    <a:pt x="11539" y="15197"/>
                  </a:lnTo>
                  <a:lnTo>
                    <a:pt x="11348" y="15026"/>
                  </a:lnTo>
                  <a:lnTo>
                    <a:pt x="11167" y="14855"/>
                  </a:lnTo>
                  <a:lnTo>
                    <a:pt x="11006" y="14664"/>
                  </a:lnTo>
                  <a:lnTo>
                    <a:pt x="10845" y="14463"/>
                  </a:lnTo>
                  <a:lnTo>
                    <a:pt x="10695" y="14242"/>
                  </a:lnTo>
                  <a:lnTo>
                    <a:pt x="10554" y="14011"/>
                  </a:lnTo>
                  <a:lnTo>
                    <a:pt x="10423" y="13770"/>
                  </a:lnTo>
                  <a:lnTo>
                    <a:pt x="10303" y="13508"/>
                  </a:lnTo>
                  <a:lnTo>
                    <a:pt x="10192" y="13227"/>
                  </a:lnTo>
                  <a:lnTo>
                    <a:pt x="10092" y="12935"/>
                  </a:lnTo>
                  <a:lnTo>
                    <a:pt x="9991" y="12624"/>
                  </a:lnTo>
                  <a:lnTo>
                    <a:pt x="9800" y="11971"/>
                  </a:lnTo>
                  <a:lnTo>
                    <a:pt x="9619" y="11347"/>
                  </a:lnTo>
                  <a:lnTo>
                    <a:pt x="9539" y="11036"/>
                  </a:lnTo>
                  <a:lnTo>
                    <a:pt x="9468" y="10724"/>
                  </a:lnTo>
                  <a:lnTo>
                    <a:pt x="9408" y="10423"/>
                  </a:lnTo>
                  <a:lnTo>
                    <a:pt x="9368" y="10121"/>
                  </a:lnTo>
                  <a:lnTo>
                    <a:pt x="9348" y="9810"/>
                  </a:lnTo>
                  <a:lnTo>
                    <a:pt x="9338" y="9659"/>
                  </a:lnTo>
                  <a:lnTo>
                    <a:pt x="9348" y="9508"/>
                  </a:lnTo>
                  <a:lnTo>
                    <a:pt x="9348" y="9357"/>
                  </a:lnTo>
                  <a:lnTo>
                    <a:pt x="9368" y="9207"/>
                  </a:lnTo>
                  <a:lnTo>
                    <a:pt x="9388" y="9046"/>
                  </a:lnTo>
                  <a:lnTo>
                    <a:pt x="9418" y="8895"/>
                  </a:lnTo>
                  <a:lnTo>
                    <a:pt x="9458" y="8734"/>
                  </a:lnTo>
                  <a:lnTo>
                    <a:pt x="9509" y="8583"/>
                  </a:lnTo>
                  <a:lnTo>
                    <a:pt x="9559" y="8423"/>
                  </a:lnTo>
                  <a:lnTo>
                    <a:pt x="9619" y="8272"/>
                  </a:lnTo>
                  <a:lnTo>
                    <a:pt x="9700" y="8111"/>
                  </a:lnTo>
                  <a:lnTo>
                    <a:pt x="9780" y="7950"/>
                  </a:lnTo>
                  <a:lnTo>
                    <a:pt x="9870" y="7789"/>
                  </a:lnTo>
                  <a:lnTo>
                    <a:pt x="9971" y="7619"/>
                  </a:lnTo>
                  <a:lnTo>
                    <a:pt x="9770" y="7719"/>
                  </a:lnTo>
                  <a:lnTo>
                    <a:pt x="9589" y="7830"/>
                  </a:lnTo>
                  <a:lnTo>
                    <a:pt x="9418" y="7930"/>
                  </a:lnTo>
                  <a:lnTo>
                    <a:pt x="9277" y="8051"/>
                  </a:lnTo>
                  <a:lnTo>
                    <a:pt x="9147" y="8161"/>
                  </a:lnTo>
                  <a:lnTo>
                    <a:pt x="9026" y="8282"/>
                  </a:lnTo>
                  <a:lnTo>
                    <a:pt x="8926" y="8413"/>
                  </a:lnTo>
                  <a:lnTo>
                    <a:pt x="8845" y="8543"/>
                  </a:lnTo>
                  <a:lnTo>
                    <a:pt x="8775" y="8674"/>
                  </a:lnTo>
                  <a:lnTo>
                    <a:pt x="8715" y="8805"/>
                  </a:lnTo>
                  <a:lnTo>
                    <a:pt x="8664" y="8945"/>
                  </a:lnTo>
                  <a:lnTo>
                    <a:pt x="8624" y="9086"/>
                  </a:lnTo>
                  <a:lnTo>
                    <a:pt x="8604" y="9227"/>
                  </a:lnTo>
                  <a:lnTo>
                    <a:pt x="8584" y="9377"/>
                  </a:lnTo>
                  <a:lnTo>
                    <a:pt x="8574" y="9528"/>
                  </a:lnTo>
                  <a:lnTo>
                    <a:pt x="8574" y="9679"/>
                  </a:lnTo>
                  <a:lnTo>
                    <a:pt x="8584" y="9991"/>
                  </a:lnTo>
                  <a:lnTo>
                    <a:pt x="8614" y="10302"/>
                  </a:lnTo>
                  <a:lnTo>
                    <a:pt x="8654" y="10624"/>
                  </a:lnTo>
                  <a:lnTo>
                    <a:pt x="8705" y="10945"/>
                  </a:lnTo>
                  <a:lnTo>
                    <a:pt x="8755" y="11277"/>
                  </a:lnTo>
                  <a:lnTo>
                    <a:pt x="8785" y="11609"/>
                  </a:lnTo>
                  <a:lnTo>
                    <a:pt x="8805" y="11930"/>
                  </a:lnTo>
                  <a:lnTo>
                    <a:pt x="8805" y="12101"/>
                  </a:lnTo>
                  <a:lnTo>
                    <a:pt x="8805" y="12262"/>
                  </a:lnTo>
                  <a:lnTo>
                    <a:pt x="8795" y="12292"/>
                  </a:lnTo>
                  <a:lnTo>
                    <a:pt x="8785" y="12312"/>
                  </a:lnTo>
                  <a:lnTo>
                    <a:pt x="8765" y="12322"/>
                  </a:lnTo>
                  <a:lnTo>
                    <a:pt x="8735" y="12332"/>
                  </a:lnTo>
                  <a:lnTo>
                    <a:pt x="8654" y="12342"/>
                  </a:lnTo>
                  <a:lnTo>
                    <a:pt x="8564" y="12332"/>
                  </a:lnTo>
                  <a:lnTo>
                    <a:pt x="8443" y="12312"/>
                  </a:lnTo>
                  <a:lnTo>
                    <a:pt x="8323" y="12282"/>
                  </a:lnTo>
                  <a:lnTo>
                    <a:pt x="8041" y="12192"/>
                  </a:lnTo>
                  <a:lnTo>
                    <a:pt x="7760" y="12081"/>
                  </a:lnTo>
                  <a:lnTo>
                    <a:pt x="7509" y="11971"/>
                  </a:lnTo>
                  <a:lnTo>
                    <a:pt x="7318" y="11880"/>
                  </a:lnTo>
                  <a:lnTo>
                    <a:pt x="7227" y="11830"/>
                  </a:lnTo>
                  <a:lnTo>
                    <a:pt x="7066" y="11709"/>
                  </a:lnTo>
                  <a:lnTo>
                    <a:pt x="6916" y="11589"/>
                  </a:lnTo>
                  <a:lnTo>
                    <a:pt x="6785" y="11458"/>
                  </a:lnTo>
                  <a:lnTo>
                    <a:pt x="6654" y="11327"/>
                  </a:lnTo>
                  <a:lnTo>
                    <a:pt x="6534" y="11197"/>
                  </a:lnTo>
                  <a:lnTo>
                    <a:pt x="6433" y="11046"/>
                  </a:lnTo>
                  <a:lnTo>
                    <a:pt x="6333" y="10895"/>
                  </a:lnTo>
                  <a:lnTo>
                    <a:pt x="6242" y="10734"/>
                  </a:lnTo>
                  <a:lnTo>
                    <a:pt x="5931" y="10071"/>
                  </a:lnTo>
                  <a:lnTo>
                    <a:pt x="5760" y="9749"/>
                  </a:lnTo>
                  <a:lnTo>
                    <a:pt x="5669" y="9599"/>
                  </a:lnTo>
                  <a:lnTo>
                    <a:pt x="5569" y="9448"/>
                  </a:lnTo>
                  <a:lnTo>
                    <a:pt x="5458" y="9297"/>
                  </a:lnTo>
                  <a:lnTo>
                    <a:pt x="5338" y="9166"/>
                  </a:lnTo>
                  <a:lnTo>
                    <a:pt x="5217" y="9036"/>
                  </a:lnTo>
                  <a:lnTo>
                    <a:pt x="5076" y="8915"/>
                  </a:lnTo>
                  <a:lnTo>
                    <a:pt x="4915" y="8805"/>
                  </a:lnTo>
                  <a:lnTo>
                    <a:pt x="4745" y="8704"/>
                  </a:lnTo>
                  <a:lnTo>
                    <a:pt x="4564" y="8624"/>
                  </a:lnTo>
                  <a:lnTo>
                    <a:pt x="4363" y="8553"/>
                  </a:lnTo>
                  <a:lnTo>
                    <a:pt x="4383" y="8634"/>
                  </a:lnTo>
                  <a:lnTo>
                    <a:pt x="4413" y="8724"/>
                  </a:lnTo>
                  <a:lnTo>
                    <a:pt x="4463" y="8805"/>
                  </a:lnTo>
                  <a:lnTo>
                    <a:pt x="4513" y="8895"/>
                  </a:lnTo>
                  <a:lnTo>
                    <a:pt x="4624" y="9056"/>
                  </a:lnTo>
                  <a:lnTo>
                    <a:pt x="4755" y="9217"/>
                  </a:lnTo>
                  <a:lnTo>
                    <a:pt x="4895" y="9377"/>
                  </a:lnTo>
                  <a:lnTo>
                    <a:pt x="5016" y="9548"/>
                  </a:lnTo>
                  <a:lnTo>
                    <a:pt x="5076" y="9629"/>
                  </a:lnTo>
                  <a:lnTo>
                    <a:pt x="5126" y="9719"/>
                  </a:lnTo>
                  <a:lnTo>
                    <a:pt x="5177" y="9810"/>
                  </a:lnTo>
                  <a:lnTo>
                    <a:pt x="5207" y="9900"/>
                  </a:lnTo>
                  <a:lnTo>
                    <a:pt x="5348" y="10312"/>
                  </a:lnTo>
                  <a:lnTo>
                    <a:pt x="5478" y="10734"/>
                  </a:lnTo>
                  <a:lnTo>
                    <a:pt x="5559" y="10935"/>
                  </a:lnTo>
                  <a:lnTo>
                    <a:pt x="5639" y="11146"/>
                  </a:lnTo>
                  <a:lnTo>
                    <a:pt x="5740" y="11337"/>
                  </a:lnTo>
                  <a:lnTo>
                    <a:pt x="5840" y="11518"/>
                  </a:lnTo>
                  <a:lnTo>
                    <a:pt x="5921" y="11629"/>
                  </a:lnTo>
                  <a:lnTo>
                    <a:pt x="6031" y="11759"/>
                  </a:lnTo>
                  <a:lnTo>
                    <a:pt x="6152" y="11910"/>
                  </a:lnTo>
                  <a:lnTo>
                    <a:pt x="6262" y="12071"/>
                  </a:lnTo>
                  <a:lnTo>
                    <a:pt x="6302" y="12151"/>
                  </a:lnTo>
                  <a:lnTo>
                    <a:pt x="6333" y="12232"/>
                  </a:lnTo>
                  <a:lnTo>
                    <a:pt x="6353" y="12302"/>
                  </a:lnTo>
                  <a:lnTo>
                    <a:pt x="6353" y="12373"/>
                  </a:lnTo>
                  <a:lnTo>
                    <a:pt x="6343" y="12443"/>
                  </a:lnTo>
                  <a:lnTo>
                    <a:pt x="6302" y="12503"/>
                  </a:lnTo>
                  <a:lnTo>
                    <a:pt x="6232" y="12564"/>
                  </a:lnTo>
                  <a:lnTo>
                    <a:pt x="6142" y="12614"/>
                  </a:lnTo>
                  <a:lnTo>
                    <a:pt x="6031" y="12644"/>
                  </a:lnTo>
                  <a:lnTo>
                    <a:pt x="5880" y="12674"/>
                  </a:lnTo>
                  <a:lnTo>
                    <a:pt x="5679" y="12684"/>
                  </a:lnTo>
                  <a:lnTo>
                    <a:pt x="5448" y="12694"/>
                  </a:lnTo>
                  <a:lnTo>
                    <a:pt x="5197" y="12694"/>
                  </a:lnTo>
                  <a:lnTo>
                    <a:pt x="4915" y="12684"/>
                  </a:lnTo>
                  <a:lnTo>
                    <a:pt x="4634" y="12674"/>
                  </a:lnTo>
                  <a:lnTo>
                    <a:pt x="4343" y="12654"/>
                  </a:lnTo>
                  <a:lnTo>
                    <a:pt x="4051" y="12624"/>
                  </a:lnTo>
                  <a:lnTo>
                    <a:pt x="3770" y="12584"/>
                  </a:lnTo>
                  <a:lnTo>
                    <a:pt x="3508" y="12543"/>
                  </a:lnTo>
                  <a:lnTo>
                    <a:pt x="3267" y="12493"/>
                  </a:lnTo>
                  <a:lnTo>
                    <a:pt x="3056" y="12433"/>
                  </a:lnTo>
                  <a:lnTo>
                    <a:pt x="2885" y="12363"/>
                  </a:lnTo>
                  <a:lnTo>
                    <a:pt x="2815" y="12332"/>
                  </a:lnTo>
                  <a:lnTo>
                    <a:pt x="2765" y="12292"/>
                  </a:lnTo>
                  <a:lnTo>
                    <a:pt x="2714" y="12252"/>
                  </a:lnTo>
                  <a:lnTo>
                    <a:pt x="2684" y="12212"/>
                  </a:lnTo>
                  <a:lnTo>
                    <a:pt x="2765" y="12342"/>
                  </a:lnTo>
                  <a:lnTo>
                    <a:pt x="2845" y="12463"/>
                  </a:lnTo>
                  <a:lnTo>
                    <a:pt x="2935" y="12564"/>
                  </a:lnTo>
                  <a:lnTo>
                    <a:pt x="3026" y="12654"/>
                  </a:lnTo>
                  <a:lnTo>
                    <a:pt x="3116" y="12744"/>
                  </a:lnTo>
                  <a:lnTo>
                    <a:pt x="3207" y="12815"/>
                  </a:lnTo>
                  <a:lnTo>
                    <a:pt x="3307" y="12875"/>
                  </a:lnTo>
                  <a:lnTo>
                    <a:pt x="3408" y="12935"/>
                  </a:lnTo>
                  <a:lnTo>
                    <a:pt x="3508" y="12976"/>
                  </a:lnTo>
                  <a:lnTo>
                    <a:pt x="3619" y="13016"/>
                  </a:lnTo>
                  <a:lnTo>
                    <a:pt x="3729" y="13046"/>
                  </a:lnTo>
                  <a:lnTo>
                    <a:pt x="3840" y="13076"/>
                  </a:lnTo>
                  <a:lnTo>
                    <a:pt x="4071" y="13106"/>
                  </a:lnTo>
                  <a:lnTo>
                    <a:pt x="4302" y="13126"/>
                  </a:lnTo>
                  <a:lnTo>
                    <a:pt x="5046" y="13126"/>
                  </a:lnTo>
                  <a:lnTo>
                    <a:pt x="5307" y="13136"/>
                  </a:lnTo>
                  <a:lnTo>
                    <a:pt x="5559" y="13147"/>
                  </a:lnTo>
                  <a:lnTo>
                    <a:pt x="5820" y="13177"/>
                  </a:lnTo>
                  <a:lnTo>
                    <a:pt x="5951" y="13207"/>
                  </a:lnTo>
                  <a:lnTo>
                    <a:pt x="6081" y="13227"/>
                  </a:lnTo>
                  <a:lnTo>
                    <a:pt x="6212" y="13267"/>
                  </a:lnTo>
                  <a:lnTo>
                    <a:pt x="6343" y="13307"/>
                  </a:lnTo>
                  <a:lnTo>
                    <a:pt x="6514" y="13378"/>
                  </a:lnTo>
                  <a:lnTo>
                    <a:pt x="6674" y="13448"/>
                  </a:lnTo>
                  <a:lnTo>
                    <a:pt x="6805" y="13508"/>
                  </a:lnTo>
                  <a:lnTo>
                    <a:pt x="6905" y="13579"/>
                  </a:lnTo>
                  <a:lnTo>
                    <a:pt x="6996" y="13639"/>
                  </a:lnTo>
                  <a:lnTo>
                    <a:pt x="7056" y="13699"/>
                  </a:lnTo>
                  <a:lnTo>
                    <a:pt x="7107" y="13760"/>
                  </a:lnTo>
                  <a:lnTo>
                    <a:pt x="7137" y="13810"/>
                  </a:lnTo>
                  <a:lnTo>
                    <a:pt x="7147" y="13870"/>
                  </a:lnTo>
                  <a:lnTo>
                    <a:pt x="7137" y="13920"/>
                  </a:lnTo>
                  <a:lnTo>
                    <a:pt x="7117" y="13981"/>
                  </a:lnTo>
                  <a:lnTo>
                    <a:pt x="7086" y="14031"/>
                  </a:lnTo>
                  <a:lnTo>
                    <a:pt x="7036" y="14081"/>
                  </a:lnTo>
                  <a:lnTo>
                    <a:pt x="6976" y="14131"/>
                  </a:lnTo>
                  <a:lnTo>
                    <a:pt x="6905" y="14182"/>
                  </a:lnTo>
                  <a:lnTo>
                    <a:pt x="6835" y="14232"/>
                  </a:lnTo>
                  <a:lnTo>
                    <a:pt x="6644" y="14333"/>
                  </a:lnTo>
                  <a:lnTo>
                    <a:pt x="6443" y="14423"/>
                  </a:lnTo>
                  <a:lnTo>
                    <a:pt x="5991" y="14614"/>
                  </a:lnTo>
                  <a:lnTo>
                    <a:pt x="5549" y="14805"/>
                  </a:lnTo>
                  <a:lnTo>
                    <a:pt x="5348" y="14895"/>
                  </a:lnTo>
                  <a:lnTo>
                    <a:pt x="5187" y="14996"/>
                  </a:lnTo>
                  <a:lnTo>
                    <a:pt x="5237" y="14976"/>
                  </a:lnTo>
                  <a:lnTo>
                    <a:pt x="5328" y="14976"/>
                  </a:lnTo>
                  <a:lnTo>
                    <a:pt x="5569" y="14986"/>
                  </a:lnTo>
                  <a:lnTo>
                    <a:pt x="5830" y="15006"/>
                  </a:lnTo>
                  <a:lnTo>
                    <a:pt x="6011" y="15006"/>
                  </a:lnTo>
                  <a:lnTo>
                    <a:pt x="6252" y="14976"/>
                  </a:lnTo>
                  <a:lnTo>
                    <a:pt x="6493" y="14936"/>
                  </a:lnTo>
                  <a:lnTo>
                    <a:pt x="6976" y="14835"/>
                  </a:lnTo>
                  <a:lnTo>
                    <a:pt x="7418" y="14745"/>
                  </a:lnTo>
                  <a:lnTo>
                    <a:pt x="7639" y="14714"/>
                  </a:lnTo>
                  <a:lnTo>
                    <a:pt x="7850" y="14684"/>
                  </a:lnTo>
                  <a:lnTo>
                    <a:pt x="8071" y="14674"/>
                  </a:lnTo>
                  <a:lnTo>
                    <a:pt x="8292" y="14674"/>
                  </a:lnTo>
                  <a:lnTo>
                    <a:pt x="8514" y="14694"/>
                  </a:lnTo>
                  <a:lnTo>
                    <a:pt x="8745" y="14724"/>
                  </a:lnTo>
                  <a:lnTo>
                    <a:pt x="8855" y="14755"/>
                  </a:lnTo>
                  <a:lnTo>
                    <a:pt x="8976" y="14805"/>
                  </a:lnTo>
                  <a:lnTo>
                    <a:pt x="9117" y="14865"/>
                  </a:lnTo>
                  <a:lnTo>
                    <a:pt x="9267" y="14946"/>
                  </a:lnTo>
                  <a:lnTo>
                    <a:pt x="9609" y="15147"/>
                  </a:lnTo>
                  <a:lnTo>
                    <a:pt x="10001" y="15398"/>
                  </a:lnTo>
                  <a:lnTo>
                    <a:pt x="10413" y="15689"/>
                  </a:lnTo>
                  <a:lnTo>
                    <a:pt x="10855" y="16011"/>
                  </a:lnTo>
                  <a:lnTo>
                    <a:pt x="11298" y="16353"/>
                  </a:lnTo>
                  <a:lnTo>
                    <a:pt x="11750" y="16704"/>
                  </a:lnTo>
                  <a:lnTo>
                    <a:pt x="12182" y="17056"/>
                  </a:lnTo>
                  <a:lnTo>
                    <a:pt x="12604" y="17408"/>
                  </a:lnTo>
                  <a:lnTo>
                    <a:pt x="12996" y="17740"/>
                  </a:lnTo>
                  <a:lnTo>
                    <a:pt x="13348" y="18041"/>
                  </a:lnTo>
                  <a:lnTo>
                    <a:pt x="13650" y="18313"/>
                  </a:lnTo>
                  <a:lnTo>
                    <a:pt x="13891" y="18544"/>
                  </a:lnTo>
                  <a:lnTo>
                    <a:pt x="14062" y="18715"/>
                  </a:lnTo>
                  <a:lnTo>
                    <a:pt x="14162" y="18825"/>
                  </a:lnTo>
                  <a:lnTo>
                    <a:pt x="14212" y="18906"/>
                  </a:lnTo>
                  <a:lnTo>
                    <a:pt x="14253" y="18996"/>
                  </a:lnTo>
                  <a:lnTo>
                    <a:pt x="14273" y="19097"/>
                  </a:lnTo>
                  <a:lnTo>
                    <a:pt x="14293" y="19197"/>
                  </a:lnTo>
                  <a:lnTo>
                    <a:pt x="14303" y="19288"/>
                  </a:lnTo>
                  <a:lnTo>
                    <a:pt x="14303" y="19398"/>
                  </a:lnTo>
                  <a:lnTo>
                    <a:pt x="14293" y="19499"/>
                  </a:lnTo>
                  <a:lnTo>
                    <a:pt x="14273" y="19599"/>
                  </a:lnTo>
                  <a:lnTo>
                    <a:pt x="14233" y="19810"/>
                  </a:lnTo>
                  <a:lnTo>
                    <a:pt x="14162" y="20011"/>
                  </a:lnTo>
                  <a:lnTo>
                    <a:pt x="14032" y="20373"/>
                  </a:lnTo>
                  <a:lnTo>
                    <a:pt x="13971" y="20524"/>
                  </a:lnTo>
                  <a:lnTo>
                    <a:pt x="13911" y="20665"/>
                  </a:lnTo>
                  <a:lnTo>
                    <a:pt x="13830" y="20805"/>
                  </a:lnTo>
                  <a:lnTo>
                    <a:pt x="13750" y="20936"/>
                  </a:lnTo>
                  <a:lnTo>
                    <a:pt x="13670" y="21057"/>
                  </a:lnTo>
                  <a:lnTo>
                    <a:pt x="13579" y="21177"/>
                  </a:lnTo>
                  <a:lnTo>
                    <a:pt x="13479" y="21288"/>
                  </a:lnTo>
                  <a:lnTo>
                    <a:pt x="13378" y="21398"/>
                  </a:lnTo>
                  <a:lnTo>
                    <a:pt x="13268" y="21499"/>
                  </a:lnTo>
                  <a:lnTo>
                    <a:pt x="13147" y="21599"/>
                  </a:lnTo>
                  <a:lnTo>
                    <a:pt x="13026" y="21690"/>
                  </a:lnTo>
                  <a:lnTo>
                    <a:pt x="12906" y="21780"/>
                  </a:lnTo>
                  <a:lnTo>
                    <a:pt x="12644" y="21941"/>
                  </a:lnTo>
                  <a:lnTo>
                    <a:pt x="12363" y="22092"/>
                  </a:lnTo>
                  <a:lnTo>
                    <a:pt x="12082" y="22222"/>
                  </a:lnTo>
                  <a:lnTo>
                    <a:pt x="11780" y="22343"/>
                  </a:lnTo>
                  <a:lnTo>
                    <a:pt x="11469" y="22454"/>
                  </a:lnTo>
                  <a:lnTo>
                    <a:pt x="11147" y="22544"/>
                  </a:lnTo>
                  <a:lnTo>
                    <a:pt x="10825" y="22624"/>
                  </a:lnTo>
                  <a:lnTo>
                    <a:pt x="10504" y="22695"/>
                  </a:lnTo>
                  <a:lnTo>
                    <a:pt x="10172" y="22765"/>
                  </a:lnTo>
                  <a:lnTo>
                    <a:pt x="9850" y="22825"/>
                  </a:lnTo>
                  <a:lnTo>
                    <a:pt x="9669" y="22815"/>
                  </a:lnTo>
                  <a:lnTo>
                    <a:pt x="9489" y="22795"/>
                  </a:lnTo>
                  <a:lnTo>
                    <a:pt x="9308" y="22765"/>
                  </a:lnTo>
                  <a:lnTo>
                    <a:pt x="9137" y="22725"/>
                  </a:lnTo>
                  <a:lnTo>
                    <a:pt x="8956" y="22665"/>
                  </a:lnTo>
                  <a:lnTo>
                    <a:pt x="8785" y="22604"/>
                  </a:lnTo>
                  <a:lnTo>
                    <a:pt x="8614" y="22534"/>
                  </a:lnTo>
                  <a:lnTo>
                    <a:pt x="8443" y="22444"/>
                  </a:lnTo>
                  <a:lnTo>
                    <a:pt x="8272" y="22353"/>
                  </a:lnTo>
                  <a:lnTo>
                    <a:pt x="8102" y="22263"/>
                  </a:lnTo>
                  <a:lnTo>
                    <a:pt x="7941" y="22152"/>
                  </a:lnTo>
                  <a:lnTo>
                    <a:pt x="7770" y="22041"/>
                  </a:lnTo>
                  <a:lnTo>
                    <a:pt x="7448" y="21800"/>
                  </a:lnTo>
                  <a:lnTo>
                    <a:pt x="7127" y="21549"/>
                  </a:lnTo>
                  <a:lnTo>
                    <a:pt x="6815" y="21288"/>
                  </a:lnTo>
                  <a:lnTo>
                    <a:pt x="6503" y="21016"/>
                  </a:lnTo>
                  <a:lnTo>
                    <a:pt x="5910" y="20484"/>
                  </a:lnTo>
                  <a:lnTo>
                    <a:pt x="5619" y="20232"/>
                  </a:lnTo>
                  <a:lnTo>
                    <a:pt x="5338" y="19991"/>
                  </a:lnTo>
                  <a:lnTo>
                    <a:pt x="5056" y="19780"/>
                  </a:lnTo>
                  <a:lnTo>
                    <a:pt x="4785" y="19599"/>
                  </a:lnTo>
                  <a:lnTo>
                    <a:pt x="4222" y="19247"/>
                  </a:lnTo>
                  <a:lnTo>
                    <a:pt x="3971" y="19076"/>
                  </a:lnTo>
                  <a:lnTo>
                    <a:pt x="3739" y="18906"/>
                  </a:lnTo>
                  <a:lnTo>
                    <a:pt x="3518" y="18715"/>
                  </a:lnTo>
                  <a:lnTo>
                    <a:pt x="3297" y="18494"/>
                  </a:lnTo>
                  <a:lnTo>
                    <a:pt x="3076" y="18252"/>
                  </a:lnTo>
                  <a:lnTo>
                    <a:pt x="2855" y="17961"/>
                  </a:lnTo>
                  <a:lnTo>
                    <a:pt x="2513" y="17468"/>
                  </a:lnTo>
                  <a:lnTo>
                    <a:pt x="2162" y="16976"/>
                  </a:lnTo>
                  <a:lnTo>
                    <a:pt x="1991" y="16735"/>
                  </a:lnTo>
                  <a:lnTo>
                    <a:pt x="1810" y="16503"/>
                  </a:lnTo>
                  <a:lnTo>
                    <a:pt x="1619" y="16272"/>
                  </a:lnTo>
                  <a:lnTo>
                    <a:pt x="1418" y="16051"/>
                  </a:lnTo>
                  <a:lnTo>
                    <a:pt x="1448" y="16101"/>
                  </a:lnTo>
                  <a:lnTo>
                    <a:pt x="1468" y="16192"/>
                  </a:lnTo>
                  <a:lnTo>
                    <a:pt x="1508" y="16403"/>
                  </a:lnTo>
                  <a:lnTo>
                    <a:pt x="1538" y="16624"/>
                  </a:lnTo>
                  <a:lnTo>
                    <a:pt x="1558" y="16725"/>
                  </a:lnTo>
                  <a:lnTo>
                    <a:pt x="1589" y="16795"/>
                  </a:lnTo>
                  <a:lnTo>
                    <a:pt x="1689" y="16996"/>
                  </a:lnTo>
                  <a:lnTo>
                    <a:pt x="1810" y="17197"/>
                  </a:lnTo>
                  <a:lnTo>
                    <a:pt x="1930" y="17388"/>
                  </a:lnTo>
                  <a:lnTo>
                    <a:pt x="2051" y="17589"/>
                  </a:lnTo>
                  <a:lnTo>
                    <a:pt x="2111" y="17720"/>
                  </a:lnTo>
                  <a:lnTo>
                    <a:pt x="2192" y="17880"/>
                  </a:lnTo>
                  <a:lnTo>
                    <a:pt x="2262" y="18061"/>
                  </a:lnTo>
                  <a:lnTo>
                    <a:pt x="2292" y="18162"/>
                  </a:lnTo>
                  <a:lnTo>
                    <a:pt x="2312" y="18252"/>
                  </a:lnTo>
                  <a:lnTo>
                    <a:pt x="2322" y="18343"/>
                  </a:lnTo>
                  <a:lnTo>
                    <a:pt x="2322" y="18433"/>
                  </a:lnTo>
                  <a:lnTo>
                    <a:pt x="2302" y="18514"/>
                  </a:lnTo>
                  <a:lnTo>
                    <a:pt x="2272" y="18594"/>
                  </a:lnTo>
                  <a:lnTo>
                    <a:pt x="2232" y="18654"/>
                  </a:lnTo>
                  <a:lnTo>
                    <a:pt x="2162" y="18715"/>
                  </a:lnTo>
                  <a:lnTo>
                    <a:pt x="2081" y="18755"/>
                  </a:lnTo>
                  <a:lnTo>
                    <a:pt x="1971" y="18775"/>
                  </a:lnTo>
                  <a:lnTo>
                    <a:pt x="1860" y="18785"/>
                  </a:lnTo>
                  <a:lnTo>
                    <a:pt x="1739" y="18775"/>
                  </a:lnTo>
                  <a:lnTo>
                    <a:pt x="1619" y="18755"/>
                  </a:lnTo>
                  <a:lnTo>
                    <a:pt x="1488" y="18715"/>
                  </a:lnTo>
                  <a:lnTo>
                    <a:pt x="1357" y="18654"/>
                  </a:lnTo>
                  <a:lnTo>
                    <a:pt x="1227" y="18594"/>
                  </a:lnTo>
                  <a:lnTo>
                    <a:pt x="1086" y="18524"/>
                  </a:lnTo>
                  <a:lnTo>
                    <a:pt x="955" y="18443"/>
                  </a:lnTo>
                  <a:lnTo>
                    <a:pt x="704" y="18272"/>
                  </a:lnTo>
                  <a:lnTo>
                    <a:pt x="463" y="18102"/>
                  </a:lnTo>
                  <a:lnTo>
                    <a:pt x="262" y="17941"/>
                  </a:lnTo>
                  <a:lnTo>
                    <a:pt x="111" y="17800"/>
                  </a:lnTo>
                  <a:lnTo>
                    <a:pt x="282" y="18061"/>
                  </a:lnTo>
                  <a:lnTo>
                    <a:pt x="443" y="18293"/>
                  </a:lnTo>
                  <a:lnTo>
                    <a:pt x="604" y="18504"/>
                  </a:lnTo>
                  <a:lnTo>
                    <a:pt x="764" y="18685"/>
                  </a:lnTo>
                  <a:lnTo>
                    <a:pt x="925" y="18855"/>
                  </a:lnTo>
                  <a:lnTo>
                    <a:pt x="1096" y="18996"/>
                  </a:lnTo>
                  <a:lnTo>
                    <a:pt x="1267" y="19127"/>
                  </a:lnTo>
                  <a:lnTo>
                    <a:pt x="1448" y="19237"/>
                  </a:lnTo>
                  <a:lnTo>
                    <a:pt x="1629" y="19328"/>
                  </a:lnTo>
                  <a:lnTo>
                    <a:pt x="1830" y="19418"/>
                  </a:lnTo>
                  <a:lnTo>
                    <a:pt x="2041" y="19489"/>
                  </a:lnTo>
                  <a:lnTo>
                    <a:pt x="2262" y="19549"/>
                  </a:lnTo>
                  <a:lnTo>
                    <a:pt x="2503" y="19609"/>
                  </a:lnTo>
                  <a:lnTo>
                    <a:pt x="2765" y="19659"/>
                  </a:lnTo>
                  <a:lnTo>
                    <a:pt x="3348" y="19750"/>
                  </a:lnTo>
                  <a:lnTo>
                    <a:pt x="3428" y="19770"/>
                  </a:lnTo>
                  <a:lnTo>
                    <a:pt x="3508" y="19800"/>
                  </a:lnTo>
                  <a:lnTo>
                    <a:pt x="3709" y="19871"/>
                  </a:lnTo>
                  <a:lnTo>
                    <a:pt x="3930" y="19991"/>
                  </a:lnTo>
                  <a:lnTo>
                    <a:pt x="4172" y="20132"/>
                  </a:lnTo>
                  <a:lnTo>
                    <a:pt x="4443" y="20303"/>
                  </a:lnTo>
                  <a:lnTo>
                    <a:pt x="4714" y="20484"/>
                  </a:lnTo>
                  <a:lnTo>
                    <a:pt x="5006" y="20695"/>
                  </a:lnTo>
                  <a:lnTo>
                    <a:pt x="5287" y="20906"/>
                  </a:lnTo>
                  <a:lnTo>
                    <a:pt x="5569" y="21127"/>
                  </a:lnTo>
                  <a:lnTo>
                    <a:pt x="5840" y="21348"/>
                  </a:lnTo>
                  <a:lnTo>
                    <a:pt x="6091" y="21559"/>
                  </a:lnTo>
                  <a:lnTo>
                    <a:pt x="6323" y="21770"/>
                  </a:lnTo>
                  <a:lnTo>
                    <a:pt x="6534" y="21971"/>
                  </a:lnTo>
                  <a:lnTo>
                    <a:pt x="6704" y="22142"/>
                  </a:lnTo>
                  <a:lnTo>
                    <a:pt x="6845" y="22303"/>
                  </a:lnTo>
                  <a:lnTo>
                    <a:pt x="6936" y="22433"/>
                  </a:lnTo>
                  <a:lnTo>
                    <a:pt x="6986" y="22524"/>
                  </a:lnTo>
                  <a:lnTo>
                    <a:pt x="7016" y="22614"/>
                  </a:lnTo>
                  <a:lnTo>
                    <a:pt x="7016" y="22705"/>
                  </a:lnTo>
                  <a:lnTo>
                    <a:pt x="7006" y="22775"/>
                  </a:lnTo>
                  <a:lnTo>
                    <a:pt x="6966" y="22846"/>
                  </a:lnTo>
                  <a:lnTo>
                    <a:pt x="6905" y="22916"/>
                  </a:lnTo>
                  <a:lnTo>
                    <a:pt x="6835" y="22966"/>
                  </a:lnTo>
                  <a:lnTo>
                    <a:pt x="6745" y="23016"/>
                  </a:lnTo>
                  <a:lnTo>
                    <a:pt x="6644" y="23067"/>
                  </a:lnTo>
                  <a:lnTo>
                    <a:pt x="6534" y="23107"/>
                  </a:lnTo>
                  <a:lnTo>
                    <a:pt x="6403" y="23137"/>
                  </a:lnTo>
                  <a:lnTo>
                    <a:pt x="6262" y="23167"/>
                  </a:lnTo>
                  <a:lnTo>
                    <a:pt x="5961" y="23217"/>
                  </a:lnTo>
                  <a:lnTo>
                    <a:pt x="5629" y="23248"/>
                  </a:lnTo>
                  <a:lnTo>
                    <a:pt x="5277" y="23268"/>
                  </a:lnTo>
                  <a:lnTo>
                    <a:pt x="4936" y="23278"/>
                  </a:lnTo>
                  <a:lnTo>
                    <a:pt x="4594" y="23278"/>
                  </a:lnTo>
                  <a:lnTo>
                    <a:pt x="4262" y="23268"/>
                  </a:lnTo>
                  <a:lnTo>
                    <a:pt x="3709" y="23248"/>
                  </a:lnTo>
                  <a:lnTo>
                    <a:pt x="3348" y="23227"/>
                  </a:lnTo>
                  <a:lnTo>
                    <a:pt x="3126" y="23217"/>
                  </a:lnTo>
                  <a:lnTo>
                    <a:pt x="2915" y="23187"/>
                  </a:lnTo>
                  <a:lnTo>
                    <a:pt x="2714" y="23147"/>
                  </a:lnTo>
                  <a:lnTo>
                    <a:pt x="2503" y="23107"/>
                  </a:lnTo>
                  <a:lnTo>
                    <a:pt x="2101" y="22996"/>
                  </a:lnTo>
                  <a:lnTo>
                    <a:pt x="1709" y="22886"/>
                  </a:lnTo>
                  <a:lnTo>
                    <a:pt x="1317" y="22765"/>
                  </a:lnTo>
                  <a:lnTo>
                    <a:pt x="1116" y="22715"/>
                  </a:lnTo>
                  <a:lnTo>
                    <a:pt x="915" y="22665"/>
                  </a:lnTo>
                  <a:lnTo>
                    <a:pt x="714" y="22624"/>
                  </a:lnTo>
                  <a:lnTo>
                    <a:pt x="513" y="22594"/>
                  </a:lnTo>
                  <a:lnTo>
                    <a:pt x="312" y="22574"/>
                  </a:lnTo>
                  <a:lnTo>
                    <a:pt x="101" y="22564"/>
                  </a:lnTo>
                  <a:lnTo>
                    <a:pt x="101" y="22564"/>
                  </a:lnTo>
                  <a:lnTo>
                    <a:pt x="171" y="22645"/>
                  </a:lnTo>
                  <a:lnTo>
                    <a:pt x="262" y="22715"/>
                  </a:lnTo>
                  <a:lnTo>
                    <a:pt x="362" y="22775"/>
                  </a:lnTo>
                  <a:lnTo>
                    <a:pt x="483" y="22846"/>
                  </a:lnTo>
                  <a:lnTo>
                    <a:pt x="614" y="22906"/>
                  </a:lnTo>
                  <a:lnTo>
                    <a:pt x="764" y="22976"/>
                  </a:lnTo>
                  <a:lnTo>
                    <a:pt x="1086" y="23087"/>
                  </a:lnTo>
                  <a:lnTo>
                    <a:pt x="1438" y="23207"/>
                  </a:lnTo>
                  <a:lnTo>
                    <a:pt x="1820" y="23318"/>
                  </a:lnTo>
                  <a:lnTo>
                    <a:pt x="2604" y="23519"/>
                  </a:lnTo>
                  <a:lnTo>
                    <a:pt x="2986" y="23630"/>
                  </a:lnTo>
                  <a:lnTo>
                    <a:pt x="3348" y="23730"/>
                  </a:lnTo>
                  <a:lnTo>
                    <a:pt x="3679" y="23841"/>
                  </a:lnTo>
                  <a:lnTo>
                    <a:pt x="3971" y="23951"/>
                  </a:lnTo>
                  <a:lnTo>
                    <a:pt x="4091" y="24011"/>
                  </a:lnTo>
                  <a:lnTo>
                    <a:pt x="4202" y="24062"/>
                  </a:lnTo>
                  <a:lnTo>
                    <a:pt x="4302" y="24122"/>
                  </a:lnTo>
                  <a:lnTo>
                    <a:pt x="4383" y="24192"/>
                  </a:lnTo>
                  <a:lnTo>
                    <a:pt x="4443" y="24253"/>
                  </a:lnTo>
                  <a:lnTo>
                    <a:pt x="4483" y="24323"/>
                  </a:lnTo>
                  <a:lnTo>
                    <a:pt x="4493" y="24393"/>
                  </a:lnTo>
                  <a:lnTo>
                    <a:pt x="4493" y="24464"/>
                  </a:lnTo>
                  <a:lnTo>
                    <a:pt x="4473" y="24514"/>
                  </a:lnTo>
                  <a:lnTo>
                    <a:pt x="4433" y="24574"/>
                  </a:lnTo>
                  <a:lnTo>
                    <a:pt x="4373" y="24635"/>
                  </a:lnTo>
                  <a:lnTo>
                    <a:pt x="4292" y="24695"/>
                  </a:lnTo>
                  <a:lnTo>
                    <a:pt x="4202" y="24755"/>
                  </a:lnTo>
                  <a:lnTo>
                    <a:pt x="4091" y="24816"/>
                  </a:lnTo>
                  <a:lnTo>
                    <a:pt x="3830" y="24936"/>
                  </a:lnTo>
                  <a:lnTo>
                    <a:pt x="3528" y="25067"/>
                  </a:lnTo>
                  <a:lnTo>
                    <a:pt x="3197" y="25197"/>
                  </a:lnTo>
                  <a:lnTo>
                    <a:pt x="2835" y="25318"/>
                  </a:lnTo>
                  <a:lnTo>
                    <a:pt x="2453" y="25449"/>
                  </a:lnTo>
                  <a:lnTo>
                    <a:pt x="976" y="25931"/>
                  </a:lnTo>
                  <a:lnTo>
                    <a:pt x="664" y="26042"/>
                  </a:lnTo>
                  <a:lnTo>
                    <a:pt x="383" y="26142"/>
                  </a:lnTo>
                  <a:lnTo>
                    <a:pt x="161" y="26233"/>
                  </a:lnTo>
                  <a:lnTo>
                    <a:pt x="1" y="26313"/>
                  </a:lnTo>
                  <a:lnTo>
                    <a:pt x="644" y="26233"/>
                  </a:lnTo>
                  <a:lnTo>
                    <a:pt x="1307" y="26142"/>
                  </a:lnTo>
                  <a:lnTo>
                    <a:pt x="2001" y="26032"/>
                  </a:lnTo>
                  <a:lnTo>
                    <a:pt x="2694" y="25901"/>
                  </a:lnTo>
                  <a:lnTo>
                    <a:pt x="3036" y="25831"/>
                  </a:lnTo>
                  <a:lnTo>
                    <a:pt x="3378" y="25760"/>
                  </a:lnTo>
                  <a:lnTo>
                    <a:pt x="3719" y="25670"/>
                  </a:lnTo>
                  <a:lnTo>
                    <a:pt x="4051" y="25579"/>
                  </a:lnTo>
                  <a:lnTo>
                    <a:pt x="4373" y="25479"/>
                  </a:lnTo>
                  <a:lnTo>
                    <a:pt x="4684" y="25378"/>
                  </a:lnTo>
                  <a:lnTo>
                    <a:pt x="4986" y="25258"/>
                  </a:lnTo>
                  <a:lnTo>
                    <a:pt x="5277" y="25137"/>
                  </a:lnTo>
                  <a:lnTo>
                    <a:pt x="5448" y="25057"/>
                  </a:lnTo>
                  <a:lnTo>
                    <a:pt x="5609" y="24966"/>
                  </a:lnTo>
                  <a:lnTo>
                    <a:pt x="5941" y="24785"/>
                  </a:lnTo>
                  <a:lnTo>
                    <a:pt x="6604" y="24393"/>
                  </a:lnTo>
                  <a:lnTo>
                    <a:pt x="6936" y="24202"/>
                  </a:lnTo>
                  <a:lnTo>
                    <a:pt x="7107" y="24122"/>
                  </a:lnTo>
                  <a:lnTo>
                    <a:pt x="7287" y="24032"/>
                  </a:lnTo>
                  <a:lnTo>
                    <a:pt x="7458" y="23961"/>
                  </a:lnTo>
                  <a:lnTo>
                    <a:pt x="7639" y="23891"/>
                  </a:lnTo>
                  <a:lnTo>
                    <a:pt x="7820" y="23831"/>
                  </a:lnTo>
                  <a:lnTo>
                    <a:pt x="8011" y="23780"/>
                  </a:lnTo>
                  <a:lnTo>
                    <a:pt x="8172" y="23750"/>
                  </a:lnTo>
                  <a:lnTo>
                    <a:pt x="8323" y="23720"/>
                  </a:lnTo>
                  <a:lnTo>
                    <a:pt x="8473" y="23720"/>
                  </a:lnTo>
                  <a:lnTo>
                    <a:pt x="8614" y="23730"/>
                  </a:lnTo>
                  <a:lnTo>
                    <a:pt x="8684" y="23740"/>
                  </a:lnTo>
                  <a:lnTo>
                    <a:pt x="8755" y="23750"/>
                  </a:lnTo>
                  <a:lnTo>
                    <a:pt x="8815" y="23780"/>
                  </a:lnTo>
                  <a:lnTo>
                    <a:pt x="8875" y="23810"/>
                  </a:lnTo>
                  <a:lnTo>
                    <a:pt x="8936" y="23851"/>
                  </a:lnTo>
                  <a:lnTo>
                    <a:pt x="8996" y="23891"/>
                  </a:lnTo>
                  <a:lnTo>
                    <a:pt x="9056" y="23941"/>
                  </a:lnTo>
                  <a:lnTo>
                    <a:pt x="9107" y="24001"/>
                  </a:lnTo>
                  <a:lnTo>
                    <a:pt x="9187" y="24122"/>
                  </a:lnTo>
                  <a:lnTo>
                    <a:pt x="9237" y="24233"/>
                  </a:lnTo>
                  <a:lnTo>
                    <a:pt x="9277" y="24353"/>
                  </a:lnTo>
                  <a:lnTo>
                    <a:pt x="9288" y="24464"/>
                  </a:lnTo>
                  <a:lnTo>
                    <a:pt x="9277" y="24574"/>
                  </a:lnTo>
                  <a:lnTo>
                    <a:pt x="9257" y="24675"/>
                  </a:lnTo>
                  <a:lnTo>
                    <a:pt x="9227" y="24785"/>
                  </a:lnTo>
                  <a:lnTo>
                    <a:pt x="9177" y="24896"/>
                  </a:lnTo>
                  <a:lnTo>
                    <a:pt x="9117" y="24996"/>
                  </a:lnTo>
                  <a:lnTo>
                    <a:pt x="9056" y="25097"/>
                  </a:lnTo>
                  <a:lnTo>
                    <a:pt x="8926" y="25308"/>
                  </a:lnTo>
                  <a:lnTo>
                    <a:pt x="8795" y="25519"/>
                  </a:lnTo>
                  <a:lnTo>
                    <a:pt x="8745" y="25630"/>
                  </a:lnTo>
                  <a:lnTo>
                    <a:pt x="8695" y="25730"/>
                  </a:lnTo>
                  <a:lnTo>
                    <a:pt x="8634" y="25881"/>
                  </a:lnTo>
                  <a:lnTo>
                    <a:pt x="8584" y="26032"/>
                  </a:lnTo>
                  <a:lnTo>
                    <a:pt x="8483" y="26353"/>
                  </a:lnTo>
                  <a:lnTo>
                    <a:pt x="8403" y="26685"/>
                  </a:lnTo>
                  <a:lnTo>
                    <a:pt x="8333" y="27027"/>
                  </a:lnTo>
                  <a:lnTo>
                    <a:pt x="8282" y="27378"/>
                  </a:lnTo>
                  <a:lnTo>
                    <a:pt x="8242" y="27710"/>
                  </a:lnTo>
                  <a:lnTo>
                    <a:pt x="8212" y="28032"/>
                  </a:lnTo>
                  <a:lnTo>
                    <a:pt x="8192" y="28323"/>
                  </a:lnTo>
                  <a:lnTo>
                    <a:pt x="8483" y="27781"/>
                  </a:lnTo>
                  <a:lnTo>
                    <a:pt x="8614" y="27509"/>
                  </a:lnTo>
                  <a:lnTo>
                    <a:pt x="8674" y="27368"/>
                  </a:lnTo>
                  <a:lnTo>
                    <a:pt x="8735" y="27228"/>
                  </a:lnTo>
                  <a:lnTo>
                    <a:pt x="8845" y="26896"/>
                  </a:lnTo>
                  <a:lnTo>
                    <a:pt x="8896" y="26725"/>
                  </a:lnTo>
                  <a:lnTo>
                    <a:pt x="8966" y="26554"/>
                  </a:lnTo>
                  <a:lnTo>
                    <a:pt x="9036" y="26383"/>
                  </a:lnTo>
                  <a:lnTo>
                    <a:pt x="9127" y="26233"/>
                  </a:lnTo>
                  <a:lnTo>
                    <a:pt x="9177" y="26152"/>
                  </a:lnTo>
                  <a:lnTo>
                    <a:pt x="9237" y="26082"/>
                  </a:lnTo>
                  <a:lnTo>
                    <a:pt x="9298" y="26022"/>
                  </a:lnTo>
                  <a:lnTo>
                    <a:pt x="9368" y="25961"/>
                  </a:lnTo>
                  <a:lnTo>
                    <a:pt x="9448" y="26012"/>
                  </a:lnTo>
                  <a:lnTo>
                    <a:pt x="9509" y="26072"/>
                  </a:lnTo>
                  <a:lnTo>
                    <a:pt x="9569" y="26142"/>
                  </a:lnTo>
                  <a:lnTo>
                    <a:pt x="9609" y="26223"/>
                  </a:lnTo>
                  <a:lnTo>
                    <a:pt x="9639" y="26303"/>
                  </a:lnTo>
                  <a:lnTo>
                    <a:pt x="9669" y="26394"/>
                  </a:lnTo>
                  <a:lnTo>
                    <a:pt x="9680" y="26484"/>
                  </a:lnTo>
                  <a:lnTo>
                    <a:pt x="9690" y="26584"/>
                  </a:lnTo>
                  <a:lnTo>
                    <a:pt x="9690" y="26775"/>
                  </a:lnTo>
                  <a:lnTo>
                    <a:pt x="9680" y="26976"/>
                  </a:lnTo>
                  <a:lnTo>
                    <a:pt x="9629" y="27308"/>
                  </a:lnTo>
                  <a:lnTo>
                    <a:pt x="9589" y="27489"/>
                  </a:lnTo>
                  <a:lnTo>
                    <a:pt x="9549" y="27680"/>
                  </a:lnTo>
                  <a:lnTo>
                    <a:pt x="9509" y="27861"/>
                  </a:lnTo>
                  <a:lnTo>
                    <a:pt x="9478" y="28052"/>
                  </a:lnTo>
                  <a:lnTo>
                    <a:pt x="9478" y="28162"/>
                  </a:lnTo>
                  <a:lnTo>
                    <a:pt x="9489" y="28283"/>
                  </a:lnTo>
                  <a:lnTo>
                    <a:pt x="9529" y="28544"/>
                  </a:lnTo>
                  <a:lnTo>
                    <a:pt x="9549" y="28685"/>
                  </a:lnTo>
                  <a:lnTo>
                    <a:pt x="9549" y="28806"/>
                  </a:lnTo>
                  <a:lnTo>
                    <a:pt x="9539" y="28926"/>
                  </a:lnTo>
                  <a:lnTo>
                    <a:pt x="9519" y="28987"/>
                  </a:lnTo>
                  <a:lnTo>
                    <a:pt x="9499" y="29037"/>
                  </a:lnTo>
                  <a:lnTo>
                    <a:pt x="9599" y="28836"/>
                  </a:lnTo>
                  <a:lnTo>
                    <a:pt x="9720" y="28625"/>
                  </a:lnTo>
                  <a:lnTo>
                    <a:pt x="9840" y="28404"/>
                  </a:lnTo>
                  <a:lnTo>
                    <a:pt x="9951" y="28173"/>
                  </a:lnTo>
                  <a:lnTo>
                    <a:pt x="10061" y="27931"/>
                  </a:lnTo>
                  <a:lnTo>
                    <a:pt x="10162" y="27690"/>
                  </a:lnTo>
                  <a:lnTo>
                    <a:pt x="10192" y="27569"/>
                  </a:lnTo>
                  <a:lnTo>
                    <a:pt x="10222" y="27459"/>
                  </a:lnTo>
                  <a:lnTo>
                    <a:pt x="10252" y="27338"/>
                  </a:lnTo>
                  <a:lnTo>
                    <a:pt x="10262" y="27218"/>
                  </a:lnTo>
                  <a:lnTo>
                    <a:pt x="10273" y="27007"/>
                  </a:lnTo>
                  <a:lnTo>
                    <a:pt x="10262" y="26796"/>
                  </a:lnTo>
                  <a:lnTo>
                    <a:pt x="10242" y="26584"/>
                  </a:lnTo>
                  <a:lnTo>
                    <a:pt x="10222" y="26383"/>
                  </a:lnTo>
                  <a:lnTo>
                    <a:pt x="10172" y="26002"/>
                  </a:lnTo>
                  <a:lnTo>
                    <a:pt x="10162" y="25811"/>
                  </a:lnTo>
                  <a:lnTo>
                    <a:pt x="10142" y="25630"/>
                  </a:lnTo>
                  <a:lnTo>
                    <a:pt x="10152" y="25439"/>
                  </a:lnTo>
                  <a:lnTo>
                    <a:pt x="10162" y="25258"/>
                  </a:lnTo>
                  <a:lnTo>
                    <a:pt x="10202" y="25077"/>
                  </a:lnTo>
                  <a:lnTo>
                    <a:pt x="10262" y="24896"/>
                  </a:lnTo>
                  <a:lnTo>
                    <a:pt x="10293" y="24805"/>
                  </a:lnTo>
                  <a:lnTo>
                    <a:pt x="10343" y="24705"/>
                  </a:lnTo>
                  <a:lnTo>
                    <a:pt x="10393" y="24615"/>
                  </a:lnTo>
                  <a:lnTo>
                    <a:pt x="10463" y="24524"/>
                  </a:lnTo>
                  <a:lnTo>
                    <a:pt x="10534" y="24434"/>
                  </a:lnTo>
                  <a:lnTo>
                    <a:pt x="10604" y="24343"/>
                  </a:lnTo>
                  <a:lnTo>
                    <a:pt x="10695" y="24243"/>
                  </a:lnTo>
                  <a:lnTo>
                    <a:pt x="10795" y="24152"/>
                  </a:lnTo>
                  <a:lnTo>
                    <a:pt x="10866" y="24092"/>
                  </a:lnTo>
                  <a:lnTo>
                    <a:pt x="10936" y="24042"/>
                  </a:lnTo>
                  <a:lnTo>
                    <a:pt x="11077" y="23951"/>
                  </a:lnTo>
                  <a:lnTo>
                    <a:pt x="11237" y="23891"/>
                  </a:lnTo>
                  <a:lnTo>
                    <a:pt x="11408" y="23841"/>
                  </a:lnTo>
                  <a:lnTo>
                    <a:pt x="11589" y="23810"/>
                  </a:lnTo>
                  <a:lnTo>
                    <a:pt x="11770" y="23800"/>
                  </a:lnTo>
                  <a:lnTo>
                    <a:pt x="11951" y="23800"/>
                  </a:lnTo>
                  <a:lnTo>
                    <a:pt x="12142" y="23820"/>
                  </a:lnTo>
                  <a:lnTo>
                    <a:pt x="12333" y="23851"/>
                  </a:lnTo>
                  <a:lnTo>
                    <a:pt x="12514" y="23901"/>
                  </a:lnTo>
                  <a:lnTo>
                    <a:pt x="12695" y="23961"/>
                  </a:lnTo>
                  <a:lnTo>
                    <a:pt x="12866" y="24032"/>
                  </a:lnTo>
                  <a:lnTo>
                    <a:pt x="13036" y="24112"/>
                  </a:lnTo>
                  <a:lnTo>
                    <a:pt x="13187" y="24202"/>
                  </a:lnTo>
                  <a:lnTo>
                    <a:pt x="13338" y="24303"/>
                  </a:lnTo>
                  <a:lnTo>
                    <a:pt x="13459" y="24413"/>
                  </a:lnTo>
                  <a:lnTo>
                    <a:pt x="13569" y="24524"/>
                  </a:lnTo>
                  <a:lnTo>
                    <a:pt x="13670" y="24635"/>
                  </a:lnTo>
                  <a:lnTo>
                    <a:pt x="13760" y="24745"/>
                  </a:lnTo>
                  <a:lnTo>
                    <a:pt x="13841" y="24866"/>
                  </a:lnTo>
                  <a:lnTo>
                    <a:pt x="14001" y="25107"/>
                  </a:lnTo>
                  <a:lnTo>
                    <a:pt x="14142" y="25358"/>
                  </a:lnTo>
                  <a:lnTo>
                    <a:pt x="14313" y="25700"/>
                  </a:lnTo>
                  <a:lnTo>
                    <a:pt x="14393" y="25871"/>
                  </a:lnTo>
                  <a:lnTo>
                    <a:pt x="14464" y="26042"/>
                  </a:lnTo>
                  <a:lnTo>
                    <a:pt x="14534" y="26213"/>
                  </a:lnTo>
                  <a:lnTo>
                    <a:pt x="14594" y="26394"/>
                  </a:lnTo>
                  <a:lnTo>
                    <a:pt x="14645" y="26574"/>
                  </a:lnTo>
                  <a:lnTo>
                    <a:pt x="14675" y="26765"/>
                  </a:lnTo>
                  <a:lnTo>
                    <a:pt x="14685" y="26785"/>
                  </a:lnTo>
                  <a:lnTo>
                    <a:pt x="14715" y="27007"/>
                  </a:lnTo>
                  <a:lnTo>
                    <a:pt x="14735" y="27228"/>
                  </a:lnTo>
                  <a:lnTo>
                    <a:pt x="14745" y="27459"/>
                  </a:lnTo>
                  <a:lnTo>
                    <a:pt x="14745" y="27680"/>
                  </a:lnTo>
                  <a:lnTo>
                    <a:pt x="14735" y="27901"/>
                  </a:lnTo>
                  <a:lnTo>
                    <a:pt x="14715" y="28132"/>
                  </a:lnTo>
                  <a:lnTo>
                    <a:pt x="14695" y="28353"/>
                  </a:lnTo>
                  <a:lnTo>
                    <a:pt x="14655" y="28575"/>
                  </a:lnTo>
                  <a:lnTo>
                    <a:pt x="14604" y="28796"/>
                  </a:lnTo>
                  <a:lnTo>
                    <a:pt x="14554" y="29017"/>
                  </a:lnTo>
                  <a:lnTo>
                    <a:pt x="14494" y="29238"/>
                  </a:lnTo>
                  <a:lnTo>
                    <a:pt x="14413" y="29449"/>
                  </a:lnTo>
                  <a:lnTo>
                    <a:pt x="14333" y="29670"/>
                  </a:lnTo>
                  <a:lnTo>
                    <a:pt x="14253" y="29881"/>
                  </a:lnTo>
                  <a:lnTo>
                    <a:pt x="14152" y="30092"/>
                  </a:lnTo>
                  <a:lnTo>
                    <a:pt x="14052" y="30293"/>
                  </a:lnTo>
                  <a:lnTo>
                    <a:pt x="13861" y="30645"/>
                  </a:lnTo>
                  <a:lnTo>
                    <a:pt x="13660" y="30997"/>
                  </a:lnTo>
                  <a:lnTo>
                    <a:pt x="13449" y="31349"/>
                  </a:lnTo>
                  <a:lnTo>
                    <a:pt x="13227" y="31690"/>
                  </a:lnTo>
                  <a:lnTo>
                    <a:pt x="13097" y="31791"/>
                  </a:lnTo>
                  <a:lnTo>
                    <a:pt x="12966" y="31891"/>
                  </a:lnTo>
                  <a:lnTo>
                    <a:pt x="12825" y="31992"/>
                  </a:lnTo>
                  <a:lnTo>
                    <a:pt x="12685" y="32072"/>
                  </a:lnTo>
                  <a:lnTo>
                    <a:pt x="12544" y="32163"/>
                  </a:lnTo>
                  <a:lnTo>
                    <a:pt x="12393" y="32243"/>
                  </a:lnTo>
                  <a:lnTo>
                    <a:pt x="12092" y="32384"/>
                  </a:lnTo>
                  <a:lnTo>
                    <a:pt x="11780" y="32504"/>
                  </a:lnTo>
                  <a:lnTo>
                    <a:pt x="11459" y="32615"/>
                  </a:lnTo>
                  <a:lnTo>
                    <a:pt x="11127" y="32705"/>
                  </a:lnTo>
                  <a:lnTo>
                    <a:pt x="10785" y="32786"/>
                  </a:lnTo>
                  <a:lnTo>
                    <a:pt x="10443" y="32856"/>
                  </a:lnTo>
                  <a:lnTo>
                    <a:pt x="10102" y="32917"/>
                  </a:lnTo>
                  <a:lnTo>
                    <a:pt x="9750" y="32967"/>
                  </a:lnTo>
                  <a:lnTo>
                    <a:pt x="9408" y="33017"/>
                  </a:lnTo>
                  <a:lnTo>
                    <a:pt x="8715" y="33087"/>
                  </a:lnTo>
                  <a:lnTo>
                    <a:pt x="8041" y="33148"/>
                  </a:lnTo>
                  <a:lnTo>
                    <a:pt x="7328" y="33228"/>
                  </a:lnTo>
                  <a:lnTo>
                    <a:pt x="6644" y="33319"/>
                  </a:lnTo>
                  <a:lnTo>
                    <a:pt x="5971" y="33409"/>
                  </a:lnTo>
                  <a:lnTo>
                    <a:pt x="5307" y="33479"/>
                  </a:lnTo>
                  <a:lnTo>
                    <a:pt x="4986" y="33510"/>
                  </a:lnTo>
                  <a:lnTo>
                    <a:pt x="4654" y="33530"/>
                  </a:lnTo>
                  <a:lnTo>
                    <a:pt x="4322" y="33540"/>
                  </a:lnTo>
                  <a:lnTo>
                    <a:pt x="3991" y="33540"/>
                  </a:lnTo>
                  <a:lnTo>
                    <a:pt x="3649" y="33520"/>
                  </a:lnTo>
                  <a:lnTo>
                    <a:pt x="3307" y="33489"/>
                  </a:lnTo>
                  <a:lnTo>
                    <a:pt x="2956" y="33439"/>
                  </a:lnTo>
                  <a:lnTo>
                    <a:pt x="2604" y="33369"/>
                  </a:lnTo>
                  <a:lnTo>
                    <a:pt x="2714" y="33399"/>
                  </a:lnTo>
                  <a:lnTo>
                    <a:pt x="2815" y="33439"/>
                  </a:lnTo>
                  <a:lnTo>
                    <a:pt x="3036" y="33550"/>
                  </a:lnTo>
                  <a:lnTo>
                    <a:pt x="3257" y="33660"/>
                  </a:lnTo>
                  <a:lnTo>
                    <a:pt x="3368" y="33711"/>
                  </a:lnTo>
                  <a:lnTo>
                    <a:pt x="3468" y="33751"/>
                  </a:lnTo>
                  <a:lnTo>
                    <a:pt x="3709" y="33811"/>
                  </a:lnTo>
                  <a:lnTo>
                    <a:pt x="3961" y="33871"/>
                  </a:lnTo>
                  <a:lnTo>
                    <a:pt x="4202" y="33912"/>
                  </a:lnTo>
                  <a:lnTo>
                    <a:pt x="4453" y="33952"/>
                  </a:lnTo>
                  <a:lnTo>
                    <a:pt x="4584" y="33972"/>
                  </a:lnTo>
                  <a:lnTo>
                    <a:pt x="4714" y="33972"/>
                  </a:lnTo>
                  <a:lnTo>
                    <a:pt x="4966" y="33982"/>
                  </a:lnTo>
                  <a:lnTo>
                    <a:pt x="5227" y="33962"/>
                  </a:lnTo>
                  <a:lnTo>
                    <a:pt x="5478" y="33942"/>
                  </a:lnTo>
                  <a:lnTo>
                    <a:pt x="5740" y="33932"/>
                  </a:lnTo>
                  <a:lnTo>
                    <a:pt x="5991" y="33912"/>
                  </a:lnTo>
                  <a:lnTo>
                    <a:pt x="6252" y="33912"/>
                  </a:lnTo>
                  <a:lnTo>
                    <a:pt x="6514" y="33932"/>
                  </a:lnTo>
                  <a:lnTo>
                    <a:pt x="6654" y="33962"/>
                  </a:lnTo>
                  <a:lnTo>
                    <a:pt x="6715" y="33982"/>
                  </a:lnTo>
                  <a:lnTo>
                    <a:pt x="6755" y="34002"/>
                  </a:lnTo>
                  <a:lnTo>
                    <a:pt x="6795" y="34032"/>
                  </a:lnTo>
                  <a:lnTo>
                    <a:pt x="6825" y="34052"/>
                  </a:lnTo>
                  <a:lnTo>
                    <a:pt x="6845" y="34082"/>
                  </a:lnTo>
                  <a:lnTo>
                    <a:pt x="6865" y="34123"/>
                  </a:lnTo>
                  <a:lnTo>
                    <a:pt x="6865" y="34153"/>
                  </a:lnTo>
                  <a:lnTo>
                    <a:pt x="6865" y="34193"/>
                  </a:lnTo>
                  <a:lnTo>
                    <a:pt x="6855" y="34263"/>
                  </a:lnTo>
                  <a:lnTo>
                    <a:pt x="6815" y="34354"/>
                  </a:lnTo>
                  <a:lnTo>
                    <a:pt x="6755" y="34434"/>
                  </a:lnTo>
                  <a:lnTo>
                    <a:pt x="6684" y="34525"/>
                  </a:lnTo>
                  <a:lnTo>
                    <a:pt x="6604" y="34605"/>
                  </a:lnTo>
                  <a:lnTo>
                    <a:pt x="6433" y="34776"/>
                  </a:lnTo>
                  <a:lnTo>
                    <a:pt x="6252" y="34917"/>
                  </a:lnTo>
                  <a:lnTo>
                    <a:pt x="6111" y="35027"/>
                  </a:lnTo>
                  <a:lnTo>
                    <a:pt x="6011" y="35098"/>
                  </a:lnTo>
                  <a:lnTo>
                    <a:pt x="5900" y="35168"/>
                  </a:lnTo>
                  <a:lnTo>
                    <a:pt x="5669" y="35299"/>
                  </a:lnTo>
                  <a:lnTo>
                    <a:pt x="5428" y="35439"/>
                  </a:lnTo>
                  <a:lnTo>
                    <a:pt x="5187" y="35580"/>
                  </a:lnTo>
                  <a:lnTo>
                    <a:pt x="5066" y="35660"/>
                  </a:lnTo>
                  <a:lnTo>
                    <a:pt x="4966" y="35741"/>
                  </a:lnTo>
                  <a:lnTo>
                    <a:pt x="4865" y="35821"/>
                  </a:lnTo>
                  <a:lnTo>
                    <a:pt x="4765" y="35912"/>
                  </a:lnTo>
                  <a:lnTo>
                    <a:pt x="4684" y="36002"/>
                  </a:lnTo>
                  <a:lnTo>
                    <a:pt x="4624" y="36103"/>
                  </a:lnTo>
                  <a:lnTo>
                    <a:pt x="4574" y="36213"/>
                  </a:lnTo>
                  <a:lnTo>
                    <a:pt x="4533" y="36324"/>
                  </a:lnTo>
                  <a:lnTo>
                    <a:pt x="4533" y="36324"/>
                  </a:lnTo>
                  <a:lnTo>
                    <a:pt x="4694" y="36284"/>
                  </a:lnTo>
                  <a:lnTo>
                    <a:pt x="4855" y="36233"/>
                  </a:lnTo>
                  <a:lnTo>
                    <a:pt x="5167" y="36113"/>
                  </a:lnTo>
                  <a:lnTo>
                    <a:pt x="5478" y="35972"/>
                  </a:lnTo>
                  <a:lnTo>
                    <a:pt x="5790" y="35821"/>
                  </a:lnTo>
                  <a:lnTo>
                    <a:pt x="6091" y="35650"/>
                  </a:lnTo>
                  <a:lnTo>
                    <a:pt x="6393" y="35469"/>
                  </a:lnTo>
                  <a:lnTo>
                    <a:pt x="6996" y="35098"/>
                  </a:lnTo>
                  <a:lnTo>
                    <a:pt x="7609" y="34716"/>
                  </a:lnTo>
                  <a:lnTo>
                    <a:pt x="7921" y="34535"/>
                  </a:lnTo>
                  <a:lnTo>
                    <a:pt x="8232" y="34354"/>
                  </a:lnTo>
                  <a:lnTo>
                    <a:pt x="8554" y="34193"/>
                  </a:lnTo>
                  <a:lnTo>
                    <a:pt x="8885" y="34042"/>
                  </a:lnTo>
                  <a:lnTo>
                    <a:pt x="9227" y="33922"/>
                  </a:lnTo>
                  <a:lnTo>
                    <a:pt x="9398" y="33861"/>
                  </a:lnTo>
                  <a:lnTo>
                    <a:pt x="9569" y="33811"/>
                  </a:lnTo>
                  <a:lnTo>
                    <a:pt x="9870" y="33731"/>
                  </a:lnTo>
                  <a:lnTo>
                    <a:pt x="10061" y="33680"/>
                  </a:lnTo>
                  <a:lnTo>
                    <a:pt x="10252" y="33640"/>
                  </a:lnTo>
                  <a:lnTo>
                    <a:pt x="10443" y="33610"/>
                  </a:lnTo>
                  <a:lnTo>
                    <a:pt x="10634" y="33600"/>
                  </a:lnTo>
                  <a:lnTo>
                    <a:pt x="10715" y="33610"/>
                  </a:lnTo>
                  <a:lnTo>
                    <a:pt x="10795" y="33620"/>
                  </a:lnTo>
                  <a:lnTo>
                    <a:pt x="10866" y="33640"/>
                  </a:lnTo>
                  <a:lnTo>
                    <a:pt x="10926" y="33670"/>
                  </a:lnTo>
                  <a:lnTo>
                    <a:pt x="10966" y="33700"/>
                  </a:lnTo>
                  <a:lnTo>
                    <a:pt x="11006" y="33741"/>
                  </a:lnTo>
                  <a:lnTo>
                    <a:pt x="11036" y="33781"/>
                  </a:lnTo>
                  <a:lnTo>
                    <a:pt x="11067" y="33821"/>
                  </a:lnTo>
                  <a:lnTo>
                    <a:pt x="11087" y="33861"/>
                  </a:lnTo>
                  <a:lnTo>
                    <a:pt x="11107" y="33912"/>
                  </a:lnTo>
                  <a:lnTo>
                    <a:pt x="11117" y="34012"/>
                  </a:lnTo>
                  <a:lnTo>
                    <a:pt x="11107" y="34113"/>
                  </a:lnTo>
                  <a:lnTo>
                    <a:pt x="11077" y="34233"/>
                  </a:lnTo>
                  <a:lnTo>
                    <a:pt x="11026" y="34354"/>
                  </a:lnTo>
                  <a:lnTo>
                    <a:pt x="10956" y="34484"/>
                  </a:lnTo>
                  <a:lnTo>
                    <a:pt x="10876" y="34615"/>
                  </a:lnTo>
                  <a:lnTo>
                    <a:pt x="10785" y="34756"/>
                  </a:lnTo>
                  <a:lnTo>
                    <a:pt x="10675" y="34897"/>
                  </a:lnTo>
                  <a:lnTo>
                    <a:pt x="10544" y="35037"/>
                  </a:lnTo>
                  <a:lnTo>
                    <a:pt x="10273" y="35339"/>
                  </a:lnTo>
                  <a:lnTo>
                    <a:pt x="9961" y="35630"/>
                  </a:lnTo>
                  <a:lnTo>
                    <a:pt x="9639" y="35932"/>
                  </a:lnTo>
                  <a:lnTo>
                    <a:pt x="9308" y="36213"/>
                  </a:lnTo>
                  <a:lnTo>
                    <a:pt x="8976" y="36475"/>
                  </a:lnTo>
                  <a:lnTo>
                    <a:pt x="8654" y="36726"/>
                  </a:lnTo>
                  <a:lnTo>
                    <a:pt x="8363" y="36937"/>
                  </a:lnTo>
                  <a:lnTo>
                    <a:pt x="8102" y="37118"/>
                  </a:lnTo>
                  <a:lnTo>
                    <a:pt x="7901" y="37248"/>
                  </a:lnTo>
                  <a:lnTo>
                    <a:pt x="7750" y="37339"/>
                  </a:lnTo>
                  <a:lnTo>
                    <a:pt x="7468" y="37480"/>
                  </a:lnTo>
                  <a:lnTo>
                    <a:pt x="7187" y="37610"/>
                  </a:lnTo>
                  <a:lnTo>
                    <a:pt x="6885" y="37741"/>
                  </a:lnTo>
                  <a:lnTo>
                    <a:pt x="6584" y="37862"/>
                  </a:lnTo>
                  <a:lnTo>
                    <a:pt x="6272" y="37972"/>
                  </a:lnTo>
                  <a:lnTo>
                    <a:pt x="5961" y="38073"/>
                  </a:lnTo>
                  <a:lnTo>
                    <a:pt x="5307" y="38274"/>
                  </a:lnTo>
                  <a:lnTo>
                    <a:pt x="4654" y="38455"/>
                  </a:lnTo>
                  <a:lnTo>
                    <a:pt x="4001" y="38625"/>
                  </a:lnTo>
                  <a:lnTo>
                    <a:pt x="3358" y="38796"/>
                  </a:lnTo>
                  <a:lnTo>
                    <a:pt x="2744" y="38967"/>
                  </a:lnTo>
                  <a:lnTo>
                    <a:pt x="2915" y="39017"/>
                  </a:lnTo>
                  <a:lnTo>
                    <a:pt x="3086" y="39058"/>
                  </a:lnTo>
                  <a:lnTo>
                    <a:pt x="3257" y="39088"/>
                  </a:lnTo>
                  <a:lnTo>
                    <a:pt x="3438" y="39108"/>
                  </a:lnTo>
                  <a:lnTo>
                    <a:pt x="3619" y="39118"/>
                  </a:lnTo>
                  <a:lnTo>
                    <a:pt x="3800" y="39118"/>
                  </a:lnTo>
                  <a:lnTo>
                    <a:pt x="3981" y="39108"/>
                  </a:lnTo>
                  <a:lnTo>
                    <a:pt x="4162" y="39098"/>
                  </a:lnTo>
                  <a:lnTo>
                    <a:pt x="4523" y="39058"/>
                  </a:lnTo>
                  <a:lnTo>
                    <a:pt x="4885" y="38987"/>
                  </a:lnTo>
                  <a:lnTo>
                    <a:pt x="5237" y="38917"/>
                  </a:lnTo>
                  <a:lnTo>
                    <a:pt x="5579" y="38836"/>
                  </a:lnTo>
                  <a:lnTo>
                    <a:pt x="5730" y="38806"/>
                  </a:lnTo>
                  <a:lnTo>
                    <a:pt x="5890" y="38786"/>
                  </a:lnTo>
                  <a:lnTo>
                    <a:pt x="6041" y="38766"/>
                  </a:lnTo>
                  <a:lnTo>
                    <a:pt x="6312" y="38766"/>
                  </a:lnTo>
                  <a:lnTo>
                    <a:pt x="6443" y="38786"/>
                  </a:lnTo>
                  <a:lnTo>
                    <a:pt x="6554" y="38806"/>
                  </a:lnTo>
                  <a:lnTo>
                    <a:pt x="6654" y="38847"/>
                  </a:lnTo>
                  <a:lnTo>
                    <a:pt x="6725" y="38887"/>
                  </a:lnTo>
                  <a:lnTo>
                    <a:pt x="6765" y="38917"/>
                  </a:lnTo>
                  <a:lnTo>
                    <a:pt x="6785" y="38947"/>
                  </a:lnTo>
                  <a:lnTo>
                    <a:pt x="6805" y="38987"/>
                  </a:lnTo>
                  <a:lnTo>
                    <a:pt x="6825" y="39027"/>
                  </a:lnTo>
                  <a:lnTo>
                    <a:pt x="6825" y="39068"/>
                  </a:lnTo>
                  <a:lnTo>
                    <a:pt x="6835" y="39108"/>
                  </a:lnTo>
                  <a:lnTo>
                    <a:pt x="6825" y="39158"/>
                  </a:lnTo>
                  <a:lnTo>
                    <a:pt x="6815" y="39218"/>
                  </a:lnTo>
                  <a:lnTo>
                    <a:pt x="6765" y="39329"/>
                  </a:lnTo>
                  <a:lnTo>
                    <a:pt x="6684" y="39460"/>
                  </a:lnTo>
                  <a:lnTo>
                    <a:pt x="6564" y="39610"/>
                  </a:lnTo>
                  <a:lnTo>
                    <a:pt x="6433" y="39751"/>
                  </a:lnTo>
                  <a:lnTo>
                    <a:pt x="6292" y="39882"/>
                  </a:lnTo>
                  <a:lnTo>
                    <a:pt x="6142" y="40012"/>
                  </a:lnTo>
                  <a:lnTo>
                    <a:pt x="5971" y="40133"/>
                  </a:lnTo>
                  <a:lnTo>
                    <a:pt x="5629" y="40384"/>
                  </a:lnTo>
                  <a:lnTo>
                    <a:pt x="5287" y="40626"/>
                  </a:lnTo>
                  <a:lnTo>
                    <a:pt x="5116" y="40746"/>
                  </a:lnTo>
                  <a:lnTo>
                    <a:pt x="4956" y="40877"/>
                  </a:lnTo>
                  <a:lnTo>
                    <a:pt x="4805" y="41017"/>
                  </a:lnTo>
                  <a:lnTo>
                    <a:pt x="4664" y="41158"/>
                  </a:lnTo>
                  <a:lnTo>
                    <a:pt x="4544" y="41299"/>
                  </a:lnTo>
                  <a:lnTo>
                    <a:pt x="4433" y="41460"/>
                  </a:lnTo>
                  <a:lnTo>
                    <a:pt x="4343" y="41631"/>
                  </a:lnTo>
                  <a:lnTo>
                    <a:pt x="4312" y="41711"/>
                  </a:lnTo>
                  <a:lnTo>
                    <a:pt x="4282" y="41801"/>
                  </a:lnTo>
                  <a:lnTo>
                    <a:pt x="4594" y="41621"/>
                  </a:lnTo>
                  <a:lnTo>
                    <a:pt x="4895" y="41430"/>
                  </a:lnTo>
                  <a:lnTo>
                    <a:pt x="5197" y="41239"/>
                  </a:lnTo>
                  <a:lnTo>
                    <a:pt x="5488" y="41028"/>
                  </a:lnTo>
                  <a:lnTo>
                    <a:pt x="5780" y="40806"/>
                  </a:lnTo>
                  <a:lnTo>
                    <a:pt x="6061" y="40585"/>
                  </a:lnTo>
                  <a:lnTo>
                    <a:pt x="6343" y="40354"/>
                  </a:lnTo>
                  <a:lnTo>
                    <a:pt x="6614" y="40123"/>
                  </a:lnTo>
                  <a:lnTo>
                    <a:pt x="7137" y="39630"/>
                  </a:lnTo>
                  <a:lnTo>
                    <a:pt x="7659" y="39138"/>
                  </a:lnTo>
                  <a:lnTo>
                    <a:pt x="8162" y="38635"/>
                  </a:lnTo>
                  <a:lnTo>
                    <a:pt x="8654" y="38143"/>
                  </a:lnTo>
                  <a:lnTo>
                    <a:pt x="8875" y="37902"/>
                  </a:lnTo>
                  <a:lnTo>
                    <a:pt x="9087" y="37661"/>
                  </a:lnTo>
                  <a:lnTo>
                    <a:pt x="9298" y="37409"/>
                  </a:lnTo>
                  <a:lnTo>
                    <a:pt x="9489" y="37158"/>
                  </a:lnTo>
                  <a:lnTo>
                    <a:pt x="9891" y="36645"/>
                  </a:lnTo>
                  <a:lnTo>
                    <a:pt x="10102" y="36394"/>
                  </a:lnTo>
                  <a:lnTo>
                    <a:pt x="10313" y="36153"/>
                  </a:lnTo>
                  <a:lnTo>
                    <a:pt x="10564" y="35871"/>
                  </a:lnTo>
                  <a:lnTo>
                    <a:pt x="10695" y="35731"/>
                  </a:lnTo>
                  <a:lnTo>
                    <a:pt x="10835" y="35590"/>
                  </a:lnTo>
                  <a:lnTo>
                    <a:pt x="10976" y="35459"/>
                  </a:lnTo>
                  <a:lnTo>
                    <a:pt x="11127" y="35339"/>
                  </a:lnTo>
                  <a:lnTo>
                    <a:pt x="11288" y="35228"/>
                  </a:lnTo>
                  <a:lnTo>
                    <a:pt x="11448" y="35128"/>
                  </a:lnTo>
                  <a:lnTo>
                    <a:pt x="11559" y="35077"/>
                  </a:lnTo>
                  <a:lnTo>
                    <a:pt x="11660" y="35047"/>
                  </a:lnTo>
                  <a:lnTo>
                    <a:pt x="11750" y="35037"/>
                  </a:lnTo>
                  <a:lnTo>
                    <a:pt x="11840" y="35047"/>
                  </a:lnTo>
                  <a:lnTo>
                    <a:pt x="11921" y="35067"/>
                  </a:lnTo>
                  <a:lnTo>
                    <a:pt x="12001" y="35098"/>
                  </a:lnTo>
                  <a:lnTo>
                    <a:pt x="12072" y="35148"/>
                  </a:lnTo>
                  <a:lnTo>
                    <a:pt x="12132" y="35198"/>
                  </a:lnTo>
                  <a:lnTo>
                    <a:pt x="12182" y="35268"/>
                  </a:lnTo>
                  <a:lnTo>
                    <a:pt x="12232" y="35339"/>
                  </a:lnTo>
                  <a:lnTo>
                    <a:pt x="12273" y="35419"/>
                  </a:lnTo>
                  <a:lnTo>
                    <a:pt x="12303" y="35500"/>
                  </a:lnTo>
                  <a:lnTo>
                    <a:pt x="12323" y="35590"/>
                  </a:lnTo>
                  <a:lnTo>
                    <a:pt x="12343" y="35680"/>
                  </a:lnTo>
                  <a:lnTo>
                    <a:pt x="12343" y="35771"/>
                  </a:lnTo>
                  <a:lnTo>
                    <a:pt x="12343" y="35861"/>
                  </a:lnTo>
                  <a:lnTo>
                    <a:pt x="12313" y="36022"/>
                  </a:lnTo>
                  <a:lnTo>
                    <a:pt x="12263" y="36173"/>
                  </a:lnTo>
                  <a:lnTo>
                    <a:pt x="12202" y="36314"/>
                  </a:lnTo>
                  <a:lnTo>
                    <a:pt x="12122" y="36464"/>
                  </a:lnTo>
                  <a:lnTo>
                    <a:pt x="12031" y="36605"/>
                  </a:lnTo>
                  <a:lnTo>
                    <a:pt x="11941" y="36736"/>
                  </a:lnTo>
                  <a:lnTo>
                    <a:pt x="11750" y="36987"/>
                  </a:lnTo>
                  <a:lnTo>
                    <a:pt x="11499" y="37289"/>
                  </a:lnTo>
                  <a:lnTo>
                    <a:pt x="11237" y="37610"/>
                  </a:lnTo>
                  <a:lnTo>
                    <a:pt x="11117" y="37771"/>
                  </a:lnTo>
                  <a:lnTo>
                    <a:pt x="11006" y="37932"/>
                  </a:lnTo>
                  <a:lnTo>
                    <a:pt x="10896" y="38093"/>
                  </a:lnTo>
                  <a:lnTo>
                    <a:pt x="10805" y="38264"/>
                  </a:lnTo>
                  <a:lnTo>
                    <a:pt x="10735" y="38414"/>
                  </a:lnTo>
                  <a:lnTo>
                    <a:pt x="10685" y="38565"/>
                  </a:lnTo>
                  <a:lnTo>
                    <a:pt x="10654" y="38726"/>
                  </a:lnTo>
                  <a:lnTo>
                    <a:pt x="10624" y="38887"/>
                  </a:lnTo>
                  <a:lnTo>
                    <a:pt x="10604" y="39218"/>
                  </a:lnTo>
                  <a:lnTo>
                    <a:pt x="10584" y="39379"/>
                  </a:lnTo>
                  <a:lnTo>
                    <a:pt x="10564" y="39530"/>
                  </a:lnTo>
                  <a:lnTo>
                    <a:pt x="10644" y="39369"/>
                  </a:lnTo>
                  <a:lnTo>
                    <a:pt x="10735" y="39208"/>
                  </a:lnTo>
                  <a:lnTo>
                    <a:pt x="10835" y="39048"/>
                  </a:lnTo>
                  <a:lnTo>
                    <a:pt x="10946" y="38887"/>
                  </a:lnTo>
                  <a:lnTo>
                    <a:pt x="11167" y="38585"/>
                  </a:lnTo>
                  <a:lnTo>
                    <a:pt x="11378" y="38314"/>
                  </a:lnTo>
                  <a:lnTo>
                    <a:pt x="11469" y="38203"/>
                  </a:lnTo>
                  <a:lnTo>
                    <a:pt x="11549" y="38113"/>
                  </a:lnTo>
                  <a:lnTo>
                    <a:pt x="11619" y="38042"/>
                  </a:lnTo>
                  <a:lnTo>
                    <a:pt x="11660" y="38022"/>
                  </a:lnTo>
                  <a:lnTo>
                    <a:pt x="11690" y="38012"/>
                  </a:lnTo>
                  <a:lnTo>
                    <a:pt x="11720" y="38012"/>
                  </a:lnTo>
                  <a:lnTo>
                    <a:pt x="11740" y="38022"/>
                  </a:lnTo>
                  <a:lnTo>
                    <a:pt x="11770" y="38042"/>
                  </a:lnTo>
                  <a:lnTo>
                    <a:pt x="11790" y="38073"/>
                  </a:lnTo>
                  <a:lnTo>
                    <a:pt x="11810" y="38113"/>
                  </a:lnTo>
                  <a:lnTo>
                    <a:pt x="11820" y="38163"/>
                  </a:lnTo>
                  <a:lnTo>
                    <a:pt x="11850" y="38304"/>
                  </a:lnTo>
                  <a:lnTo>
                    <a:pt x="11891" y="38676"/>
                  </a:lnTo>
                  <a:lnTo>
                    <a:pt x="11921" y="39068"/>
                  </a:lnTo>
                  <a:lnTo>
                    <a:pt x="11941" y="39460"/>
                  </a:lnTo>
                  <a:lnTo>
                    <a:pt x="11951" y="39842"/>
                  </a:lnTo>
                  <a:lnTo>
                    <a:pt x="11951" y="39671"/>
                  </a:lnTo>
                  <a:lnTo>
                    <a:pt x="11961" y="39490"/>
                  </a:lnTo>
                  <a:lnTo>
                    <a:pt x="11981" y="39299"/>
                  </a:lnTo>
                  <a:lnTo>
                    <a:pt x="12001" y="39118"/>
                  </a:lnTo>
                  <a:lnTo>
                    <a:pt x="12072" y="38746"/>
                  </a:lnTo>
                  <a:lnTo>
                    <a:pt x="12152" y="38364"/>
                  </a:lnTo>
                  <a:lnTo>
                    <a:pt x="12253" y="37992"/>
                  </a:lnTo>
                  <a:lnTo>
                    <a:pt x="12343" y="37620"/>
                  </a:lnTo>
                  <a:lnTo>
                    <a:pt x="12544" y="36907"/>
                  </a:lnTo>
                  <a:lnTo>
                    <a:pt x="12655" y="36475"/>
                  </a:lnTo>
                  <a:lnTo>
                    <a:pt x="12775" y="36042"/>
                  </a:lnTo>
                  <a:lnTo>
                    <a:pt x="12846" y="35831"/>
                  </a:lnTo>
                  <a:lnTo>
                    <a:pt x="12926" y="35620"/>
                  </a:lnTo>
                  <a:lnTo>
                    <a:pt x="13006" y="35409"/>
                  </a:lnTo>
                  <a:lnTo>
                    <a:pt x="13107" y="35208"/>
                  </a:lnTo>
                  <a:lnTo>
                    <a:pt x="13177" y="35108"/>
                  </a:lnTo>
                  <a:lnTo>
                    <a:pt x="13248" y="35007"/>
                  </a:lnTo>
                  <a:lnTo>
                    <a:pt x="13318" y="34917"/>
                  </a:lnTo>
                  <a:lnTo>
                    <a:pt x="13398" y="34846"/>
                  </a:lnTo>
                  <a:lnTo>
                    <a:pt x="13479" y="34776"/>
                  </a:lnTo>
                  <a:lnTo>
                    <a:pt x="13569" y="34736"/>
                  </a:lnTo>
                  <a:lnTo>
                    <a:pt x="13650" y="34696"/>
                  </a:lnTo>
                  <a:lnTo>
                    <a:pt x="13730" y="34685"/>
                  </a:lnTo>
                  <a:lnTo>
                    <a:pt x="13810" y="34685"/>
                  </a:lnTo>
                  <a:lnTo>
                    <a:pt x="13891" y="34706"/>
                  </a:lnTo>
                  <a:lnTo>
                    <a:pt x="13951" y="34746"/>
                  </a:lnTo>
                  <a:lnTo>
                    <a:pt x="14021" y="34806"/>
                  </a:lnTo>
                  <a:lnTo>
                    <a:pt x="14072" y="34886"/>
                  </a:lnTo>
                  <a:lnTo>
                    <a:pt x="14112" y="34997"/>
                  </a:lnTo>
                  <a:lnTo>
                    <a:pt x="14142" y="35118"/>
                  </a:lnTo>
                  <a:lnTo>
                    <a:pt x="14162" y="35278"/>
                  </a:lnTo>
                  <a:lnTo>
                    <a:pt x="14162" y="35399"/>
                  </a:lnTo>
                  <a:lnTo>
                    <a:pt x="14152" y="35530"/>
                  </a:lnTo>
                  <a:lnTo>
                    <a:pt x="14132" y="35660"/>
                  </a:lnTo>
                  <a:lnTo>
                    <a:pt x="14102" y="35791"/>
                  </a:lnTo>
                  <a:lnTo>
                    <a:pt x="14052" y="36052"/>
                  </a:lnTo>
                  <a:lnTo>
                    <a:pt x="14032" y="36183"/>
                  </a:lnTo>
                  <a:lnTo>
                    <a:pt x="14021" y="36314"/>
                  </a:lnTo>
                  <a:lnTo>
                    <a:pt x="14021" y="36424"/>
                  </a:lnTo>
                  <a:lnTo>
                    <a:pt x="14042" y="36545"/>
                  </a:lnTo>
                  <a:lnTo>
                    <a:pt x="14102" y="36776"/>
                  </a:lnTo>
                  <a:lnTo>
                    <a:pt x="14152" y="36997"/>
                  </a:lnTo>
                  <a:lnTo>
                    <a:pt x="14172" y="37108"/>
                  </a:lnTo>
                  <a:lnTo>
                    <a:pt x="14172" y="37218"/>
                  </a:lnTo>
                  <a:lnTo>
                    <a:pt x="14182" y="37068"/>
                  </a:lnTo>
                  <a:lnTo>
                    <a:pt x="14212" y="36937"/>
                  </a:lnTo>
                  <a:lnTo>
                    <a:pt x="14243" y="36796"/>
                  </a:lnTo>
                  <a:lnTo>
                    <a:pt x="14293" y="36665"/>
                  </a:lnTo>
                  <a:lnTo>
                    <a:pt x="14343" y="36535"/>
                  </a:lnTo>
                  <a:lnTo>
                    <a:pt x="14393" y="36404"/>
                  </a:lnTo>
                  <a:lnTo>
                    <a:pt x="14514" y="36153"/>
                  </a:lnTo>
                  <a:lnTo>
                    <a:pt x="14645" y="35902"/>
                  </a:lnTo>
                  <a:lnTo>
                    <a:pt x="14765" y="35640"/>
                  </a:lnTo>
                  <a:lnTo>
                    <a:pt x="14826" y="35510"/>
                  </a:lnTo>
                  <a:lnTo>
                    <a:pt x="14876" y="35369"/>
                  </a:lnTo>
                  <a:lnTo>
                    <a:pt x="14916" y="35228"/>
                  </a:lnTo>
                  <a:lnTo>
                    <a:pt x="14956" y="35087"/>
                  </a:lnTo>
                  <a:lnTo>
                    <a:pt x="14976" y="34927"/>
                  </a:lnTo>
                  <a:lnTo>
                    <a:pt x="14986" y="34766"/>
                  </a:lnTo>
                  <a:lnTo>
                    <a:pt x="14976" y="34625"/>
                  </a:lnTo>
                  <a:lnTo>
                    <a:pt x="14956" y="34474"/>
                  </a:lnTo>
                  <a:lnTo>
                    <a:pt x="14926" y="34344"/>
                  </a:lnTo>
                  <a:lnTo>
                    <a:pt x="14886" y="34203"/>
                  </a:lnTo>
                  <a:lnTo>
                    <a:pt x="14836" y="34082"/>
                  </a:lnTo>
                  <a:lnTo>
                    <a:pt x="14785" y="33952"/>
                  </a:lnTo>
                  <a:lnTo>
                    <a:pt x="14675" y="33700"/>
                  </a:lnTo>
                  <a:lnTo>
                    <a:pt x="14564" y="33449"/>
                  </a:lnTo>
                  <a:lnTo>
                    <a:pt x="14514" y="33329"/>
                  </a:lnTo>
                  <a:lnTo>
                    <a:pt x="14474" y="33198"/>
                  </a:lnTo>
                  <a:lnTo>
                    <a:pt x="14444" y="33057"/>
                  </a:lnTo>
                  <a:lnTo>
                    <a:pt x="14423" y="32927"/>
                  </a:lnTo>
                  <a:lnTo>
                    <a:pt x="14413" y="32786"/>
                  </a:lnTo>
                  <a:lnTo>
                    <a:pt x="14423" y="32645"/>
                  </a:lnTo>
                  <a:lnTo>
                    <a:pt x="14434" y="32514"/>
                  </a:lnTo>
                  <a:lnTo>
                    <a:pt x="14464" y="32374"/>
                  </a:lnTo>
                  <a:lnTo>
                    <a:pt x="14494" y="32263"/>
                  </a:lnTo>
                  <a:lnTo>
                    <a:pt x="14524" y="32153"/>
                  </a:lnTo>
                  <a:lnTo>
                    <a:pt x="14564" y="32052"/>
                  </a:lnTo>
                  <a:lnTo>
                    <a:pt x="14614" y="31952"/>
                  </a:lnTo>
                  <a:lnTo>
                    <a:pt x="14665" y="31851"/>
                  </a:lnTo>
                  <a:lnTo>
                    <a:pt x="14725" y="31761"/>
                  </a:lnTo>
                  <a:lnTo>
                    <a:pt x="14856" y="31580"/>
                  </a:lnTo>
                  <a:lnTo>
                    <a:pt x="15006" y="31409"/>
                  </a:lnTo>
                  <a:lnTo>
                    <a:pt x="15167" y="31248"/>
                  </a:lnTo>
                  <a:lnTo>
                    <a:pt x="15348" y="31107"/>
                  </a:lnTo>
                  <a:lnTo>
                    <a:pt x="15549" y="30987"/>
                  </a:lnTo>
                  <a:lnTo>
                    <a:pt x="15760" y="30866"/>
                  </a:lnTo>
                  <a:lnTo>
                    <a:pt x="15981" y="30776"/>
                  </a:lnTo>
                  <a:lnTo>
                    <a:pt x="16202" y="30695"/>
                  </a:lnTo>
                  <a:lnTo>
                    <a:pt x="16444" y="30625"/>
                  </a:lnTo>
                  <a:lnTo>
                    <a:pt x="16685" y="30585"/>
                  </a:lnTo>
                  <a:lnTo>
                    <a:pt x="16936" y="30555"/>
                  </a:lnTo>
                  <a:lnTo>
                    <a:pt x="17198" y="30545"/>
                  </a:lnTo>
                  <a:lnTo>
                    <a:pt x="17449" y="30555"/>
                  </a:lnTo>
                  <a:lnTo>
                    <a:pt x="17891" y="30595"/>
                  </a:lnTo>
                  <a:lnTo>
                    <a:pt x="18323" y="30645"/>
                  </a:lnTo>
                  <a:lnTo>
                    <a:pt x="18765" y="30705"/>
                  </a:lnTo>
                  <a:lnTo>
                    <a:pt x="19208" y="30776"/>
                  </a:lnTo>
                  <a:lnTo>
                    <a:pt x="19650" y="30866"/>
                  </a:lnTo>
                  <a:lnTo>
                    <a:pt x="20082" y="30957"/>
                  </a:lnTo>
                  <a:lnTo>
                    <a:pt x="20514" y="31067"/>
                  </a:lnTo>
                  <a:lnTo>
                    <a:pt x="20946" y="31178"/>
                  </a:lnTo>
                  <a:lnTo>
                    <a:pt x="21127" y="31238"/>
                  </a:lnTo>
                  <a:lnTo>
                    <a:pt x="21308" y="31298"/>
                  </a:lnTo>
                  <a:lnTo>
                    <a:pt x="21479" y="31369"/>
                  </a:lnTo>
                  <a:lnTo>
                    <a:pt x="21650" y="31449"/>
                  </a:lnTo>
                  <a:lnTo>
                    <a:pt x="21811" y="31529"/>
                  </a:lnTo>
                  <a:lnTo>
                    <a:pt x="21962" y="31620"/>
                  </a:lnTo>
                  <a:lnTo>
                    <a:pt x="22112" y="31710"/>
                  </a:lnTo>
                  <a:lnTo>
                    <a:pt x="22263" y="31811"/>
                  </a:lnTo>
                  <a:lnTo>
                    <a:pt x="22394" y="31921"/>
                  </a:lnTo>
                  <a:lnTo>
                    <a:pt x="22524" y="32032"/>
                  </a:lnTo>
                  <a:lnTo>
                    <a:pt x="22655" y="32143"/>
                  </a:lnTo>
                  <a:lnTo>
                    <a:pt x="22776" y="32263"/>
                  </a:lnTo>
                  <a:lnTo>
                    <a:pt x="22886" y="32394"/>
                  </a:lnTo>
                  <a:lnTo>
                    <a:pt x="22997" y="32525"/>
                  </a:lnTo>
                  <a:lnTo>
                    <a:pt x="23087" y="32655"/>
                  </a:lnTo>
                  <a:lnTo>
                    <a:pt x="23188" y="32796"/>
                  </a:lnTo>
                  <a:lnTo>
                    <a:pt x="23268" y="32937"/>
                  </a:lnTo>
                  <a:lnTo>
                    <a:pt x="23349" y="33077"/>
                  </a:lnTo>
                  <a:lnTo>
                    <a:pt x="23419" y="33228"/>
                  </a:lnTo>
                  <a:lnTo>
                    <a:pt x="23479" y="33379"/>
                  </a:lnTo>
                  <a:lnTo>
                    <a:pt x="23540" y="33530"/>
                  </a:lnTo>
                  <a:lnTo>
                    <a:pt x="23590" y="33690"/>
                  </a:lnTo>
                  <a:lnTo>
                    <a:pt x="23630" y="33841"/>
                  </a:lnTo>
                  <a:lnTo>
                    <a:pt x="23660" y="34002"/>
                  </a:lnTo>
                  <a:lnTo>
                    <a:pt x="23690" y="34163"/>
                  </a:lnTo>
                  <a:lnTo>
                    <a:pt x="23710" y="34334"/>
                  </a:lnTo>
                  <a:lnTo>
                    <a:pt x="23710" y="34494"/>
                  </a:lnTo>
                  <a:lnTo>
                    <a:pt x="23720" y="34665"/>
                  </a:lnTo>
                  <a:lnTo>
                    <a:pt x="23710" y="34826"/>
                  </a:lnTo>
                  <a:lnTo>
                    <a:pt x="23690" y="34997"/>
                  </a:lnTo>
                  <a:lnTo>
                    <a:pt x="23670" y="35158"/>
                  </a:lnTo>
                  <a:lnTo>
                    <a:pt x="23630" y="35329"/>
                  </a:lnTo>
                  <a:lnTo>
                    <a:pt x="23590" y="35550"/>
                  </a:lnTo>
                  <a:lnTo>
                    <a:pt x="23550" y="35771"/>
                  </a:lnTo>
                  <a:lnTo>
                    <a:pt x="23489" y="36143"/>
                  </a:lnTo>
                  <a:lnTo>
                    <a:pt x="23449" y="36505"/>
                  </a:lnTo>
                  <a:lnTo>
                    <a:pt x="23379" y="37218"/>
                  </a:lnTo>
                  <a:lnTo>
                    <a:pt x="23318" y="37912"/>
                  </a:lnTo>
                  <a:lnTo>
                    <a:pt x="23258" y="38605"/>
                  </a:lnTo>
                  <a:lnTo>
                    <a:pt x="23208" y="38947"/>
                  </a:lnTo>
                  <a:lnTo>
                    <a:pt x="23158" y="39279"/>
                  </a:lnTo>
                  <a:lnTo>
                    <a:pt x="23097" y="39620"/>
                  </a:lnTo>
                  <a:lnTo>
                    <a:pt x="23017" y="39962"/>
                  </a:lnTo>
                  <a:lnTo>
                    <a:pt x="22926" y="40304"/>
                  </a:lnTo>
                  <a:lnTo>
                    <a:pt x="22816" y="40646"/>
                  </a:lnTo>
                  <a:lnTo>
                    <a:pt x="22685" y="40997"/>
                  </a:lnTo>
                  <a:lnTo>
                    <a:pt x="22524" y="41339"/>
                  </a:lnTo>
                  <a:lnTo>
                    <a:pt x="22585" y="41239"/>
                  </a:lnTo>
                  <a:lnTo>
                    <a:pt x="22665" y="41138"/>
                  </a:lnTo>
                  <a:lnTo>
                    <a:pt x="22756" y="41048"/>
                  </a:lnTo>
                  <a:lnTo>
                    <a:pt x="22846" y="40957"/>
                  </a:lnTo>
                  <a:lnTo>
                    <a:pt x="22937" y="40867"/>
                  </a:lnTo>
                  <a:lnTo>
                    <a:pt x="23017" y="40776"/>
                  </a:lnTo>
                  <a:lnTo>
                    <a:pt x="23097" y="40676"/>
                  </a:lnTo>
                  <a:lnTo>
                    <a:pt x="23158" y="40575"/>
                  </a:lnTo>
                  <a:lnTo>
                    <a:pt x="23318" y="40244"/>
                  </a:lnTo>
                  <a:lnTo>
                    <a:pt x="23459" y="39892"/>
                  </a:lnTo>
                  <a:lnTo>
                    <a:pt x="23590" y="39540"/>
                  </a:lnTo>
                  <a:lnTo>
                    <a:pt x="23710" y="39198"/>
                  </a:lnTo>
                  <a:lnTo>
                    <a:pt x="23801" y="38957"/>
                  </a:lnTo>
                  <a:lnTo>
                    <a:pt x="23921" y="38666"/>
                  </a:lnTo>
                  <a:lnTo>
                    <a:pt x="23982" y="38515"/>
                  </a:lnTo>
                  <a:lnTo>
                    <a:pt x="24062" y="38374"/>
                  </a:lnTo>
                  <a:lnTo>
                    <a:pt x="24133" y="38254"/>
                  </a:lnTo>
                  <a:lnTo>
                    <a:pt x="24213" y="38143"/>
                  </a:lnTo>
                  <a:lnTo>
                    <a:pt x="24293" y="38052"/>
                  </a:lnTo>
                  <a:lnTo>
                    <a:pt x="24334" y="38022"/>
                  </a:lnTo>
                  <a:lnTo>
                    <a:pt x="24374" y="38002"/>
                  </a:lnTo>
                  <a:lnTo>
                    <a:pt x="24424" y="37982"/>
                  </a:lnTo>
                  <a:lnTo>
                    <a:pt x="24464" y="37972"/>
                  </a:lnTo>
                  <a:lnTo>
                    <a:pt x="24504" y="37982"/>
                  </a:lnTo>
                  <a:lnTo>
                    <a:pt x="24545" y="37992"/>
                  </a:lnTo>
                  <a:lnTo>
                    <a:pt x="24585" y="38022"/>
                  </a:lnTo>
                  <a:lnTo>
                    <a:pt x="24625" y="38063"/>
                  </a:lnTo>
                  <a:lnTo>
                    <a:pt x="24665" y="38113"/>
                  </a:lnTo>
                  <a:lnTo>
                    <a:pt x="24705" y="38173"/>
                  </a:lnTo>
                  <a:lnTo>
                    <a:pt x="24746" y="38254"/>
                  </a:lnTo>
                  <a:lnTo>
                    <a:pt x="24776" y="38354"/>
                  </a:lnTo>
                  <a:lnTo>
                    <a:pt x="24846" y="38595"/>
                  </a:lnTo>
                  <a:lnTo>
                    <a:pt x="24886" y="38766"/>
                  </a:lnTo>
                  <a:lnTo>
                    <a:pt x="24906" y="38947"/>
                  </a:lnTo>
                  <a:lnTo>
                    <a:pt x="24906" y="39128"/>
                  </a:lnTo>
                  <a:lnTo>
                    <a:pt x="24896" y="39319"/>
                  </a:lnTo>
                  <a:lnTo>
                    <a:pt x="24886" y="39510"/>
                  </a:lnTo>
                  <a:lnTo>
                    <a:pt x="24856" y="39701"/>
                  </a:lnTo>
                  <a:lnTo>
                    <a:pt x="24776" y="40083"/>
                  </a:lnTo>
                  <a:lnTo>
                    <a:pt x="24685" y="40475"/>
                  </a:lnTo>
                  <a:lnTo>
                    <a:pt x="24595" y="40857"/>
                  </a:lnTo>
                  <a:lnTo>
                    <a:pt x="24514" y="41229"/>
                  </a:lnTo>
                  <a:lnTo>
                    <a:pt x="24484" y="41409"/>
                  </a:lnTo>
                  <a:lnTo>
                    <a:pt x="24464" y="41590"/>
                  </a:lnTo>
                  <a:lnTo>
                    <a:pt x="24444" y="41801"/>
                  </a:lnTo>
                  <a:lnTo>
                    <a:pt x="24434" y="42023"/>
                  </a:lnTo>
                  <a:lnTo>
                    <a:pt x="24424" y="42244"/>
                  </a:lnTo>
                  <a:lnTo>
                    <a:pt x="24424" y="42475"/>
                  </a:lnTo>
                  <a:lnTo>
                    <a:pt x="24434" y="42706"/>
                  </a:lnTo>
                  <a:lnTo>
                    <a:pt x="24444" y="42947"/>
                  </a:lnTo>
                  <a:lnTo>
                    <a:pt x="24474" y="43178"/>
                  </a:lnTo>
                  <a:lnTo>
                    <a:pt x="24504" y="43410"/>
                  </a:lnTo>
                  <a:lnTo>
                    <a:pt x="24545" y="43631"/>
                  </a:lnTo>
                  <a:lnTo>
                    <a:pt x="24595" y="43852"/>
                  </a:lnTo>
                  <a:lnTo>
                    <a:pt x="24655" y="44063"/>
                  </a:lnTo>
                  <a:lnTo>
                    <a:pt x="24726" y="44264"/>
                  </a:lnTo>
                  <a:lnTo>
                    <a:pt x="24806" y="44445"/>
                  </a:lnTo>
                  <a:lnTo>
                    <a:pt x="24896" y="44616"/>
                  </a:lnTo>
                  <a:lnTo>
                    <a:pt x="24997" y="44777"/>
                  </a:lnTo>
                  <a:lnTo>
                    <a:pt x="25107" y="44917"/>
                  </a:lnTo>
                  <a:lnTo>
                    <a:pt x="25097" y="44666"/>
                  </a:lnTo>
                  <a:lnTo>
                    <a:pt x="25067" y="44405"/>
                  </a:lnTo>
                  <a:lnTo>
                    <a:pt x="24997" y="43862"/>
                  </a:lnTo>
                  <a:lnTo>
                    <a:pt x="24967" y="43591"/>
                  </a:lnTo>
                  <a:lnTo>
                    <a:pt x="24957" y="43460"/>
                  </a:lnTo>
                  <a:lnTo>
                    <a:pt x="24957" y="43319"/>
                  </a:lnTo>
                  <a:lnTo>
                    <a:pt x="24957" y="43199"/>
                  </a:lnTo>
                  <a:lnTo>
                    <a:pt x="24977" y="43068"/>
                  </a:lnTo>
                  <a:lnTo>
                    <a:pt x="24997" y="42947"/>
                  </a:lnTo>
                  <a:lnTo>
                    <a:pt x="25037" y="42837"/>
                  </a:lnTo>
                  <a:lnTo>
                    <a:pt x="25077" y="42726"/>
                  </a:lnTo>
                  <a:lnTo>
                    <a:pt x="25128" y="42646"/>
                  </a:lnTo>
                  <a:lnTo>
                    <a:pt x="25178" y="42585"/>
                  </a:lnTo>
                  <a:lnTo>
                    <a:pt x="25228" y="42545"/>
                  </a:lnTo>
                  <a:lnTo>
                    <a:pt x="25288" y="42525"/>
                  </a:lnTo>
                  <a:lnTo>
                    <a:pt x="25349" y="42525"/>
                  </a:lnTo>
                  <a:lnTo>
                    <a:pt x="25399" y="42535"/>
                  </a:lnTo>
                  <a:lnTo>
                    <a:pt x="25459" y="42565"/>
                  </a:lnTo>
                  <a:lnTo>
                    <a:pt x="25530" y="42606"/>
                  </a:lnTo>
                  <a:lnTo>
                    <a:pt x="25590" y="42656"/>
                  </a:lnTo>
                  <a:lnTo>
                    <a:pt x="25711" y="42786"/>
                  </a:lnTo>
                  <a:lnTo>
                    <a:pt x="25831" y="42937"/>
                  </a:lnTo>
                  <a:lnTo>
                    <a:pt x="25952" y="43108"/>
                  </a:lnTo>
                  <a:lnTo>
                    <a:pt x="26022" y="43209"/>
                  </a:lnTo>
                  <a:lnTo>
                    <a:pt x="26072" y="43319"/>
                  </a:lnTo>
                  <a:lnTo>
                    <a:pt x="26133" y="43440"/>
                  </a:lnTo>
                  <a:lnTo>
                    <a:pt x="26173" y="43570"/>
                  </a:lnTo>
                  <a:lnTo>
                    <a:pt x="26253" y="43832"/>
                  </a:lnTo>
                  <a:lnTo>
                    <a:pt x="26314" y="44093"/>
                  </a:lnTo>
                  <a:lnTo>
                    <a:pt x="26354" y="44334"/>
                  </a:lnTo>
                  <a:lnTo>
                    <a:pt x="26374" y="44535"/>
                  </a:lnTo>
                  <a:lnTo>
                    <a:pt x="26384" y="44686"/>
                  </a:lnTo>
                  <a:lnTo>
                    <a:pt x="26384" y="44777"/>
                  </a:lnTo>
                  <a:lnTo>
                    <a:pt x="26404" y="44656"/>
                  </a:lnTo>
                  <a:lnTo>
                    <a:pt x="26444" y="44545"/>
                  </a:lnTo>
                  <a:lnTo>
                    <a:pt x="26515" y="44304"/>
                  </a:lnTo>
                  <a:lnTo>
                    <a:pt x="26605" y="44063"/>
                  </a:lnTo>
                  <a:lnTo>
                    <a:pt x="26685" y="43812"/>
                  </a:lnTo>
                  <a:lnTo>
                    <a:pt x="26766" y="43560"/>
                  </a:lnTo>
                  <a:lnTo>
                    <a:pt x="26786" y="43440"/>
                  </a:lnTo>
                  <a:lnTo>
                    <a:pt x="26806" y="43309"/>
                  </a:lnTo>
                  <a:lnTo>
                    <a:pt x="26816" y="43188"/>
                  </a:lnTo>
                  <a:lnTo>
                    <a:pt x="26816" y="43068"/>
                  </a:lnTo>
                  <a:lnTo>
                    <a:pt x="26806" y="42957"/>
                  </a:lnTo>
                  <a:lnTo>
                    <a:pt x="26776" y="42837"/>
                  </a:lnTo>
                  <a:lnTo>
                    <a:pt x="26746" y="42746"/>
                  </a:lnTo>
                  <a:lnTo>
                    <a:pt x="26696" y="42656"/>
                  </a:lnTo>
                  <a:lnTo>
                    <a:pt x="26645" y="42565"/>
                  </a:lnTo>
                  <a:lnTo>
                    <a:pt x="26575" y="42475"/>
                  </a:lnTo>
                  <a:lnTo>
                    <a:pt x="26434" y="42314"/>
                  </a:lnTo>
                  <a:lnTo>
                    <a:pt x="26273" y="42153"/>
                  </a:lnTo>
                  <a:lnTo>
                    <a:pt x="26113" y="42002"/>
                  </a:lnTo>
                  <a:lnTo>
                    <a:pt x="25962" y="41842"/>
                  </a:lnTo>
                  <a:lnTo>
                    <a:pt x="25902" y="41751"/>
                  </a:lnTo>
                  <a:lnTo>
                    <a:pt x="25841" y="41661"/>
                  </a:lnTo>
                  <a:lnTo>
                    <a:pt x="25801" y="41570"/>
                  </a:lnTo>
                  <a:lnTo>
                    <a:pt x="25761" y="41480"/>
                  </a:lnTo>
                  <a:lnTo>
                    <a:pt x="25680" y="41219"/>
                  </a:lnTo>
                  <a:lnTo>
                    <a:pt x="25620" y="40947"/>
                  </a:lnTo>
                  <a:lnTo>
                    <a:pt x="25570" y="40676"/>
                  </a:lnTo>
                  <a:lnTo>
                    <a:pt x="25520" y="40394"/>
                  </a:lnTo>
                  <a:lnTo>
                    <a:pt x="25489" y="40113"/>
                  </a:lnTo>
                  <a:lnTo>
                    <a:pt x="25479" y="39842"/>
                  </a:lnTo>
                  <a:lnTo>
                    <a:pt x="25469" y="39560"/>
                  </a:lnTo>
                  <a:lnTo>
                    <a:pt x="25479" y="39299"/>
                  </a:lnTo>
                  <a:lnTo>
                    <a:pt x="25499" y="38937"/>
                  </a:lnTo>
                  <a:lnTo>
                    <a:pt x="25520" y="38716"/>
                  </a:lnTo>
                  <a:lnTo>
                    <a:pt x="25550" y="38485"/>
                  </a:lnTo>
                  <a:lnTo>
                    <a:pt x="25570" y="38374"/>
                  </a:lnTo>
                  <a:lnTo>
                    <a:pt x="25600" y="38274"/>
                  </a:lnTo>
                  <a:lnTo>
                    <a:pt x="25630" y="38173"/>
                  </a:lnTo>
                  <a:lnTo>
                    <a:pt x="25670" y="38073"/>
                  </a:lnTo>
                  <a:lnTo>
                    <a:pt x="25721" y="37992"/>
                  </a:lnTo>
                  <a:lnTo>
                    <a:pt x="25781" y="37922"/>
                  </a:lnTo>
                  <a:lnTo>
                    <a:pt x="25851" y="37862"/>
                  </a:lnTo>
                  <a:lnTo>
                    <a:pt x="25932" y="37821"/>
                  </a:lnTo>
                  <a:lnTo>
                    <a:pt x="26022" y="37791"/>
                  </a:lnTo>
                  <a:lnTo>
                    <a:pt x="26103" y="37781"/>
                  </a:lnTo>
                  <a:lnTo>
                    <a:pt x="26183" y="37791"/>
                  </a:lnTo>
                  <a:lnTo>
                    <a:pt x="26263" y="37811"/>
                  </a:lnTo>
                  <a:lnTo>
                    <a:pt x="26344" y="37851"/>
                  </a:lnTo>
                  <a:lnTo>
                    <a:pt x="26414" y="37902"/>
                  </a:lnTo>
                  <a:lnTo>
                    <a:pt x="26484" y="37962"/>
                  </a:lnTo>
                  <a:lnTo>
                    <a:pt x="26555" y="38022"/>
                  </a:lnTo>
                  <a:lnTo>
                    <a:pt x="26675" y="38173"/>
                  </a:lnTo>
                  <a:lnTo>
                    <a:pt x="26786" y="38334"/>
                  </a:lnTo>
                  <a:lnTo>
                    <a:pt x="26947" y="38605"/>
                  </a:lnTo>
                  <a:lnTo>
                    <a:pt x="27027" y="38776"/>
                  </a:lnTo>
                  <a:lnTo>
                    <a:pt x="27118" y="38947"/>
                  </a:lnTo>
                  <a:lnTo>
                    <a:pt x="27278" y="39329"/>
                  </a:lnTo>
                  <a:lnTo>
                    <a:pt x="27439" y="39721"/>
                  </a:lnTo>
                  <a:lnTo>
                    <a:pt x="27530" y="39922"/>
                  </a:lnTo>
                  <a:lnTo>
                    <a:pt x="27630" y="40113"/>
                  </a:lnTo>
                  <a:lnTo>
                    <a:pt x="27731" y="40304"/>
                  </a:lnTo>
                  <a:lnTo>
                    <a:pt x="27851" y="40485"/>
                  </a:lnTo>
                  <a:lnTo>
                    <a:pt x="27982" y="40656"/>
                  </a:lnTo>
                  <a:lnTo>
                    <a:pt x="28113" y="40806"/>
                  </a:lnTo>
                  <a:lnTo>
                    <a:pt x="28193" y="40877"/>
                  </a:lnTo>
                  <a:lnTo>
                    <a:pt x="28273" y="40947"/>
                  </a:lnTo>
                  <a:lnTo>
                    <a:pt x="28354" y="41007"/>
                  </a:lnTo>
                  <a:lnTo>
                    <a:pt x="28444" y="41068"/>
                  </a:lnTo>
                  <a:lnTo>
                    <a:pt x="28535" y="41118"/>
                  </a:lnTo>
                  <a:lnTo>
                    <a:pt x="28635" y="41158"/>
                  </a:lnTo>
                  <a:lnTo>
                    <a:pt x="28736" y="41198"/>
                  </a:lnTo>
                  <a:lnTo>
                    <a:pt x="28846" y="41229"/>
                  </a:lnTo>
                  <a:lnTo>
                    <a:pt x="28766" y="41158"/>
                  </a:lnTo>
                  <a:lnTo>
                    <a:pt x="28676" y="41068"/>
                  </a:lnTo>
                  <a:lnTo>
                    <a:pt x="28565" y="40957"/>
                  </a:lnTo>
                  <a:lnTo>
                    <a:pt x="28454" y="40827"/>
                  </a:lnTo>
                  <a:lnTo>
                    <a:pt x="28344" y="40676"/>
                  </a:lnTo>
                  <a:lnTo>
                    <a:pt x="28233" y="40515"/>
                  </a:lnTo>
                  <a:lnTo>
                    <a:pt x="28133" y="40354"/>
                  </a:lnTo>
                  <a:lnTo>
                    <a:pt x="28032" y="40183"/>
                  </a:lnTo>
                  <a:lnTo>
                    <a:pt x="27942" y="40002"/>
                  </a:lnTo>
                  <a:lnTo>
                    <a:pt x="27871" y="39842"/>
                  </a:lnTo>
                  <a:lnTo>
                    <a:pt x="27811" y="39671"/>
                  </a:lnTo>
                  <a:lnTo>
                    <a:pt x="27781" y="39520"/>
                  </a:lnTo>
                  <a:lnTo>
                    <a:pt x="27781" y="39440"/>
                  </a:lnTo>
                  <a:lnTo>
                    <a:pt x="27781" y="39369"/>
                  </a:lnTo>
                  <a:lnTo>
                    <a:pt x="27781" y="39309"/>
                  </a:lnTo>
                  <a:lnTo>
                    <a:pt x="27801" y="39238"/>
                  </a:lnTo>
                  <a:lnTo>
                    <a:pt x="27821" y="39188"/>
                  </a:lnTo>
                  <a:lnTo>
                    <a:pt x="27851" y="39138"/>
                  </a:lnTo>
                  <a:lnTo>
                    <a:pt x="27892" y="39088"/>
                  </a:lnTo>
                  <a:lnTo>
                    <a:pt x="27942" y="39048"/>
                  </a:lnTo>
                  <a:lnTo>
                    <a:pt x="28002" y="39007"/>
                  </a:lnTo>
                  <a:lnTo>
                    <a:pt x="28072" y="38977"/>
                  </a:lnTo>
                  <a:lnTo>
                    <a:pt x="28143" y="38947"/>
                  </a:lnTo>
                  <a:lnTo>
                    <a:pt x="28203" y="38937"/>
                  </a:lnTo>
                  <a:lnTo>
                    <a:pt x="28324" y="38937"/>
                  </a:lnTo>
                  <a:lnTo>
                    <a:pt x="28394" y="38947"/>
                  </a:lnTo>
                  <a:lnTo>
                    <a:pt x="28454" y="38967"/>
                  </a:lnTo>
                  <a:lnTo>
                    <a:pt x="28565" y="39017"/>
                  </a:lnTo>
                  <a:lnTo>
                    <a:pt x="28686" y="39088"/>
                  </a:lnTo>
                  <a:lnTo>
                    <a:pt x="28796" y="39188"/>
                  </a:lnTo>
                  <a:lnTo>
                    <a:pt x="28897" y="39299"/>
                  </a:lnTo>
                  <a:lnTo>
                    <a:pt x="28997" y="39409"/>
                  </a:lnTo>
                  <a:lnTo>
                    <a:pt x="29098" y="39530"/>
                  </a:lnTo>
                  <a:lnTo>
                    <a:pt x="29269" y="39781"/>
                  </a:lnTo>
                  <a:lnTo>
                    <a:pt x="29419" y="40012"/>
                  </a:lnTo>
                  <a:lnTo>
                    <a:pt x="29490" y="40103"/>
                  </a:lnTo>
                  <a:lnTo>
                    <a:pt x="29550" y="40173"/>
                  </a:lnTo>
                  <a:lnTo>
                    <a:pt x="29510" y="40123"/>
                  </a:lnTo>
                  <a:lnTo>
                    <a:pt x="29480" y="40073"/>
                  </a:lnTo>
                  <a:lnTo>
                    <a:pt x="29429" y="39952"/>
                  </a:lnTo>
                  <a:lnTo>
                    <a:pt x="29389" y="39811"/>
                  </a:lnTo>
                  <a:lnTo>
                    <a:pt x="29359" y="39671"/>
                  </a:lnTo>
                  <a:lnTo>
                    <a:pt x="29309" y="39389"/>
                  </a:lnTo>
                  <a:lnTo>
                    <a:pt x="29269" y="39259"/>
                  </a:lnTo>
                  <a:lnTo>
                    <a:pt x="29228" y="39138"/>
                  </a:lnTo>
                  <a:lnTo>
                    <a:pt x="29088" y="38877"/>
                  </a:lnTo>
                  <a:lnTo>
                    <a:pt x="28927" y="38615"/>
                  </a:lnTo>
                  <a:lnTo>
                    <a:pt x="28746" y="38364"/>
                  </a:lnTo>
                  <a:lnTo>
                    <a:pt x="28645" y="38243"/>
                  </a:lnTo>
                  <a:lnTo>
                    <a:pt x="28545" y="38123"/>
                  </a:lnTo>
                  <a:lnTo>
                    <a:pt x="28434" y="38012"/>
                  </a:lnTo>
                  <a:lnTo>
                    <a:pt x="28314" y="37912"/>
                  </a:lnTo>
                  <a:lnTo>
                    <a:pt x="28193" y="37811"/>
                  </a:lnTo>
                  <a:lnTo>
                    <a:pt x="28072" y="37711"/>
                  </a:lnTo>
                  <a:lnTo>
                    <a:pt x="27932" y="37630"/>
                  </a:lnTo>
                  <a:lnTo>
                    <a:pt x="27791" y="37550"/>
                  </a:lnTo>
                  <a:lnTo>
                    <a:pt x="27650" y="37480"/>
                  </a:lnTo>
                  <a:lnTo>
                    <a:pt x="27490" y="37419"/>
                  </a:lnTo>
                  <a:lnTo>
                    <a:pt x="26957" y="37248"/>
                  </a:lnTo>
                  <a:lnTo>
                    <a:pt x="26696" y="37148"/>
                  </a:lnTo>
                  <a:lnTo>
                    <a:pt x="26575" y="37088"/>
                  </a:lnTo>
                  <a:lnTo>
                    <a:pt x="26444" y="37027"/>
                  </a:lnTo>
                  <a:lnTo>
                    <a:pt x="26253" y="36907"/>
                  </a:lnTo>
                  <a:lnTo>
                    <a:pt x="26042" y="36756"/>
                  </a:lnTo>
                  <a:lnTo>
                    <a:pt x="25841" y="36585"/>
                  </a:lnTo>
                  <a:lnTo>
                    <a:pt x="25630" y="36404"/>
                  </a:lnTo>
                  <a:lnTo>
                    <a:pt x="25439" y="36223"/>
                  </a:lnTo>
                  <a:lnTo>
                    <a:pt x="25258" y="36032"/>
                  </a:lnTo>
                  <a:lnTo>
                    <a:pt x="25107" y="35841"/>
                  </a:lnTo>
                  <a:lnTo>
                    <a:pt x="24977" y="35670"/>
                  </a:lnTo>
                  <a:lnTo>
                    <a:pt x="24917" y="35570"/>
                  </a:lnTo>
                  <a:lnTo>
                    <a:pt x="24876" y="35469"/>
                  </a:lnTo>
                  <a:lnTo>
                    <a:pt x="24836" y="35349"/>
                  </a:lnTo>
                  <a:lnTo>
                    <a:pt x="24816" y="35228"/>
                  </a:lnTo>
                  <a:lnTo>
                    <a:pt x="24806" y="35108"/>
                  </a:lnTo>
                  <a:lnTo>
                    <a:pt x="24796" y="34977"/>
                  </a:lnTo>
                  <a:lnTo>
                    <a:pt x="24806" y="34846"/>
                  </a:lnTo>
                  <a:lnTo>
                    <a:pt x="24806" y="34716"/>
                  </a:lnTo>
                  <a:lnTo>
                    <a:pt x="24836" y="34444"/>
                  </a:lnTo>
                  <a:lnTo>
                    <a:pt x="24876" y="34183"/>
                  </a:lnTo>
                  <a:lnTo>
                    <a:pt x="24957" y="33711"/>
                  </a:lnTo>
                  <a:lnTo>
                    <a:pt x="25007" y="33489"/>
                  </a:lnTo>
                  <a:lnTo>
                    <a:pt x="25057" y="33268"/>
                  </a:lnTo>
                  <a:lnTo>
                    <a:pt x="25128" y="33047"/>
                  </a:lnTo>
                  <a:lnTo>
                    <a:pt x="25218" y="32836"/>
                  </a:lnTo>
                  <a:lnTo>
                    <a:pt x="25319" y="32625"/>
                  </a:lnTo>
                  <a:lnTo>
                    <a:pt x="25429" y="32414"/>
                  </a:lnTo>
                  <a:lnTo>
                    <a:pt x="25550" y="32223"/>
                  </a:lnTo>
                  <a:lnTo>
                    <a:pt x="25680" y="32022"/>
                  </a:lnTo>
                  <a:lnTo>
                    <a:pt x="25871" y="31781"/>
                  </a:lnTo>
                  <a:lnTo>
                    <a:pt x="26062" y="31550"/>
                  </a:lnTo>
                  <a:lnTo>
                    <a:pt x="26273" y="31318"/>
                  </a:lnTo>
                  <a:lnTo>
                    <a:pt x="26505" y="31107"/>
                  </a:lnTo>
                  <a:lnTo>
                    <a:pt x="26736" y="30896"/>
                  </a:lnTo>
                  <a:lnTo>
                    <a:pt x="26977" y="30695"/>
                  </a:lnTo>
                  <a:lnTo>
                    <a:pt x="27218" y="30494"/>
                  </a:lnTo>
                  <a:lnTo>
                    <a:pt x="27469" y="30303"/>
                  </a:lnTo>
                  <a:lnTo>
                    <a:pt x="27992" y="29931"/>
                  </a:lnTo>
                  <a:lnTo>
                    <a:pt x="28515" y="29580"/>
                  </a:lnTo>
                  <a:lnTo>
                    <a:pt x="29530" y="28916"/>
                  </a:lnTo>
                  <a:lnTo>
                    <a:pt x="29711" y="28806"/>
                  </a:lnTo>
                  <a:lnTo>
                    <a:pt x="29902" y="28705"/>
                  </a:lnTo>
                  <a:lnTo>
                    <a:pt x="30093" y="28615"/>
                  </a:lnTo>
                  <a:lnTo>
                    <a:pt x="30284" y="28534"/>
                  </a:lnTo>
                  <a:lnTo>
                    <a:pt x="30495" y="28464"/>
                  </a:lnTo>
                  <a:lnTo>
                    <a:pt x="30696" y="28394"/>
                  </a:lnTo>
                  <a:lnTo>
                    <a:pt x="30917" y="28343"/>
                  </a:lnTo>
                  <a:lnTo>
                    <a:pt x="31128" y="28303"/>
                  </a:lnTo>
                  <a:lnTo>
                    <a:pt x="31168" y="28293"/>
                  </a:lnTo>
                  <a:lnTo>
                    <a:pt x="31359" y="28263"/>
                  </a:lnTo>
                  <a:lnTo>
                    <a:pt x="31540" y="28243"/>
                  </a:lnTo>
                  <a:lnTo>
                    <a:pt x="31721" y="28233"/>
                  </a:lnTo>
                  <a:lnTo>
                    <a:pt x="31902" y="28243"/>
                  </a:lnTo>
                  <a:lnTo>
                    <a:pt x="32083" y="28263"/>
                  </a:lnTo>
                  <a:lnTo>
                    <a:pt x="32264" y="28293"/>
                  </a:lnTo>
                  <a:lnTo>
                    <a:pt x="32435" y="28343"/>
                  </a:lnTo>
                  <a:lnTo>
                    <a:pt x="32605" y="28404"/>
                  </a:lnTo>
                  <a:lnTo>
                    <a:pt x="32766" y="28474"/>
                  </a:lnTo>
                  <a:lnTo>
                    <a:pt x="32917" y="28554"/>
                  </a:lnTo>
                  <a:lnTo>
                    <a:pt x="33068" y="28645"/>
                  </a:lnTo>
                  <a:lnTo>
                    <a:pt x="33208" y="28755"/>
                  </a:lnTo>
                  <a:lnTo>
                    <a:pt x="33339" y="28866"/>
                  </a:lnTo>
                  <a:lnTo>
                    <a:pt x="33450" y="28987"/>
                  </a:lnTo>
                  <a:lnTo>
                    <a:pt x="33560" y="29127"/>
                  </a:lnTo>
                  <a:lnTo>
                    <a:pt x="33661" y="29268"/>
                  </a:lnTo>
                  <a:lnTo>
                    <a:pt x="33721" y="29359"/>
                  </a:lnTo>
                  <a:lnTo>
                    <a:pt x="33842" y="29489"/>
                  </a:lnTo>
                  <a:lnTo>
                    <a:pt x="34173" y="29851"/>
                  </a:lnTo>
                  <a:lnTo>
                    <a:pt x="34354" y="30042"/>
                  </a:lnTo>
                  <a:lnTo>
                    <a:pt x="34515" y="30243"/>
                  </a:lnTo>
                  <a:lnTo>
                    <a:pt x="34646" y="30414"/>
                  </a:lnTo>
                  <a:lnTo>
                    <a:pt x="34686" y="30494"/>
                  </a:lnTo>
                  <a:lnTo>
                    <a:pt x="34726" y="30565"/>
                  </a:lnTo>
                  <a:lnTo>
                    <a:pt x="34786" y="30735"/>
                  </a:lnTo>
                  <a:lnTo>
                    <a:pt x="34837" y="30906"/>
                  </a:lnTo>
                  <a:lnTo>
                    <a:pt x="34887" y="31087"/>
                  </a:lnTo>
                  <a:lnTo>
                    <a:pt x="34927" y="31268"/>
                  </a:lnTo>
                  <a:lnTo>
                    <a:pt x="34957" y="31459"/>
                  </a:lnTo>
                  <a:lnTo>
                    <a:pt x="34977" y="31640"/>
                  </a:lnTo>
                  <a:lnTo>
                    <a:pt x="34997" y="31831"/>
                  </a:lnTo>
                  <a:lnTo>
                    <a:pt x="35008" y="32022"/>
                  </a:lnTo>
                  <a:lnTo>
                    <a:pt x="35018" y="32404"/>
                  </a:lnTo>
                  <a:lnTo>
                    <a:pt x="35008" y="32776"/>
                  </a:lnTo>
                  <a:lnTo>
                    <a:pt x="34977" y="33148"/>
                  </a:lnTo>
                  <a:lnTo>
                    <a:pt x="34927" y="33510"/>
                  </a:lnTo>
                  <a:lnTo>
                    <a:pt x="34897" y="33650"/>
                  </a:lnTo>
                  <a:lnTo>
                    <a:pt x="34847" y="33811"/>
                  </a:lnTo>
                  <a:lnTo>
                    <a:pt x="34796" y="33962"/>
                  </a:lnTo>
                  <a:lnTo>
                    <a:pt x="34726" y="34123"/>
                  </a:lnTo>
                  <a:lnTo>
                    <a:pt x="34585" y="34424"/>
                  </a:lnTo>
                  <a:lnTo>
                    <a:pt x="34445" y="34706"/>
                  </a:lnTo>
                  <a:lnTo>
                    <a:pt x="34364" y="34836"/>
                  </a:lnTo>
                  <a:lnTo>
                    <a:pt x="34264" y="34967"/>
                  </a:lnTo>
                  <a:lnTo>
                    <a:pt x="34063" y="35208"/>
                  </a:lnTo>
                  <a:lnTo>
                    <a:pt x="33962" y="35329"/>
                  </a:lnTo>
                  <a:lnTo>
                    <a:pt x="33862" y="35459"/>
                  </a:lnTo>
                  <a:lnTo>
                    <a:pt x="33781" y="35580"/>
                  </a:lnTo>
                  <a:lnTo>
                    <a:pt x="33721" y="35711"/>
                  </a:lnTo>
                  <a:lnTo>
                    <a:pt x="33822" y="35650"/>
                  </a:lnTo>
                  <a:lnTo>
                    <a:pt x="33922" y="35570"/>
                  </a:lnTo>
                  <a:lnTo>
                    <a:pt x="34033" y="35469"/>
                  </a:lnTo>
                  <a:lnTo>
                    <a:pt x="34133" y="35359"/>
                  </a:lnTo>
                  <a:lnTo>
                    <a:pt x="34354" y="35138"/>
                  </a:lnTo>
                  <a:lnTo>
                    <a:pt x="34465" y="35027"/>
                  </a:lnTo>
                  <a:lnTo>
                    <a:pt x="34575" y="34927"/>
                  </a:lnTo>
                  <a:lnTo>
                    <a:pt x="34686" y="34836"/>
                  </a:lnTo>
                  <a:lnTo>
                    <a:pt x="34807" y="34756"/>
                  </a:lnTo>
                  <a:lnTo>
                    <a:pt x="34917" y="34696"/>
                  </a:lnTo>
                  <a:lnTo>
                    <a:pt x="34977" y="34675"/>
                  </a:lnTo>
                  <a:lnTo>
                    <a:pt x="35038" y="34665"/>
                  </a:lnTo>
                  <a:lnTo>
                    <a:pt x="35088" y="34655"/>
                  </a:lnTo>
                  <a:lnTo>
                    <a:pt x="35148" y="34655"/>
                  </a:lnTo>
                  <a:lnTo>
                    <a:pt x="35198" y="34665"/>
                  </a:lnTo>
                  <a:lnTo>
                    <a:pt x="35259" y="34675"/>
                  </a:lnTo>
                  <a:lnTo>
                    <a:pt x="35319" y="34706"/>
                  </a:lnTo>
                  <a:lnTo>
                    <a:pt x="35369" y="34736"/>
                  </a:lnTo>
                  <a:lnTo>
                    <a:pt x="35430" y="34776"/>
                  </a:lnTo>
                  <a:lnTo>
                    <a:pt x="35480" y="34836"/>
                  </a:lnTo>
                  <a:lnTo>
                    <a:pt x="35601" y="34977"/>
                  </a:lnTo>
                  <a:lnTo>
                    <a:pt x="35721" y="35158"/>
                  </a:lnTo>
                  <a:lnTo>
                    <a:pt x="35832" y="35349"/>
                  </a:lnTo>
                  <a:lnTo>
                    <a:pt x="35922" y="35560"/>
                  </a:lnTo>
                  <a:lnTo>
                    <a:pt x="36003" y="35771"/>
                  </a:lnTo>
                  <a:lnTo>
                    <a:pt x="36063" y="35982"/>
                  </a:lnTo>
                  <a:lnTo>
                    <a:pt x="36083" y="36083"/>
                  </a:lnTo>
                  <a:lnTo>
                    <a:pt x="36093" y="36183"/>
                  </a:lnTo>
                  <a:lnTo>
                    <a:pt x="36101" y="36254"/>
                  </a:lnTo>
                  <a:lnTo>
                    <a:pt x="36113" y="36083"/>
                  </a:lnTo>
                  <a:lnTo>
                    <a:pt x="36133" y="35791"/>
                  </a:lnTo>
                  <a:lnTo>
                    <a:pt x="36133" y="35510"/>
                  </a:lnTo>
                  <a:lnTo>
                    <a:pt x="36123" y="35218"/>
                  </a:lnTo>
                  <a:lnTo>
                    <a:pt x="36113" y="34937"/>
                  </a:lnTo>
                  <a:lnTo>
                    <a:pt x="36083" y="34645"/>
                  </a:lnTo>
                  <a:lnTo>
                    <a:pt x="36053" y="34364"/>
                  </a:lnTo>
                  <a:lnTo>
                    <a:pt x="36013" y="34082"/>
                  </a:lnTo>
                  <a:lnTo>
                    <a:pt x="35962" y="33912"/>
                  </a:lnTo>
                  <a:lnTo>
                    <a:pt x="35912" y="33721"/>
                  </a:lnTo>
                  <a:lnTo>
                    <a:pt x="35852" y="33520"/>
                  </a:lnTo>
                  <a:lnTo>
                    <a:pt x="35832" y="33419"/>
                  </a:lnTo>
                  <a:lnTo>
                    <a:pt x="35822" y="33319"/>
                  </a:lnTo>
                  <a:lnTo>
                    <a:pt x="35822" y="33228"/>
                  </a:lnTo>
                  <a:lnTo>
                    <a:pt x="35832" y="33148"/>
                  </a:lnTo>
                  <a:lnTo>
                    <a:pt x="35852" y="33067"/>
                  </a:lnTo>
                  <a:lnTo>
                    <a:pt x="35902" y="32997"/>
                  </a:lnTo>
                  <a:lnTo>
                    <a:pt x="35962" y="32937"/>
                  </a:lnTo>
                  <a:lnTo>
                    <a:pt x="36053" y="32896"/>
                  </a:lnTo>
                  <a:lnTo>
                    <a:pt x="36163" y="32866"/>
                  </a:lnTo>
                  <a:lnTo>
                    <a:pt x="36304" y="32846"/>
                  </a:lnTo>
                  <a:lnTo>
                    <a:pt x="36384" y="32846"/>
                  </a:lnTo>
                  <a:lnTo>
                    <a:pt x="36465" y="32856"/>
                  </a:lnTo>
                  <a:lnTo>
                    <a:pt x="36545" y="32876"/>
                  </a:lnTo>
                  <a:lnTo>
                    <a:pt x="36626" y="32896"/>
                  </a:lnTo>
                  <a:lnTo>
                    <a:pt x="36696" y="32927"/>
                  </a:lnTo>
                  <a:lnTo>
                    <a:pt x="36766" y="32967"/>
                  </a:lnTo>
                  <a:lnTo>
                    <a:pt x="36897" y="33047"/>
                  </a:lnTo>
                  <a:lnTo>
                    <a:pt x="37028" y="33148"/>
                  </a:lnTo>
                  <a:lnTo>
                    <a:pt x="37148" y="33248"/>
                  </a:lnTo>
                  <a:lnTo>
                    <a:pt x="37249" y="33359"/>
                  </a:lnTo>
                  <a:lnTo>
                    <a:pt x="37349" y="33459"/>
                  </a:lnTo>
                  <a:lnTo>
                    <a:pt x="37570" y="33731"/>
                  </a:lnTo>
                  <a:lnTo>
                    <a:pt x="37792" y="34012"/>
                  </a:lnTo>
                  <a:lnTo>
                    <a:pt x="37983" y="34314"/>
                  </a:lnTo>
                  <a:lnTo>
                    <a:pt x="38174" y="34615"/>
                  </a:lnTo>
                  <a:lnTo>
                    <a:pt x="38334" y="34917"/>
                  </a:lnTo>
                  <a:lnTo>
                    <a:pt x="38495" y="35228"/>
                  </a:lnTo>
                  <a:lnTo>
                    <a:pt x="38636" y="35550"/>
                  </a:lnTo>
                  <a:lnTo>
                    <a:pt x="38767" y="35861"/>
                  </a:lnTo>
                  <a:lnTo>
                    <a:pt x="39008" y="36444"/>
                  </a:lnTo>
                  <a:lnTo>
                    <a:pt x="39229" y="37007"/>
                  </a:lnTo>
                  <a:lnTo>
                    <a:pt x="39460" y="37540"/>
                  </a:lnTo>
                  <a:lnTo>
                    <a:pt x="39591" y="37791"/>
                  </a:lnTo>
                  <a:lnTo>
                    <a:pt x="39711" y="38042"/>
                  </a:lnTo>
                  <a:lnTo>
                    <a:pt x="39852" y="38294"/>
                  </a:lnTo>
                  <a:lnTo>
                    <a:pt x="39993" y="38535"/>
                  </a:lnTo>
                  <a:lnTo>
                    <a:pt x="40143" y="38766"/>
                  </a:lnTo>
                  <a:lnTo>
                    <a:pt x="40304" y="39007"/>
                  </a:lnTo>
                  <a:lnTo>
                    <a:pt x="40475" y="39238"/>
                  </a:lnTo>
                  <a:lnTo>
                    <a:pt x="40666" y="39460"/>
                  </a:lnTo>
                  <a:lnTo>
                    <a:pt x="40867" y="39691"/>
                  </a:lnTo>
                  <a:lnTo>
                    <a:pt x="41088" y="39912"/>
                  </a:lnTo>
                  <a:lnTo>
                    <a:pt x="40867" y="39329"/>
                  </a:lnTo>
                  <a:lnTo>
                    <a:pt x="40656" y="38746"/>
                  </a:lnTo>
                  <a:lnTo>
                    <a:pt x="40455" y="38163"/>
                  </a:lnTo>
                  <a:lnTo>
                    <a:pt x="40244" y="37580"/>
                  </a:lnTo>
                  <a:lnTo>
                    <a:pt x="40143" y="37349"/>
                  </a:lnTo>
                  <a:lnTo>
                    <a:pt x="40083" y="37178"/>
                  </a:lnTo>
                  <a:lnTo>
                    <a:pt x="40033" y="36997"/>
                  </a:lnTo>
                  <a:lnTo>
                    <a:pt x="40013" y="36917"/>
                  </a:lnTo>
                  <a:lnTo>
                    <a:pt x="40003" y="36836"/>
                  </a:lnTo>
                  <a:lnTo>
                    <a:pt x="40003" y="36776"/>
                  </a:lnTo>
                  <a:lnTo>
                    <a:pt x="40023" y="36726"/>
                  </a:lnTo>
                  <a:lnTo>
                    <a:pt x="40043" y="36706"/>
                  </a:lnTo>
                  <a:lnTo>
                    <a:pt x="40053" y="36696"/>
                  </a:lnTo>
                  <a:lnTo>
                    <a:pt x="40083" y="36686"/>
                  </a:lnTo>
                  <a:lnTo>
                    <a:pt x="40103" y="36686"/>
                  </a:lnTo>
                  <a:lnTo>
                    <a:pt x="40174" y="36696"/>
                  </a:lnTo>
                  <a:lnTo>
                    <a:pt x="40264" y="36736"/>
                  </a:lnTo>
                  <a:lnTo>
                    <a:pt x="40334" y="36776"/>
                  </a:lnTo>
                  <a:lnTo>
                    <a:pt x="40405" y="36836"/>
                  </a:lnTo>
                  <a:lnTo>
                    <a:pt x="40465" y="36907"/>
                  </a:lnTo>
                  <a:lnTo>
                    <a:pt x="40525" y="36987"/>
                  </a:lnTo>
                  <a:lnTo>
                    <a:pt x="40646" y="37168"/>
                  </a:lnTo>
                  <a:lnTo>
                    <a:pt x="40757" y="37369"/>
                  </a:lnTo>
                  <a:lnTo>
                    <a:pt x="40958" y="37781"/>
                  </a:lnTo>
                  <a:lnTo>
                    <a:pt x="41058" y="37962"/>
                  </a:lnTo>
                  <a:lnTo>
                    <a:pt x="41108" y="38032"/>
                  </a:lnTo>
                  <a:lnTo>
                    <a:pt x="41159" y="38103"/>
                  </a:lnTo>
                  <a:lnTo>
                    <a:pt x="41299" y="38264"/>
                  </a:lnTo>
                  <a:lnTo>
                    <a:pt x="41460" y="38424"/>
                  </a:lnTo>
                  <a:lnTo>
                    <a:pt x="41621" y="38585"/>
                  </a:lnTo>
                  <a:lnTo>
                    <a:pt x="41792" y="38726"/>
                  </a:lnTo>
                  <a:lnTo>
                    <a:pt x="41983" y="38857"/>
                  </a:lnTo>
                  <a:lnTo>
                    <a:pt x="42184" y="38957"/>
                  </a:lnTo>
                  <a:lnTo>
                    <a:pt x="42294" y="39007"/>
                  </a:lnTo>
                  <a:lnTo>
                    <a:pt x="42395" y="39048"/>
                  </a:lnTo>
                  <a:lnTo>
                    <a:pt x="42515" y="39088"/>
                  </a:lnTo>
                  <a:lnTo>
                    <a:pt x="42626" y="39118"/>
                  </a:lnTo>
                  <a:lnTo>
                    <a:pt x="42626" y="39118"/>
                  </a:lnTo>
                  <a:lnTo>
                    <a:pt x="42475" y="38957"/>
                  </a:lnTo>
                  <a:lnTo>
                    <a:pt x="42335" y="38786"/>
                  </a:lnTo>
                  <a:lnTo>
                    <a:pt x="42214" y="38615"/>
                  </a:lnTo>
                  <a:lnTo>
                    <a:pt x="42113" y="38434"/>
                  </a:lnTo>
                  <a:lnTo>
                    <a:pt x="42013" y="38254"/>
                  </a:lnTo>
                  <a:lnTo>
                    <a:pt x="41922" y="38063"/>
                  </a:lnTo>
                  <a:lnTo>
                    <a:pt x="41762" y="37681"/>
                  </a:lnTo>
                  <a:lnTo>
                    <a:pt x="41611" y="37299"/>
                  </a:lnTo>
                  <a:lnTo>
                    <a:pt x="41520" y="37108"/>
                  </a:lnTo>
                  <a:lnTo>
                    <a:pt x="41440" y="36917"/>
                  </a:lnTo>
                  <a:lnTo>
                    <a:pt x="41340" y="36736"/>
                  </a:lnTo>
                  <a:lnTo>
                    <a:pt x="41239" y="36555"/>
                  </a:lnTo>
                  <a:lnTo>
                    <a:pt x="41118" y="36384"/>
                  </a:lnTo>
                  <a:lnTo>
                    <a:pt x="40988" y="36223"/>
                  </a:lnTo>
                  <a:lnTo>
                    <a:pt x="40847" y="36072"/>
                  </a:lnTo>
                  <a:lnTo>
                    <a:pt x="40706" y="35932"/>
                  </a:lnTo>
                  <a:lnTo>
                    <a:pt x="40425" y="35670"/>
                  </a:lnTo>
                  <a:lnTo>
                    <a:pt x="40143" y="35429"/>
                  </a:lnTo>
                  <a:lnTo>
                    <a:pt x="39862" y="35188"/>
                  </a:lnTo>
                  <a:lnTo>
                    <a:pt x="39581" y="34957"/>
                  </a:lnTo>
                  <a:lnTo>
                    <a:pt x="39309" y="34706"/>
                  </a:lnTo>
                  <a:lnTo>
                    <a:pt x="39179" y="34575"/>
                  </a:lnTo>
                  <a:lnTo>
                    <a:pt x="39048" y="34434"/>
                  </a:lnTo>
                  <a:lnTo>
                    <a:pt x="38927" y="34283"/>
                  </a:lnTo>
                  <a:lnTo>
                    <a:pt x="38797" y="34123"/>
                  </a:lnTo>
                  <a:lnTo>
                    <a:pt x="38636" y="33922"/>
                  </a:lnTo>
                  <a:lnTo>
                    <a:pt x="38364" y="33630"/>
                  </a:lnTo>
                  <a:lnTo>
                    <a:pt x="38043" y="33258"/>
                  </a:lnTo>
                  <a:lnTo>
                    <a:pt x="37701" y="32866"/>
                  </a:lnTo>
                  <a:lnTo>
                    <a:pt x="37530" y="32655"/>
                  </a:lnTo>
                  <a:lnTo>
                    <a:pt x="37369" y="32454"/>
                  </a:lnTo>
                  <a:lnTo>
                    <a:pt x="37229" y="32263"/>
                  </a:lnTo>
                  <a:lnTo>
                    <a:pt x="37118" y="32092"/>
                  </a:lnTo>
                  <a:lnTo>
                    <a:pt x="37018" y="31921"/>
                  </a:lnTo>
                  <a:lnTo>
                    <a:pt x="36957" y="31781"/>
                  </a:lnTo>
                  <a:lnTo>
                    <a:pt x="36947" y="31720"/>
                  </a:lnTo>
                  <a:lnTo>
                    <a:pt x="36937" y="31670"/>
                  </a:lnTo>
                  <a:lnTo>
                    <a:pt x="36937" y="31620"/>
                  </a:lnTo>
                  <a:lnTo>
                    <a:pt x="36957" y="31580"/>
                  </a:lnTo>
                  <a:lnTo>
                    <a:pt x="36988" y="31529"/>
                  </a:lnTo>
                  <a:lnTo>
                    <a:pt x="37038" y="31489"/>
                  </a:lnTo>
                  <a:lnTo>
                    <a:pt x="37088" y="31459"/>
                  </a:lnTo>
                  <a:lnTo>
                    <a:pt x="37158" y="31439"/>
                  </a:lnTo>
                  <a:lnTo>
                    <a:pt x="37229" y="31419"/>
                  </a:lnTo>
                  <a:lnTo>
                    <a:pt x="37319" y="31409"/>
                  </a:lnTo>
                  <a:lnTo>
                    <a:pt x="37510" y="31409"/>
                  </a:lnTo>
                  <a:lnTo>
                    <a:pt x="37731" y="31439"/>
                  </a:lnTo>
                  <a:lnTo>
                    <a:pt x="37962" y="31479"/>
                  </a:lnTo>
                  <a:lnTo>
                    <a:pt x="38214" y="31529"/>
                  </a:lnTo>
                  <a:lnTo>
                    <a:pt x="38485" y="31600"/>
                  </a:lnTo>
                  <a:lnTo>
                    <a:pt x="39008" y="31741"/>
                  </a:lnTo>
                  <a:lnTo>
                    <a:pt x="39510" y="31891"/>
                  </a:lnTo>
                  <a:lnTo>
                    <a:pt x="39731" y="31952"/>
                  </a:lnTo>
                  <a:lnTo>
                    <a:pt x="39932" y="32002"/>
                  </a:lnTo>
                  <a:lnTo>
                    <a:pt x="40103" y="32032"/>
                  </a:lnTo>
                  <a:lnTo>
                    <a:pt x="40234" y="32042"/>
                  </a:lnTo>
                  <a:lnTo>
                    <a:pt x="39953" y="31932"/>
                  </a:lnTo>
                  <a:lnTo>
                    <a:pt x="39711" y="31811"/>
                  </a:lnTo>
                  <a:lnTo>
                    <a:pt x="39480" y="31680"/>
                  </a:lnTo>
                  <a:lnTo>
                    <a:pt x="39269" y="31550"/>
                  </a:lnTo>
                  <a:lnTo>
                    <a:pt x="39068" y="31409"/>
                  </a:lnTo>
                  <a:lnTo>
                    <a:pt x="38877" y="31278"/>
                  </a:lnTo>
                  <a:lnTo>
                    <a:pt x="38505" y="31017"/>
                  </a:lnTo>
                  <a:lnTo>
                    <a:pt x="38314" y="30886"/>
                  </a:lnTo>
                  <a:lnTo>
                    <a:pt x="38123" y="30766"/>
                  </a:lnTo>
                  <a:lnTo>
                    <a:pt x="37912" y="30655"/>
                  </a:lnTo>
                  <a:lnTo>
                    <a:pt x="37681" y="30545"/>
                  </a:lnTo>
                  <a:lnTo>
                    <a:pt x="37440" y="30454"/>
                  </a:lnTo>
                  <a:lnTo>
                    <a:pt x="37168" y="30374"/>
                  </a:lnTo>
                  <a:lnTo>
                    <a:pt x="36867" y="30313"/>
                  </a:lnTo>
                  <a:lnTo>
                    <a:pt x="36535" y="30263"/>
                  </a:lnTo>
                  <a:lnTo>
                    <a:pt x="36334" y="30223"/>
                  </a:lnTo>
                  <a:lnTo>
                    <a:pt x="36153" y="30183"/>
                  </a:lnTo>
                  <a:lnTo>
                    <a:pt x="35972" y="30132"/>
                  </a:lnTo>
                  <a:lnTo>
                    <a:pt x="35812" y="30072"/>
                  </a:lnTo>
                  <a:lnTo>
                    <a:pt x="35661" y="30002"/>
                  </a:lnTo>
                  <a:lnTo>
                    <a:pt x="35520" y="29921"/>
                  </a:lnTo>
                  <a:lnTo>
                    <a:pt x="35379" y="29831"/>
                  </a:lnTo>
                  <a:lnTo>
                    <a:pt x="35249" y="29730"/>
                  </a:lnTo>
                  <a:lnTo>
                    <a:pt x="35128" y="29630"/>
                  </a:lnTo>
                  <a:lnTo>
                    <a:pt x="35008" y="29529"/>
                  </a:lnTo>
                  <a:lnTo>
                    <a:pt x="34766" y="29298"/>
                  </a:lnTo>
                  <a:lnTo>
                    <a:pt x="34284" y="28806"/>
                  </a:lnTo>
                  <a:lnTo>
                    <a:pt x="34203" y="28725"/>
                  </a:lnTo>
                  <a:lnTo>
                    <a:pt x="34123" y="28625"/>
                  </a:lnTo>
                  <a:lnTo>
                    <a:pt x="34043" y="28524"/>
                  </a:lnTo>
                  <a:lnTo>
                    <a:pt x="33972" y="28414"/>
                  </a:lnTo>
                  <a:lnTo>
                    <a:pt x="33902" y="28303"/>
                  </a:lnTo>
                  <a:lnTo>
                    <a:pt x="33852" y="28183"/>
                  </a:lnTo>
                  <a:lnTo>
                    <a:pt x="33801" y="28072"/>
                  </a:lnTo>
                  <a:lnTo>
                    <a:pt x="33781" y="27961"/>
                  </a:lnTo>
                  <a:lnTo>
                    <a:pt x="33771" y="27851"/>
                  </a:lnTo>
                  <a:lnTo>
                    <a:pt x="33781" y="27740"/>
                  </a:lnTo>
                  <a:lnTo>
                    <a:pt x="33791" y="27690"/>
                  </a:lnTo>
                  <a:lnTo>
                    <a:pt x="33811" y="27640"/>
                  </a:lnTo>
                  <a:lnTo>
                    <a:pt x="33842" y="27600"/>
                  </a:lnTo>
                  <a:lnTo>
                    <a:pt x="33872" y="27549"/>
                  </a:lnTo>
                  <a:lnTo>
                    <a:pt x="33912" y="27509"/>
                  </a:lnTo>
                  <a:lnTo>
                    <a:pt x="33962" y="27469"/>
                  </a:lnTo>
                  <a:lnTo>
                    <a:pt x="34023" y="27439"/>
                  </a:lnTo>
                  <a:lnTo>
                    <a:pt x="34083" y="27409"/>
                  </a:lnTo>
                  <a:lnTo>
                    <a:pt x="34153" y="27378"/>
                  </a:lnTo>
                  <a:lnTo>
                    <a:pt x="34234" y="27348"/>
                  </a:lnTo>
                  <a:lnTo>
                    <a:pt x="34415" y="27308"/>
                  </a:lnTo>
                  <a:lnTo>
                    <a:pt x="34686" y="27308"/>
                  </a:lnTo>
                  <a:lnTo>
                    <a:pt x="34857" y="27318"/>
                  </a:lnTo>
                  <a:lnTo>
                    <a:pt x="35068" y="27348"/>
                  </a:lnTo>
                  <a:lnTo>
                    <a:pt x="35520" y="27419"/>
                  </a:lnTo>
                  <a:lnTo>
                    <a:pt x="36013" y="27509"/>
                  </a:lnTo>
                  <a:lnTo>
                    <a:pt x="36505" y="27600"/>
                  </a:lnTo>
                  <a:lnTo>
                    <a:pt x="36957" y="27700"/>
                  </a:lnTo>
                  <a:lnTo>
                    <a:pt x="37611" y="27841"/>
                  </a:lnTo>
                  <a:lnTo>
                    <a:pt x="37952" y="27901"/>
                  </a:lnTo>
                  <a:lnTo>
                    <a:pt x="38304" y="27982"/>
                  </a:lnTo>
                  <a:lnTo>
                    <a:pt x="38656" y="28072"/>
                  </a:lnTo>
                  <a:lnTo>
                    <a:pt x="39008" y="28173"/>
                  </a:lnTo>
                  <a:lnTo>
                    <a:pt x="39349" y="28293"/>
                  </a:lnTo>
                  <a:lnTo>
                    <a:pt x="39510" y="28353"/>
                  </a:lnTo>
                  <a:lnTo>
                    <a:pt x="39671" y="28434"/>
                  </a:lnTo>
                  <a:lnTo>
                    <a:pt x="39832" y="28514"/>
                  </a:lnTo>
                  <a:lnTo>
                    <a:pt x="39983" y="28595"/>
                  </a:lnTo>
                  <a:lnTo>
                    <a:pt x="40123" y="28695"/>
                  </a:lnTo>
                  <a:lnTo>
                    <a:pt x="40254" y="28796"/>
                  </a:lnTo>
                  <a:lnTo>
                    <a:pt x="40435" y="28946"/>
                  </a:lnTo>
                  <a:lnTo>
                    <a:pt x="40596" y="29097"/>
                  </a:lnTo>
                  <a:lnTo>
                    <a:pt x="40747" y="29268"/>
                  </a:lnTo>
                  <a:lnTo>
                    <a:pt x="40887" y="29439"/>
                  </a:lnTo>
                  <a:lnTo>
                    <a:pt x="41018" y="29610"/>
                  </a:lnTo>
                  <a:lnTo>
                    <a:pt x="41139" y="29791"/>
                  </a:lnTo>
                  <a:lnTo>
                    <a:pt x="41370" y="30142"/>
                  </a:lnTo>
                  <a:lnTo>
                    <a:pt x="41601" y="30514"/>
                  </a:lnTo>
                  <a:lnTo>
                    <a:pt x="41721" y="30695"/>
                  </a:lnTo>
                  <a:lnTo>
                    <a:pt x="41852" y="30866"/>
                  </a:lnTo>
                  <a:lnTo>
                    <a:pt x="41983" y="31047"/>
                  </a:lnTo>
                  <a:lnTo>
                    <a:pt x="42123" y="31218"/>
                  </a:lnTo>
                  <a:lnTo>
                    <a:pt x="42274" y="31389"/>
                  </a:lnTo>
                  <a:lnTo>
                    <a:pt x="42445" y="31550"/>
                  </a:lnTo>
                  <a:lnTo>
                    <a:pt x="42787" y="31871"/>
                  </a:lnTo>
                  <a:lnTo>
                    <a:pt x="43119" y="32193"/>
                  </a:lnTo>
                  <a:lnTo>
                    <a:pt x="43450" y="32525"/>
                  </a:lnTo>
                  <a:lnTo>
                    <a:pt x="43782" y="32836"/>
                  </a:lnTo>
                  <a:lnTo>
                    <a:pt x="44134" y="33148"/>
                  </a:lnTo>
                  <a:lnTo>
                    <a:pt x="44315" y="33288"/>
                  </a:lnTo>
                  <a:lnTo>
                    <a:pt x="44495" y="33429"/>
                  </a:lnTo>
                  <a:lnTo>
                    <a:pt x="44686" y="33570"/>
                  </a:lnTo>
                  <a:lnTo>
                    <a:pt x="44877" y="33700"/>
                  </a:lnTo>
                  <a:lnTo>
                    <a:pt x="45078" y="33821"/>
                  </a:lnTo>
                  <a:lnTo>
                    <a:pt x="45289" y="33932"/>
                  </a:lnTo>
                  <a:lnTo>
                    <a:pt x="45199" y="33711"/>
                  </a:lnTo>
                  <a:lnTo>
                    <a:pt x="45099" y="33499"/>
                  </a:lnTo>
                  <a:lnTo>
                    <a:pt x="44988" y="33288"/>
                  </a:lnTo>
                  <a:lnTo>
                    <a:pt x="44877" y="33087"/>
                  </a:lnTo>
                  <a:lnTo>
                    <a:pt x="44747" y="32886"/>
                  </a:lnTo>
                  <a:lnTo>
                    <a:pt x="44616" y="32695"/>
                  </a:lnTo>
                  <a:lnTo>
                    <a:pt x="44475" y="32504"/>
                  </a:lnTo>
                  <a:lnTo>
                    <a:pt x="44335" y="32313"/>
                  </a:lnTo>
                  <a:lnTo>
                    <a:pt x="44184" y="32133"/>
                  </a:lnTo>
                  <a:lnTo>
                    <a:pt x="44033" y="31952"/>
                  </a:lnTo>
                  <a:lnTo>
                    <a:pt x="43701" y="31590"/>
                  </a:lnTo>
                  <a:lnTo>
                    <a:pt x="43360" y="31248"/>
                  </a:lnTo>
                  <a:lnTo>
                    <a:pt x="43008" y="30906"/>
                  </a:lnTo>
                  <a:lnTo>
                    <a:pt x="42897" y="30806"/>
                  </a:lnTo>
                  <a:lnTo>
                    <a:pt x="42737" y="30675"/>
                  </a:lnTo>
                  <a:lnTo>
                    <a:pt x="42556" y="30534"/>
                  </a:lnTo>
                  <a:lnTo>
                    <a:pt x="42375" y="30374"/>
                  </a:lnTo>
                  <a:lnTo>
                    <a:pt x="42284" y="30293"/>
                  </a:lnTo>
                  <a:lnTo>
                    <a:pt x="42214" y="30213"/>
                  </a:lnTo>
                  <a:lnTo>
                    <a:pt x="42144" y="30122"/>
                  </a:lnTo>
                  <a:lnTo>
                    <a:pt x="42093" y="30042"/>
                  </a:lnTo>
                  <a:lnTo>
                    <a:pt x="42053" y="29962"/>
                  </a:lnTo>
                  <a:lnTo>
                    <a:pt x="42033" y="29881"/>
                  </a:lnTo>
                  <a:lnTo>
                    <a:pt x="42043" y="29811"/>
                  </a:lnTo>
                  <a:lnTo>
                    <a:pt x="42053" y="29771"/>
                  </a:lnTo>
                  <a:lnTo>
                    <a:pt x="42063" y="29730"/>
                  </a:lnTo>
                  <a:lnTo>
                    <a:pt x="42113" y="29660"/>
                  </a:lnTo>
                  <a:lnTo>
                    <a:pt x="42184" y="29610"/>
                  </a:lnTo>
                  <a:lnTo>
                    <a:pt x="42244" y="29580"/>
                  </a:lnTo>
                  <a:lnTo>
                    <a:pt x="42325" y="29560"/>
                  </a:lnTo>
                  <a:lnTo>
                    <a:pt x="42405" y="29560"/>
                  </a:lnTo>
                  <a:lnTo>
                    <a:pt x="42495" y="29570"/>
                  </a:lnTo>
                  <a:lnTo>
                    <a:pt x="42576" y="29590"/>
                  </a:lnTo>
                  <a:lnTo>
                    <a:pt x="42676" y="29610"/>
                  </a:lnTo>
                  <a:lnTo>
                    <a:pt x="42857" y="29680"/>
                  </a:lnTo>
                  <a:lnTo>
                    <a:pt x="43038" y="29750"/>
                  </a:lnTo>
                  <a:lnTo>
                    <a:pt x="43209" y="29811"/>
                  </a:lnTo>
                  <a:lnTo>
                    <a:pt x="43289" y="29831"/>
                  </a:lnTo>
                  <a:lnTo>
                    <a:pt x="43360" y="29841"/>
                  </a:lnTo>
                  <a:lnTo>
                    <a:pt x="43571" y="29841"/>
                  </a:lnTo>
                  <a:lnTo>
                    <a:pt x="43802" y="29831"/>
                  </a:lnTo>
                  <a:lnTo>
                    <a:pt x="44043" y="29811"/>
                  </a:lnTo>
                  <a:lnTo>
                    <a:pt x="44284" y="29771"/>
                  </a:lnTo>
                  <a:lnTo>
                    <a:pt x="44516" y="29710"/>
                  </a:lnTo>
                  <a:lnTo>
                    <a:pt x="44747" y="29650"/>
                  </a:lnTo>
                  <a:lnTo>
                    <a:pt x="44948" y="29580"/>
                  </a:lnTo>
                  <a:lnTo>
                    <a:pt x="45129" y="29499"/>
                  </a:lnTo>
                  <a:lnTo>
                    <a:pt x="44787" y="29399"/>
                  </a:lnTo>
                  <a:lnTo>
                    <a:pt x="44465" y="29298"/>
                  </a:lnTo>
                  <a:lnTo>
                    <a:pt x="44305" y="29248"/>
                  </a:lnTo>
                  <a:lnTo>
                    <a:pt x="44144" y="29208"/>
                  </a:lnTo>
                  <a:lnTo>
                    <a:pt x="43973" y="29178"/>
                  </a:lnTo>
                  <a:lnTo>
                    <a:pt x="43792" y="29157"/>
                  </a:lnTo>
                  <a:lnTo>
                    <a:pt x="43641" y="29137"/>
                  </a:lnTo>
                  <a:lnTo>
                    <a:pt x="43480" y="29107"/>
                  </a:lnTo>
                  <a:lnTo>
                    <a:pt x="43189" y="29027"/>
                  </a:lnTo>
                  <a:lnTo>
                    <a:pt x="42887" y="28946"/>
                  </a:lnTo>
                  <a:lnTo>
                    <a:pt x="42737" y="28916"/>
                  </a:lnTo>
                  <a:lnTo>
                    <a:pt x="42586" y="28886"/>
                  </a:lnTo>
                  <a:lnTo>
                    <a:pt x="42063" y="28786"/>
                  </a:lnTo>
                  <a:lnTo>
                    <a:pt x="41802" y="28735"/>
                  </a:lnTo>
                  <a:lnTo>
                    <a:pt x="41551" y="28675"/>
                  </a:lnTo>
                  <a:lnTo>
                    <a:pt x="41390" y="28625"/>
                  </a:lnTo>
                  <a:lnTo>
                    <a:pt x="41229" y="28554"/>
                  </a:lnTo>
                  <a:lnTo>
                    <a:pt x="41068" y="28484"/>
                  </a:lnTo>
                  <a:lnTo>
                    <a:pt x="40907" y="28394"/>
                  </a:lnTo>
                  <a:lnTo>
                    <a:pt x="40747" y="28303"/>
                  </a:lnTo>
                  <a:lnTo>
                    <a:pt x="40596" y="28193"/>
                  </a:lnTo>
                  <a:lnTo>
                    <a:pt x="40455" y="28082"/>
                  </a:lnTo>
                  <a:lnTo>
                    <a:pt x="40324" y="27951"/>
                  </a:lnTo>
                  <a:lnTo>
                    <a:pt x="40214" y="27831"/>
                  </a:lnTo>
                  <a:lnTo>
                    <a:pt x="40113" y="27690"/>
                  </a:lnTo>
                  <a:lnTo>
                    <a:pt x="40043" y="27549"/>
                  </a:lnTo>
                  <a:lnTo>
                    <a:pt x="40013" y="27469"/>
                  </a:lnTo>
                  <a:lnTo>
                    <a:pt x="39993" y="27399"/>
                  </a:lnTo>
                  <a:lnTo>
                    <a:pt x="39973" y="27328"/>
                  </a:lnTo>
                  <a:lnTo>
                    <a:pt x="39963" y="27248"/>
                  </a:lnTo>
                  <a:lnTo>
                    <a:pt x="39963" y="27167"/>
                  </a:lnTo>
                  <a:lnTo>
                    <a:pt x="39973" y="27097"/>
                  </a:lnTo>
                  <a:lnTo>
                    <a:pt x="39983" y="27017"/>
                  </a:lnTo>
                  <a:lnTo>
                    <a:pt x="40013" y="26936"/>
                  </a:lnTo>
                  <a:lnTo>
                    <a:pt x="40043" y="26856"/>
                  </a:lnTo>
                  <a:lnTo>
                    <a:pt x="40083" y="26775"/>
                  </a:lnTo>
                  <a:lnTo>
                    <a:pt x="40154" y="26655"/>
                  </a:lnTo>
                  <a:lnTo>
                    <a:pt x="40244" y="26554"/>
                  </a:lnTo>
                  <a:lnTo>
                    <a:pt x="40345" y="26444"/>
                  </a:lnTo>
                  <a:lnTo>
                    <a:pt x="40455" y="26353"/>
                  </a:lnTo>
                  <a:lnTo>
                    <a:pt x="40586" y="26263"/>
                  </a:lnTo>
                  <a:lnTo>
                    <a:pt x="40706" y="26182"/>
                  </a:lnTo>
                  <a:lnTo>
                    <a:pt x="40847" y="26112"/>
                  </a:lnTo>
                  <a:lnTo>
                    <a:pt x="40988" y="26042"/>
                  </a:lnTo>
                  <a:lnTo>
                    <a:pt x="41279" y="25911"/>
                  </a:lnTo>
                  <a:lnTo>
                    <a:pt x="41581" y="25790"/>
                  </a:lnTo>
                  <a:lnTo>
                    <a:pt x="42154" y="25599"/>
                  </a:lnTo>
                  <a:lnTo>
                    <a:pt x="42375" y="25529"/>
                  </a:lnTo>
                  <a:lnTo>
                    <a:pt x="42586" y="25469"/>
                  </a:lnTo>
                  <a:lnTo>
                    <a:pt x="42998" y="25358"/>
                  </a:lnTo>
                  <a:lnTo>
                    <a:pt x="43390" y="25278"/>
                  </a:lnTo>
                  <a:lnTo>
                    <a:pt x="43772" y="25177"/>
                  </a:lnTo>
                  <a:lnTo>
                    <a:pt x="43963" y="25127"/>
                  </a:lnTo>
                  <a:lnTo>
                    <a:pt x="44144" y="25057"/>
                  </a:lnTo>
                  <a:lnTo>
                    <a:pt x="44335" y="24986"/>
                  </a:lnTo>
                  <a:lnTo>
                    <a:pt x="44516" y="24896"/>
                  </a:lnTo>
                  <a:lnTo>
                    <a:pt x="44707" y="24805"/>
                  </a:lnTo>
                  <a:lnTo>
                    <a:pt x="44887" y="24685"/>
                  </a:lnTo>
                  <a:lnTo>
                    <a:pt x="45078" y="24544"/>
                  </a:lnTo>
                  <a:lnTo>
                    <a:pt x="45269" y="24393"/>
                  </a:lnTo>
                  <a:lnTo>
                    <a:pt x="45119" y="24413"/>
                  </a:lnTo>
                  <a:lnTo>
                    <a:pt x="44968" y="24444"/>
                  </a:lnTo>
                  <a:lnTo>
                    <a:pt x="44656" y="24514"/>
                  </a:lnTo>
                  <a:lnTo>
                    <a:pt x="44033" y="24675"/>
                  </a:lnTo>
                  <a:lnTo>
                    <a:pt x="43722" y="24755"/>
                  </a:lnTo>
                  <a:lnTo>
                    <a:pt x="43561" y="24785"/>
                  </a:lnTo>
                  <a:lnTo>
                    <a:pt x="43390" y="24805"/>
                  </a:lnTo>
                  <a:lnTo>
                    <a:pt x="43229" y="24826"/>
                  </a:lnTo>
                  <a:lnTo>
                    <a:pt x="42897" y="24826"/>
                  </a:lnTo>
                  <a:lnTo>
                    <a:pt x="42727" y="24805"/>
                  </a:lnTo>
                  <a:lnTo>
                    <a:pt x="42716" y="24745"/>
                  </a:lnTo>
                  <a:lnTo>
                    <a:pt x="42716" y="24685"/>
                  </a:lnTo>
                  <a:lnTo>
                    <a:pt x="42716" y="24615"/>
                  </a:lnTo>
                  <a:lnTo>
                    <a:pt x="42727" y="24554"/>
                  </a:lnTo>
                  <a:lnTo>
                    <a:pt x="42767" y="24434"/>
                  </a:lnTo>
                  <a:lnTo>
                    <a:pt x="42817" y="24323"/>
                  </a:lnTo>
                  <a:lnTo>
                    <a:pt x="42887" y="24212"/>
                  </a:lnTo>
                  <a:lnTo>
                    <a:pt x="42978" y="24102"/>
                  </a:lnTo>
                  <a:lnTo>
                    <a:pt x="43078" y="23991"/>
                  </a:lnTo>
                  <a:lnTo>
                    <a:pt x="43189" y="23891"/>
                  </a:lnTo>
                  <a:lnTo>
                    <a:pt x="43430" y="23690"/>
                  </a:lnTo>
                  <a:lnTo>
                    <a:pt x="43671" y="23489"/>
                  </a:lnTo>
                  <a:lnTo>
                    <a:pt x="43892" y="23298"/>
                  </a:lnTo>
                  <a:lnTo>
                    <a:pt x="44003" y="23207"/>
                  </a:lnTo>
                  <a:lnTo>
                    <a:pt x="44093" y="23107"/>
                  </a:lnTo>
                  <a:lnTo>
                    <a:pt x="43872" y="23187"/>
                  </a:lnTo>
                  <a:lnTo>
                    <a:pt x="43661" y="23278"/>
                  </a:lnTo>
                  <a:lnTo>
                    <a:pt x="43440" y="23378"/>
                  </a:lnTo>
                  <a:lnTo>
                    <a:pt x="43229" y="23489"/>
                  </a:lnTo>
                  <a:lnTo>
                    <a:pt x="43008" y="23619"/>
                  </a:lnTo>
                  <a:lnTo>
                    <a:pt x="42797" y="23750"/>
                  </a:lnTo>
                  <a:lnTo>
                    <a:pt x="42365" y="24032"/>
                  </a:lnTo>
                  <a:lnTo>
                    <a:pt x="41922" y="24333"/>
                  </a:lnTo>
                  <a:lnTo>
                    <a:pt x="41490" y="24645"/>
                  </a:lnTo>
                  <a:lnTo>
                    <a:pt x="41048" y="24956"/>
                  </a:lnTo>
                  <a:lnTo>
                    <a:pt x="40596" y="25248"/>
                  </a:lnTo>
                  <a:lnTo>
                    <a:pt x="40375" y="25388"/>
                  </a:lnTo>
                  <a:lnTo>
                    <a:pt x="40154" y="25529"/>
                  </a:lnTo>
                  <a:lnTo>
                    <a:pt x="39922" y="25650"/>
                  </a:lnTo>
                  <a:lnTo>
                    <a:pt x="39691" y="25770"/>
                  </a:lnTo>
                  <a:lnTo>
                    <a:pt x="39460" y="25881"/>
                  </a:lnTo>
                  <a:lnTo>
                    <a:pt x="39229" y="25971"/>
                  </a:lnTo>
                  <a:lnTo>
                    <a:pt x="38988" y="26052"/>
                  </a:lnTo>
                  <a:lnTo>
                    <a:pt x="38756" y="26122"/>
                  </a:lnTo>
                  <a:lnTo>
                    <a:pt x="38515" y="26172"/>
                  </a:lnTo>
                  <a:lnTo>
                    <a:pt x="38274" y="26213"/>
                  </a:lnTo>
                  <a:lnTo>
                    <a:pt x="38023" y="26233"/>
                  </a:lnTo>
                  <a:lnTo>
                    <a:pt x="37782" y="26233"/>
                  </a:lnTo>
                  <a:lnTo>
                    <a:pt x="37530" y="26213"/>
                  </a:lnTo>
                  <a:lnTo>
                    <a:pt x="37279" y="26162"/>
                  </a:lnTo>
                  <a:lnTo>
                    <a:pt x="37028" y="26102"/>
                  </a:lnTo>
                  <a:lnTo>
                    <a:pt x="36766" y="26012"/>
                  </a:lnTo>
                  <a:lnTo>
                    <a:pt x="36575" y="25931"/>
                  </a:lnTo>
                  <a:lnTo>
                    <a:pt x="36405" y="25851"/>
                  </a:lnTo>
                  <a:lnTo>
                    <a:pt x="36244" y="25750"/>
                  </a:lnTo>
                  <a:lnTo>
                    <a:pt x="36083" y="25660"/>
                  </a:lnTo>
                  <a:lnTo>
                    <a:pt x="35942" y="25549"/>
                  </a:lnTo>
                  <a:lnTo>
                    <a:pt x="35802" y="25439"/>
                  </a:lnTo>
                  <a:lnTo>
                    <a:pt x="35671" y="25328"/>
                  </a:lnTo>
                  <a:lnTo>
                    <a:pt x="35560" y="25208"/>
                  </a:lnTo>
                  <a:lnTo>
                    <a:pt x="35450" y="25077"/>
                  </a:lnTo>
                  <a:lnTo>
                    <a:pt x="35339" y="24946"/>
                  </a:lnTo>
                  <a:lnTo>
                    <a:pt x="35249" y="24805"/>
                  </a:lnTo>
                  <a:lnTo>
                    <a:pt x="35158" y="24655"/>
                  </a:lnTo>
                  <a:lnTo>
                    <a:pt x="35078" y="24514"/>
                  </a:lnTo>
                  <a:lnTo>
                    <a:pt x="35008" y="24353"/>
                  </a:lnTo>
                  <a:lnTo>
                    <a:pt x="34947" y="24202"/>
                  </a:lnTo>
                  <a:lnTo>
                    <a:pt x="34877" y="24032"/>
                  </a:lnTo>
                  <a:lnTo>
                    <a:pt x="34827" y="23871"/>
                  </a:lnTo>
                  <a:lnTo>
                    <a:pt x="34776" y="23690"/>
                  </a:lnTo>
                  <a:lnTo>
                    <a:pt x="34696" y="23338"/>
                  </a:lnTo>
                  <a:lnTo>
                    <a:pt x="34626" y="22966"/>
                  </a:lnTo>
                  <a:lnTo>
                    <a:pt x="34575" y="22584"/>
                  </a:lnTo>
                  <a:lnTo>
                    <a:pt x="34545" y="22182"/>
                  </a:lnTo>
                  <a:lnTo>
                    <a:pt x="34515" y="21770"/>
                  </a:lnTo>
                  <a:lnTo>
                    <a:pt x="34495" y="21348"/>
                  </a:lnTo>
                  <a:lnTo>
                    <a:pt x="34485" y="20916"/>
                  </a:lnTo>
                  <a:lnTo>
                    <a:pt x="34475" y="20725"/>
                  </a:lnTo>
                  <a:lnTo>
                    <a:pt x="34485" y="20544"/>
                  </a:lnTo>
                  <a:lnTo>
                    <a:pt x="34495" y="20373"/>
                  </a:lnTo>
                  <a:lnTo>
                    <a:pt x="34515" y="20192"/>
                  </a:lnTo>
                  <a:lnTo>
                    <a:pt x="34535" y="20021"/>
                  </a:lnTo>
                  <a:lnTo>
                    <a:pt x="34565" y="19860"/>
                  </a:lnTo>
                  <a:lnTo>
                    <a:pt x="34595" y="19700"/>
                  </a:lnTo>
                  <a:lnTo>
                    <a:pt x="34636" y="19539"/>
                  </a:lnTo>
                  <a:lnTo>
                    <a:pt x="34686" y="19388"/>
                  </a:lnTo>
                  <a:lnTo>
                    <a:pt x="34736" y="19237"/>
                  </a:lnTo>
                  <a:lnTo>
                    <a:pt x="34796" y="19097"/>
                  </a:lnTo>
                  <a:lnTo>
                    <a:pt x="34857" y="18956"/>
                  </a:lnTo>
                  <a:lnTo>
                    <a:pt x="34927" y="18815"/>
                  </a:lnTo>
                  <a:lnTo>
                    <a:pt x="35008" y="18685"/>
                  </a:lnTo>
                  <a:lnTo>
                    <a:pt x="35078" y="18554"/>
                  </a:lnTo>
                  <a:lnTo>
                    <a:pt x="35168" y="18433"/>
                  </a:lnTo>
                  <a:lnTo>
                    <a:pt x="35249" y="18313"/>
                  </a:lnTo>
                  <a:lnTo>
                    <a:pt x="35349" y="18202"/>
                  </a:lnTo>
                  <a:lnTo>
                    <a:pt x="35440" y="18092"/>
                  </a:lnTo>
                  <a:lnTo>
                    <a:pt x="35550" y="17991"/>
                  </a:lnTo>
                  <a:lnTo>
                    <a:pt x="35651" y="17880"/>
                  </a:lnTo>
                  <a:lnTo>
                    <a:pt x="35761" y="17790"/>
                  </a:lnTo>
                  <a:lnTo>
                    <a:pt x="36003" y="17609"/>
                  </a:lnTo>
                  <a:lnTo>
                    <a:pt x="36244" y="17448"/>
                  </a:lnTo>
                  <a:lnTo>
                    <a:pt x="36515" y="17297"/>
                  </a:lnTo>
                  <a:lnTo>
                    <a:pt x="36797" y="17177"/>
                  </a:lnTo>
                  <a:lnTo>
                    <a:pt x="37088" y="17066"/>
                  </a:lnTo>
                  <a:lnTo>
                    <a:pt x="37299" y="17006"/>
                  </a:lnTo>
                  <a:lnTo>
                    <a:pt x="37540" y="16936"/>
                  </a:lnTo>
                  <a:lnTo>
                    <a:pt x="37792" y="16885"/>
                  </a:lnTo>
                  <a:lnTo>
                    <a:pt x="38013" y="16845"/>
                  </a:lnTo>
                  <a:lnTo>
                    <a:pt x="38354" y="16805"/>
                  </a:lnTo>
                  <a:lnTo>
                    <a:pt x="38696" y="16775"/>
                  </a:lnTo>
                  <a:lnTo>
                    <a:pt x="39048" y="16755"/>
                  </a:lnTo>
                  <a:lnTo>
                    <a:pt x="39410" y="16735"/>
                  </a:lnTo>
                  <a:lnTo>
                    <a:pt x="40123" y="16725"/>
                  </a:lnTo>
                  <a:lnTo>
                    <a:pt x="40827" y="16715"/>
                  </a:lnTo>
                  <a:lnTo>
                    <a:pt x="41179" y="16704"/>
                  </a:lnTo>
                  <a:lnTo>
                    <a:pt x="41531" y="16694"/>
                  </a:lnTo>
                  <a:lnTo>
                    <a:pt x="41882" y="16674"/>
                  </a:lnTo>
                  <a:lnTo>
                    <a:pt x="42214" y="16644"/>
                  </a:lnTo>
                  <a:lnTo>
                    <a:pt x="42556" y="16604"/>
                  </a:lnTo>
                  <a:lnTo>
                    <a:pt x="42877" y="16544"/>
                  </a:lnTo>
                  <a:lnTo>
                    <a:pt x="43199" y="16473"/>
                  </a:lnTo>
                  <a:lnTo>
                    <a:pt x="43511" y="16383"/>
                  </a:lnTo>
                  <a:lnTo>
                    <a:pt x="43440" y="16373"/>
                  </a:lnTo>
                  <a:lnTo>
                    <a:pt x="43299" y="16343"/>
                  </a:lnTo>
                  <a:lnTo>
                    <a:pt x="42907" y="16222"/>
                  </a:lnTo>
                  <a:lnTo>
                    <a:pt x="42485" y="16091"/>
                  </a:lnTo>
                  <a:lnTo>
                    <a:pt x="42314" y="16041"/>
                  </a:lnTo>
                  <a:lnTo>
                    <a:pt x="42214" y="16021"/>
                  </a:lnTo>
                  <a:lnTo>
                    <a:pt x="41983" y="16001"/>
                  </a:lnTo>
                  <a:lnTo>
                    <a:pt x="41762" y="15991"/>
                  </a:lnTo>
                  <a:lnTo>
                    <a:pt x="41309" y="15981"/>
                  </a:lnTo>
                  <a:lnTo>
                    <a:pt x="40405" y="15981"/>
                  </a:lnTo>
                  <a:lnTo>
                    <a:pt x="40093" y="15991"/>
                  </a:lnTo>
                  <a:lnTo>
                    <a:pt x="39932" y="15991"/>
                  </a:lnTo>
                  <a:lnTo>
                    <a:pt x="39782" y="15981"/>
                  </a:lnTo>
                  <a:lnTo>
                    <a:pt x="39631" y="15961"/>
                  </a:lnTo>
                  <a:lnTo>
                    <a:pt x="39571" y="15941"/>
                  </a:lnTo>
                  <a:lnTo>
                    <a:pt x="39500" y="15910"/>
                  </a:lnTo>
                  <a:lnTo>
                    <a:pt x="39440" y="15880"/>
                  </a:lnTo>
                  <a:lnTo>
                    <a:pt x="39380" y="15840"/>
                  </a:lnTo>
                  <a:lnTo>
                    <a:pt x="39329" y="15790"/>
                  </a:lnTo>
                  <a:lnTo>
                    <a:pt x="39279" y="15730"/>
                  </a:lnTo>
                  <a:lnTo>
                    <a:pt x="39229" y="15639"/>
                  </a:lnTo>
                  <a:lnTo>
                    <a:pt x="39199" y="15559"/>
                  </a:lnTo>
                  <a:lnTo>
                    <a:pt x="39179" y="15468"/>
                  </a:lnTo>
                  <a:lnTo>
                    <a:pt x="39179" y="15388"/>
                  </a:lnTo>
                  <a:lnTo>
                    <a:pt x="39199" y="15317"/>
                  </a:lnTo>
                  <a:lnTo>
                    <a:pt x="39229" y="15247"/>
                  </a:lnTo>
                  <a:lnTo>
                    <a:pt x="39259" y="15177"/>
                  </a:lnTo>
                  <a:lnTo>
                    <a:pt x="39309" y="15106"/>
                  </a:lnTo>
                  <a:lnTo>
                    <a:pt x="39370" y="15046"/>
                  </a:lnTo>
                  <a:lnTo>
                    <a:pt x="39440" y="14986"/>
                  </a:lnTo>
                  <a:lnTo>
                    <a:pt x="39581" y="14885"/>
                  </a:lnTo>
                  <a:lnTo>
                    <a:pt x="39741" y="14785"/>
                  </a:lnTo>
                  <a:lnTo>
                    <a:pt x="39892" y="14704"/>
                  </a:lnTo>
                  <a:lnTo>
                    <a:pt x="40214" y="14554"/>
                  </a:lnTo>
                  <a:lnTo>
                    <a:pt x="40546" y="14423"/>
                  </a:lnTo>
                  <a:lnTo>
                    <a:pt x="40867" y="14312"/>
                  </a:lnTo>
                  <a:lnTo>
                    <a:pt x="41199" y="14202"/>
                  </a:lnTo>
                  <a:lnTo>
                    <a:pt x="41531" y="14111"/>
                  </a:lnTo>
                  <a:lnTo>
                    <a:pt x="41862" y="14031"/>
                  </a:lnTo>
                  <a:lnTo>
                    <a:pt x="42566" y="13870"/>
                  </a:lnTo>
                  <a:lnTo>
                    <a:pt x="42847" y="13810"/>
                  </a:lnTo>
                  <a:lnTo>
                    <a:pt x="43129" y="13740"/>
                  </a:lnTo>
                  <a:lnTo>
                    <a:pt x="43400" y="13659"/>
                  </a:lnTo>
                  <a:lnTo>
                    <a:pt x="43681" y="13579"/>
                  </a:lnTo>
                  <a:lnTo>
                    <a:pt x="44214" y="13398"/>
                  </a:lnTo>
                  <a:lnTo>
                    <a:pt x="44747" y="13207"/>
                  </a:lnTo>
                  <a:lnTo>
                    <a:pt x="45792" y="12795"/>
                  </a:lnTo>
                  <a:lnTo>
                    <a:pt x="46315" y="12584"/>
                  </a:lnTo>
                  <a:lnTo>
                    <a:pt x="46837" y="12393"/>
                  </a:lnTo>
                  <a:lnTo>
                    <a:pt x="46646" y="12393"/>
                  </a:lnTo>
                  <a:lnTo>
                    <a:pt x="46395" y="12423"/>
                  </a:lnTo>
                  <a:lnTo>
                    <a:pt x="46104" y="12463"/>
                  </a:lnTo>
                  <a:lnTo>
                    <a:pt x="45762" y="12523"/>
                  </a:lnTo>
                  <a:lnTo>
                    <a:pt x="45008" y="12664"/>
                  </a:lnTo>
                  <a:lnTo>
                    <a:pt x="44616" y="12734"/>
                  </a:lnTo>
                  <a:lnTo>
                    <a:pt x="44234" y="12795"/>
                  </a:lnTo>
                  <a:lnTo>
                    <a:pt x="43862" y="12845"/>
                  </a:lnTo>
                  <a:lnTo>
                    <a:pt x="43531" y="12875"/>
                  </a:lnTo>
                  <a:lnTo>
                    <a:pt x="43229" y="12875"/>
                  </a:lnTo>
                  <a:lnTo>
                    <a:pt x="43098" y="12865"/>
                  </a:lnTo>
                  <a:lnTo>
                    <a:pt x="42978" y="12845"/>
                  </a:lnTo>
                  <a:lnTo>
                    <a:pt x="42877" y="12815"/>
                  </a:lnTo>
                  <a:lnTo>
                    <a:pt x="42797" y="12775"/>
                  </a:lnTo>
                  <a:lnTo>
                    <a:pt x="42727" y="12724"/>
                  </a:lnTo>
                  <a:lnTo>
                    <a:pt x="42686" y="12674"/>
                  </a:lnTo>
                  <a:lnTo>
                    <a:pt x="42676" y="12634"/>
                  </a:lnTo>
                  <a:lnTo>
                    <a:pt x="42666" y="12594"/>
                  </a:lnTo>
                  <a:lnTo>
                    <a:pt x="42666" y="12513"/>
                  </a:lnTo>
                  <a:lnTo>
                    <a:pt x="42686" y="12413"/>
                  </a:lnTo>
                  <a:lnTo>
                    <a:pt x="42737" y="12302"/>
                  </a:lnTo>
                  <a:lnTo>
                    <a:pt x="42777" y="12242"/>
                  </a:lnTo>
                  <a:lnTo>
                    <a:pt x="42827" y="12182"/>
                  </a:lnTo>
                  <a:lnTo>
                    <a:pt x="42887" y="12111"/>
                  </a:lnTo>
                  <a:lnTo>
                    <a:pt x="42968" y="12051"/>
                  </a:lnTo>
                  <a:lnTo>
                    <a:pt x="43149" y="11910"/>
                  </a:lnTo>
                  <a:lnTo>
                    <a:pt x="43360" y="11780"/>
                  </a:lnTo>
                  <a:lnTo>
                    <a:pt x="43611" y="11639"/>
                  </a:lnTo>
                  <a:lnTo>
                    <a:pt x="43872" y="11498"/>
                  </a:lnTo>
                  <a:lnTo>
                    <a:pt x="44455" y="11227"/>
                  </a:lnTo>
                  <a:lnTo>
                    <a:pt x="45048" y="10955"/>
                  </a:lnTo>
                  <a:lnTo>
                    <a:pt x="45611" y="10694"/>
                  </a:lnTo>
                  <a:lnTo>
                    <a:pt x="45872" y="10573"/>
                  </a:lnTo>
                  <a:lnTo>
                    <a:pt x="46094" y="10443"/>
                  </a:lnTo>
                  <a:lnTo>
                    <a:pt x="46295" y="10332"/>
                  </a:lnTo>
                  <a:lnTo>
                    <a:pt x="46445" y="10222"/>
                  </a:lnTo>
                  <a:lnTo>
                    <a:pt x="46023" y="10282"/>
                  </a:lnTo>
                  <a:lnTo>
                    <a:pt x="45601" y="10352"/>
                  </a:lnTo>
                  <a:lnTo>
                    <a:pt x="45179" y="10443"/>
                  </a:lnTo>
                  <a:lnTo>
                    <a:pt x="44757" y="10543"/>
                  </a:lnTo>
                  <a:lnTo>
                    <a:pt x="44345" y="10654"/>
                  </a:lnTo>
                  <a:lnTo>
                    <a:pt x="43933" y="10785"/>
                  </a:lnTo>
                  <a:lnTo>
                    <a:pt x="43531" y="10925"/>
                  </a:lnTo>
                  <a:lnTo>
                    <a:pt x="43139" y="11086"/>
                  </a:lnTo>
                  <a:lnTo>
                    <a:pt x="42747" y="11257"/>
                  </a:lnTo>
                  <a:lnTo>
                    <a:pt x="42365" y="11448"/>
                  </a:lnTo>
                  <a:lnTo>
                    <a:pt x="41983" y="11639"/>
                  </a:lnTo>
                  <a:lnTo>
                    <a:pt x="41621" y="11860"/>
                  </a:lnTo>
                  <a:lnTo>
                    <a:pt x="41259" y="12081"/>
                  </a:lnTo>
                  <a:lnTo>
                    <a:pt x="40917" y="12322"/>
                  </a:lnTo>
                  <a:lnTo>
                    <a:pt x="40586" y="12584"/>
                  </a:lnTo>
                  <a:lnTo>
                    <a:pt x="40254" y="12855"/>
                  </a:lnTo>
                  <a:lnTo>
                    <a:pt x="40103" y="12996"/>
                  </a:lnTo>
                  <a:lnTo>
                    <a:pt x="39942" y="13136"/>
                  </a:lnTo>
                  <a:lnTo>
                    <a:pt x="39651" y="13438"/>
                  </a:lnTo>
                  <a:lnTo>
                    <a:pt x="39370" y="13750"/>
                  </a:lnTo>
                  <a:lnTo>
                    <a:pt x="39078" y="14061"/>
                  </a:lnTo>
                  <a:lnTo>
                    <a:pt x="38797" y="14363"/>
                  </a:lnTo>
                  <a:lnTo>
                    <a:pt x="38495" y="14664"/>
                  </a:lnTo>
                  <a:lnTo>
                    <a:pt x="38344" y="14805"/>
                  </a:lnTo>
                  <a:lnTo>
                    <a:pt x="38184" y="14946"/>
                  </a:lnTo>
                  <a:lnTo>
                    <a:pt x="38023" y="15086"/>
                  </a:lnTo>
                  <a:lnTo>
                    <a:pt x="37852" y="15217"/>
                  </a:lnTo>
                  <a:lnTo>
                    <a:pt x="37721" y="15317"/>
                  </a:lnTo>
                  <a:lnTo>
                    <a:pt x="37611" y="15418"/>
                  </a:lnTo>
                  <a:lnTo>
                    <a:pt x="37390" y="15609"/>
                  </a:lnTo>
                  <a:lnTo>
                    <a:pt x="37269" y="15689"/>
                  </a:lnTo>
                  <a:lnTo>
                    <a:pt x="37148" y="15760"/>
                  </a:lnTo>
                  <a:lnTo>
                    <a:pt x="37008" y="15810"/>
                  </a:lnTo>
                  <a:lnTo>
                    <a:pt x="36927" y="15840"/>
                  </a:lnTo>
                  <a:lnTo>
                    <a:pt x="36847" y="15850"/>
                  </a:lnTo>
                  <a:lnTo>
                    <a:pt x="36766" y="15860"/>
                  </a:lnTo>
                  <a:lnTo>
                    <a:pt x="36636" y="15860"/>
                  </a:lnTo>
                  <a:lnTo>
                    <a:pt x="36565" y="15850"/>
                  </a:lnTo>
                  <a:lnTo>
                    <a:pt x="36505" y="15830"/>
                  </a:lnTo>
                  <a:lnTo>
                    <a:pt x="36445" y="15800"/>
                  </a:lnTo>
                  <a:lnTo>
                    <a:pt x="36384" y="15770"/>
                  </a:lnTo>
                  <a:lnTo>
                    <a:pt x="36334" y="15740"/>
                  </a:lnTo>
                  <a:lnTo>
                    <a:pt x="36284" y="15699"/>
                  </a:lnTo>
                  <a:lnTo>
                    <a:pt x="36244" y="15659"/>
                  </a:lnTo>
                  <a:lnTo>
                    <a:pt x="36204" y="15609"/>
                  </a:lnTo>
                  <a:lnTo>
                    <a:pt x="36163" y="15559"/>
                  </a:lnTo>
                  <a:lnTo>
                    <a:pt x="36143" y="15498"/>
                  </a:lnTo>
                  <a:lnTo>
                    <a:pt x="36123" y="15448"/>
                  </a:lnTo>
                  <a:lnTo>
                    <a:pt x="36103" y="15388"/>
                  </a:lnTo>
                  <a:lnTo>
                    <a:pt x="36103" y="15317"/>
                  </a:lnTo>
                  <a:lnTo>
                    <a:pt x="36103" y="15197"/>
                  </a:lnTo>
                  <a:lnTo>
                    <a:pt x="36113" y="15066"/>
                  </a:lnTo>
                  <a:lnTo>
                    <a:pt x="36133" y="14956"/>
                  </a:lnTo>
                  <a:lnTo>
                    <a:pt x="36153" y="14835"/>
                  </a:lnTo>
                  <a:lnTo>
                    <a:pt x="36194" y="14724"/>
                  </a:lnTo>
                  <a:lnTo>
                    <a:pt x="36234" y="14614"/>
                  </a:lnTo>
                  <a:lnTo>
                    <a:pt x="36334" y="14393"/>
                  </a:lnTo>
                  <a:lnTo>
                    <a:pt x="36445" y="14182"/>
                  </a:lnTo>
                  <a:lnTo>
                    <a:pt x="36565" y="13971"/>
                  </a:lnTo>
                  <a:lnTo>
                    <a:pt x="36676" y="13750"/>
                  </a:lnTo>
                  <a:lnTo>
                    <a:pt x="36787" y="13528"/>
                  </a:lnTo>
                  <a:lnTo>
                    <a:pt x="36867" y="13348"/>
                  </a:lnTo>
                  <a:lnTo>
                    <a:pt x="36957" y="13177"/>
                  </a:lnTo>
                  <a:lnTo>
                    <a:pt x="37048" y="12996"/>
                  </a:lnTo>
                  <a:lnTo>
                    <a:pt x="37148" y="12825"/>
                  </a:lnTo>
                  <a:lnTo>
                    <a:pt x="37259" y="12664"/>
                  </a:lnTo>
                  <a:lnTo>
                    <a:pt x="37380" y="12503"/>
                  </a:lnTo>
                  <a:lnTo>
                    <a:pt x="37510" y="12352"/>
                  </a:lnTo>
                  <a:lnTo>
                    <a:pt x="37661" y="12212"/>
                  </a:lnTo>
                  <a:lnTo>
                    <a:pt x="37832" y="12041"/>
                  </a:lnTo>
                  <a:lnTo>
                    <a:pt x="37993" y="11870"/>
                  </a:lnTo>
                  <a:lnTo>
                    <a:pt x="38143" y="11689"/>
                  </a:lnTo>
                  <a:lnTo>
                    <a:pt x="38274" y="11508"/>
                  </a:lnTo>
                  <a:lnTo>
                    <a:pt x="38405" y="11327"/>
                  </a:lnTo>
                  <a:lnTo>
                    <a:pt x="38525" y="11136"/>
                  </a:lnTo>
                  <a:lnTo>
                    <a:pt x="38746" y="10744"/>
                  </a:lnTo>
                  <a:lnTo>
                    <a:pt x="39179" y="9970"/>
                  </a:lnTo>
                  <a:lnTo>
                    <a:pt x="39410" y="9589"/>
                  </a:lnTo>
                  <a:lnTo>
                    <a:pt x="39530" y="9398"/>
                  </a:lnTo>
                  <a:lnTo>
                    <a:pt x="39651" y="9217"/>
                  </a:lnTo>
                  <a:lnTo>
                    <a:pt x="39500" y="9307"/>
                  </a:lnTo>
                  <a:lnTo>
                    <a:pt x="39349" y="9408"/>
                  </a:lnTo>
                  <a:lnTo>
                    <a:pt x="39199" y="9518"/>
                  </a:lnTo>
                  <a:lnTo>
                    <a:pt x="39058" y="9639"/>
                  </a:lnTo>
                  <a:lnTo>
                    <a:pt x="38917" y="9769"/>
                  </a:lnTo>
                  <a:lnTo>
                    <a:pt x="38777" y="9900"/>
                  </a:lnTo>
                  <a:lnTo>
                    <a:pt x="38515" y="10182"/>
                  </a:lnTo>
                  <a:lnTo>
                    <a:pt x="38264" y="10473"/>
                  </a:lnTo>
                  <a:lnTo>
                    <a:pt x="38033" y="10775"/>
                  </a:lnTo>
                  <a:lnTo>
                    <a:pt x="37611" y="11347"/>
                  </a:lnTo>
                  <a:lnTo>
                    <a:pt x="37470" y="11548"/>
                  </a:lnTo>
                  <a:lnTo>
                    <a:pt x="37410" y="11629"/>
                  </a:lnTo>
                  <a:lnTo>
                    <a:pt x="37369" y="11659"/>
                  </a:lnTo>
                  <a:lnTo>
                    <a:pt x="37339" y="11679"/>
                  </a:lnTo>
                  <a:lnTo>
                    <a:pt x="37299" y="11699"/>
                  </a:lnTo>
                  <a:lnTo>
                    <a:pt x="37269" y="11709"/>
                  </a:lnTo>
                  <a:lnTo>
                    <a:pt x="37229" y="11699"/>
                  </a:lnTo>
                  <a:lnTo>
                    <a:pt x="37189" y="11689"/>
                  </a:lnTo>
                  <a:lnTo>
                    <a:pt x="37148" y="11659"/>
                  </a:lnTo>
                  <a:lnTo>
                    <a:pt x="37108" y="11619"/>
                  </a:lnTo>
                  <a:lnTo>
                    <a:pt x="37068" y="11558"/>
                  </a:lnTo>
                  <a:lnTo>
                    <a:pt x="37018" y="11488"/>
                  </a:lnTo>
                  <a:lnTo>
                    <a:pt x="36977" y="11388"/>
                  </a:lnTo>
                  <a:lnTo>
                    <a:pt x="36957" y="11287"/>
                  </a:lnTo>
                  <a:lnTo>
                    <a:pt x="36937" y="11166"/>
                  </a:lnTo>
                  <a:lnTo>
                    <a:pt x="36937" y="11046"/>
                  </a:lnTo>
                  <a:lnTo>
                    <a:pt x="36937" y="10925"/>
                  </a:lnTo>
                  <a:lnTo>
                    <a:pt x="36947" y="10805"/>
                  </a:lnTo>
                  <a:lnTo>
                    <a:pt x="36988" y="10594"/>
                  </a:lnTo>
                  <a:lnTo>
                    <a:pt x="37068" y="10242"/>
                  </a:lnTo>
                  <a:lnTo>
                    <a:pt x="37168" y="9890"/>
                  </a:lnTo>
                  <a:lnTo>
                    <a:pt x="37369" y="9186"/>
                  </a:lnTo>
                  <a:lnTo>
                    <a:pt x="37470" y="8835"/>
                  </a:lnTo>
                  <a:lnTo>
                    <a:pt x="37550" y="8483"/>
                  </a:lnTo>
                  <a:lnTo>
                    <a:pt x="37581" y="8302"/>
                  </a:lnTo>
                  <a:lnTo>
                    <a:pt x="37601" y="8121"/>
                  </a:lnTo>
                  <a:lnTo>
                    <a:pt x="37621" y="7940"/>
                  </a:lnTo>
                  <a:lnTo>
                    <a:pt x="37631" y="7759"/>
                  </a:lnTo>
                  <a:lnTo>
                    <a:pt x="37460" y="7970"/>
                  </a:lnTo>
                  <a:lnTo>
                    <a:pt x="37309" y="8181"/>
                  </a:lnTo>
                  <a:lnTo>
                    <a:pt x="37168" y="8403"/>
                  </a:lnTo>
                  <a:lnTo>
                    <a:pt x="37048" y="8624"/>
                  </a:lnTo>
                  <a:lnTo>
                    <a:pt x="36927" y="8855"/>
                  </a:lnTo>
                  <a:lnTo>
                    <a:pt x="36817" y="9086"/>
                  </a:lnTo>
                  <a:lnTo>
                    <a:pt x="36716" y="9327"/>
                  </a:lnTo>
                  <a:lnTo>
                    <a:pt x="36626" y="9558"/>
                  </a:lnTo>
                  <a:lnTo>
                    <a:pt x="36545" y="9800"/>
                  </a:lnTo>
                  <a:lnTo>
                    <a:pt x="36475" y="10051"/>
                  </a:lnTo>
                  <a:lnTo>
                    <a:pt x="36334" y="10543"/>
                  </a:lnTo>
                  <a:lnTo>
                    <a:pt x="36224" y="11036"/>
                  </a:lnTo>
                  <a:lnTo>
                    <a:pt x="36123" y="11538"/>
                  </a:lnTo>
                  <a:lnTo>
                    <a:pt x="35932" y="12543"/>
                  </a:lnTo>
                  <a:lnTo>
                    <a:pt x="35832" y="13046"/>
                  </a:lnTo>
                  <a:lnTo>
                    <a:pt x="35721" y="13528"/>
                  </a:lnTo>
                  <a:lnTo>
                    <a:pt x="35601" y="14011"/>
                  </a:lnTo>
                  <a:lnTo>
                    <a:pt x="35520" y="14242"/>
                  </a:lnTo>
                  <a:lnTo>
                    <a:pt x="35450" y="14473"/>
                  </a:lnTo>
                  <a:lnTo>
                    <a:pt x="35359" y="14704"/>
                  </a:lnTo>
                  <a:lnTo>
                    <a:pt x="35269" y="14926"/>
                  </a:lnTo>
                  <a:lnTo>
                    <a:pt x="35168" y="15137"/>
                  </a:lnTo>
                  <a:lnTo>
                    <a:pt x="35058" y="15358"/>
                  </a:lnTo>
                  <a:lnTo>
                    <a:pt x="34927" y="15559"/>
                  </a:lnTo>
                  <a:lnTo>
                    <a:pt x="34786" y="15740"/>
                  </a:lnTo>
                  <a:lnTo>
                    <a:pt x="34626" y="15921"/>
                  </a:lnTo>
                  <a:lnTo>
                    <a:pt x="34455" y="16081"/>
                  </a:lnTo>
                  <a:lnTo>
                    <a:pt x="34264" y="16222"/>
                  </a:lnTo>
                  <a:lnTo>
                    <a:pt x="34063" y="16353"/>
                  </a:lnTo>
                  <a:lnTo>
                    <a:pt x="33842" y="16463"/>
                  </a:lnTo>
                  <a:lnTo>
                    <a:pt x="33621" y="16564"/>
                  </a:lnTo>
                  <a:lnTo>
                    <a:pt x="33389" y="16644"/>
                  </a:lnTo>
                  <a:lnTo>
                    <a:pt x="33148" y="16704"/>
                  </a:lnTo>
                  <a:lnTo>
                    <a:pt x="32897" y="16745"/>
                  </a:lnTo>
                  <a:lnTo>
                    <a:pt x="32646" y="16775"/>
                  </a:lnTo>
                  <a:lnTo>
                    <a:pt x="32394" y="16775"/>
                  </a:lnTo>
                  <a:lnTo>
                    <a:pt x="32143" y="16765"/>
                  </a:lnTo>
                  <a:lnTo>
                    <a:pt x="31882" y="16735"/>
                  </a:lnTo>
                  <a:lnTo>
                    <a:pt x="31630" y="16684"/>
                  </a:lnTo>
                  <a:lnTo>
                    <a:pt x="31088" y="16544"/>
                  </a:lnTo>
                  <a:lnTo>
                    <a:pt x="30545" y="16403"/>
                  </a:lnTo>
                  <a:lnTo>
                    <a:pt x="30002" y="16252"/>
                  </a:lnTo>
                  <a:lnTo>
                    <a:pt x="29459" y="16091"/>
                  </a:lnTo>
                  <a:lnTo>
                    <a:pt x="28927" y="15921"/>
                  </a:lnTo>
                  <a:lnTo>
                    <a:pt x="28404" y="15740"/>
                  </a:lnTo>
                  <a:lnTo>
                    <a:pt x="27902" y="15539"/>
                  </a:lnTo>
                  <a:lnTo>
                    <a:pt x="27409" y="15328"/>
                  </a:lnTo>
                  <a:lnTo>
                    <a:pt x="27258" y="15257"/>
                  </a:lnTo>
                  <a:lnTo>
                    <a:pt x="27108" y="15177"/>
                  </a:lnTo>
                  <a:lnTo>
                    <a:pt x="26967" y="15096"/>
                  </a:lnTo>
                  <a:lnTo>
                    <a:pt x="26826" y="15006"/>
                  </a:lnTo>
                  <a:lnTo>
                    <a:pt x="26685" y="14915"/>
                  </a:lnTo>
                  <a:lnTo>
                    <a:pt x="26555" y="14815"/>
                  </a:lnTo>
                  <a:lnTo>
                    <a:pt x="26424" y="14704"/>
                  </a:lnTo>
                  <a:lnTo>
                    <a:pt x="26304" y="14594"/>
                  </a:lnTo>
                  <a:lnTo>
                    <a:pt x="26193" y="14483"/>
                  </a:lnTo>
                  <a:lnTo>
                    <a:pt x="26082" y="14363"/>
                  </a:lnTo>
                  <a:lnTo>
                    <a:pt x="25982" y="14242"/>
                  </a:lnTo>
                  <a:lnTo>
                    <a:pt x="25881" y="14111"/>
                  </a:lnTo>
                  <a:lnTo>
                    <a:pt x="25801" y="13991"/>
                  </a:lnTo>
                  <a:lnTo>
                    <a:pt x="25711" y="13850"/>
                  </a:lnTo>
                  <a:lnTo>
                    <a:pt x="25640" y="13719"/>
                  </a:lnTo>
                  <a:lnTo>
                    <a:pt x="25580" y="13579"/>
                  </a:lnTo>
                  <a:lnTo>
                    <a:pt x="25520" y="13438"/>
                  </a:lnTo>
                  <a:lnTo>
                    <a:pt x="25469" y="13297"/>
                  </a:lnTo>
                  <a:lnTo>
                    <a:pt x="25429" y="13157"/>
                  </a:lnTo>
                  <a:lnTo>
                    <a:pt x="25399" y="13006"/>
                  </a:lnTo>
                  <a:lnTo>
                    <a:pt x="25379" y="12865"/>
                  </a:lnTo>
                  <a:lnTo>
                    <a:pt x="25369" y="12714"/>
                  </a:lnTo>
                  <a:lnTo>
                    <a:pt x="25369" y="12564"/>
                  </a:lnTo>
                  <a:lnTo>
                    <a:pt x="25379" y="12413"/>
                  </a:lnTo>
                  <a:lnTo>
                    <a:pt x="25399" y="12262"/>
                  </a:lnTo>
                  <a:lnTo>
                    <a:pt x="25429" y="12111"/>
                  </a:lnTo>
                  <a:lnTo>
                    <a:pt x="25469" y="11971"/>
                  </a:lnTo>
                  <a:lnTo>
                    <a:pt x="25520" y="11820"/>
                  </a:lnTo>
                  <a:lnTo>
                    <a:pt x="25590" y="11669"/>
                  </a:lnTo>
                  <a:lnTo>
                    <a:pt x="25670" y="11518"/>
                  </a:lnTo>
                  <a:lnTo>
                    <a:pt x="25761" y="11378"/>
                  </a:lnTo>
                  <a:lnTo>
                    <a:pt x="25861" y="11227"/>
                  </a:lnTo>
                  <a:lnTo>
                    <a:pt x="26223" y="10764"/>
                  </a:lnTo>
                  <a:lnTo>
                    <a:pt x="26404" y="10533"/>
                  </a:lnTo>
                  <a:lnTo>
                    <a:pt x="26595" y="10302"/>
                  </a:lnTo>
                  <a:lnTo>
                    <a:pt x="26786" y="10081"/>
                  </a:lnTo>
                  <a:lnTo>
                    <a:pt x="26997" y="9870"/>
                  </a:lnTo>
                  <a:lnTo>
                    <a:pt x="27208" y="9679"/>
                  </a:lnTo>
                  <a:lnTo>
                    <a:pt x="27309" y="9599"/>
                  </a:lnTo>
                  <a:lnTo>
                    <a:pt x="27429" y="9518"/>
                  </a:lnTo>
                  <a:lnTo>
                    <a:pt x="27550" y="9438"/>
                  </a:lnTo>
                  <a:lnTo>
                    <a:pt x="27680" y="9367"/>
                  </a:lnTo>
                  <a:lnTo>
                    <a:pt x="27932" y="9237"/>
                  </a:lnTo>
                  <a:lnTo>
                    <a:pt x="28183" y="9136"/>
                  </a:lnTo>
                  <a:lnTo>
                    <a:pt x="28434" y="9036"/>
                  </a:lnTo>
                  <a:lnTo>
                    <a:pt x="28696" y="8925"/>
                  </a:lnTo>
                  <a:lnTo>
                    <a:pt x="28816" y="8865"/>
                  </a:lnTo>
                  <a:lnTo>
                    <a:pt x="28947" y="8794"/>
                  </a:lnTo>
                  <a:lnTo>
                    <a:pt x="29068" y="8724"/>
                  </a:lnTo>
                  <a:lnTo>
                    <a:pt x="29198" y="8634"/>
                  </a:lnTo>
                  <a:lnTo>
                    <a:pt x="29319" y="8543"/>
                  </a:lnTo>
                  <a:lnTo>
                    <a:pt x="29449" y="8433"/>
                  </a:lnTo>
                  <a:lnTo>
                    <a:pt x="29681" y="8212"/>
                  </a:lnTo>
                  <a:lnTo>
                    <a:pt x="29902" y="7990"/>
                  </a:lnTo>
                  <a:lnTo>
                    <a:pt x="30354" y="7518"/>
                  </a:lnTo>
                  <a:lnTo>
                    <a:pt x="30786" y="7046"/>
                  </a:lnTo>
                  <a:lnTo>
                    <a:pt x="31218" y="6593"/>
                  </a:lnTo>
                  <a:lnTo>
                    <a:pt x="31168" y="6644"/>
                  </a:lnTo>
                  <a:lnTo>
                    <a:pt x="31108" y="6694"/>
                  </a:lnTo>
                  <a:lnTo>
                    <a:pt x="30957" y="6784"/>
                  </a:lnTo>
                  <a:lnTo>
                    <a:pt x="30796" y="6875"/>
                  </a:lnTo>
                  <a:lnTo>
                    <a:pt x="30615" y="6965"/>
                  </a:lnTo>
                  <a:lnTo>
                    <a:pt x="30264" y="7136"/>
                  </a:lnTo>
                  <a:lnTo>
                    <a:pt x="30103" y="7227"/>
                  </a:lnTo>
                  <a:lnTo>
                    <a:pt x="29962" y="7317"/>
                  </a:lnTo>
                  <a:lnTo>
                    <a:pt x="29681" y="7538"/>
                  </a:lnTo>
                  <a:lnTo>
                    <a:pt x="29409" y="7759"/>
                  </a:lnTo>
                  <a:lnTo>
                    <a:pt x="29138" y="7990"/>
                  </a:lnTo>
                  <a:lnTo>
                    <a:pt x="28856" y="8212"/>
                  </a:lnTo>
                  <a:lnTo>
                    <a:pt x="28655" y="8362"/>
                  </a:lnTo>
                  <a:lnTo>
                    <a:pt x="28565" y="8423"/>
                  </a:lnTo>
                  <a:lnTo>
                    <a:pt x="28475" y="8463"/>
                  </a:lnTo>
                  <a:lnTo>
                    <a:pt x="28424" y="8483"/>
                  </a:lnTo>
                  <a:lnTo>
                    <a:pt x="28374" y="8483"/>
                  </a:lnTo>
                  <a:lnTo>
                    <a:pt x="28324" y="8493"/>
                  </a:lnTo>
                  <a:lnTo>
                    <a:pt x="28273" y="8483"/>
                  </a:lnTo>
                  <a:lnTo>
                    <a:pt x="28213" y="8473"/>
                  </a:lnTo>
                  <a:lnTo>
                    <a:pt x="28163" y="8443"/>
                  </a:lnTo>
                  <a:lnTo>
                    <a:pt x="28103" y="8413"/>
                  </a:lnTo>
                  <a:lnTo>
                    <a:pt x="28032" y="8372"/>
                  </a:lnTo>
                  <a:lnTo>
                    <a:pt x="27962" y="8312"/>
                  </a:lnTo>
                  <a:lnTo>
                    <a:pt x="27912" y="8252"/>
                  </a:lnTo>
                  <a:lnTo>
                    <a:pt x="27871" y="8191"/>
                  </a:lnTo>
                  <a:lnTo>
                    <a:pt x="27851" y="8131"/>
                  </a:lnTo>
                  <a:lnTo>
                    <a:pt x="27831" y="8071"/>
                  </a:lnTo>
                  <a:lnTo>
                    <a:pt x="27831" y="8011"/>
                  </a:lnTo>
                  <a:lnTo>
                    <a:pt x="27841" y="7950"/>
                  </a:lnTo>
                  <a:lnTo>
                    <a:pt x="27851" y="7890"/>
                  </a:lnTo>
                  <a:lnTo>
                    <a:pt x="27902" y="7759"/>
                  </a:lnTo>
                  <a:lnTo>
                    <a:pt x="27962" y="7629"/>
                  </a:lnTo>
                  <a:lnTo>
                    <a:pt x="28022" y="7508"/>
                  </a:lnTo>
                  <a:lnTo>
                    <a:pt x="28072" y="7377"/>
                  </a:lnTo>
                  <a:lnTo>
                    <a:pt x="28123" y="7227"/>
                  </a:lnTo>
                  <a:lnTo>
                    <a:pt x="28153" y="7076"/>
                  </a:lnTo>
                  <a:lnTo>
                    <a:pt x="28183" y="6915"/>
                  </a:lnTo>
                  <a:lnTo>
                    <a:pt x="28203" y="6754"/>
                  </a:lnTo>
                  <a:lnTo>
                    <a:pt x="28213" y="6422"/>
                  </a:lnTo>
                  <a:lnTo>
                    <a:pt x="28213" y="6111"/>
                  </a:lnTo>
                  <a:lnTo>
                    <a:pt x="28203" y="5990"/>
                  </a:lnTo>
                  <a:lnTo>
                    <a:pt x="28173" y="5840"/>
                  </a:lnTo>
                  <a:lnTo>
                    <a:pt x="28072" y="5508"/>
                  </a:lnTo>
                  <a:lnTo>
                    <a:pt x="28032" y="5347"/>
                  </a:lnTo>
                  <a:lnTo>
                    <a:pt x="27992" y="5196"/>
                  </a:lnTo>
                  <a:lnTo>
                    <a:pt x="27972" y="5066"/>
                  </a:lnTo>
                  <a:lnTo>
                    <a:pt x="27972" y="5005"/>
                  </a:lnTo>
                  <a:lnTo>
                    <a:pt x="27982" y="4965"/>
                  </a:lnTo>
                  <a:lnTo>
                    <a:pt x="27932" y="5136"/>
                  </a:lnTo>
                  <a:lnTo>
                    <a:pt x="27882" y="5307"/>
                  </a:lnTo>
                  <a:lnTo>
                    <a:pt x="27811" y="5649"/>
                  </a:lnTo>
                  <a:lnTo>
                    <a:pt x="27751" y="6000"/>
                  </a:lnTo>
                  <a:lnTo>
                    <a:pt x="27691" y="6342"/>
                  </a:lnTo>
                  <a:lnTo>
                    <a:pt x="27590" y="7046"/>
                  </a:lnTo>
                  <a:lnTo>
                    <a:pt x="27530" y="7387"/>
                  </a:lnTo>
                  <a:lnTo>
                    <a:pt x="27449" y="7739"/>
                  </a:lnTo>
                  <a:lnTo>
                    <a:pt x="27379" y="8000"/>
                  </a:lnTo>
                  <a:lnTo>
                    <a:pt x="27258" y="8332"/>
                  </a:lnTo>
                  <a:lnTo>
                    <a:pt x="27188" y="8513"/>
                  </a:lnTo>
                  <a:lnTo>
                    <a:pt x="27098" y="8694"/>
                  </a:lnTo>
                  <a:lnTo>
                    <a:pt x="27007" y="8875"/>
                  </a:lnTo>
                  <a:lnTo>
                    <a:pt x="26907" y="9056"/>
                  </a:lnTo>
                  <a:lnTo>
                    <a:pt x="26796" y="9227"/>
                  </a:lnTo>
                  <a:lnTo>
                    <a:pt x="26665" y="9387"/>
                  </a:lnTo>
                  <a:lnTo>
                    <a:pt x="26535" y="9528"/>
                  </a:lnTo>
                  <a:lnTo>
                    <a:pt x="26464" y="9589"/>
                  </a:lnTo>
                  <a:lnTo>
                    <a:pt x="26394" y="9639"/>
                  </a:lnTo>
                  <a:lnTo>
                    <a:pt x="26324" y="9689"/>
                  </a:lnTo>
                  <a:lnTo>
                    <a:pt x="26243" y="9739"/>
                  </a:lnTo>
                  <a:lnTo>
                    <a:pt x="26173" y="9769"/>
                  </a:lnTo>
                  <a:lnTo>
                    <a:pt x="26092" y="9790"/>
                  </a:lnTo>
                  <a:lnTo>
                    <a:pt x="26002" y="9810"/>
                  </a:lnTo>
                  <a:lnTo>
                    <a:pt x="25922" y="9820"/>
                  </a:lnTo>
                  <a:lnTo>
                    <a:pt x="25831" y="9820"/>
                  </a:lnTo>
                  <a:lnTo>
                    <a:pt x="25741" y="9800"/>
                  </a:lnTo>
                  <a:lnTo>
                    <a:pt x="25630" y="9779"/>
                  </a:lnTo>
                  <a:lnTo>
                    <a:pt x="25540" y="9729"/>
                  </a:lnTo>
                  <a:lnTo>
                    <a:pt x="25449" y="9679"/>
                  </a:lnTo>
                  <a:lnTo>
                    <a:pt x="25369" y="9619"/>
                  </a:lnTo>
                  <a:lnTo>
                    <a:pt x="25309" y="9538"/>
                  </a:lnTo>
                  <a:lnTo>
                    <a:pt x="25248" y="9458"/>
                  </a:lnTo>
                  <a:lnTo>
                    <a:pt x="25208" y="9367"/>
                  </a:lnTo>
                  <a:lnTo>
                    <a:pt x="25168" y="9267"/>
                  </a:lnTo>
                  <a:lnTo>
                    <a:pt x="25138" y="9156"/>
                  </a:lnTo>
                  <a:lnTo>
                    <a:pt x="25107" y="9046"/>
                  </a:lnTo>
                  <a:lnTo>
                    <a:pt x="25097" y="8925"/>
                  </a:lnTo>
                  <a:lnTo>
                    <a:pt x="25087" y="8794"/>
                  </a:lnTo>
                  <a:lnTo>
                    <a:pt x="25087" y="8664"/>
                  </a:lnTo>
                  <a:lnTo>
                    <a:pt x="25087" y="8533"/>
                  </a:lnTo>
                  <a:lnTo>
                    <a:pt x="25107" y="8262"/>
                  </a:lnTo>
                  <a:lnTo>
                    <a:pt x="25158" y="7990"/>
                  </a:lnTo>
                  <a:lnTo>
                    <a:pt x="25208" y="7719"/>
                  </a:lnTo>
                  <a:lnTo>
                    <a:pt x="25278" y="7448"/>
                  </a:lnTo>
                  <a:lnTo>
                    <a:pt x="25359" y="7196"/>
                  </a:lnTo>
                  <a:lnTo>
                    <a:pt x="25439" y="6965"/>
                  </a:lnTo>
                  <a:lnTo>
                    <a:pt x="25520" y="6764"/>
                  </a:lnTo>
                  <a:lnTo>
                    <a:pt x="25590" y="6583"/>
                  </a:lnTo>
                  <a:lnTo>
                    <a:pt x="25660" y="6453"/>
                  </a:lnTo>
                  <a:lnTo>
                    <a:pt x="25851" y="6141"/>
                  </a:lnTo>
                  <a:lnTo>
                    <a:pt x="26042" y="5829"/>
                  </a:lnTo>
                  <a:lnTo>
                    <a:pt x="26243" y="5508"/>
                  </a:lnTo>
                  <a:lnTo>
                    <a:pt x="26424" y="5186"/>
                  </a:lnTo>
                  <a:lnTo>
                    <a:pt x="26595" y="4865"/>
                  </a:lnTo>
                  <a:lnTo>
                    <a:pt x="26675" y="4704"/>
                  </a:lnTo>
                  <a:lnTo>
                    <a:pt x="26746" y="4533"/>
                  </a:lnTo>
                  <a:lnTo>
                    <a:pt x="26806" y="4362"/>
                  </a:lnTo>
                  <a:lnTo>
                    <a:pt x="26866" y="4191"/>
                  </a:lnTo>
                  <a:lnTo>
                    <a:pt x="26907" y="4020"/>
                  </a:lnTo>
                  <a:lnTo>
                    <a:pt x="26947" y="3839"/>
                  </a:lnTo>
                  <a:lnTo>
                    <a:pt x="26977" y="3598"/>
                  </a:lnTo>
                  <a:lnTo>
                    <a:pt x="26997" y="3357"/>
                  </a:lnTo>
                  <a:lnTo>
                    <a:pt x="27007" y="3116"/>
                  </a:lnTo>
                  <a:lnTo>
                    <a:pt x="27007" y="2875"/>
                  </a:lnTo>
                  <a:lnTo>
                    <a:pt x="26997" y="2633"/>
                  </a:lnTo>
                  <a:lnTo>
                    <a:pt x="26977" y="2392"/>
                  </a:lnTo>
                  <a:lnTo>
                    <a:pt x="26927" y="1910"/>
                  </a:lnTo>
                  <a:lnTo>
                    <a:pt x="26876" y="1437"/>
                  </a:lnTo>
                  <a:lnTo>
                    <a:pt x="26836" y="955"/>
                  </a:lnTo>
                  <a:lnTo>
                    <a:pt x="26816" y="714"/>
                  </a:lnTo>
                  <a:lnTo>
                    <a:pt x="26806" y="482"/>
                  </a:lnTo>
                  <a:lnTo>
                    <a:pt x="26806" y="241"/>
                  </a:lnTo>
                  <a:lnTo>
                    <a:pt x="268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20;p25">
              <a:extLst>
                <a:ext uri="{FF2B5EF4-FFF2-40B4-BE49-F238E27FC236}">
                  <a16:creationId xmlns:a16="http://schemas.microsoft.com/office/drawing/2014/main" id="{63E77CAC-41EE-415A-267E-EBD04AC8D812}"/>
                </a:ext>
              </a:extLst>
            </p:cNvPr>
            <p:cNvSpPr/>
            <p:nvPr/>
          </p:nvSpPr>
          <p:spPr>
            <a:xfrm>
              <a:off x="5797440" y="1681817"/>
              <a:ext cx="202434" cy="309463"/>
            </a:xfrm>
            <a:custGeom>
              <a:avLst/>
              <a:gdLst/>
              <a:ahLst/>
              <a:cxnLst/>
              <a:rect l="l" t="t" r="r" b="b"/>
              <a:pathLst>
                <a:path w="18324" h="28012" extrusionOk="0">
                  <a:moveTo>
                    <a:pt x="11700" y="0"/>
                  </a:moveTo>
                  <a:lnTo>
                    <a:pt x="11589" y="10"/>
                  </a:lnTo>
                  <a:lnTo>
                    <a:pt x="11358" y="40"/>
                  </a:lnTo>
                  <a:lnTo>
                    <a:pt x="11117" y="91"/>
                  </a:lnTo>
                  <a:lnTo>
                    <a:pt x="10896" y="161"/>
                  </a:lnTo>
                  <a:lnTo>
                    <a:pt x="10675" y="241"/>
                  </a:lnTo>
                  <a:lnTo>
                    <a:pt x="10464" y="322"/>
                  </a:lnTo>
                  <a:lnTo>
                    <a:pt x="10283" y="402"/>
                  </a:lnTo>
                  <a:lnTo>
                    <a:pt x="10021" y="533"/>
                  </a:lnTo>
                  <a:lnTo>
                    <a:pt x="9921" y="583"/>
                  </a:lnTo>
                  <a:lnTo>
                    <a:pt x="9891" y="704"/>
                  </a:lnTo>
                  <a:lnTo>
                    <a:pt x="9790" y="1035"/>
                  </a:lnTo>
                  <a:lnTo>
                    <a:pt x="9629" y="1578"/>
                  </a:lnTo>
                  <a:lnTo>
                    <a:pt x="9509" y="1930"/>
                  </a:lnTo>
                  <a:lnTo>
                    <a:pt x="9368" y="2322"/>
                  </a:lnTo>
                  <a:lnTo>
                    <a:pt x="9207" y="2764"/>
                  </a:lnTo>
                  <a:lnTo>
                    <a:pt x="9016" y="3247"/>
                  </a:lnTo>
                  <a:lnTo>
                    <a:pt x="8805" y="3769"/>
                  </a:lnTo>
                  <a:lnTo>
                    <a:pt x="8564" y="4342"/>
                  </a:lnTo>
                  <a:lnTo>
                    <a:pt x="8293" y="4955"/>
                  </a:lnTo>
                  <a:lnTo>
                    <a:pt x="7991" y="5598"/>
                  </a:lnTo>
                  <a:lnTo>
                    <a:pt x="7660" y="6282"/>
                  </a:lnTo>
                  <a:lnTo>
                    <a:pt x="7288" y="7006"/>
                  </a:lnTo>
                  <a:lnTo>
                    <a:pt x="7197" y="7187"/>
                  </a:lnTo>
                  <a:lnTo>
                    <a:pt x="7097" y="7367"/>
                  </a:lnTo>
                  <a:lnTo>
                    <a:pt x="6986" y="7538"/>
                  </a:lnTo>
                  <a:lnTo>
                    <a:pt x="6876" y="7709"/>
                  </a:lnTo>
                  <a:lnTo>
                    <a:pt x="6644" y="8031"/>
                  </a:lnTo>
                  <a:lnTo>
                    <a:pt x="6393" y="8332"/>
                  </a:lnTo>
                  <a:lnTo>
                    <a:pt x="6132" y="8614"/>
                  </a:lnTo>
                  <a:lnTo>
                    <a:pt x="5860" y="8885"/>
                  </a:lnTo>
                  <a:lnTo>
                    <a:pt x="5579" y="9136"/>
                  </a:lnTo>
                  <a:lnTo>
                    <a:pt x="5288" y="9378"/>
                  </a:lnTo>
                  <a:lnTo>
                    <a:pt x="4996" y="9599"/>
                  </a:lnTo>
                  <a:lnTo>
                    <a:pt x="4695" y="9800"/>
                  </a:lnTo>
                  <a:lnTo>
                    <a:pt x="4393" y="9991"/>
                  </a:lnTo>
                  <a:lnTo>
                    <a:pt x="4092" y="10172"/>
                  </a:lnTo>
                  <a:lnTo>
                    <a:pt x="3780" y="10332"/>
                  </a:lnTo>
                  <a:lnTo>
                    <a:pt x="3478" y="10483"/>
                  </a:lnTo>
                  <a:lnTo>
                    <a:pt x="3177" y="10624"/>
                  </a:lnTo>
                  <a:lnTo>
                    <a:pt x="2875" y="10745"/>
                  </a:lnTo>
                  <a:lnTo>
                    <a:pt x="2584" y="10855"/>
                  </a:lnTo>
                  <a:lnTo>
                    <a:pt x="2302" y="10966"/>
                  </a:lnTo>
                  <a:lnTo>
                    <a:pt x="2031" y="11056"/>
                  </a:lnTo>
                  <a:lnTo>
                    <a:pt x="1770" y="11137"/>
                  </a:lnTo>
                  <a:lnTo>
                    <a:pt x="1277" y="11277"/>
                  </a:lnTo>
                  <a:lnTo>
                    <a:pt x="855" y="11378"/>
                  </a:lnTo>
                  <a:lnTo>
                    <a:pt x="493" y="11448"/>
                  </a:lnTo>
                  <a:lnTo>
                    <a:pt x="232" y="11498"/>
                  </a:lnTo>
                  <a:lnTo>
                    <a:pt x="1" y="11528"/>
                  </a:lnTo>
                  <a:lnTo>
                    <a:pt x="292" y="13720"/>
                  </a:lnTo>
                  <a:lnTo>
                    <a:pt x="2333" y="17077"/>
                  </a:lnTo>
                  <a:lnTo>
                    <a:pt x="5539" y="28012"/>
                  </a:lnTo>
                  <a:lnTo>
                    <a:pt x="8604" y="27871"/>
                  </a:lnTo>
                  <a:lnTo>
                    <a:pt x="8373" y="27238"/>
                  </a:lnTo>
                  <a:lnTo>
                    <a:pt x="8112" y="26544"/>
                  </a:lnTo>
                  <a:lnTo>
                    <a:pt x="7770" y="25680"/>
                  </a:lnTo>
                  <a:lnTo>
                    <a:pt x="7569" y="25208"/>
                  </a:lnTo>
                  <a:lnTo>
                    <a:pt x="7348" y="24705"/>
                  </a:lnTo>
                  <a:lnTo>
                    <a:pt x="7127" y="24193"/>
                  </a:lnTo>
                  <a:lnTo>
                    <a:pt x="6886" y="23680"/>
                  </a:lnTo>
                  <a:lnTo>
                    <a:pt x="6634" y="23177"/>
                  </a:lnTo>
                  <a:lnTo>
                    <a:pt x="6373" y="22675"/>
                  </a:lnTo>
                  <a:lnTo>
                    <a:pt x="6102" y="22192"/>
                  </a:lnTo>
                  <a:lnTo>
                    <a:pt x="5830" y="21740"/>
                  </a:lnTo>
                  <a:lnTo>
                    <a:pt x="5700" y="21519"/>
                  </a:lnTo>
                  <a:lnTo>
                    <a:pt x="5579" y="21298"/>
                  </a:lnTo>
                  <a:lnTo>
                    <a:pt x="5458" y="21067"/>
                  </a:lnTo>
                  <a:lnTo>
                    <a:pt x="5348" y="20826"/>
                  </a:lnTo>
                  <a:lnTo>
                    <a:pt x="5237" y="20594"/>
                  </a:lnTo>
                  <a:lnTo>
                    <a:pt x="5147" y="20353"/>
                  </a:lnTo>
                  <a:lnTo>
                    <a:pt x="5056" y="20112"/>
                  </a:lnTo>
                  <a:lnTo>
                    <a:pt x="4966" y="19871"/>
                  </a:lnTo>
                  <a:lnTo>
                    <a:pt x="4815" y="19388"/>
                  </a:lnTo>
                  <a:lnTo>
                    <a:pt x="4685" y="18916"/>
                  </a:lnTo>
                  <a:lnTo>
                    <a:pt x="4574" y="18454"/>
                  </a:lnTo>
                  <a:lnTo>
                    <a:pt x="4483" y="18021"/>
                  </a:lnTo>
                  <a:lnTo>
                    <a:pt x="4413" y="17609"/>
                  </a:lnTo>
                  <a:lnTo>
                    <a:pt x="4353" y="17237"/>
                  </a:lnTo>
                  <a:lnTo>
                    <a:pt x="4303" y="16906"/>
                  </a:lnTo>
                  <a:lnTo>
                    <a:pt x="4272" y="16614"/>
                  </a:lnTo>
                  <a:lnTo>
                    <a:pt x="4242" y="16202"/>
                  </a:lnTo>
                  <a:lnTo>
                    <a:pt x="4232" y="16051"/>
                  </a:lnTo>
                  <a:lnTo>
                    <a:pt x="4473" y="16202"/>
                  </a:lnTo>
                  <a:lnTo>
                    <a:pt x="5328" y="16705"/>
                  </a:lnTo>
                  <a:lnTo>
                    <a:pt x="6936" y="17649"/>
                  </a:lnTo>
                  <a:lnTo>
                    <a:pt x="9479" y="19117"/>
                  </a:lnTo>
                  <a:lnTo>
                    <a:pt x="9670" y="19227"/>
                  </a:lnTo>
                  <a:lnTo>
                    <a:pt x="9851" y="19348"/>
                  </a:lnTo>
                  <a:lnTo>
                    <a:pt x="10021" y="19459"/>
                  </a:lnTo>
                  <a:lnTo>
                    <a:pt x="10192" y="19589"/>
                  </a:lnTo>
                  <a:lnTo>
                    <a:pt x="10353" y="19710"/>
                  </a:lnTo>
                  <a:lnTo>
                    <a:pt x="10504" y="19841"/>
                  </a:lnTo>
                  <a:lnTo>
                    <a:pt x="10655" y="19971"/>
                  </a:lnTo>
                  <a:lnTo>
                    <a:pt x="10795" y="20112"/>
                  </a:lnTo>
                  <a:lnTo>
                    <a:pt x="10936" y="20253"/>
                  </a:lnTo>
                  <a:lnTo>
                    <a:pt x="11067" y="20393"/>
                  </a:lnTo>
                  <a:lnTo>
                    <a:pt x="11308" y="20685"/>
                  </a:lnTo>
                  <a:lnTo>
                    <a:pt x="11529" y="20976"/>
                  </a:lnTo>
                  <a:lnTo>
                    <a:pt x="11730" y="21288"/>
                  </a:lnTo>
                  <a:lnTo>
                    <a:pt x="11911" y="21599"/>
                  </a:lnTo>
                  <a:lnTo>
                    <a:pt x="12072" y="21911"/>
                  </a:lnTo>
                  <a:lnTo>
                    <a:pt x="12213" y="22223"/>
                  </a:lnTo>
                  <a:lnTo>
                    <a:pt x="12333" y="22544"/>
                  </a:lnTo>
                  <a:lnTo>
                    <a:pt x="12444" y="22856"/>
                  </a:lnTo>
                  <a:lnTo>
                    <a:pt x="12544" y="23167"/>
                  </a:lnTo>
                  <a:lnTo>
                    <a:pt x="12625" y="23479"/>
                  </a:lnTo>
                  <a:lnTo>
                    <a:pt x="12695" y="23780"/>
                  </a:lnTo>
                  <a:lnTo>
                    <a:pt x="12745" y="24082"/>
                  </a:lnTo>
                  <a:lnTo>
                    <a:pt x="12796" y="24373"/>
                  </a:lnTo>
                  <a:lnTo>
                    <a:pt x="12826" y="24645"/>
                  </a:lnTo>
                  <a:lnTo>
                    <a:pt x="12856" y="24916"/>
                  </a:lnTo>
                  <a:lnTo>
                    <a:pt x="12866" y="25167"/>
                  </a:lnTo>
                  <a:lnTo>
                    <a:pt x="12876" y="25409"/>
                  </a:lnTo>
                  <a:lnTo>
                    <a:pt x="12886" y="25841"/>
                  </a:lnTo>
                  <a:lnTo>
                    <a:pt x="12876" y="26203"/>
                  </a:lnTo>
                  <a:lnTo>
                    <a:pt x="12856" y="26474"/>
                  </a:lnTo>
                  <a:lnTo>
                    <a:pt x="12836" y="26705"/>
                  </a:lnTo>
                  <a:lnTo>
                    <a:pt x="14876" y="27580"/>
                  </a:lnTo>
                  <a:lnTo>
                    <a:pt x="14906" y="27519"/>
                  </a:lnTo>
                  <a:lnTo>
                    <a:pt x="14987" y="27338"/>
                  </a:lnTo>
                  <a:lnTo>
                    <a:pt x="15037" y="27198"/>
                  </a:lnTo>
                  <a:lnTo>
                    <a:pt x="15087" y="27037"/>
                  </a:lnTo>
                  <a:lnTo>
                    <a:pt x="15137" y="26846"/>
                  </a:lnTo>
                  <a:lnTo>
                    <a:pt x="15188" y="26625"/>
                  </a:lnTo>
                  <a:lnTo>
                    <a:pt x="15238" y="26384"/>
                  </a:lnTo>
                  <a:lnTo>
                    <a:pt x="15268" y="26112"/>
                  </a:lnTo>
                  <a:lnTo>
                    <a:pt x="15298" y="25811"/>
                  </a:lnTo>
                  <a:lnTo>
                    <a:pt x="15308" y="25489"/>
                  </a:lnTo>
                  <a:lnTo>
                    <a:pt x="15308" y="25137"/>
                  </a:lnTo>
                  <a:lnTo>
                    <a:pt x="15288" y="24755"/>
                  </a:lnTo>
                  <a:lnTo>
                    <a:pt x="15238" y="24353"/>
                  </a:lnTo>
                  <a:lnTo>
                    <a:pt x="15167" y="23931"/>
                  </a:lnTo>
                  <a:lnTo>
                    <a:pt x="15127" y="23720"/>
                  </a:lnTo>
                  <a:lnTo>
                    <a:pt x="15067" y="23509"/>
                  </a:lnTo>
                  <a:lnTo>
                    <a:pt x="15007" y="23308"/>
                  </a:lnTo>
                  <a:lnTo>
                    <a:pt x="14926" y="23117"/>
                  </a:lnTo>
                  <a:lnTo>
                    <a:pt x="14846" y="22926"/>
                  </a:lnTo>
                  <a:lnTo>
                    <a:pt x="14755" y="22745"/>
                  </a:lnTo>
                  <a:lnTo>
                    <a:pt x="14665" y="22564"/>
                  </a:lnTo>
                  <a:lnTo>
                    <a:pt x="14554" y="22393"/>
                  </a:lnTo>
                  <a:lnTo>
                    <a:pt x="14444" y="22223"/>
                  </a:lnTo>
                  <a:lnTo>
                    <a:pt x="14333" y="22062"/>
                  </a:lnTo>
                  <a:lnTo>
                    <a:pt x="14213" y="21901"/>
                  </a:lnTo>
                  <a:lnTo>
                    <a:pt x="14082" y="21750"/>
                  </a:lnTo>
                  <a:lnTo>
                    <a:pt x="13821" y="21449"/>
                  </a:lnTo>
                  <a:lnTo>
                    <a:pt x="13549" y="21157"/>
                  </a:lnTo>
                  <a:lnTo>
                    <a:pt x="13268" y="20876"/>
                  </a:lnTo>
                  <a:lnTo>
                    <a:pt x="12976" y="20594"/>
                  </a:lnTo>
                  <a:lnTo>
                    <a:pt x="12404" y="20032"/>
                  </a:lnTo>
                  <a:lnTo>
                    <a:pt x="12122" y="19750"/>
                  </a:lnTo>
                  <a:lnTo>
                    <a:pt x="11861" y="19449"/>
                  </a:lnTo>
                  <a:lnTo>
                    <a:pt x="11610" y="19147"/>
                  </a:lnTo>
                  <a:lnTo>
                    <a:pt x="11489" y="18986"/>
                  </a:lnTo>
                  <a:lnTo>
                    <a:pt x="11378" y="18825"/>
                  </a:lnTo>
                  <a:lnTo>
                    <a:pt x="11258" y="18655"/>
                  </a:lnTo>
                  <a:lnTo>
                    <a:pt x="11117" y="18484"/>
                  </a:lnTo>
                  <a:lnTo>
                    <a:pt x="10946" y="18313"/>
                  </a:lnTo>
                  <a:lnTo>
                    <a:pt x="10765" y="18132"/>
                  </a:lnTo>
                  <a:lnTo>
                    <a:pt x="10564" y="17941"/>
                  </a:lnTo>
                  <a:lnTo>
                    <a:pt x="10353" y="17760"/>
                  </a:lnTo>
                  <a:lnTo>
                    <a:pt x="10122" y="17569"/>
                  </a:lnTo>
                  <a:lnTo>
                    <a:pt x="9881" y="17378"/>
                  </a:lnTo>
                  <a:lnTo>
                    <a:pt x="9368" y="16996"/>
                  </a:lnTo>
                  <a:lnTo>
                    <a:pt x="8835" y="16624"/>
                  </a:lnTo>
                  <a:lnTo>
                    <a:pt x="8283" y="16262"/>
                  </a:lnTo>
                  <a:lnTo>
                    <a:pt x="7730" y="15911"/>
                  </a:lnTo>
                  <a:lnTo>
                    <a:pt x="7187" y="15579"/>
                  </a:lnTo>
                  <a:lnTo>
                    <a:pt x="6685" y="15267"/>
                  </a:lnTo>
                  <a:lnTo>
                    <a:pt x="5800" y="14765"/>
                  </a:lnTo>
                  <a:lnTo>
                    <a:pt x="5187" y="14423"/>
                  </a:lnTo>
                  <a:lnTo>
                    <a:pt x="4956" y="14303"/>
                  </a:lnTo>
                  <a:lnTo>
                    <a:pt x="4956" y="14303"/>
                  </a:lnTo>
                  <a:lnTo>
                    <a:pt x="5358" y="14313"/>
                  </a:lnTo>
                  <a:lnTo>
                    <a:pt x="5800" y="14323"/>
                  </a:lnTo>
                  <a:lnTo>
                    <a:pt x="6383" y="14323"/>
                  </a:lnTo>
                  <a:lnTo>
                    <a:pt x="7056" y="14292"/>
                  </a:lnTo>
                  <a:lnTo>
                    <a:pt x="7418" y="14272"/>
                  </a:lnTo>
                  <a:lnTo>
                    <a:pt x="7790" y="14242"/>
                  </a:lnTo>
                  <a:lnTo>
                    <a:pt x="8172" y="14202"/>
                  </a:lnTo>
                  <a:lnTo>
                    <a:pt x="8564" y="14152"/>
                  </a:lnTo>
                  <a:lnTo>
                    <a:pt x="8946" y="14081"/>
                  </a:lnTo>
                  <a:lnTo>
                    <a:pt x="9338" y="14011"/>
                  </a:lnTo>
                  <a:lnTo>
                    <a:pt x="9529" y="13961"/>
                  </a:lnTo>
                  <a:lnTo>
                    <a:pt x="9740" y="13900"/>
                  </a:lnTo>
                  <a:lnTo>
                    <a:pt x="9971" y="13820"/>
                  </a:lnTo>
                  <a:lnTo>
                    <a:pt x="10202" y="13730"/>
                  </a:lnTo>
                  <a:lnTo>
                    <a:pt x="10444" y="13629"/>
                  </a:lnTo>
                  <a:lnTo>
                    <a:pt x="10695" y="13519"/>
                  </a:lnTo>
                  <a:lnTo>
                    <a:pt x="11218" y="13267"/>
                  </a:lnTo>
                  <a:lnTo>
                    <a:pt x="11760" y="12986"/>
                  </a:lnTo>
                  <a:lnTo>
                    <a:pt x="12323" y="12684"/>
                  </a:lnTo>
                  <a:lnTo>
                    <a:pt x="12896" y="12363"/>
                  </a:lnTo>
                  <a:lnTo>
                    <a:pt x="13459" y="12041"/>
                  </a:lnTo>
                  <a:lnTo>
                    <a:pt x="14544" y="11398"/>
                  </a:lnTo>
                  <a:lnTo>
                    <a:pt x="15529" y="10805"/>
                  </a:lnTo>
                  <a:lnTo>
                    <a:pt x="15962" y="10564"/>
                  </a:lnTo>
                  <a:lnTo>
                    <a:pt x="16343" y="10353"/>
                  </a:lnTo>
                  <a:lnTo>
                    <a:pt x="16665" y="10182"/>
                  </a:lnTo>
                  <a:lnTo>
                    <a:pt x="16806" y="10121"/>
                  </a:lnTo>
                  <a:lnTo>
                    <a:pt x="16916" y="10071"/>
                  </a:lnTo>
                  <a:lnTo>
                    <a:pt x="17027" y="10031"/>
                  </a:lnTo>
                  <a:lnTo>
                    <a:pt x="17137" y="9981"/>
                  </a:lnTo>
                  <a:lnTo>
                    <a:pt x="17238" y="9920"/>
                  </a:lnTo>
                  <a:lnTo>
                    <a:pt x="17338" y="9860"/>
                  </a:lnTo>
                  <a:lnTo>
                    <a:pt x="17519" y="9729"/>
                  </a:lnTo>
                  <a:lnTo>
                    <a:pt x="17700" y="9579"/>
                  </a:lnTo>
                  <a:lnTo>
                    <a:pt x="17851" y="9408"/>
                  </a:lnTo>
                  <a:lnTo>
                    <a:pt x="17992" y="9237"/>
                  </a:lnTo>
                  <a:lnTo>
                    <a:pt x="18102" y="9046"/>
                  </a:lnTo>
                  <a:lnTo>
                    <a:pt x="18193" y="8845"/>
                  </a:lnTo>
                  <a:lnTo>
                    <a:pt x="18233" y="8744"/>
                  </a:lnTo>
                  <a:lnTo>
                    <a:pt x="18263" y="8644"/>
                  </a:lnTo>
                  <a:lnTo>
                    <a:pt x="18293" y="8543"/>
                  </a:lnTo>
                  <a:lnTo>
                    <a:pt x="18313" y="8443"/>
                  </a:lnTo>
                  <a:lnTo>
                    <a:pt x="18323" y="8342"/>
                  </a:lnTo>
                  <a:lnTo>
                    <a:pt x="18323" y="8242"/>
                  </a:lnTo>
                  <a:lnTo>
                    <a:pt x="18323" y="8141"/>
                  </a:lnTo>
                  <a:lnTo>
                    <a:pt x="18313" y="8041"/>
                  </a:lnTo>
                  <a:lnTo>
                    <a:pt x="18303" y="7940"/>
                  </a:lnTo>
                  <a:lnTo>
                    <a:pt x="18273" y="7840"/>
                  </a:lnTo>
                  <a:lnTo>
                    <a:pt x="18243" y="7749"/>
                  </a:lnTo>
                  <a:lnTo>
                    <a:pt x="18193" y="7649"/>
                  </a:lnTo>
                  <a:lnTo>
                    <a:pt x="18143" y="7558"/>
                  </a:lnTo>
                  <a:lnTo>
                    <a:pt x="18092" y="7468"/>
                  </a:lnTo>
                  <a:lnTo>
                    <a:pt x="18022" y="7388"/>
                  </a:lnTo>
                  <a:lnTo>
                    <a:pt x="17942" y="7297"/>
                  </a:lnTo>
                  <a:lnTo>
                    <a:pt x="17861" y="7217"/>
                  </a:lnTo>
                  <a:lnTo>
                    <a:pt x="17771" y="7146"/>
                  </a:lnTo>
                  <a:lnTo>
                    <a:pt x="17680" y="7086"/>
                  </a:lnTo>
                  <a:lnTo>
                    <a:pt x="17580" y="7036"/>
                  </a:lnTo>
                  <a:lnTo>
                    <a:pt x="17479" y="6986"/>
                  </a:lnTo>
                  <a:lnTo>
                    <a:pt x="17379" y="6945"/>
                  </a:lnTo>
                  <a:lnTo>
                    <a:pt x="17268" y="6915"/>
                  </a:lnTo>
                  <a:lnTo>
                    <a:pt x="17168" y="6885"/>
                  </a:lnTo>
                  <a:lnTo>
                    <a:pt x="16946" y="6845"/>
                  </a:lnTo>
                  <a:lnTo>
                    <a:pt x="16725" y="6825"/>
                  </a:lnTo>
                  <a:lnTo>
                    <a:pt x="16514" y="6815"/>
                  </a:lnTo>
                  <a:lnTo>
                    <a:pt x="16303" y="6825"/>
                  </a:lnTo>
                  <a:lnTo>
                    <a:pt x="16102" y="6845"/>
                  </a:lnTo>
                  <a:lnTo>
                    <a:pt x="15921" y="6865"/>
                  </a:lnTo>
                  <a:lnTo>
                    <a:pt x="15750" y="6895"/>
                  </a:lnTo>
                  <a:lnTo>
                    <a:pt x="15600" y="6925"/>
                  </a:lnTo>
                  <a:lnTo>
                    <a:pt x="15389" y="6986"/>
                  </a:lnTo>
                  <a:lnTo>
                    <a:pt x="15318" y="7006"/>
                  </a:lnTo>
                  <a:lnTo>
                    <a:pt x="15147" y="7187"/>
                  </a:lnTo>
                  <a:lnTo>
                    <a:pt x="14665" y="7669"/>
                  </a:lnTo>
                  <a:lnTo>
                    <a:pt x="13951" y="8373"/>
                  </a:lnTo>
                  <a:lnTo>
                    <a:pt x="13519" y="8775"/>
                  </a:lnTo>
                  <a:lnTo>
                    <a:pt x="13057" y="9217"/>
                  </a:lnTo>
                  <a:lnTo>
                    <a:pt x="12564" y="9669"/>
                  </a:lnTo>
                  <a:lnTo>
                    <a:pt x="12052" y="10121"/>
                  </a:lnTo>
                  <a:lnTo>
                    <a:pt x="11529" y="10574"/>
                  </a:lnTo>
                  <a:lnTo>
                    <a:pt x="11006" y="11006"/>
                  </a:lnTo>
                  <a:lnTo>
                    <a:pt x="10484" y="11418"/>
                  </a:lnTo>
                  <a:lnTo>
                    <a:pt x="9981" y="11800"/>
                  </a:lnTo>
                  <a:lnTo>
                    <a:pt x="9740" y="11971"/>
                  </a:lnTo>
                  <a:lnTo>
                    <a:pt x="9499" y="12132"/>
                  </a:lnTo>
                  <a:lnTo>
                    <a:pt x="9268" y="12272"/>
                  </a:lnTo>
                  <a:lnTo>
                    <a:pt x="9047" y="12403"/>
                  </a:lnTo>
                  <a:lnTo>
                    <a:pt x="8825" y="12513"/>
                  </a:lnTo>
                  <a:lnTo>
                    <a:pt x="8604" y="12614"/>
                  </a:lnTo>
                  <a:lnTo>
                    <a:pt x="8393" y="12684"/>
                  </a:lnTo>
                  <a:lnTo>
                    <a:pt x="8172" y="12735"/>
                  </a:lnTo>
                  <a:lnTo>
                    <a:pt x="7961" y="12775"/>
                  </a:lnTo>
                  <a:lnTo>
                    <a:pt x="7750" y="12795"/>
                  </a:lnTo>
                  <a:lnTo>
                    <a:pt x="7539" y="12805"/>
                  </a:lnTo>
                  <a:lnTo>
                    <a:pt x="7328" y="12795"/>
                  </a:lnTo>
                  <a:lnTo>
                    <a:pt x="7127" y="12785"/>
                  </a:lnTo>
                  <a:lnTo>
                    <a:pt x="6926" y="12755"/>
                  </a:lnTo>
                  <a:lnTo>
                    <a:pt x="6735" y="12704"/>
                  </a:lnTo>
                  <a:lnTo>
                    <a:pt x="6544" y="12654"/>
                  </a:lnTo>
                  <a:lnTo>
                    <a:pt x="6353" y="12604"/>
                  </a:lnTo>
                  <a:lnTo>
                    <a:pt x="6172" y="12534"/>
                  </a:lnTo>
                  <a:lnTo>
                    <a:pt x="6001" y="12463"/>
                  </a:lnTo>
                  <a:lnTo>
                    <a:pt x="5830" y="12383"/>
                  </a:lnTo>
                  <a:lnTo>
                    <a:pt x="5669" y="12302"/>
                  </a:lnTo>
                  <a:lnTo>
                    <a:pt x="5519" y="12222"/>
                  </a:lnTo>
                  <a:lnTo>
                    <a:pt x="5237" y="12051"/>
                  </a:lnTo>
                  <a:lnTo>
                    <a:pt x="4986" y="11880"/>
                  </a:lnTo>
                  <a:lnTo>
                    <a:pt x="4775" y="11730"/>
                  </a:lnTo>
                  <a:lnTo>
                    <a:pt x="4604" y="11589"/>
                  </a:lnTo>
                  <a:lnTo>
                    <a:pt x="4483" y="11478"/>
                  </a:lnTo>
                  <a:lnTo>
                    <a:pt x="4373" y="11388"/>
                  </a:lnTo>
                  <a:lnTo>
                    <a:pt x="4996" y="10966"/>
                  </a:lnTo>
                  <a:lnTo>
                    <a:pt x="5730" y="10463"/>
                  </a:lnTo>
                  <a:lnTo>
                    <a:pt x="6705" y="9780"/>
                  </a:lnTo>
                  <a:lnTo>
                    <a:pt x="6845" y="9679"/>
                  </a:lnTo>
                  <a:lnTo>
                    <a:pt x="6986" y="9559"/>
                  </a:lnTo>
                  <a:lnTo>
                    <a:pt x="7127" y="9438"/>
                  </a:lnTo>
                  <a:lnTo>
                    <a:pt x="7268" y="9307"/>
                  </a:lnTo>
                  <a:lnTo>
                    <a:pt x="7559" y="9006"/>
                  </a:lnTo>
                  <a:lnTo>
                    <a:pt x="7851" y="8684"/>
                  </a:lnTo>
                  <a:lnTo>
                    <a:pt x="8132" y="8342"/>
                  </a:lnTo>
                  <a:lnTo>
                    <a:pt x="8413" y="7991"/>
                  </a:lnTo>
                  <a:lnTo>
                    <a:pt x="8675" y="7639"/>
                  </a:lnTo>
                  <a:lnTo>
                    <a:pt x="8936" y="7277"/>
                  </a:lnTo>
                  <a:lnTo>
                    <a:pt x="9167" y="6935"/>
                  </a:lnTo>
                  <a:lnTo>
                    <a:pt x="9388" y="6614"/>
                  </a:lnTo>
                  <a:lnTo>
                    <a:pt x="9750" y="6061"/>
                  </a:lnTo>
                  <a:lnTo>
                    <a:pt x="9981" y="5689"/>
                  </a:lnTo>
                  <a:lnTo>
                    <a:pt x="10062" y="5548"/>
                  </a:lnTo>
                  <a:lnTo>
                    <a:pt x="10182" y="5387"/>
                  </a:lnTo>
                  <a:lnTo>
                    <a:pt x="10494" y="4955"/>
                  </a:lnTo>
                  <a:lnTo>
                    <a:pt x="10926" y="4322"/>
                  </a:lnTo>
                  <a:lnTo>
                    <a:pt x="11167" y="3950"/>
                  </a:lnTo>
                  <a:lnTo>
                    <a:pt x="11419" y="3558"/>
                  </a:lnTo>
                  <a:lnTo>
                    <a:pt x="11660" y="3146"/>
                  </a:lnTo>
                  <a:lnTo>
                    <a:pt x="11891" y="2734"/>
                  </a:lnTo>
                  <a:lnTo>
                    <a:pt x="12102" y="2322"/>
                  </a:lnTo>
                  <a:lnTo>
                    <a:pt x="12192" y="2121"/>
                  </a:lnTo>
                  <a:lnTo>
                    <a:pt x="12283" y="1920"/>
                  </a:lnTo>
                  <a:lnTo>
                    <a:pt x="12353" y="1719"/>
                  </a:lnTo>
                  <a:lnTo>
                    <a:pt x="12424" y="1538"/>
                  </a:lnTo>
                  <a:lnTo>
                    <a:pt x="12484" y="1347"/>
                  </a:lnTo>
                  <a:lnTo>
                    <a:pt x="12524" y="1176"/>
                  </a:lnTo>
                  <a:lnTo>
                    <a:pt x="12554" y="1015"/>
                  </a:lnTo>
                  <a:lnTo>
                    <a:pt x="12564" y="865"/>
                  </a:lnTo>
                  <a:lnTo>
                    <a:pt x="12564" y="714"/>
                  </a:lnTo>
                  <a:lnTo>
                    <a:pt x="12544" y="583"/>
                  </a:lnTo>
                  <a:lnTo>
                    <a:pt x="12514" y="473"/>
                  </a:lnTo>
                  <a:lnTo>
                    <a:pt x="12464" y="372"/>
                  </a:lnTo>
                  <a:lnTo>
                    <a:pt x="12414" y="282"/>
                  </a:lnTo>
                  <a:lnTo>
                    <a:pt x="12343" y="211"/>
                  </a:lnTo>
                  <a:lnTo>
                    <a:pt x="12273" y="151"/>
                  </a:lnTo>
                  <a:lnTo>
                    <a:pt x="12192" y="101"/>
                  </a:lnTo>
                  <a:lnTo>
                    <a:pt x="12102" y="60"/>
                  </a:lnTo>
                  <a:lnTo>
                    <a:pt x="12012" y="30"/>
                  </a:lnTo>
                  <a:lnTo>
                    <a:pt x="11911" y="20"/>
                  </a:lnTo>
                  <a:lnTo>
                    <a:pt x="11811" y="10"/>
                  </a:lnTo>
                  <a:lnTo>
                    <a:pt x="117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6D4D5D10-6703-848A-DB80-CDCC4D265E1F}"/>
              </a:ext>
            </a:extLst>
          </p:cNvPr>
          <p:cNvSpPr/>
          <p:nvPr/>
        </p:nvSpPr>
        <p:spPr>
          <a:xfrm>
            <a:off x="289483" y="896875"/>
            <a:ext cx="8117572" cy="1232836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593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61" name="Google Shape;61;p16"/>
          <p:cNvSpPr txBox="1"/>
          <p:nvPr/>
        </p:nvSpPr>
        <p:spPr>
          <a:xfrm>
            <a:off x="2024717" y="1343888"/>
            <a:ext cx="6382338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The </a:t>
            </a:r>
            <a:r>
              <a:rPr lang="en-US" b="1" dirty="0"/>
              <a:t>early detection of PD</a:t>
            </a:r>
            <a:r>
              <a:rPr lang="en-US" dirty="0"/>
              <a:t> is a </a:t>
            </a:r>
            <a:r>
              <a:rPr lang="en-US" b="1" dirty="0"/>
              <a:t>growing priority </a:t>
            </a:r>
            <a:r>
              <a:rPr lang="en-US" dirty="0"/>
              <a:t>within both clinical practice and research. 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81E89D1-123A-543A-A427-7A28D70CBC4B}"/>
              </a:ext>
            </a:extLst>
          </p:cNvPr>
          <p:cNvSpPr txBox="1"/>
          <p:nvPr/>
        </p:nvSpPr>
        <p:spPr>
          <a:xfrm>
            <a:off x="2024717" y="2303601"/>
            <a:ext cx="666341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Many individuals remain undiagnosed until the disease has already progressed</a:t>
            </a:r>
            <a:r>
              <a:rPr lang="en-US" dirty="0"/>
              <a:t>, limiting the effectiveness of available therapeutic interventions. Consequently, </a:t>
            </a:r>
            <a:r>
              <a:rPr lang="en-US" b="1" dirty="0"/>
              <a:t>timely diagnosis</a:t>
            </a:r>
            <a:r>
              <a:rPr lang="en-US" dirty="0"/>
              <a:t> can significantly </a:t>
            </a:r>
            <a:r>
              <a:rPr lang="en-US" b="1" dirty="0"/>
              <a:t>influence patient outcomes and long-term quality of life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18" name="Google Shape;601;p25">
            <a:extLst>
              <a:ext uri="{FF2B5EF4-FFF2-40B4-BE49-F238E27FC236}">
                <a16:creationId xmlns:a16="http://schemas.microsoft.com/office/drawing/2014/main" id="{A6C1C2EA-CA52-9833-C9CF-4C78E1FA5117}"/>
              </a:ext>
            </a:extLst>
          </p:cNvPr>
          <p:cNvSpPr/>
          <p:nvPr/>
        </p:nvSpPr>
        <p:spPr>
          <a:xfrm>
            <a:off x="553316" y="957190"/>
            <a:ext cx="1165500" cy="1165500"/>
          </a:xfrm>
          <a:prstGeom prst="ellipse">
            <a:avLst/>
          </a:prstGeom>
          <a:solidFill>
            <a:srgbClr val="419AB0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605;p25">
            <a:extLst>
              <a:ext uri="{FF2B5EF4-FFF2-40B4-BE49-F238E27FC236}">
                <a16:creationId xmlns:a16="http://schemas.microsoft.com/office/drawing/2014/main" id="{976B41DA-5046-CADC-12BC-5846DE0C040D}"/>
              </a:ext>
            </a:extLst>
          </p:cNvPr>
          <p:cNvSpPr/>
          <p:nvPr/>
        </p:nvSpPr>
        <p:spPr>
          <a:xfrm>
            <a:off x="553316" y="2236689"/>
            <a:ext cx="1165500" cy="1165500"/>
          </a:xfrm>
          <a:prstGeom prst="ellipse">
            <a:avLst/>
          </a:prstGeom>
          <a:solidFill>
            <a:srgbClr val="366D8B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611;p25">
            <a:extLst>
              <a:ext uri="{FF2B5EF4-FFF2-40B4-BE49-F238E27FC236}">
                <a16:creationId xmlns:a16="http://schemas.microsoft.com/office/drawing/2014/main" id="{80FBA082-7834-D87B-00DD-9B10357490BA}"/>
              </a:ext>
            </a:extLst>
          </p:cNvPr>
          <p:cNvSpPr/>
          <p:nvPr/>
        </p:nvSpPr>
        <p:spPr>
          <a:xfrm>
            <a:off x="778828" y="2410530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612;p25">
            <a:extLst>
              <a:ext uri="{FF2B5EF4-FFF2-40B4-BE49-F238E27FC236}">
                <a16:creationId xmlns:a16="http://schemas.microsoft.com/office/drawing/2014/main" id="{D6B61620-0719-A728-F554-90B9E441698C}"/>
              </a:ext>
            </a:extLst>
          </p:cNvPr>
          <p:cNvGrpSpPr/>
          <p:nvPr/>
        </p:nvGrpSpPr>
        <p:grpSpPr>
          <a:xfrm>
            <a:off x="837877" y="1083583"/>
            <a:ext cx="596388" cy="912612"/>
            <a:chOff x="5403486" y="1078668"/>
            <a:chExt cx="596388" cy="912612"/>
          </a:xfrm>
        </p:grpSpPr>
        <p:sp>
          <p:nvSpPr>
            <p:cNvPr id="23" name="Google Shape;613;p25">
              <a:extLst>
                <a:ext uri="{FF2B5EF4-FFF2-40B4-BE49-F238E27FC236}">
                  <a16:creationId xmlns:a16="http://schemas.microsoft.com/office/drawing/2014/main" id="{4AD7EB88-A2ED-C8E5-1945-2624E5B18AA8}"/>
                </a:ext>
              </a:extLst>
            </p:cNvPr>
            <p:cNvSpPr/>
            <p:nvPr/>
          </p:nvSpPr>
          <p:spPr>
            <a:xfrm>
              <a:off x="5578589" y="1476621"/>
              <a:ext cx="53205" cy="101493"/>
            </a:xfrm>
            <a:custGeom>
              <a:avLst/>
              <a:gdLst/>
              <a:ahLst/>
              <a:cxnLst/>
              <a:rect l="l" t="t" r="r" b="b"/>
              <a:pathLst>
                <a:path w="4816" h="9187" extrusionOk="0">
                  <a:moveTo>
                    <a:pt x="2292" y="0"/>
                  </a:moveTo>
                  <a:lnTo>
                    <a:pt x="2172" y="10"/>
                  </a:lnTo>
                  <a:lnTo>
                    <a:pt x="2051" y="20"/>
                  </a:lnTo>
                  <a:lnTo>
                    <a:pt x="1930" y="40"/>
                  </a:lnTo>
                  <a:lnTo>
                    <a:pt x="1699" y="101"/>
                  </a:lnTo>
                  <a:lnTo>
                    <a:pt x="1478" y="191"/>
                  </a:lnTo>
                  <a:lnTo>
                    <a:pt x="1267" y="292"/>
                  </a:lnTo>
                  <a:lnTo>
                    <a:pt x="1066" y="412"/>
                  </a:lnTo>
                  <a:lnTo>
                    <a:pt x="885" y="543"/>
                  </a:lnTo>
                  <a:lnTo>
                    <a:pt x="714" y="704"/>
                  </a:lnTo>
                  <a:lnTo>
                    <a:pt x="553" y="875"/>
                  </a:lnTo>
                  <a:lnTo>
                    <a:pt x="413" y="1056"/>
                  </a:lnTo>
                  <a:lnTo>
                    <a:pt x="292" y="1257"/>
                  </a:lnTo>
                  <a:lnTo>
                    <a:pt x="192" y="1468"/>
                  </a:lnTo>
                  <a:lnTo>
                    <a:pt x="111" y="1689"/>
                  </a:lnTo>
                  <a:lnTo>
                    <a:pt x="51" y="1920"/>
                  </a:lnTo>
                  <a:lnTo>
                    <a:pt x="31" y="2041"/>
                  </a:lnTo>
                  <a:lnTo>
                    <a:pt x="21" y="2161"/>
                  </a:lnTo>
                  <a:lnTo>
                    <a:pt x="11" y="2282"/>
                  </a:lnTo>
                  <a:lnTo>
                    <a:pt x="1" y="2402"/>
                  </a:lnTo>
                  <a:lnTo>
                    <a:pt x="1" y="6785"/>
                  </a:lnTo>
                  <a:lnTo>
                    <a:pt x="11" y="6905"/>
                  </a:lnTo>
                  <a:lnTo>
                    <a:pt x="21" y="7026"/>
                  </a:lnTo>
                  <a:lnTo>
                    <a:pt x="31" y="7146"/>
                  </a:lnTo>
                  <a:lnTo>
                    <a:pt x="51" y="7267"/>
                  </a:lnTo>
                  <a:lnTo>
                    <a:pt x="111" y="7498"/>
                  </a:lnTo>
                  <a:lnTo>
                    <a:pt x="192" y="7719"/>
                  </a:lnTo>
                  <a:lnTo>
                    <a:pt x="292" y="7930"/>
                  </a:lnTo>
                  <a:lnTo>
                    <a:pt x="413" y="8121"/>
                  </a:lnTo>
                  <a:lnTo>
                    <a:pt x="553" y="8312"/>
                  </a:lnTo>
                  <a:lnTo>
                    <a:pt x="714" y="8483"/>
                  </a:lnTo>
                  <a:lnTo>
                    <a:pt x="885" y="8634"/>
                  </a:lnTo>
                  <a:lnTo>
                    <a:pt x="1066" y="8775"/>
                  </a:lnTo>
                  <a:lnTo>
                    <a:pt x="1267" y="8895"/>
                  </a:lnTo>
                  <a:lnTo>
                    <a:pt x="1478" y="8996"/>
                  </a:lnTo>
                  <a:lnTo>
                    <a:pt x="1699" y="9076"/>
                  </a:lnTo>
                  <a:lnTo>
                    <a:pt x="1930" y="9136"/>
                  </a:lnTo>
                  <a:lnTo>
                    <a:pt x="2051" y="9157"/>
                  </a:lnTo>
                  <a:lnTo>
                    <a:pt x="2172" y="9177"/>
                  </a:lnTo>
                  <a:lnTo>
                    <a:pt x="2292" y="9187"/>
                  </a:lnTo>
                  <a:lnTo>
                    <a:pt x="2534" y="9187"/>
                  </a:lnTo>
                  <a:lnTo>
                    <a:pt x="2654" y="9177"/>
                  </a:lnTo>
                  <a:lnTo>
                    <a:pt x="2775" y="9157"/>
                  </a:lnTo>
                  <a:lnTo>
                    <a:pt x="2895" y="9136"/>
                  </a:lnTo>
                  <a:lnTo>
                    <a:pt x="3127" y="9076"/>
                  </a:lnTo>
                  <a:lnTo>
                    <a:pt x="3348" y="8996"/>
                  </a:lnTo>
                  <a:lnTo>
                    <a:pt x="3559" y="8895"/>
                  </a:lnTo>
                  <a:lnTo>
                    <a:pt x="3760" y="8775"/>
                  </a:lnTo>
                  <a:lnTo>
                    <a:pt x="3941" y="8634"/>
                  </a:lnTo>
                  <a:lnTo>
                    <a:pt x="4111" y="8483"/>
                  </a:lnTo>
                  <a:lnTo>
                    <a:pt x="4272" y="8312"/>
                  </a:lnTo>
                  <a:lnTo>
                    <a:pt x="4403" y="8121"/>
                  </a:lnTo>
                  <a:lnTo>
                    <a:pt x="4524" y="7930"/>
                  </a:lnTo>
                  <a:lnTo>
                    <a:pt x="4634" y="7719"/>
                  </a:lnTo>
                  <a:lnTo>
                    <a:pt x="4715" y="7498"/>
                  </a:lnTo>
                  <a:lnTo>
                    <a:pt x="4775" y="7267"/>
                  </a:lnTo>
                  <a:lnTo>
                    <a:pt x="4795" y="7146"/>
                  </a:lnTo>
                  <a:lnTo>
                    <a:pt x="4805" y="7026"/>
                  </a:lnTo>
                  <a:lnTo>
                    <a:pt x="4815" y="6905"/>
                  </a:lnTo>
                  <a:lnTo>
                    <a:pt x="4815" y="6785"/>
                  </a:lnTo>
                  <a:lnTo>
                    <a:pt x="4815" y="2402"/>
                  </a:lnTo>
                  <a:lnTo>
                    <a:pt x="4815" y="2282"/>
                  </a:lnTo>
                  <a:lnTo>
                    <a:pt x="4805" y="2161"/>
                  </a:lnTo>
                  <a:lnTo>
                    <a:pt x="4795" y="2041"/>
                  </a:lnTo>
                  <a:lnTo>
                    <a:pt x="4775" y="1920"/>
                  </a:lnTo>
                  <a:lnTo>
                    <a:pt x="4715" y="1689"/>
                  </a:lnTo>
                  <a:lnTo>
                    <a:pt x="4634" y="1468"/>
                  </a:lnTo>
                  <a:lnTo>
                    <a:pt x="4524" y="1257"/>
                  </a:lnTo>
                  <a:lnTo>
                    <a:pt x="4403" y="1056"/>
                  </a:lnTo>
                  <a:lnTo>
                    <a:pt x="4272" y="875"/>
                  </a:lnTo>
                  <a:lnTo>
                    <a:pt x="4111" y="704"/>
                  </a:lnTo>
                  <a:lnTo>
                    <a:pt x="3941" y="543"/>
                  </a:lnTo>
                  <a:lnTo>
                    <a:pt x="3760" y="412"/>
                  </a:lnTo>
                  <a:lnTo>
                    <a:pt x="3559" y="292"/>
                  </a:lnTo>
                  <a:lnTo>
                    <a:pt x="3348" y="191"/>
                  </a:lnTo>
                  <a:lnTo>
                    <a:pt x="3127" y="101"/>
                  </a:lnTo>
                  <a:lnTo>
                    <a:pt x="2895" y="40"/>
                  </a:lnTo>
                  <a:lnTo>
                    <a:pt x="2775" y="20"/>
                  </a:lnTo>
                  <a:lnTo>
                    <a:pt x="2654" y="10"/>
                  </a:lnTo>
                  <a:lnTo>
                    <a:pt x="25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14;p25">
              <a:extLst>
                <a:ext uri="{FF2B5EF4-FFF2-40B4-BE49-F238E27FC236}">
                  <a16:creationId xmlns:a16="http://schemas.microsoft.com/office/drawing/2014/main" id="{64B2B77C-5C82-4DBC-FEAF-8DF16B34BA39}"/>
                </a:ext>
              </a:extLst>
            </p:cNvPr>
            <p:cNvSpPr/>
            <p:nvPr/>
          </p:nvSpPr>
          <p:spPr>
            <a:xfrm>
              <a:off x="5582588" y="1584434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1"/>
                  </a:moveTo>
                  <a:lnTo>
                    <a:pt x="2061" y="21"/>
                  </a:lnTo>
                  <a:lnTo>
                    <a:pt x="1940" y="41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9" y="141"/>
                  </a:lnTo>
                  <a:lnTo>
                    <a:pt x="1468" y="182"/>
                  </a:lnTo>
                  <a:lnTo>
                    <a:pt x="1357" y="232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74" y="634"/>
                  </a:lnTo>
                  <a:lnTo>
                    <a:pt x="604" y="805"/>
                  </a:lnTo>
                  <a:lnTo>
                    <a:pt x="463" y="986"/>
                  </a:lnTo>
                  <a:lnTo>
                    <a:pt x="332" y="1177"/>
                  </a:lnTo>
                  <a:lnTo>
                    <a:pt x="222" y="1378"/>
                  </a:lnTo>
                  <a:lnTo>
                    <a:pt x="141" y="1599"/>
                  </a:lnTo>
                  <a:lnTo>
                    <a:pt x="71" y="1820"/>
                  </a:lnTo>
                  <a:lnTo>
                    <a:pt x="21" y="2041"/>
                  </a:lnTo>
                  <a:lnTo>
                    <a:pt x="1" y="2282"/>
                  </a:lnTo>
                  <a:lnTo>
                    <a:pt x="1" y="2513"/>
                  </a:lnTo>
                  <a:lnTo>
                    <a:pt x="21" y="2755"/>
                  </a:lnTo>
                  <a:lnTo>
                    <a:pt x="41" y="2865"/>
                  </a:lnTo>
                  <a:lnTo>
                    <a:pt x="61" y="2986"/>
                  </a:lnTo>
                  <a:lnTo>
                    <a:pt x="101" y="3106"/>
                  </a:lnTo>
                  <a:lnTo>
                    <a:pt x="141" y="3217"/>
                  </a:lnTo>
                  <a:lnTo>
                    <a:pt x="1619" y="7338"/>
                  </a:lnTo>
                  <a:lnTo>
                    <a:pt x="1669" y="7458"/>
                  </a:lnTo>
                  <a:lnTo>
                    <a:pt x="1719" y="7569"/>
                  </a:lnTo>
                  <a:lnTo>
                    <a:pt x="1769" y="7669"/>
                  </a:lnTo>
                  <a:lnTo>
                    <a:pt x="1830" y="7780"/>
                  </a:lnTo>
                  <a:lnTo>
                    <a:pt x="1970" y="7971"/>
                  </a:lnTo>
                  <a:lnTo>
                    <a:pt x="2121" y="8152"/>
                  </a:lnTo>
                  <a:lnTo>
                    <a:pt x="2282" y="8313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695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896"/>
                  </a:lnTo>
                  <a:lnTo>
                    <a:pt x="3760" y="8926"/>
                  </a:lnTo>
                  <a:lnTo>
                    <a:pt x="4001" y="8926"/>
                  </a:lnTo>
                  <a:lnTo>
                    <a:pt x="4232" y="8906"/>
                  </a:lnTo>
                  <a:lnTo>
                    <a:pt x="4353" y="8886"/>
                  </a:lnTo>
                  <a:lnTo>
                    <a:pt x="4473" y="885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5"/>
                  </a:lnTo>
                  <a:lnTo>
                    <a:pt x="4935" y="8695"/>
                  </a:lnTo>
                  <a:lnTo>
                    <a:pt x="5036" y="8634"/>
                  </a:lnTo>
                  <a:lnTo>
                    <a:pt x="5147" y="8574"/>
                  </a:lnTo>
                  <a:lnTo>
                    <a:pt x="5338" y="8443"/>
                  </a:lnTo>
                  <a:lnTo>
                    <a:pt x="5518" y="8293"/>
                  </a:lnTo>
                  <a:lnTo>
                    <a:pt x="5679" y="8122"/>
                  </a:lnTo>
                  <a:lnTo>
                    <a:pt x="5830" y="7941"/>
                  </a:lnTo>
                  <a:lnTo>
                    <a:pt x="5961" y="7750"/>
                  </a:lnTo>
                  <a:lnTo>
                    <a:pt x="6061" y="7549"/>
                  </a:lnTo>
                  <a:lnTo>
                    <a:pt x="6152" y="7328"/>
                  </a:lnTo>
                  <a:lnTo>
                    <a:pt x="6222" y="7107"/>
                  </a:lnTo>
                  <a:lnTo>
                    <a:pt x="6262" y="6885"/>
                  </a:lnTo>
                  <a:lnTo>
                    <a:pt x="6292" y="6644"/>
                  </a:lnTo>
                  <a:lnTo>
                    <a:pt x="6292" y="6413"/>
                  </a:lnTo>
                  <a:lnTo>
                    <a:pt x="6272" y="6172"/>
                  </a:lnTo>
                  <a:lnTo>
                    <a:pt x="6252" y="6061"/>
                  </a:lnTo>
                  <a:lnTo>
                    <a:pt x="6222" y="5941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9"/>
                  </a:lnTo>
                  <a:lnTo>
                    <a:pt x="4624" y="1468"/>
                  </a:lnTo>
                  <a:lnTo>
                    <a:pt x="4574" y="1357"/>
                  </a:lnTo>
                  <a:lnTo>
                    <a:pt x="4513" y="1257"/>
                  </a:lnTo>
                  <a:lnTo>
                    <a:pt x="4453" y="1146"/>
                  </a:lnTo>
                  <a:lnTo>
                    <a:pt x="4322" y="955"/>
                  </a:lnTo>
                  <a:lnTo>
                    <a:pt x="4172" y="775"/>
                  </a:lnTo>
                  <a:lnTo>
                    <a:pt x="4001" y="614"/>
                  </a:lnTo>
                  <a:lnTo>
                    <a:pt x="3820" y="463"/>
                  </a:lnTo>
                  <a:lnTo>
                    <a:pt x="3629" y="332"/>
                  </a:lnTo>
                  <a:lnTo>
                    <a:pt x="3428" y="232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5" y="21"/>
                  </a:lnTo>
                  <a:lnTo>
                    <a:pt x="25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15;p25">
              <a:extLst>
                <a:ext uri="{FF2B5EF4-FFF2-40B4-BE49-F238E27FC236}">
                  <a16:creationId xmlns:a16="http://schemas.microsoft.com/office/drawing/2014/main" id="{5CCED07C-D9A5-FEEF-9C1D-0E9B0C4129D6}"/>
                </a:ext>
              </a:extLst>
            </p:cNvPr>
            <p:cNvSpPr/>
            <p:nvPr/>
          </p:nvSpPr>
          <p:spPr>
            <a:xfrm>
              <a:off x="5626115" y="1688368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0"/>
                  </a:moveTo>
                  <a:lnTo>
                    <a:pt x="2051" y="20"/>
                  </a:lnTo>
                  <a:lnTo>
                    <a:pt x="1940" y="40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8" y="141"/>
                  </a:lnTo>
                  <a:lnTo>
                    <a:pt x="1468" y="191"/>
                  </a:lnTo>
                  <a:lnTo>
                    <a:pt x="1357" y="241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64" y="643"/>
                  </a:lnTo>
                  <a:lnTo>
                    <a:pt x="603" y="804"/>
                  </a:lnTo>
                  <a:lnTo>
                    <a:pt x="463" y="985"/>
                  </a:lnTo>
                  <a:lnTo>
                    <a:pt x="332" y="1176"/>
                  </a:lnTo>
                  <a:lnTo>
                    <a:pt x="222" y="1387"/>
                  </a:lnTo>
                  <a:lnTo>
                    <a:pt x="141" y="1598"/>
                  </a:lnTo>
                  <a:lnTo>
                    <a:pt x="71" y="1819"/>
                  </a:lnTo>
                  <a:lnTo>
                    <a:pt x="21" y="2051"/>
                  </a:lnTo>
                  <a:lnTo>
                    <a:pt x="0" y="2282"/>
                  </a:lnTo>
                  <a:lnTo>
                    <a:pt x="0" y="2513"/>
                  </a:lnTo>
                  <a:lnTo>
                    <a:pt x="21" y="2754"/>
                  </a:lnTo>
                  <a:lnTo>
                    <a:pt x="41" y="2875"/>
                  </a:lnTo>
                  <a:lnTo>
                    <a:pt x="61" y="2985"/>
                  </a:lnTo>
                  <a:lnTo>
                    <a:pt x="101" y="3106"/>
                  </a:lnTo>
                  <a:lnTo>
                    <a:pt x="141" y="3226"/>
                  </a:lnTo>
                  <a:lnTo>
                    <a:pt x="1619" y="7337"/>
                  </a:lnTo>
                  <a:lnTo>
                    <a:pt x="1669" y="7458"/>
                  </a:lnTo>
                  <a:lnTo>
                    <a:pt x="1719" y="7568"/>
                  </a:lnTo>
                  <a:lnTo>
                    <a:pt x="1769" y="7679"/>
                  </a:lnTo>
                  <a:lnTo>
                    <a:pt x="1830" y="7780"/>
                  </a:lnTo>
                  <a:lnTo>
                    <a:pt x="1970" y="7981"/>
                  </a:lnTo>
                  <a:lnTo>
                    <a:pt x="2121" y="8161"/>
                  </a:lnTo>
                  <a:lnTo>
                    <a:pt x="2282" y="8322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704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905"/>
                  </a:lnTo>
                  <a:lnTo>
                    <a:pt x="3759" y="8925"/>
                  </a:lnTo>
                  <a:lnTo>
                    <a:pt x="4001" y="8925"/>
                  </a:lnTo>
                  <a:lnTo>
                    <a:pt x="4232" y="8905"/>
                  </a:lnTo>
                  <a:lnTo>
                    <a:pt x="4352" y="8885"/>
                  </a:lnTo>
                  <a:lnTo>
                    <a:pt x="4473" y="886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4"/>
                  </a:lnTo>
                  <a:lnTo>
                    <a:pt x="4935" y="8694"/>
                  </a:lnTo>
                  <a:lnTo>
                    <a:pt x="5036" y="8634"/>
                  </a:lnTo>
                  <a:lnTo>
                    <a:pt x="5146" y="8584"/>
                  </a:lnTo>
                  <a:lnTo>
                    <a:pt x="5337" y="8443"/>
                  </a:lnTo>
                  <a:lnTo>
                    <a:pt x="5518" y="8292"/>
                  </a:lnTo>
                  <a:lnTo>
                    <a:pt x="5679" y="8121"/>
                  </a:lnTo>
                  <a:lnTo>
                    <a:pt x="5830" y="7940"/>
                  </a:lnTo>
                  <a:lnTo>
                    <a:pt x="5951" y="7749"/>
                  </a:lnTo>
                  <a:lnTo>
                    <a:pt x="6061" y="7548"/>
                  </a:lnTo>
                  <a:lnTo>
                    <a:pt x="6152" y="7337"/>
                  </a:lnTo>
                  <a:lnTo>
                    <a:pt x="6222" y="7116"/>
                  </a:lnTo>
                  <a:lnTo>
                    <a:pt x="6262" y="6885"/>
                  </a:lnTo>
                  <a:lnTo>
                    <a:pt x="6292" y="6654"/>
                  </a:lnTo>
                  <a:lnTo>
                    <a:pt x="6292" y="6413"/>
                  </a:lnTo>
                  <a:lnTo>
                    <a:pt x="6272" y="6181"/>
                  </a:lnTo>
                  <a:lnTo>
                    <a:pt x="6252" y="6061"/>
                  </a:lnTo>
                  <a:lnTo>
                    <a:pt x="6222" y="5940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8"/>
                  </a:lnTo>
                  <a:lnTo>
                    <a:pt x="4624" y="1478"/>
                  </a:lnTo>
                  <a:lnTo>
                    <a:pt x="4574" y="1367"/>
                  </a:lnTo>
                  <a:lnTo>
                    <a:pt x="4513" y="1257"/>
                  </a:lnTo>
                  <a:lnTo>
                    <a:pt x="4453" y="1156"/>
                  </a:lnTo>
                  <a:lnTo>
                    <a:pt x="4322" y="955"/>
                  </a:lnTo>
                  <a:lnTo>
                    <a:pt x="4172" y="774"/>
                  </a:lnTo>
                  <a:lnTo>
                    <a:pt x="4001" y="613"/>
                  </a:lnTo>
                  <a:lnTo>
                    <a:pt x="3820" y="463"/>
                  </a:lnTo>
                  <a:lnTo>
                    <a:pt x="3629" y="342"/>
                  </a:lnTo>
                  <a:lnTo>
                    <a:pt x="3428" y="231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4" y="30"/>
                  </a:lnTo>
                  <a:lnTo>
                    <a:pt x="25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16;p25">
              <a:extLst>
                <a:ext uri="{FF2B5EF4-FFF2-40B4-BE49-F238E27FC236}">
                  <a16:creationId xmlns:a16="http://schemas.microsoft.com/office/drawing/2014/main" id="{70310EE3-B342-3EDE-3D5B-8A733A8FD343}"/>
                </a:ext>
              </a:extLst>
            </p:cNvPr>
            <p:cNvSpPr/>
            <p:nvPr/>
          </p:nvSpPr>
          <p:spPr>
            <a:xfrm>
              <a:off x="5684413" y="1776859"/>
              <a:ext cx="97936" cy="71632"/>
            </a:xfrm>
            <a:custGeom>
              <a:avLst/>
              <a:gdLst/>
              <a:ahLst/>
              <a:cxnLst/>
              <a:rect l="l" t="t" r="r" b="b"/>
              <a:pathLst>
                <a:path w="8865" h="6484" extrusionOk="0">
                  <a:moveTo>
                    <a:pt x="2392" y="1"/>
                  </a:moveTo>
                  <a:lnTo>
                    <a:pt x="2151" y="11"/>
                  </a:lnTo>
                  <a:lnTo>
                    <a:pt x="1930" y="51"/>
                  </a:lnTo>
                  <a:lnTo>
                    <a:pt x="1699" y="111"/>
                  </a:lnTo>
                  <a:lnTo>
                    <a:pt x="1488" y="192"/>
                  </a:lnTo>
                  <a:lnTo>
                    <a:pt x="1277" y="282"/>
                  </a:lnTo>
                  <a:lnTo>
                    <a:pt x="1076" y="403"/>
                  </a:lnTo>
                  <a:lnTo>
                    <a:pt x="885" y="543"/>
                  </a:lnTo>
                  <a:lnTo>
                    <a:pt x="714" y="694"/>
                  </a:lnTo>
                  <a:lnTo>
                    <a:pt x="553" y="875"/>
                  </a:lnTo>
                  <a:lnTo>
                    <a:pt x="412" y="1066"/>
                  </a:lnTo>
                  <a:lnTo>
                    <a:pt x="352" y="1167"/>
                  </a:lnTo>
                  <a:lnTo>
                    <a:pt x="292" y="1267"/>
                  </a:lnTo>
                  <a:lnTo>
                    <a:pt x="231" y="1378"/>
                  </a:lnTo>
                  <a:lnTo>
                    <a:pt x="181" y="1488"/>
                  </a:lnTo>
                  <a:lnTo>
                    <a:pt x="141" y="1609"/>
                  </a:lnTo>
                  <a:lnTo>
                    <a:pt x="101" y="1719"/>
                  </a:lnTo>
                  <a:lnTo>
                    <a:pt x="70" y="1840"/>
                  </a:lnTo>
                  <a:lnTo>
                    <a:pt x="40" y="1961"/>
                  </a:lnTo>
                  <a:lnTo>
                    <a:pt x="10" y="2192"/>
                  </a:lnTo>
                  <a:lnTo>
                    <a:pt x="0" y="2423"/>
                  </a:lnTo>
                  <a:lnTo>
                    <a:pt x="20" y="2664"/>
                  </a:lnTo>
                  <a:lnTo>
                    <a:pt x="50" y="2885"/>
                  </a:lnTo>
                  <a:lnTo>
                    <a:pt x="111" y="3116"/>
                  </a:lnTo>
                  <a:lnTo>
                    <a:pt x="191" y="3328"/>
                  </a:lnTo>
                  <a:lnTo>
                    <a:pt x="292" y="3539"/>
                  </a:lnTo>
                  <a:lnTo>
                    <a:pt x="402" y="3740"/>
                  </a:lnTo>
                  <a:lnTo>
                    <a:pt x="543" y="3931"/>
                  </a:lnTo>
                  <a:lnTo>
                    <a:pt x="704" y="4101"/>
                  </a:lnTo>
                  <a:lnTo>
                    <a:pt x="875" y="4262"/>
                  </a:lnTo>
                  <a:lnTo>
                    <a:pt x="1066" y="4403"/>
                  </a:lnTo>
                  <a:lnTo>
                    <a:pt x="1166" y="4473"/>
                  </a:lnTo>
                  <a:lnTo>
                    <a:pt x="1267" y="4524"/>
                  </a:lnTo>
                  <a:lnTo>
                    <a:pt x="1377" y="4584"/>
                  </a:lnTo>
                  <a:lnTo>
                    <a:pt x="1488" y="4634"/>
                  </a:lnTo>
                  <a:lnTo>
                    <a:pt x="5538" y="6303"/>
                  </a:lnTo>
                  <a:lnTo>
                    <a:pt x="5659" y="6343"/>
                  </a:lnTo>
                  <a:lnTo>
                    <a:pt x="5769" y="6383"/>
                  </a:lnTo>
                  <a:lnTo>
                    <a:pt x="5890" y="6413"/>
                  </a:lnTo>
                  <a:lnTo>
                    <a:pt x="6010" y="6443"/>
                  </a:lnTo>
                  <a:lnTo>
                    <a:pt x="6242" y="6473"/>
                  </a:lnTo>
                  <a:lnTo>
                    <a:pt x="6473" y="6483"/>
                  </a:lnTo>
                  <a:lnTo>
                    <a:pt x="6714" y="6463"/>
                  </a:lnTo>
                  <a:lnTo>
                    <a:pt x="6935" y="6433"/>
                  </a:lnTo>
                  <a:lnTo>
                    <a:pt x="7166" y="6373"/>
                  </a:lnTo>
                  <a:lnTo>
                    <a:pt x="7377" y="6293"/>
                  </a:lnTo>
                  <a:lnTo>
                    <a:pt x="7588" y="6192"/>
                  </a:lnTo>
                  <a:lnTo>
                    <a:pt x="7789" y="6071"/>
                  </a:lnTo>
                  <a:lnTo>
                    <a:pt x="7980" y="5941"/>
                  </a:lnTo>
                  <a:lnTo>
                    <a:pt x="8151" y="5780"/>
                  </a:lnTo>
                  <a:lnTo>
                    <a:pt x="8312" y="5609"/>
                  </a:lnTo>
                  <a:lnTo>
                    <a:pt x="8453" y="5418"/>
                  </a:lnTo>
                  <a:lnTo>
                    <a:pt x="8513" y="5318"/>
                  </a:lnTo>
                  <a:lnTo>
                    <a:pt x="8573" y="5217"/>
                  </a:lnTo>
                  <a:lnTo>
                    <a:pt x="8634" y="5107"/>
                  </a:lnTo>
                  <a:lnTo>
                    <a:pt x="8684" y="4986"/>
                  </a:lnTo>
                  <a:lnTo>
                    <a:pt x="8724" y="4875"/>
                  </a:lnTo>
                  <a:lnTo>
                    <a:pt x="8764" y="4755"/>
                  </a:lnTo>
                  <a:lnTo>
                    <a:pt x="8795" y="4644"/>
                  </a:lnTo>
                  <a:lnTo>
                    <a:pt x="8825" y="4524"/>
                  </a:lnTo>
                  <a:lnTo>
                    <a:pt x="8855" y="4292"/>
                  </a:lnTo>
                  <a:lnTo>
                    <a:pt x="8865" y="4051"/>
                  </a:lnTo>
                  <a:lnTo>
                    <a:pt x="8845" y="3820"/>
                  </a:lnTo>
                  <a:lnTo>
                    <a:pt x="8815" y="3589"/>
                  </a:lnTo>
                  <a:lnTo>
                    <a:pt x="8754" y="3368"/>
                  </a:lnTo>
                  <a:lnTo>
                    <a:pt x="8674" y="3147"/>
                  </a:lnTo>
                  <a:lnTo>
                    <a:pt x="8573" y="2936"/>
                  </a:lnTo>
                  <a:lnTo>
                    <a:pt x="8463" y="2745"/>
                  </a:lnTo>
                  <a:lnTo>
                    <a:pt x="8322" y="2554"/>
                  </a:lnTo>
                  <a:lnTo>
                    <a:pt x="8161" y="2383"/>
                  </a:lnTo>
                  <a:lnTo>
                    <a:pt x="7991" y="2222"/>
                  </a:lnTo>
                  <a:lnTo>
                    <a:pt x="7800" y="2081"/>
                  </a:lnTo>
                  <a:lnTo>
                    <a:pt x="7699" y="2011"/>
                  </a:lnTo>
                  <a:lnTo>
                    <a:pt x="7599" y="1951"/>
                  </a:lnTo>
                  <a:lnTo>
                    <a:pt x="7488" y="1900"/>
                  </a:lnTo>
                  <a:lnTo>
                    <a:pt x="7377" y="1850"/>
                  </a:lnTo>
                  <a:lnTo>
                    <a:pt x="3327" y="182"/>
                  </a:lnTo>
                  <a:lnTo>
                    <a:pt x="3206" y="141"/>
                  </a:lnTo>
                  <a:lnTo>
                    <a:pt x="3096" y="101"/>
                  </a:lnTo>
                  <a:lnTo>
                    <a:pt x="2975" y="71"/>
                  </a:lnTo>
                  <a:lnTo>
                    <a:pt x="2865" y="41"/>
                  </a:lnTo>
                  <a:lnTo>
                    <a:pt x="2623" y="11"/>
                  </a:lnTo>
                  <a:lnTo>
                    <a:pt x="23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17;p25">
              <a:extLst>
                <a:ext uri="{FF2B5EF4-FFF2-40B4-BE49-F238E27FC236}">
                  <a16:creationId xmlns:a16="http://schemas.microsoft.com/office/drawing/2014/main" id="{C55323BF-AA84-7A6B-91A0-81135FB4350A}"/>
                </a:ext>
              </a:extLst>
            </p:cNvPr>
            <p:cNvSpPr/>
            <p:nvPr/>
          </p:nvSpPr>
          <p:spPr>
            <a:xfrm>
              <a:off x="5675420" y="1078668"/>
              <a:ext cx="1447" cy="6783"/>
            </a:xfrm>
            <a:custGeom>
              <a:avLst/>
              <a:gdLst/>
              <a:ahLst/>
              <a:cxnLst/>
              <a:rect l="l" t="t" r="r" b="b"/>
              <a:pathLst>
                <a:path w="131" h="614" extrusionOk="0">
                  <a:moveTo>
                    <a:pt x="0" y="0"/>
                  </a:moveTo>
                  <a:lnTo>
                    <a:pt x="20" y="161"/>
                  </a:lnTo>
                  <a:lnTo>
                    <a:pt x="50" y="312"/>
                  </a:lnTo>
                  <a:lnTo>
                    <a:pt x="131" y="613"/>
                  </a:lnTo>
                  <a:lnTo>
                    <a:pt x="111" y="452"/>
                  </a:lnTo>
                  <a:lnTo>
                    <a:pt x="90" y="302"/>
                  </a:lnTo>
                  <a:lnTo>
                    <a:pt x="50" y="1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18;p25">
              <a:extLst>
                <a:ext uri="{FF2B5EF4-FFF2-40B4-BE49-F238E27FC236}">
                  <a16:creationId xmlns:a16="http://schemas.microsoft.com/office/drawing/2014/main" id="{81991FDF-C13B-47CA-7FCE-CC01BC10C723}"/>
                </a:ext>
              </a:extLst>
            </p:cNvPr>
            <p:cNvSpPr/>
            <p:nvPr/>
          </p:nvSpPr>
          <p:spPr>
            <a:xfrm>
              <a:off x="5557389" y="1210686"/>
              <a:ext cx="674" cy="342"/>
            </a:xfrm>
            <a:custGeom>
              <a:avLst/>
              <a:gdLst/>
              <a:ahLst/>
              <a:cxnLst/>
              <a:rect l="l" t="t" r="r" b="b"/>
              <a:pathLst>
                <a:path w="61" h="31" extrusionOk="0">
                  <a:moveTo>
                    <a:pt x="60" y="0"/>
                  </a:moveTo>
                  <a:lnTo>
                    <a:pt x="40" y="11"/>
                  </a:lnTo>
                  <a:lnTo>
                    <a:pt x="0" y="31"/>
                  </a:lnTo>
                  <a:lnTo>
                    <a:pt x="50" y="21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19;p25">
              <a:extLst>
                <a:ext uri="{FF2B5EF4-FFF2-40B4-BE49-F238E27FC236}">
                  <a16:creationId xmlns:a16="http://schemas.microsoft.com/office/drawing/2014/main" id="{A523CA5C-C6C0-00E4-8A42-7870404EB78E}"/>
                </a:ext>
              </a:extLst>
            </p:cNvPr>
            <p:cNvSpPr/>
            <p:nvPr/>
          </p:nvSpPr>
          <p:spPr>
            <a:xfrm>
              <a:off x="5403486" y="1085219"/>
              <a:ext cx="517443" cy="496232"/>
            </a:xfrm>
            <a:custGeom>
              <a:avLst/>
              <a:gdLst/>
              <a:ahLst/>
              <a:cxnLst/>
              <a:rect l="l" t="t" r="r" b="b"/>
              <a:pathLst>
                <a:path w="46838" h="44918" extrusionOk="0">
                  <a:moveTo>
                    <a:pt x="24203" y="19720"/>
                  </a:moveTo>
                  <a:lnTo>
                    <a:pt x="24404" y="19730"/>
                  </a:lnTo>
                  <a:lnTo>
                    <a:pt x="24605" y="19740"/>
                  </a:lnTo>
                  <a:lnTo>
                    <a:pt x="24796" y="19760"/>
                  </a:lnTo>
                  <a:lnTo>
                    <a:pt x="24987" y="19800"/>
                  </a:lnTo>
                  <a:lnTo>
                    <a:pt x="25168" y="19840"/>
                  </a:lnTo>
                  <a:lnTo>
                    <a:pt x="25359" y="19881"/>
                  </a:lnTo>
                  <a:lnTo>
                    <a:pt x="25540" y="19941"/>
                  </a:lnTo>
                  <a:lnTo>
                    <a:pt x="25711" y="20001"/>
                  </a:lnTo>
                  <a:lnTo>
                    <a:pt x="25881" y="20072"/>
                  </a:lnTo>
                  <a:lnTo>
                    <a:pt x="26052" y="20152"/>
                  </a:lnTo>
                  <a:lnTo>
                    <a:pt x="26213" y="20242"/>
                  </a:lnTo>
                  <a:lnTo>
                    <a:pt x="26364" y="20333"/>
                  </a:lnTo>
                  <a:lnTo>
                    <a:pt x="26515" y="20433"/>
                  </a:lnTo>
                  <a:lnTo>
                    <a:pt x="26665" y="20544"/>
                  </a:lnTo>
                  <a:lnTo>
                    <a:pt x="26806" y="20654"/>
                  </a:lnTo>
                  <a:lnTo>
                    <a:pt x="26937" y="20765"/>
                  </a:lnTo>
                  <a:lnTo>
                    <a:pt x="27067" y="20896"/>
                  </a:lnTo>
                  <a:lnTo>
                    <a:pt x="27188" y="21026"/>
                  </a:lnTo>
                  <a:lnTo>
                    <a:pt x="27299" y="21157"/>
                  </a:lnTo>
                  <a:lnTo>
                    <a:pt x="27409" y="21298"/>
                  </a:lnTo>
                  <a:lnTo>
                    <a:pt x="27510" y="21448"/>
                  </a:lnTo>
                  <a:lnTo>
                    <a:pt x="27600" y="21589"/>
                  </a:lnTo>
                  <a:lnTo>
                    <a:pt x="27691" y="21750"/>
                  </a:lnTo>
                  <a:lnTo>
                    <a:pt x="27771" y="21911"/>
                  </a:lnTo>
                  <a:lnTo>
                    <a:pt x="27841" y="22072"/>
                  </a:lnTo>
                  <a:lnTo>
                    <a:pt x="27902" y="22232"/>
                  </a:lnTo>
                  <a:lnTo>
                    <a:pt x="27952" y="22403"/>
                  </a:lnTo>
                  <a:lnTo>
                    <a:pt x="27992" y="22574"/>
                  </a:lnTo>
                  <a:lnTo>
                    <a:pt x="28022" y="22755"/>
                  </a:lnTo>
                  <a:lnTo>
                    <a:pt x="28052" y="22936"/>
                  </a:lnTo>
                  <a:lnTo>
                    <a:pt x="28062" y="23117"/>
                  </a:lnTo>
                  <a:lnTo>
                    <a:pt x="28072" y="23298"/>
                  </a:lnTo>
                  <a:lnTo>
                    <a:pt x="28062" y="23479"/>
                  </a:lnTo>
                  <a:lnTo>
                    <a:pt x="28052" y="23660"/>
                  </a:lnTo>
                  <a:lnTo>
                    <a:pt x="28022" y="23841"/>
                  </a:lnTo>
                  <a:lnTo>
                    <a:pt x="27992" y="24022"/>
                  </a:lnTo>
                  <a:lnTo>
                    <a:pt x="27952" y="24192"/>
                  </a:lnTo>
                  <a:lnTo>
                    <a:pt x="27902" y="24363"/>
                  </a:lnTo>
                  <a:lnTo>
                    <a:pt x="27841" y="24524"/>
                  </a:lnTo>
                  <a:lnTo>
                    <a:pt x="27771" y="24685"/>
                  </a:lnTo>
                  <a:lnTo>
                    <a:pt x="27691" y="24846"/>
                  </a:lnTo>
                  <a:lnTo>
                    <a:pt x="27600" y="24996"/>
                  </a:lnTo>
                  <a:lnTo>
                    <a:pt x="27510" y="25147"/>
                  </a:lnTo>
                  <a:lnTo>
                    <a:pt x="27409" y="25298"/>
                  </a:lnTo>
                  <a:lnTo>
                    <a:pt x="27299" y="25439"/>
                  </a:lnTo>
                  <a:lnTo>
                    <a:pt x="27188" y="25569"/>
                  </a:lnTo>
                  <a:lnTo>
                    <a:pt x="27067" y="25700"/>
                  </a:lnTo>
                  <a:lnTo>
                    <a:pt x="26937" y="25821"/>
                  </a:lnTo>
                  <a:lnTo>
                    <a:pt x="26806" y="25941"/>
                  </a:lnTo>
                  <a:lnTo>
                    <a:pt x="26665" y="26052"/>
                  </a:lnTo>
                  <a:lnTo>
                    <a:pt x="26515" y="26162"/>
                  </a:lnTo>
                  <a:lnTo>
                    <a:pt x="26364" y="26263"/>
                  </a:lnTo>
                  <a:lnTo>
                    <a:pt x="26213" y="26353"/>
                  </a:lnTo>
                  <a:lnTo>
                    <a:pt x="26052" y="26444"/>
                  </a:lnTo>
                  <a:lnTo>
                    <a:pt x="25881" y="26514"/>
                  </a:lnTo>
                  <a:lnTo>
                    <a:pt x="25711" y="26595"/>
                  </a:lnTo>
                  <a:lnTo>
                    <a:pt x="25540" y="26655"/>
                  </a:lnTo>
                  <a:lnTo>
                    <a:pt x="25359" y="26715"/>
                  </a:lnTo>
                  <a:lnTo>
                    <a:pt x="25168" y="26755"/>
                  </a:lnTo>
                  <a:lnTo>
                    <a:pt x="24987" y="26796"/>
                  </a:lnTo>
                  <a:lnTo>
                    <a:pt x="24796" y="26826"/>
                  </a:lnTo>
                  <a:lnTo>
                    <a:pt x="24605" y="26856"/>
                  </a:lnTo>
                  <a:lnTo>
                    <a:pt x="24404" y="26866"/>
                  </a:lnTo>
                  <a:lnTo>
                    <a:pt x="24203" y="26876"/>
                  </a:lnTo>
                  <a:lnTo>
                    <a:pt x="24002" y="26866"/>
                  </a:lnTo>
                  <a:lnTo>
                    <a:pt x="23811" y="26856"/>
                  </a:lnTo>
                  <a:lnTo>
                    <a:pt x="23620" y="26826"/>
                  </a:lnTo>
                  <a:lnTo>
                    <a:pt x="23429" y="26796"/>
                  </a:lnTo>
                  <a:lnTo>
                    <a:pt x="23238" y="26755"/>
                  </a:lnTo>
                  <a:lnTo>
                    <a:pt x="23057" y="26715"/>
                  </a:lnTo>
                  <a:lnTo>
                    <a:pt x="22876" y="26655"/>
                  </a:lnTo>
                  <a:lnTo>
                    <a:pt x="22705" y="26595"/>
                  </a:lnTo>
                  <a:lnTo>
                    <a:pt x="22524" y="26514"/>
                  </a:lnTo>
                  <a:lnTo>
                    <a:pt x="22364" y="26444"/>
                  </a:lnTo>
                  <a:lnTo>
                    <a:pt x="22203" y="26353"/>
                  </a:lnTo>
                  <a:lnTo>
                    <a:pt x="22042" y="26263"/>
                  </a:lnTo>
                  <a:lnTo>
                    <a:pt x="21891" y="26162"/>
                  </a:lnTo>
                  <a:lnTo>
                    <a:pt x="21751" y="26052"/>
                  </a:lnTo>
                  <a:lnTo>
                    <a:pt x="21610" y="25941"/>
                  </a:lnTo>
                  <a:lnTo>
                    <a:pt x="21469" y="25821"/>
                  </a:lnTo>
                  <a:lnTo>
                    <a:pt x="21348" y="25700"/>
                  </a:lnTo>
                  <a:lnTo>
                    <a:pt x="21218" y="25569"/>
                  </a:lnTo>
                  <a:lnTo>
                    <a:pt x="21107" y="25439"/>
                  </a:lnTo>
                  <a:lnTo>
                    <a:pt x="20997" y="25298"/>
                  </a:lnTo>
                  <a:lnTo>
                    <a:pt x="20896" y="25147"/>
                  </a:lnTo>
                  <a:lnTo>
                    <a:pt x="20806" y="24996"/>
                  </a:lnTo>
                  <a:lnTo>
                    <a:pt x="20725" y="24846"/>
                  </a:lnTo>
                  <a:lnTo>
                    <a:pt x="20645" y="24685"/>
                  </a:lnTo>
                  <a:lnTo>
                    <a:pt x="20575" y="24524"/>
                  </a:lnTo>
                  <a:lnTo>
                    <a:pt x="20514" y="24363"/>
                  </a:lnTo>
                  <a:lnTo>
                    <a:pt x="20464" y="24192"/>
                  </a:lnTo>
                  <a:lnTo>
                    <a:pt x="20414" y="24022"/>
                  </a:lnTo>
                  <a:lnTo>
                    <a:pt x="20384" y="23841"/>
                  </a:lnTo>
                  <a:lnTo>
                    <a:pt x="20364" y="23660"/>
                  </a:lnTo>
                  <a:lnTo>
                    <a:pt x="20343" y="23479"/>
                  </a:lnTo>
                  <a:lnTo>
                    <a:pt x="20343" y="23298"/>
                  </a:lnTo>
                  <a:lnTo>
                    <a:pt x="20343" y="23117"/>
                  </a:lnTo>
                  <a:lnTo>
                    <a:pt x="20364" y="22936"/>
                  </a:lnTo>
                  <a:lnTo>
                    <a:pt x="20384" y="22755"/>
                  </a:lnTo>
                  <a:lnTo>
                    <a:pt x="20414" y="22574"/>
                  </a:lnTo>
                  <a:lnTo>
                    <a:pt x="20464" y="22403"/>
                  </a:lnTo>
                  <a:lnTo>
                    <a:pt x="20514" y="22232"/>
                  </a:lnTo>
                  <a:lnTo>
                    <a:pt x="20575" y="22072"/>
                  </a:lnTo>
                  <a:lnTo>
                    <a:pt x="20645" y="21911"/>
                  </a:lnTo>
                  <a:lnTo>
                    <a:pt x="20725" y="21750"/>
                  </a:lnTo>
                  <a:lnTo>
                    <a:pt x="20806" y="21589"/>
                  </a:lnTo>
                  <a:lnTo>
                    <a:pt x="20896" y="21448"/>
                  </a:lnTo>
                  <a:lnTo>
                    <a:pt x="20997" y="21298"/>
                  </a:lnTo>
                  <a:lnTo>
                    <a:pt x="21107" y="21157"/>
                  </a:lnTo>
                  <a:lnTo>
                    <a:pt x="21218" y="21026"/>
                  </a:lnTo>
                  <a:lnTo>
                    <a:pt x="21348" y="20896"/>
                  </a:lnTo>
                  <a:lnTo>
                    <a:pt x="21469" y="20765"/>
                  </a:lnTo>
                  <a:lnTo>
                    <a:pt x="21610" y="20654"/>
                  </a:lnTo>
                  <a:lnTo>
                    <a:pt x="21751" y="20544"/>
                  </a:lnTo>
                  <a:lnTo>
                    <a:pt x="21891" y="20433"/>
                  </a:lnTo>
                  <a:lnTo>
                    <a:pt x="22042" y="20333"/>
                  </a:lnTo>
                  <a:lnTo>
                    <a:pt x="22203" y="20242"/>
                  </a:lnTo>
                  <a:lnTo>
                    <a:pt x="22364" y="20152"/>
                  </a:lnTo>
                  <a:lnTo>
                    <a:pt x="22524" y="20072"/>
                  </a:lnTo>
                  <a:lnTo>
                    <a:pt x="22705" y="20001"/>
                  </a:lnTo>
                  <a:lnTo>
                    <a:pt x="22876" y="19941"/>
                  </a:lnTo>
                  <a:lnTo>
                    <a:pt x="23057" y="19881"/>
                  </a:lnTo>
                  <a:lnTo>
                    <a:pt x="23238" y="19840"/>
                  </a:lnTo>
                  <a:lnTo>
                    <a:pt x="23429" y="19800"/>
                  </a:lnTo>
                  <a:lnTo>
                    <a:pt x="23620" y="19760"/>
                  </a:lnTo>
                  <a:lnTo>
                    <a:pt x="23811" y="19740"/>
                  </a:lnTo>
                  <a:lnTo>
                    <a:pt x="24002" y="19730"/>
                  </a:lnTo>
                  <a:lnTo>
                    <a:pt x="24203" y="19720"/>
                  </a:lnTo>
                  <a:close/>
                  <a:moveTo>
                    <a:pt x="36101" y="36254"/>
                  </a:moveTo>
                  <a:lnTo>
                    <a:pt x="36093" y="36364"/>
                  </a:lnTo>
                  <a:lnTo>
                    <a:pt x="36103" y="36273"/>
                  </a:lnTo>
                  <a:lnTo>
                    <a:pt x="36101" y="36254"/>
                  </a:lnTo>
                  <a:close/>
                  <a:moveTo>
                    <a:pt x="26816" y="0"/>
                  </a:moveTo>
                  <a:lnTo>
                    <a:pt x="26776" y="80"/>
                  </a:lnTo>
                  <a:lnTo>
                    <a:pt x="26736" y="171"/>
                  </a:lnTo>
                  <a:lnTo>
                    <a:pt x="26696" y="291"/>
                  </a:lnTo>
                  <a:lnTo>
                    <a:pt x="26655" y="432"/>
                  </a:lnTo>
                  <a:lnTo>
                    <a:pt x="26575" y="774"/>
                  </a:lnTo>
                  <a:lnTo>
                    <a:pt x="26495" y="1176"/>
                  </a:lnTo>
                  <a:lnTo>
                    <a:pt x="26324" y="2101"/>
                  </a:lnTo>
                  <a:lnTo>
                    <a:pt x="26233" y="2603"/>
                  </a:lnTo>
                  <a:lnTo>
                    <a:pt x="26123" y="3106"/>
                  </a:lnTo>
                  <a:lnTo>
                    <a:pt x="26012" y="3598"/>
                  </a:lnTo>
                  <a:lnTo>
                    <a:pt x="25891" y="4050"/>
                  </a:lnTo>
                  <a:lnTo>
                    <a:pt x="25831" y="4272"/>
                  </a:lnTo>
                  <a:lnTo>
                    <a:pt x="25761" y="4473"/>
                  </a:lnTo>
                  <a:lnTo>
                    <a:pt x="25690" y="4664"/>
                  </a:lnTo>
                  <a:lnTo>
                    <a:pt x="25620" y="4834"/>
                  </a:lnTo>
                  <a:lnTo>
                    <a:pt x="25540" y="4995"/>
                  </a:lnTo>
                  <a:lnTo>
                    <a:pt x="25459" y="5126"/>
                  </a:lnTo>
                  <a:lnTo>
                    <a:pt x="25369" y="5236"/>
                  </a:lnTo>
                  <a:lnTo>
                    <a:pt x="25278" y="5327"/>
                  </a:lnTo>
                  <a:lnTo>
                    <a:pt x="25238" y="5367"/>
                  </a:lnTo>
                  <a:lnTo>
                    <a:pt x="25188" y="5397"/>
                  </a:lnTo>
                  <a:lnTo>
                    <a:pt x="25138" y="5417"/>
                  </a:lnTo>
                  <a:lnTo>
                    <a:pt x="25087" y="5427"/>
                  </a:lnTo>
                  <a:lnTo>
                    <a:pt x="25037" y="5438"/>
                  </a:lnTo>
                  <a:lnTo>
                    <a:pt x="24987" y="5438"/>
                  </a:lnTo>
                  <a:lnTo>
                    <a:pt x="24927" y="5427"/>
                  </a:lnTo>
                  <a:lnTo>
                    <a:pt x="24876" y="5417"/>
                  </a:lnTo>
                  <a:lnTo>
                    <a:pt x="24796" y="5377"/>
                  </a:lnTo>
                  <a:lnTo>
                    <a:pt x="24736" y="5337"/>
                  </a:lnTo>
                  <a:lnTo>
                    <a:pt x="24675" y="5277"/>
                  </a:lnTo>
                  <a:lnTo>
                    <a:pt x="24625" y="5216"/>
                  </a:lnTo>
                  <a:lnTo>
                    <a:pt x="24595" y="5146"/>
                  </a:lnTo>
                  <a:lnTo>
                    <a:pt x="24565" y="5066"/>
                  </a:lnTo>
                  <a:lnTo>
                    <a:pt x="24545" y="4985"/>
                  </a:lnTo>
                  <a:lnTo>
                    <a:pt x="24525" y="4895"/>
                  </a:lnTo>
                  <a:lnTo>
                    <a:pt x="24525" y="4794"/>
                  </a:lnTo>
                  <a:lnTo>
                    <a:pt x="24525" y="4694"/>
                  </a:lnTo>
                  <a:lnTo>
                    <a:pt x="24545" y="4473"/>
                  </a:lnTo>
                  <a:lnTo>
                    <a:pt x="24585" y="4252"/>
                  </a:lnTo>
                  <a:lnTo>
                    <a:pt x="24635" y="4010"/>
                  </a:lnTo>
                  <a:lnTo>
                    <a:pt x="24705" y="3779"/>
                  </a:lnTo>
                  <a:lnTo>
                    <a:pt x="24776" y="3538"/>
                  </a:lnTo>
                  <a:lnTo>
                    <a:pt x="24937" y="3096"/>
                  </a:lnTo>
                  <a:lnTo>
                    <a:pt x="25067" y="2734"/>
                  </a:lnTo>
                  <a:lnTo>
                    <a:pt x="25118" y="2583"/>
                  </a:lnTo>
                  <a:lnTo>
                    <a:pt x="25148" y="2473"/>
                  </a:lnTo>
                  <a:lnTo>
                    <a:pt x="25178" y="2292"/>
                  </a:lnTo>
                  <a:lnTo>
                    <a:pt x="25198" y="2121"/>
                  </a:lnTo>
                  <a:lnTo>
                    <a:pt x="25208" y="1950"/>
                  </a:lnTo>
                  <a:lnTo>
                    <a:pt x="25208" y="1789"/>
                  </a:lnTo>
                  <a:lnTo>
                    <a:pt x="25198" y="1638"/>
                  </a:lnTo>
                  <a:lnTo>
                    <a:pt x="25178" y="1477"/>
                  </a:lnTo>
                  <a:lnTo>
                    <a:pt x="25148" y="1327"/>
                  </a:lnTo>
                  <a:lnTo>
                    <a:pt x="25118" y="1186"/>
                  </a:lnTo>
                  <a:lnTo>
                    <a:pt x="25027" y="895"/>
                  </a:lnTo>
                  <a:lnTo>
                    <a:pt x="24937" y="603"/>
                  </a:lnTo>
                  <a:lnTo>
                    <a:pt x="24836" y="322"/>
                  </a:lnTo>
                  <a:lnTo>
                    <a:pt x="24746" y="20"/>
                  </a:lnTo>
                  <a:lnTo>
                    <a:pt x="24756" y="191"/>
                  </a:lnTo>
                  <a:lnTo>
                    <a:pt x="24746" y="372"/>
                  </a:lnTo>
                  <a:lnTo>
                    <a:pt x="24736" y="543"/>
                  </a:lnTo>
                  <a:lnTo>
                    <a:pt x="24716" y="724"/>
                  </a:lnTo>
                  <a:lnTo>
                    <a:pt x="24695" y="905"/>
                  </a:lnTo>
                  <a:lnTo>
                    <a:pt x="24655" y="1085"/>
                  </a:lnTo>
                  <a:lnTo>
                    <a:pt x="24575" y="1447"/>
                  </a:lnTo>
                  <a:lnTo>
                    <a:pt x="24464" y="1809"/>
                  </a:lnTo>
                  <a:lnTo>
                    <a:pt x="24354" y="2161"/>
                  </a:lnTo>
                  <a:lnTo>
                    <a:pt x="24223" y="2493"/>
                  </a:lnTo>
                  <a:lnTo>
                    <a:pt x="24102" y="2814"/>
                  </a:lnTo>
                  <a:lnTo>
                    <a:pt x="24012" y="3066"/>
                  </a:lnTo>
                  <a:lnTo>
                    <a:pt x="23932" y="3307"/>
                  </a:lnTo>
                  <a:lnTo>
                    <a:pt x="23881" y="3548"/>
                  </a:lnTo>
                  <a:lnTo>
                    <a:pt x="23841" y="3789"/>
                  </a:lnTo>
                  <a:lnTo>
                    <a:pt x="23811" y="4020"/>
                  </a:lnTo>
                  <a:lnTo>
                    <a:pt x="23801" y="4252"/>
                  </a:lnTo>
                  <a:lnTo>
                    <a:pt x="23801" y="4493"/>
                  </a:lnTo>
                  <a:lnTo>
                    <a:pt x="23811" y="4724"/>
                  </a:lnTo>
                  <a:lnTo>
                    <a:pt x="23841" y="4965"/>
                  </a:lnTo>
                  <a:lnTo>
                    <a:pt x="23871" y="5196"/>
                  </a:lnTo>
                  <a:lnTo>
                    <a:pt x="23952" y="5689"/>
                  </a:lnTo>
                  <a:lnTo>
                    <a:pt x="24062" y="6211"/>
                  </a:lnTo>
                  <a:lnTo>
                    <a:pt x="24183" y="6764"/>
                  </a:lnTo>
                  <a:lnTo>
                    <a:pt x="24233" y="7026"/>
                  </a:lnTo>
                  <a:lnTo>
                    <a:pt x="24273" y="7287"/>
                  </a:lnTo>
                  <a:lnTo>
                    <a:pt x="24344" y="7810"/>
                  </a:lnTo>
                  <a:lnTo>
                    <a:pt x="24394" y="8332"/>
                  </a:lnTo>
                  <a:lnTo>
                    <a:pt x="24434" y="8865"/>
                  </a:lnTo>
                  <a:lnTo>
                    <a:pt x="24474" y="9257"/>
                  </a:lnTo>
                  <a:lnTo>
                    <a:pt x="24504" y="9659"/>
                  </a:lnTo>
                  <a:lnTo>
                    <a:pt x="24514" y="9860"/>
                  </a:lnTo>
                  <a:lnTo>
                    <a:pt x="24504" y="10061"/>
                  </a:lnTo>
                  <a:lnTo>
                    <a:pt x="24484" y="10252"/>
                  </a:lnTo>
                  <a:lnTo>
                    <a:pt x="24444" y="10453"/>
                  </a:lnTo>
                  <a:lnTo>
                    <a:pt x="24384" y="10644"/>
                  </a:lnTo>
                  <a:lnTo>
                    <a:pt x="24324" y="10825"/>
                  </a:lnTo>
                  <a:lnTo>
                    <a:pt x="24283" y="10915"/>
                  </a:lnTo>
                  <a:lnTo>
                    <a:pt x="24243" y="10996"/>
                  </a:lnTo>
                  <a:lnTo>
                    <a:pt x="24203" y="11056"/>
                  </a:lnTo>
                  <a:lnTo>
                    <a:pt x="24153" y="11116"/>
                  </a:lnTo>
                  <a:lnTo>
                    <a:pt x="24102" y="11166"/>
                  </a:lnTo>
                  <a:lnTo>
                    <a:pt x="24042" y="11197"/>
                  </a:lnTo>
                  <a:lnTo>
                    <a:pt x="23972" y="11207"/>
                  </a:lnTo>
                  <a:lnTo>
                    <a:pt x="23901" y="11207"/>
                  </a:lnTo>
                  <a:lnTo>
                    <a:pt x="23821" y="11177"/>
                  </a:lnTo>
                  <a:lnTo>
                    <a:pt x="23731" y="11136"/>
                  </a:lnTo>
                  <a:lnTo>
                    <a:pt x="23630" y="11066"/>
                  </a:lnTo>
                  <a:lnTo>
                    <a:pt x="23519" y="10976"/>
                  </a:lnTo>
                  <a:lnTo>
                    <a:pt x="23339" y="10795"/>
                  </a:lnTo>
                  <a:lnTo>
                    <a:pt x="23168" y="10604"/>
                  </a:lnTo>
                  <a:lnTo>
                    <a:pt x="23007" y="10403"/>
                  </a:lnTo>
                  <a:lnTo>
                    <a:pt x="22846" y="10202"/>
                  </a:lnTo>
                  <a:lnTo>
                    <a:pt x="22595" y="9890"/>
                  </a:lnTo>
                  <a:lnTo>
                    <a:pt x="22333" y="9589"/>
                  </a:lnTo>
                  <a:lnTo>
                    <a:pt x="22042" y="9287"/>
                  </a:lnTo>
                  <a:lnTo>
                    <a:pt x="21720" y="8985"/>
                  </a:lnTo>
                  <a:lnTo>
                    <a:pt x="21399" y="8674"/>
                  </a:lnTo>
                  <a:lnTo>
                    <a:pt x="21238" y="8513"/>
                  </a:lnTo>
                  <a:lnTo>
                    <a:pt x="21087" y="8352"/>
                  </a:lnTo>
                  <a:lnTo>
                    <a:pt x="20936" y="8181"/>
                  </a:lnTo>
                  <a:lnTo>
                    <a:pt x="20806" y="8011"/>
                  </a:lnTo>
                  <a:lnTo>
                    <a:pt x="20665" y="7840"/>
                  </a:lnTo>
                  <a:lnTo>
                    <a:pt x="20544" y="7659"/>
                  </a:lnTo>
                  <a:lnTo>
                    <a:pt x="20424" y="7478"/>
                  </a:lnTo>
                  <a:lnTo>
                    <a:pt x="20323" y="7307"/>
                  </a:lnTo>
                  <a:lnTo>
                    <a:pt x="20223" y="7146"/>
                  </a:lnTo>
                  <a:lnTo>
                    <a:pt x="20132" y="6975"/>
                  </a:lnTo>
                  <a:lnTo>
                    <a:pt x="20052" y="6804"/>
                  </a:lnTo>
                  <a:lnTo>
                    <a:pt x="19982" y="6644"/>
                  </a:lnTo>
                  <a:lnTo>
                    <a:pt x="19861" y="6312"/>
                  </a:lnTo>
                  <a:lnTo>
                    <a:pt x="19750" y="5970"/>
                  </a:lnTo>
                  <a:lnTo>
                    <a:pt x="19660" y="5618"/>
                  </a:lnTo>
                  <a:lnTo>
                    <a:pt x="19580" y="5257"/>
                  </a:lnTo>
                  <a:lnTo>
                    <a:pt x="19509" y="4865"/>
                  </a:lnTo>
                  <a:lnTo>
                    <a:pt x="19469" y="4704"/>
                  </a:lnTo>
                  <a:lnTo>
                    <a:pt x="19429" y="4543"/>
                  </a:lnTo>
                  <a:lnTo>
                    <a:pt x="19379" y="4382"/>
                  </a:lnTo>
                  <a:lnTo>
                    <a:pt x="19318" y="4231"/>
                  </a:lnTo>
                  <a:lnTo>
                    <a:pt x="19198" y="3920"/>
                  </a:lnTo>
                  <a:lnTo>
                    <a:pt x="19057" y="3618"/>
                  </a:lnTo>
                  <a:lnTo>
                    <a:pt x="18926" y="3317"/>
                  </a:lnTo>
                  <a:lnTo>
                    <a:pt x="18796" y="3015"/>
                  </a:lnTo>
                  <a:lnTo>
                    <a:pt x="18685" y="2704"/>
                  </a:lnTo>
                  <a:lnTo>
                    <a:pt x="18635" y="2553"/>
                  </a:lnTo>
                  <a:lnTo>
                    <a:pt x="18595" y="2392"/>
                  </a:lnTo>
                  <a:lnTo>
                    <a:pt x="18564" y="3176"/>
                  </a:lnTo>
                  <a:lnTo>
                    <a:pt x="18564" y="3588"/>
                  </a:lnTo>
                  <a:lnTo>
                    <a:pt x="18564" y="4000"/>
                  </a:lnTo>
                  <a:lnTo>
                    <a:pt x="18574" y="4412"/>
                  </a:lnTo>
                  <a:lnTo>
                    <a:pt x="18595" y="4814"/>
                  </a:lnTo>
                  <a:lnTo>
                    <a:pt x="18635" y="5216"/>
                  </a:lnTo>
                  <a:lnTo>
                    <a:pt x="18685" y="5598"/>
                  </a:lnTo>
                  <a:lnTo>
                    <a:pt x="18715" y="5699"/>
                  </a:lnTo>
                  <a:lnTo>
                    <a:pt x="18745" y="5819"/>
                  </a:lnTo>
                  <a:lnTo>
                    <a:pt x="18786" y="5930"/>
                  </a:lnTo>
                  <a:lnTo>
                    <a:pt x="18816" y="6051"/>
                  </a:lnTo>
                  <a:lnTo>
                    <a:pt x="18816" y="6101"/>
                  </a:lnTo>
                  <a:lnTo>
                    <a:pt x="18816" y="6151"/>
                  </a:lnTo>
                  <a:lnTo>
                    <a:pt x="18806" y="6201"/>
                  </a:lnTo>
                  <a:lnTo>
                    <a:pt x="18775" y="6242"/>
                  </a:lnTo>
                  <a:lnTo>
                    <a:pt x="18745" y="6282"/>
                  </a:lnTo>
                  <a:lnTo>
                    <a:pt x="18695" y="6322"/>
                  </a:lnTo>
                  <a:lnTo>
                    <a:pt x="18625" y="6342"/>
                  </a:lnTo>
                  <a:lnTo>
                    <a:pt x="18544" y="6372"/>
                  </a:lnTo>
                  <a:lnTo>
                    <a:pt x="18484" y="6372"/>
                  </a:lnTo>
                  <a:lnTo>
                    <a:pt x="18424" y="6362"/>
                  </a:lnTo>
                  <a:lnTo>
                    <a:pt x="18353" y="6352"/>
                  </a:lnTo>
                  <a:lnTo>
                    <a:pt x="18293" y="6322"/>
                  </a:lnTo>
                  <a:lnTo>
                    <a:pt x="18162" y="6252"/>
                  </a:lnTo>
                  <a:lnTo>
                    <a:pt x="18022" y="6161"/>
                  </a:lnTo>
                  <a:lnTo>
                    <a:pt x="17891" y="6061"/>
                  </a:lnTo>
                  <a:lnTo>
                    <a:pt x="17770" y="5970"/>
                  </a:lnTo>
                  <a:lnTo>
                    <a:pt x="17589" y="5809"/>
                  </a:lnTo>
                  <a:lnTo>
                    <a:pt x="17479" y="5709"/>
                  </a:lnTo>
                  <a:lnTo>
                    <a:pt x="17378" y="5618"/>
                  </a:lnTo>
                  <a:lnTo>
                    <a:pt x="17187" y="5407"/>
                  </a:lnTo>
                  <a:lnTo>
                    <a:pt x="17017" y="5196"/>
                  </a:lnTo>
                  <a:lnTo>
                    <a:pt x="16856" y="4965"/>
                  </a:lnTo>
                  <a:lnTo>
                    <a:pt x="16675" y="4714"/>
                  </a:lnTo>
                  <a:lnTo>
                    <a:pt x="16444" y="4372"/>
                  </a:lnTo>
                  <a:lnTo>
                    <a:pt x="16323" y="4191"/>
                  </a:lnTo>
                  <a:lnTo>
                    <a:pt x="16233" y="4020"/>
                  </a:lnTo>
                  <a:lnTo>
                    <a:pt x="16162" y="3880"/>
                  </a:lnTo>
                  <a:lnTo>
                    <a:pt x="16152" y="3819"/>
                  </a:lnTo>
                  <a:lnTo>
                    <a:pt x="16142" y="3769"/>
                  </a:lnTo>
                  <a:lnTo>
                    <a:pt x="16142" y="4010"/>
                  </a:lnTo>
                  <a:lnTo>
                    <a:pt x="16162" y="4252"/>
                  </a:lnTo>
                  <a:lnTo>
                    <a:pt x="16182" y="4493"/>
                  </a:lnTo>
                  <a:lnTo>
                    <a:pt x="16223" y="4724"/>
                  </a:lnTo>
                  <a:lnTo>
                    <a:pt x="16273" y="4955"/>
                  </a:lnTo>
                  <a:lnTo>
                    <a:pt x="16343" y="5176"/>
                  </a:lnTo>
                  <a:lnTo>
                    <a:pt x="16424" y="5397"/>
                  </a:lnTo>
                  <a:lnTo>
                    <a:pt x="16514" y="5618"/>
                  </a:lnTo>
                  <a:lnTo>
                    <a:pt x="16615" y="5829"/>
                  </a:lnTo>
                  <a:lnTo>
                    <a:pt x="16735" y="6031"/>
                  </a:lnTo>
                  <a:lnTo>
                    <a:pt x="16866" y="6232"/>
                  </a:lnTo>
                  <a:lnTo>
                    <a:pt x="17007" y="6433"/>
                  </a:lnTo>
                  <a:lnTo>
                    <a:pt x="17157" y="6634"/>
                  </a:lnTo>
                  <a:lnTo>
                    <a:pt x="17318" y="6825"/>
                  </a:lnTo>
                  <a:lnTo>
                    <a:pt x="17499" y="7005"/>
                  </a:lnTo>
                  <a:lnTo>
                    <a:pt x="17680" y="7196"/>
                  </a:lnTo>
                  <a:lnTo>
                    <a:pt x="17801" y="7297"/>
                  </a:lnTo>
                  <a:lnTo>
                    <a:pt x="17921" y="7397"/>
                  </a:lnTo>
                  <a:lnTo>
                    <a:pt x="18052" y="7488"/>
                  </a:lnTo>
                  <a:lnTo>
                    <a:pt x="18172" y="7578"/>
                  </a:lnTo>
                  <a:lnTo>
                    <a:pt x="18444" y="7739"/>
                  </a:lnTo>
                  <a:lnTo>
                    <a:pt x="18715" y="7890"/>
                  </a:lnTo>
                  <a:lnTo>
                    <a:pt x="19268" y="8181"/>
                  </a:lnTo>
                  <a:lnTo>
                    <a:pt x="19549" y="8322"/>
                  </a:lnTo>
                  <a:lnTo>
                    <a:pt x="19821" y="8483"/>
                  </a:lnTo>
                  <a:lnTo>
                    <a:pt x="19992" y="8604"/>
                  </a:lnTo>
                  <a:lnTo>
                    <a:pt x="20122" y="8694"/>
                  </a:lnTo>
                  <a:lnTo>
                    <a:pt x="20203" y="8784"/>
                  </a:lnTo>
                  <a:lnTo>
                    <a:pt x="20223" y="8825"/>
                  </a:lnTo>
                  <a:lnTo>
                    <a:pt x="20233" y="8865"/>
                  </a:lnTo>
                  <a:lnTo>
                    <a:pt x="20243" y="8895"/>
                  </a:lnTo>
                  <a:lnTo>
                    <a:pt x="20243" y="8925"/>
                  </a:lnTo>
                  <a:lnTo>
                    <a:pt x="20233" y="8955"/>
                  </a:lnTo>
                  <a:lnTo>
                    <a:pt x="20213" y="8985"/>
                  </a:lnTo>
                  <a:lnTo>
                    <a:pt x="20152" y="9026"/>
                  </a:lnTo>
                  <a:lnTo>
                    <a:pt x="20072" y="9076"/>
                  </a:lnTo>
                  <a:lnTo>
                    <a:pt x="19972" y="9106"/>
                  </a:lnTo>
                  <a:lnTo>
                    <a:pt x="19861" y="9136"/>
                  </a:lnTo>
                  <a:lnTo>
                    <a:pt x="19600" y="9186"/>
                  </a:lnTo>
                  <a:lnTo>
                    <a:pt x="19338" y="9237"/>
                  </a:lnTo>
                  <a:lnTo>
                    <a:pt x="19087" y="9277"/>
                  </a:lnTo>
                  <a:lnTo>
                    <a:pt x="18765" y="9347"/>
                  </a:lnTo>
                  <a:lnTo>
                    <a:pt x="18444" y="9408"/>
                  </a:lnTo>
                  <a:lnTo>
                    <a:pt x="18132" y="9448"/>
                  </a:lnTo>
                  <a:lnTo>
                    <a:pt x="17821" y="9468"/>
                  </a:lnTo>
                  <a:lnTo>
                    <a:pt x="17509" y="9468"/>
                  </a:lnTo>
                  <a:lnTo>
                    <a:pt x="17187" y="9448"/>
                  </a:lnTo>
                  <a:lnTo>
                    <a:pt x="16856" y="9408"/>
                  </a:lnTo>
                  <a:lnTo>
                    <a:pt x="16514" y="9347"/>
                  </a:lnTo>
                  <a:lnTo>
                    <a:pt x="15831" y="9207"/>
                  </a:lnTo>
                  <a:lnTo>
                    <a:pt x="15519" y="9156"/>
                  </a:lnTo>
                  <a:lnTo>
                    <a:pt x="15238" y="9116"/>
                  </a:lnTo>
                  <a:lnTo>
                    <a:pt x="14956" y="9076"/>
                  </a:lnTo>
                  <a:lnTo>
                    <a:pt x="14695" y="9056"/>
                  </a:lnTo>
                  <a:lnTo>
                    <a:pt x="14444" y="9046"/>
                  </a:lnTo>
                  <a:lnTo>
                    <a:pt x="14182" y="9046"/>
                  </a:lnTo>
                  <a:lnTo>
                    <a:pt x="13931" y="9056"/>
                  </a:lnTo>
                  <a:lnTo>
                    <a:pt x="13680" y="9066"/>
                  </a:lnTo>
                  <a:lnTo>
                    <a:pt x="13408" y="9096"/>
                  </a:lnTo>
                  <a:lnTo>
                    <a:pt x="13137" y="9146"/>
                  </a:lnTo>
                  <a:lnTo>
                    <a:pt x="12856" y="9197"/>
                  </a:lnTo>
                  <a:lnTo>
                    <a:pt x="12544" y="9257"/>
                  </a:lnTo>
                  <a:lnTo>
                    <a:pt x="12222" y="9337"/>
                  </a:lnTo>
                  <a:lnTo>
                    <a:pt x="11871" y="9428"/>
                  </a:lnTo>
                  <a:lnTo>
                    <a:pt x="12373" y="9428"/>
                  </a:lnTo>
                  <a:lnTo>
                    <a:pt x="12876" y="9438"/>
                  </a:lnTo>
                  <a:lnTo>
                    <a:pt x="13358" y="9478"/>
                  </a:lnTo>
                  <a:lnTo>
                    <a:pt x="13609" y="9508"/>
                  </a:lnTo>
                  <a:lnTo>
                    <a:pt x="13851" y="9538"/>
                  </a:lnTo>
                  <a:lnTo>
                    <a:pt x="14092" y="9578"/>
                  </a:lnTo>
                  <a:lnTo>
                    <a:pt x="14333" y="9619"/>
                  </a:lnTo>
                  <a:lnTo>
                    <a:pt x="14564" y="9679"/>
                  </a:lnTo>
                  <a:lnTo>
                    <a:pt x="14805" y="9739"/>
                  </a:lnTo>
                  <a:lnTo>
                    <a:pt x="15037" y="9810"/>
                  </a:lnTo>
                  <a:lnTo>
                    <a:pt x="15268" y="9880"/>
                  </a:lnTo>
                  <a:lnTo>
                    <a:pt x="15499" y="9970"/>
                  </a:lnTo>
                  <a:lnTo>
                    <a:pt x="15730" y="10061"/>
                  </a:lnTo>
                  <a:lnTo>
                    <a:pt x="15670" y="10182"/>
                  </a:lnTo>
                  <a:lnTo>
                    <a:pt x="15599" y="10282"/>
                  </a:lnTo>
                  <a:lnTo>
                    <a:pt x="15509" y="10383"/>
                  </a:lnTo>
                  <a:lnTo>
                    <a:pt x="15408" y="10463"/>
                  </a:lnTo>
                  <a:lnTo>
                    <a:pt x="15308" y="10543"/>
                  </a:lnTo>
                  <a:lnTo>
                    <a:pt x="15187" y="10614"/>
                  </a:lnTo>
                  <a:lnTo>
                    <a:pt x="14936" y="10754"/>
                  </a:lnTo>
                  <a:lnTo>
                    <a:pt x="14685" y="10885"/>
                  </a:lnTo>
                  <a:lnTo>
                    <a:pt x="14434" y="11026"/>
                  </a:lnTo>
                  <a:lnTo>
                    <a:pt x="14313" y="11096"/>
                  </a:lnTo>
                  <a:lnTo>
                    <a:pt x="14192" y="11177"/>
                  </a:lnTo>
                  <a:lnTo>
                    <a:pt x="14092" y="11267"/>
                  </a:lnTo>
                  <a:lnTo>
                    <a:pt x="13991" y="11357"/>
                  </a:lnTo>
                  <a:lnTo>
                    <a:pt x="13991" y="11357"/>
                  </a:lnTo>
                  <a:lnTo>
                    <a:pt x="14233" y="11297"/>
                  </a:lnTo>
                  <a:lnTo>
                    <a:pt x="14494" y="11247"/>
                  </a:lnTo>
                  <a:lnTo>
                    <a:pt x="15006" y="11177"/>
                  </a:lnTo>
                  <a:lnTo>
                    <a:pt x="15258" y="11136"/>
                  </a:lnTo>
                  <a:lnTo>
                    <a:pt x="15499" y="11076"/>
                  </a:lnTo>
                  <a:lnTo>
                    <a:pt x="15620" y="11046"/>
                  </a:lnTo>
                  <a:lnTo>
                    <a:pt x="15740" y="11006"/>
                  </a:lnTo>
                  <a:lnTo>
                    <a:pt x="15851" y="10955"/>
                  </a:lnTo>
                  <a:lnTo>
                    <a:pt x="15961" y="10905"/>
                  </a:lnTo>
                  <a:lnTo>
                    <a:pt x="16092" y="10825"/>
                  </a:lnTo>
                  <a:lnTo>
                    <a:pt x="16213" y="10744"/>
                  </a:lnTo>
                  <a:lnTo>
                    <a:pt x="16403" y="10594"/>
                  </a:lnTo>
                  <a:lnTo>
                    <a:pt x="16715" y="10332"/>
                  </a:lnTo>
                  <a:lnTo>
                    <a:pt x="16785" y="10272"/>
                  </a:lnTo>
                  <a:lnTo>
                    <a:pt x="16866" y="10222"/>
                  </a:lnTo>
                  <a:lnTo>
                    <a:pt x="16956" y="10171"/>
                  </a:lnTo>
                  <a:lnTo>
                    <a:pt x="17057" y="10121"/>
                  </a:lnTo>
                  <a:lnTo>
                    <a:pt x="17167" y="10081"/>
                  </a:lnTo>
                  <a:lnTo>
                    <a:pt x="17298" y="10041"/>
                  </a:lnTo>
                  <a:lnTo>
                    <a:pt x="17449" y="10001"/>
                  </a:lnTo>
                  <a:lnTo>
                    <a:pt x="17610" y="9970"/>
                  </a:lnTo>
                  <a:lnTo>
                    <a:pt x="17760" y="9960"/>
                  </a:lnTo>
                  <a:lnTo>
                    <a:pt x="17921" y="9940"/>
                  </a:lnTo>
                  <a:lnTo>
                    <a:pt x="18253" y="9930"/>
                  </a:lnTo>
                  <a:lnTo>
                    <a:pt x="18605" y="9950"/>
                  </a:lnTo>
                  <a:lnTo>
                    <a:pt x="18977" y="9980"/>
                  </a:lnTo>
                  <a:lnTo>
                    <a:pt x="19368" y="10021"/>
                  </a:lnTo>
                  <a:lnTo>
                    <a:pt x="19771" y="10091"/>
                  </a:lnTo>
                  <a:lnTo>
                    <a:pt x="20183" y="10171"/>
                  </a:lnTo>
                  <a:lnTo>
                    <a:pt x="20595" y="10262"/>
                  </a:lnTo>
                  <a:lnTo>
                    <a:pt x="20856" y="10332"/>
                  </a:lnTo>
                  <a:lnTo>
                    <a:pt x="21117" y="10423"/>
                  </a:lnTo>
                  <a:lnTo>
                    <a:pt x="21359" y="10533"/>
                  </a:lnTo>
                  <a:lnTo>
                    <a:pt x="21600" y="10654"/>
                  </a:lnTo>
                  <a:lnTo>
                    <a:pt x="21831" y="10795"/>
                  </a:lnTo>
                  <a:lnTo>
                    <a:pt x="22042" y="10945"/>
                  </a:lnTo>
                  <a:lnTo>
                    <a:pt x="22243" y="11116"/>
                  </a:lnTo>
                  <a:lnTo>
                    <a:pt x="22434" y="11297"/>
                  </a:lnTo>
                  <a:lnTo>
                    <a:pt x="22545" y="11418"/>
                  </a:lnTo>
                  <a:lnTo>
                    <a:pt x="22695" y="11589"/>
                  </a:lnTo>
                  <a:lnTo>
                    <a:pt x="22826" y="11780"/>
                  </a:lnTo>
                  <a:lnTo>
                    <a:pt x="22937" y="11971"/>
                  </a:lnTo>
                  <a:lnTo>
                    <a:pt x="23017" y="12162"/>
                  </a:lnTo>
                  <a:lnTo>
                    <a:pt x="23087" y="12373"/>
                  </a:lnTo>
                  <a:lnTo>
                    <a:pt x="23138" y="12574"/>
                  </a:lnTo>
                  <a:lnTo>
                    <a:pt x="23168" y="12785"/>
                  </a:lnTo>
                  <a:lnTo>
                    <a:pt x="23178" y="12996"/>
                  </a:lnTo>
                  <a:lnTo>
                    <a:pt x="23158" y="13197"/>
                  </a:lnTo>
                  <a:lnTo>
                    <a:pt x="23127" y="13408"/>
                  </a:lnTo>
                  <a:lnTo>
                    <a:pt x="23077" y="13619"/>
                  </a:lnTo>
                  <a:lnTo>
                    <a:pt x="23007" y="13820"/>
                  </a:lnTo>
                  <a:lnTo>
                    <a:pt x="22916" y="14011"/>
                  </a:lnTo>
                  <a:lnTo>
                    <a:pt x="22796" y="14202"/>
                  </a:lnTo>
                  <a:lnTo>
                    <a:pt x="22665" y="14383"/>
                  </a:lnTo>
                  <a:lnTo>
                    <a:pt x="22514" y="14564"/>
                  </a:lnTo>
                  <a:lnTo>
                    <a:pt x="22364" y="14714"/>
                  </a:lnTo>
                  <a:lnTo>
                    <a:pt x="22213" y="14855"/>
                  </a:lnTo>
                  <a:lnTo>
                    <a:pt x="22052" y="14986"/>
                  </a:lnTo>
                  <a:lnTo>
                    <a:pt x="21891" y="15116"/>
                  </a:lnTo>
                  <a:lnTo>
                    <a:pt x="21730" y="15237"/>
                  </a:lnTo>
                  <a:lnTo>
                    <a:pt x="21560" y="15348"/>
                  </a:lnTo>
                  <a:lnTo>
                    <a:pt x="21389" y="15448"/>
                  </a:lnTo>
                  <a:lnTo>
                    <a:pt x="21218" y="15549"/>
                  </a:lnTo>
                  <a:lnTo>
                    <a:pt x="21037" y="15639"/>
                  </a:lnTo>
                  <a:lnTo>
                    <a:pt x="20856" y="15730"/>
                  </a:lnTo>
                  <a:lnTo>
                    <a:pt x="20665" y="15810"/>
                  </a:lnTo>
                  <a:lnTo>
                    <a:pt x="20474" y="15880"/>
                  </a:lnTo>
                  <a:lnTo>
                    <a:pt x="20273" y="15951"/>
                  </a:lnTo>
                  <a:lnTo>
                    <a:pt x="20062" y="16011"/>
                  </a:lnTo>
                  <a:lnTo>
                    <a:pt x="19640" y="16132"/>
                  </a:lnTo>
                  <a:lnTo>
                    <a:pt x="19278" y="16212"/>
                  </a:lnTo>
                  <a:lnTo>
                    <a:pt x="18906" y="16282"/>
                  </a:lnTo>
                  <a:lnTo>
                    <a:pt x="18534" y="16343"/>
                  </a:lnTo>
                  <a:lnTo>
                    <a:pt x="18172" y="16393"/>
                  </a:lnTo>
                  <a:lnTo>
                    <a:pt x="17801" y="16433"/>
                  </a:lnTo>
                  <a:lnTo>
                    <a:pt x="17429" y="16473"/>
                  </a:lnTo>
                  <a:lnTo>
                    <a:pt x="16675" y="16534"/>
                  </a:lnTo>
                  <a:lnTo>
                    <a:pt x="16414" y="16554"/>
                  </a:lnTo>
                  <a:lnTo>
                    <a:pt x="16152" y="16564"/>
                  </a:lnTo>
                  <a:lnTo>
                    <a:pt x="15891" y="16574"/>
                  </a:lnTo>
                  <a:lnTo>
                    <a:pt x="15630" y="16564"/>
                  </a:lnTo>
                  <a:lnTo>
                    <a:pt x="15368" y="16554"/>
                  </a:lnTo>
                  <a:lnTo>
                    <a:pt x="15107" y="16534"/>
                  </a:lnTo>
                  <a:lnTo>
                    <a:pt x="14846" y="16503"/>
                  </a:lnTo>
                  <a:lnTo>
                    <a:pt x="14584" y="16473"/>
                  </a:lnTo>
                  <a:lnTo>
                    <a:pt x="14323" y="16423"/>
                  </a:lnTo>
                  <a:lnTo>
                    <a:pt x="14072" y="16373"/>
                  </a:lnTo>
                  <a:lnTo>
                    <a:pt x="13820" y="16313"/>
                  </a:lnTo>
                  <a:lnTo>
                    <a:pt x="13569" y="16242"/>
                  </a:lnTo>
                  <a:lnTo>
                    <a:pt x="13328" y="16162"/>
                  </a:lnTo>
                  <a:lnTo>
                    <a:pt x="13087" y="16081"/>
                  </a:lnTo>
                  <a:lnTo>
                    <a:pt x="12846" y="15981"/>
                  </a:lnTo>
                  <a:lnTo>
                    <a:pt x="12614" y="15870"/>
                  </a:lnTo>
                  <a:lnTo>
                    <a:pt x="12373" y="15760"/>
                  </a:lnTo>
                  <a:lnTo>
                    <a:pt x="12152" y="15629"/>
                  </a:lnTo>
                  <a:lnTo>
                    <a:pt x="11931" y="15498"/>
                  </a:lnTo>
                  <a:lnTo>
                    <a:pt x="11730" y="15348"/>
                  </a:lnTo>
                  <a:lnTo>
                    <a:pt x="11539" y="15197"/>
                  </a:lnTo>
                  <a:lnTo>
                    <a:pt x="11348" y="15026"/>
                  </a:lnTo>
                  <a:lnTo>
                    <a:pt x="11167" y="14855"/>
                  </a:lnTo>
                  <a:lnTo>
                    <a:pt x="11006" y="14664"/>
                  </a:lnTo>
                  <a:lnTo>
                    <a:pt x="10845" y="14463"/>
                  </a:lnTo>
                  <a:lnTo>
                    <a:pt x="10695" y="14242"/>
                  </a:lnTo>
                  <a:lnTo>
                    <a:pt x="10554" y="14011"/>
                  </a:lnTo>
                  <a:lnTo>
                    <a:pt x="10423" y="13770"/>
                  </a:lnTo>
                  <a:lnTo>
                    <a:pt x="10303" y="13508"/>
                  </a:lnTo>
                  <a:lnTo>
                    <a:pt x="10192" y="13227"/>
                  </a:lnTo>
                  <a:lnTo>
                    <a:pt x="10092" y="12935"/>
                  </a:lnTo>
                  <a:lnTo>
                    <a:pt x="9991" y="12624"/>
                  </a:lnTo>
                  <a:lnTo>
                    <a:pt x="9800" y="11971"/>
                  </a:lnTo>
                  <a:lnTo>
                    <a:pt x="9619" y="11347"/>
                  </a:lnTo>
                  <a:lnTo>
                    <a:pt x="9539" y="11036"/>
                  </a:lnTo>
                  <a:lnTo>
                    <a:pt x="9468" y="10724"/>
                  </a:lnTo>
                  <a:lnTo>
                    <a:pt x="9408" y="10423"/>
                  </a:lnTo>
                  <a:lnTo>
                    <a:pt x="9368" y="10121"/>
                  </a:lnTo>
                  <a:lnTo>
                    <a:pt x="9348" y="9810"/>
                  </a:lnTo>
                  <a:lnTo>
                    <a:pt x="9338" y="9659"/>
                  </a:lnTo>
                  <a:lnTo>
                    <a:pt x="9348" y="9508"/>
                  </a:lnTo>
                  <a:lnTo>
                    <a:pt x="9348" y="9357"/>
                  </a:lnTo>
                  <a:lnTo>
                    <a:pt x="9368" y="9207"/>
                  </a:lnTo>
                  <a:lnTo>
                    <a:pt x="9388" y="9046"/>
                  </a:lnTo>
                  <a:lnTo>
                    <a:pt x="9418" y="8895"/>
                  </a:lnTo>
                  <a:lnTo>
                    <a:pt x="9458" y="8734"/>
                  </a:lnTo>
                  <a:lnTo>
                    <a:pt x="9509" y="8583"/>
                  </a:lnTo>
                  <a:lnTo>
                    <a:pt x="9559" y="8423"/>
                  </a:lnTo>
                  <a:lnTo>
                    <a:pt x="9619" y="8272"/>
                  </a:lnTo>
                  <a:lnTo>
                    <a:pt x="9700" y="8111"/>
                  </a:lnTo>
                  <a:lnTo>
                    <a:pt x="9780" y="7950"/>
                  </a:lnTo>
                  <a:lnTo>
                    <a:pt x="9870" y="7789"/>
                  </a:lnTo>
                  <a:lnTo>
                    <a:pt x="9971" y="7619"/>
                  </a:lnTo>
                  <a:lnTo>
                    <a:pt x="9770" y="7719"/>
                  </a:lnTo>
                  <a:lnTo>
                    <a:pt x="9589" y="7830"/>
                  </a:lnTo>
                  <a:lnTo>
                    <a:pt x="9418" y="7930"/>
                  </a:lnTo>
                  <a:lnTo>
                    <a:pt x="9277" y="8051"/>
                  </a:lnTo>
                  <a:lnTo>
                    <a:pt x="9147" y="8161"/>
                  </a:lnTo>
                  <a:lnTo>
                    <a:pt x="9026" y="8282"/>
                  </a:lnTo>
                  <a:lnTo>
                    <a:pt x="8926" y="8413"/>
                  </a:lnTo>
                  <a:lnTo>
                    <a:pt x="8845" y="8543"/>
                  </a:lnTo>
                  <a:lnTo>
                    <a:pt x="8775" y="8674"/>
                  </a:lnTo>
                  <a:lnTo>
                    <a:pt x="8715" y="8805"/>
                  </a:lnTo>
                  <a:lnTo>
                    <a:pt x="8664" y="8945"/>
                  </a:lnTo>
                  <a:lnTo>
                    <a:pt x="8624" y="9086"/>
                  </a:lnTo>
                  <a:lnTo>
                    <a:pt x="8604" y="9227"/>
                  </a:lnTo>
                  <a:lnTo>
                    <a:pt x="8584" y="9377"/>
                  </a:lnTo>
                  <a:lnTo>
                    <a:pt x="8574" y="9528"/>
                  </a:lnTo>
                  <a:lnTo>
                    <a:pt x="8574" y="9679"/>
                  </a:lnTo>
                  <a:lnTo>
                    <a:pt x="8584" y="9991"/>
                  </a:lnTo>
                  <a:lnTo>
                    <a:pt x="8614" y="10302"/>
                  </a:lnTo>
                  <a:lnTo>
                    <a:pt x="8654" y="10624"/>
                  </a:lnTo>
                  <a:lnTo>
                    <a:pt x="8705" y="10945"/>
                  </a:lnTo>
                  <a:lnTo>
                    <a:pt x="8755" y="11277"/>
                  </a:lnTo>
                  <a:lnTo>
                    <a:pt x="8785" y="11609"/>
                  </a:lnTo>
                  <a:lnTo>
                    <a:pt x="8805" y="11930"/>
                  </a:lnTo>
                  <a:lnTo>
                    <a:pt x="8805" y="12101"/>
                  </a:lnTo>
                  <a:lnTo>
                    <a:pt x="8805" y="12262"/>
                  </a:lnTo>
                  <a:lnTo>
                    <a:pt x="8795" y="12292"/>
                  </a:lnTo>
                  <a:lnTo>
                    <a:pt x="8785" y="12312"/>
                  </a:lnTo>
                  <a:lnTo>
                    <a:pt x="8765" y="12322"/>
                  </a:lnTo>
                  <a:lnTo>
                    <a:pt x="8735" y="12332"/>
                  </a:lnTo>
                  <a:lnTo>
                    <a:pt x="8654" y="12342"/>
                  </a:lnTo>
                  <a:lnTo>
                    <a:pt x="8564" y="12332"/>
                  </a:lnTo>
                  <a:lnTo>
                    <a:pt x="8443" y="12312"/>
                  </a:lnTo>
                  <a:lnTo>
                    <a:pt x="8323" y="12282"/>
                  </a:lnTo>
                  <a:lnTo>
                    <a:pt x="8041" y="12192"/>
                  </a:lnTo>
                  <a:lnTo>
                    <a:pt x="7760" y="12081"/>
                  </a:lnTo>
                  <a:lnTo>
                    <a:pt x="7509" y="11971"/>
                  </a:lnTo>
                  <a:lnTo>
                    <a:pt x="7318" y="11880"/>
                  </a:lnTo>
                  <a:lnTo>
                    <a:pt x="7227" y="11830"/>
                  </a:lnTo>
                  <a:lnTo>
                    <a:pt x="7066" y="11709"/>
                  </a:lnTo>
                  <a:lnTo>
                    <a:pt x="6916" y="11589"/>
                  </a:lnTo>
                  <a:lnTo>
                    <a:pt x="6785" y="11458"/>
                  </a:lnTo>
                  <a:lnTo>
                    <a:pt x="6654" y="11327"/>
                  </a:lnTo>
                  <a:lnTo>
                    <a:pt x="6534" y="11197"/>
                  </a:lnTo>
                  <a:lnTo>
                    <a:pt x="6433" y="11046"/>
                  </a:lnTo>
                  <a:lnTo>
                    <a:pt x="6333" y="10895"/>
                  </a:lnTo>
                  <a:lnTo>
                    <a:pt x="6242" y="10734"/>
                  </a:lnTo>
                  <a:lnTo>
                    <a:pt x="5931" y="10071"/>
                  </a:lnTo>
                  <a:lnTo>
                    <a:pt x="5760" y="9749"/>
                  </a:lnTo>
                  <a:lnTo>
                    <a:pt x="5669" y="9599"/>
                  </a:lnTo>
                  <a:lnTo>
                    <a:pt x="5569" y="9448"/>
                  </a:lnTo>
                  <a:lnTo>
                    <a:pt x="5458" y="9297"/>
                  </a:lnTo>
                  <a:lnTo>
                    <a:pt x="5338" y="9166"/>
                  </a:lnTo>
                  <a:lnTo>
                    <a:pt x="5217" y="9036"/>
                  </a:lnTo>
                  <a:lnTo>
                    <a:pt x="5076" y="8915"/>
                  </a:lnTo>
                  <a:lnTo>
                    <a:pt x="4915" y="8805"/>
                  </a:lnTo>
                  <a:lnTo>
                    <a:pt x="4745" y="8704"/>
                  </a:lnTo>
                  <a:lnTo>
                    <a:pt x="4564" y="8624"/>
                  </a:lnTo>
                  <a:lnTo>
                    <a:pt x="4363" y="8553"/>
                  </a:lnTo>
                  <a:lnTo>
                    <a:pt x="4383" y="8634"/>
                  </a:lnTo>
                  <a:lnTo>
                    <a:pt x="4413" y="8724"/>
                  </a:lnTo>
                  <a:lnTo>
                    <a:pt x="4463" y="8805"/>
                  </a:lnTo>
                  <a:lnTo>
                    <a:pt x="4513" y="8895"/>
                  </a:lnTo>
                  <a:lnTo>
                    <a:pt x="4624" y="9056"/>
                  </a:lnTo>
                  <a:lnTo>
                    <a:pt x="4755" y="9217"/>
                  </a:lnTo>
                  <a:lnTo>
                    <a:pt x="4895" y="9377"/>
                  </a:lnTo>
                  <a:lnTo>
                    <a:pt x="5016" y="9548"/>
                  </a:lnTo>
                  <a:lnTo>
                    <a:pt x="5076" y="9629"/>
                  </a:lnTo>
                  <a:lnTo>
                    <a:pt x="5126" y="9719"/>
                  </a:lnTo>
                  <a:lnTo>
                    <a:pt x="5177" y="9810"/>
                  </a:lnTo>
                  <a:lnTo>
                    <a:pt x="5207" y="9900"/>
                  </a:lnTo>
                  <a:lnTo>
                    <a:pt x="5348" y="10312"/>
                  </a:lnTo>
                  <a:lnTo>
                    <a:pt x="5478" y="10734"/>
                  </a:lnTo>
                  <a:lnTo>
                    <a:pt x="5559" y="10935"/>
                  </a:lnTo>
                  <a:lnTo>
                    <a:pt x="5639" y="11146"/>
                  </a:lnTo>
                  <a:lnTo>
                    <a:pt x="5740" y="11337"/>
                  </a:lnTo>
                  <a:lnTo>
                    <a:pt x="5840" y="11518"/>
                  </a:lnTo>
                  <a:lnTo>
                    <a:pt x="5921" y="11629"/>
                  </a:lnTo>
                  <a:lnTo>
                    <a:pt x="6031" y="11759"/>
                  </a:lnTo>
                  <a:lnTo>
                    <a:pt x="6152" y="11910"/>
                  </a:lnTo>
                  <a:lnTo>
                    <a:pt x="6262" y="12071"/>
                  </a:lnTo>
                  <a:lnTo>
                    <a:pt x="6302" y="12151"/>
                  </a:lnTo>
                  <a:lnTo>
                    <a:pt x="6333" y="12232"/>
                  </a:lnTo>
                  <a:lnTo>
                    <a:pt x="6353" y="12302"/>
                  </a:lnTo>
                  <a:lnTo>
                    <a:pt x="6353" y="12373"/>
                  </a:lnTo>
                  <a:lnTo>
                    <a:pt x="6343" y="12443"/>
                  </a:lnTo>
                  <a:lnTo>
                    <a:pt x="6302" y="12503"/>
                  </a:lnTo>
                  <a:lnTo>
                    <a:pt x="6232" y="12564"/>
                  </a:lnTo>
                  <a:lnTo>
                    <a:pt x="6142" y="12614"/>
                  </a:lnTo>
                  <a:lnTo>
                    <a:pt x="6031" y="12644"/>
                  </a:lnTo>
                  <a:lnTo>
                    <a:pt x="5880" y="12674"/>
                  </a:lnTo>
                  <a:lnTo>
                    <a:pt x="5679" y="12684"/>
                  </a:lnTo>
                  <a:lnTo>
                    <a:pt x="5448" y="12694"/>
                  </a:lnTo>
                  <a:lnTo>
                    <a:pt x="5197" y="12694"/>
                  </a:lnTo>
                  <a:lnTo>
                    <a:pt x="4915" y="12684"/>
                  </a:lnTo>
                  <a:lnTo>
                    <a:pt x="4634" y="12674"/>
                  </a:lnTo>
                  <a:lnTo>
                    <a:pt x="4343" y="12654"/>
                  </a:lnTo>
                  <a:lnTo>
                    <a:pt x="4051" y="12624"/>
                  </a:lnTo>
                  <a:lnTo>
                    <a:pt x="3770" y="12584"/>
                  </a:lnTo>
                  <a:lnTo>
                    <a:pt x="3508" y="12543"/>
                  </a:lnTo>
                  <a:lnTo>
                    <a:pt x="3267" y="12493"/>
                  </a:lnTo>
                  <a:lnTo>
                    <a:pt x="3056" y="12433"/>
                  </a:lnTo>
                  <a:lnTo>
                    <a:pt x="2885" y="12363"/>
                  </a:lnTo>
                  <a:lnTo>
                    <a:pt x="2815" y="12332"/>
                  </a:lnTo>
                  <a:lnTo>
                    <a:pt x="2765" y="12292"/>
                  </a:lnTo>
                  <a:lnTo>
                    <a:pt x="2714" y="12252"/>
                  </a:lnTo>
                  <a:lnTo>
                    <a:pt x="2684" y="12212"/>
                  </a:lnTo>
                  <a:lnTo>
                    <a:pt x="2765" y="12342"/>
                  </a:lnTo>
                  <a:lnTo>
                    <a:pt x="2845" y="12463"/>
                  </a:lnTo>
                  <a:lnTo>
                    <a:pt x="2935" y="12564"/>
                  </a:lnTo>
                  <a:lnTo>
                    <a:pt x="3026" y="12654"/>
                  </a:lnTo>
                  <a:lnTo>
                    <a:pt x="3116" y="12744"/>
                  </a:lnTo>
                  <a:lnTo>
                    <a:pt x="3207" y="12815"/>
                  </a:lnTo>
                  <a:lnTo>
                    <a:pt x="3307" y="12875"/>
                  </a:lnTo>
                  <a:lnTo>
                    <a:pt x="3408" y="12935"/>
                  </a:lnTo>
                  <a:lnTo>
                    <a:pt x="3508" y="12976"/>
                  </a:lnTo>
                  <a:lnTo>
                    <a:pt x="3619" y="13016"/>
                  </a:lnTo>
                  <a:lnTo>
                    <a:pt x="3729" y="13046"/>
                  </a:lnTo>
                  <a:lnTo>
                    <a:pt x="3840" y="13076"/>
                  </a:lnTo>
                  <a:lnTo>
                    <a:pt x="4071" y="13106"/>
                  </a:lnTo>
                  <a:lnTo>
                    <a:pt x="4302" y="13126"/>
                  </a:lnTo>
                  <a:lnTo>
                    <a:pt x="5046" y="13126"/>
                  </a:lnTo>
                  <a:lnTo>
                    <a:pt x="5307" y="13136"/>
                  </a:lnTo>
                  <a:lnTo>
                    <a:pt x="5559" y="13147"/>
                  </a:lnTo>
                  <a:lnTo>
                    <a:pt x="5820" y="13177"/>
                  </a:lnTo>
                  <a:lnTo>
                    <a:pt x="5951" y="13207"/>
                  </a:lnTo>
                  <a:lnTo>
                    <a:pt x="6081" y="13227"/>
                  </a:lnTo>
                  <a:lnTo>
                    <a:pt x="6212" y="13267"/>
                  </a:lnTo>
                  <a:lnTo>
                    <a:pt x="6343" y="13307"/>
                  </a:lnTo>
                  <a:lnTo>
                    <a:pt x="6514" y="13378"/>
                  </a:lnTo>
                  <a:lnTo>
                    <a:pt x="6674" y="13448"/>
                  </a:lnTo>
                  <a:lnTo>
                    <a:pt x="6805" y="13508"/>
                  </a:lnTo>
                  <a:lnTo>
                    <a:pt x="6905" y="13579"/>
                  </a:lnTo>
                  <a:lnTo>
                    <a:pt x="6996" y="13639"/>
                  </a:lnTo>
                  <a:lnTo>
                    <a:pt x="7056" y="13699"/>
                  </a:lnTo>
                  <a:lnTo>
                    <a:pt x="7107" y="13760"/>
                  </a:lnTo>
                  <a:lnTo>
                    <a:pt x="7137" y="13810"/>
                  </a:lnTo>
                  <a:lnTo>
                    <a:pt x="7147" y="13870"/>
                  </a:lnTo>
                  <a:lnTo>
                    <a:pt x="7137" y="13920"/>
                  </a:lnTo>
                  <a:lnTo>
                    <a:pt x="7117" y="13981"/>
                  </a:lnTo>
                  <a:lnTo>
                    <a:pt x="7086" y="14031"/>
                  </a:lnTo>
                  <a:lnTo>
                    <a:pt x="7036" y="14081"/>
                  </a:lnTo>
                  <a:lnTo>
                    <a:pt x="6976" y="14131"/>
                  </a:lnTo>
                  <a:lnTo>
                    <a:pt x="6905" y="14182"/>
                  </a:lnTo>
                  <a:lnTo>
                    <a:pt x="6835" y="14232"/>
                  </a:lnTo>
                  <a:lnTo>
                    <a:pt x="6644" y="14333"/>
                  </a:lnTo>
                  <a:lnTo>
                    <a:pt x="6443" y="14423"/>
                  </a:lnTo>
                  <a:lnTo>
                    <a:pt x="5991" y="14614"/>
                  </a:lnTo>
                  <a:lnTo>
                    <a:pt x="5549" y="14805"/>
                  </a:lnTo>
                  <a:lnTo>
                    <a:pt x="5348" y="14895"/>
                  </a:lnTo>
                  <a:lnTo>
                    <a:pt x="5187" y="14996"/>
                  </a:lnTo>
                  <a:lnTo>
                    <a:pt x="5237" y="14976"/>
                  </a:lnTo>
                  <a:lnTo>
                    <a:pt x="5328" y="14976"/>
                  </a:lnTo>
                  <a:lnTo>
                    <a:pt x="5569" y="14986"/>
                  </a:lnTo>
                  <a:lnTo>
                    <a:pt x="5830" y="15006"/>
                  </a:lnTo>
                  <a:lnTo>
                    <a:pt x="6011" y="15006"/>
                  </a:lnTo>
                  <a:lnTo>
                    <a:pt x="6252" y="14976"/>
                  </a:lnTo>
                  <a:lnTo>
                    <a:pt x="6493" y="14936"/>
                  </a:lnTo>
                  <a:lnTo>
                    <a:pt x="6976" y="14835"/>
                  </a:lnTo>
                  <a:lnTo>
                    <a:pt x="7418" y="14745"/>
                  </a:lnTo>
                  <a:lnTo>
                    <a:pt x="7639" y="14714"/>
                  </a:lnTo>
                  <a:lnTo>
                    <a:pt x="7850" y="14684"/>
                  </a:lnTo>
                  <a:lnTo>
                    <a:pt x="8071" y="14674"/>
                  </a:lnTo>
                  <a:lnTo>
                    <a:pt x="8292" y="14674"/>
                  </a:lnTo>
                  <a:lnTo>
                    <a:pt x="8514" y="14694"/>
                  </a:lnTo>
                  <a:lnTo>
                    <a:pt x="8745" y="14724"/>
                  </a:lnTo>
                  <a:lnTo>
                    <a:pt x="8855" y="14755"/>
                  </a:lnTo>
                  <a:lnTo>
                    <a:pt x="8976" y="14805"/>
                  </a:lnTo>
                  <a:lnTo>
                    <a:pt x="9117" y="14865"/>
                  </a:lnTo>
                  <a:lnTo>
                    <a:pt x="9267" y="14946"/>
                  </a:lnTo>
                  <a:lnTo>
                    <a:pt x="9609" y="15147"/>
                  </a:lnTo>
                  <a:lnTo>
                    <a:pt x="10001" y="15398"/>
                  </a:lnTo>
                  <a:lnTo>
                    <a:pt x="10413" y="15689"/>
                  </a:lnTo>
                  <a:lnTo>
                    <a:pt x="10855" y="16011"/>
                  </a:lnTo>
                  <a:lnTo>
                    <a:pt x="11298" y="16353"/>
                  </a:lnTo>
                  <a:lnTo>
                    <a:pt x="11750" y="16704"/>
                  </a:lnTo>
                  <a:lnTo>
                    <a:pt x="12182" y="17056"/>
                  </a:lnTo>
                  <a:lnTo>
                    <a:pt x="12604" y="17408"/>
                  </a:lnTo>
                  <a:lnTo>
                    <a:pt x="12996" y="17740"/>
                  </a:lnTo>
                  <a:lnTo>
                    <a:pt x="13348" y="18041"/>
                  </a:lnTo>
                  <a:lnTo>
                    <a:pt x="13650" y="18313"/>
                  </a:lnTo>
                  <a:lnTo>
                    <a:pt x="13891" y="18544"/>
                  </a:lnTo>
                  <a:lnTo>
                    <a:pt x="14062" y="18715"/>
                  </a:lnTo>
                  <a:lnTo>
                    <a:pt x="14162" y="18825"/>
                  </a:lnTo>
                  <a:lnTo>
                    <a:pt x="14212" y="18906"/>
                  </a:lnTo>
                  <a:lnTo>
                    <a:pt x="14253" y="18996"/>
                  </a:lnTo>
                  <a:lnTo>
                    <a:pt x="14273" y="19097"/>
                  </a:lnTo>
                  <a:lnTo>
                    <a:pt x="14293" y="19197"/>
                  </a:lnTo>
                  <a:lnTo>
                    <a:pt x="14303" y="19288"/>
                  </a:lnTo>
                  <a:lnTo>
                    <a:pt x="14303" y="19398"/>
                  </a:lnTo>
                  <a:lnTo>
                    <a:pt x="14293" y="19499"/>
                  </a:lnTo>
                  <a:lnTo>
                    <a:pt x="14273" y="19599"/>
                  </a:lnTo>
                  <a:lnTo>
                    <a:pt x="14233" y="19810"/>
                  </a:lnTo>
                  <a:lnTo>
                    <a:pt x="14162" y="20011"/>
                  </a:lnTo>
                  <a:lnTo>
                    <a:pt x="14032" y="20373"/>
                  </a:lnTo>
                  <a:lnTo>
                    <a:pt x="13971" y="20524"/>
                  </a:lnTo>
                  <a:lnTo>
                    <a:pt x="13911" y="20665"/>
                  </a:lnTo>
                  <a:lnTo>
                    <a:pt x="13830" y="20805"/>
                  </a:lnTo>
                  <a:lnTo>
                    <a:pt x="13750" y="20936"/>
                  </a:lnTo>
                  <a:lnTo>
                    <a:pt x="13670" y="21057"/>
                  </a:lnTo>
                  <a:lnTo>
                    <a:pt x="13579" y="21177"/>
                  </a:lnTo>
                  <a:lnTo>
                    <a:pt x="13479" y="21288"/>
                  </a:lnTo>
                  <a:lnTo>
                    <a:pt x="13378" y="21398"/>
                  </a:lnTo>
                  <a:lnTo>
                    <a:pt x="13268" y="21499"/>
                  </a:lnTo>
                  <a:lnTo>
                    <a:pt x="13147" y="21599"/>
                  </a:lnTo>
                  <a:lnTo>
                    <a:pt x="13026" y="21690"/>
                  </a:lnTo>
                  <a:lnTo>
                    <a:pt x="12906" y="21780"/>
                  </a:lnTo>
                  <a:lnTo>
                    <a:pt x="12644" y="21941"/>
                  </a:lnTo>
                  <a:lnTo>
                    <a:pt x="12363" y="22092"/>
                  </a:lnTo>
                  <a:lnTo>
                    <a:pt x="12082" y="22222"/>
                  </a:lnTo>
                  <a:lnTo>
                    <a:pt x="11780" y="22343"/>
                  </a:lnTo>
                  <a:lnTo>
                    <a:pt x="11469" y="22454"/>
                  </a:lnTo>
                  <a:lnTo>
                    <a:pt x="11147" y="22544"/>
                  </a:lnTo>
                  <a:lnTo>
                    <a:pt x="10825" y="22624"/>
                  </a:lnTo>
                  <a:lnTo>
                    <a:pt x="10504" y="22695"/>
                  </a:lnTo>
                  <a:lnTo>
                    <a:pt x="10172" y="22765"/>
                  </a:lnTo>
                  <a:lnTo>
                    <a:pt x="9850" y="22825"/>
                  </a:lnTo>
                  <a:lnTo>
                    <a:pt x="9669" y="22815"/>
                  </a:lnTo>
                  <a:lnTo>
                    <a:pt x="9489" y="22795"/>
                  </a:lnTo>
                  <a:lnTo>
                    <a:pt x="9308" y="22765"/>
                  </a:lnTo>
                  <a:lnTo>
                    <a:pt x="9137" y="22725"/>
                  </a:lnTo>
                  <a:lnTo>
                    <a:pt x="8956" y="22665"/>
                  </a:lnTo>
                  <a:lnTo>
                    <a:pt x="8785" y="22604"/>
                  </a:lnTo>
                  <a:lnTo>
                    <a:pt x="8614" y="22534"/>
                  </a:lnTo>
                  <a:lnTo>
                    <a:pt x="8443" y="22444"/>
                  </a:lnTo>
                  <a:lnTo>
                    <a:pt x="8272" y="22353"/>
                  </a:lnTo>
                  <a:lnTo>
                    <a:pt x="8102" y="22263"/>
                  </a:lnTo>
                  <a:lnTo>
                    <a:pt x="7941" y="22152"/>
                  </a:lnTo>
                  <a:lnTo>
                    <a:pt x="7770" y="22041"/>
                  </a:lnTo>
                  <a:lnTo>
                    <a:pt x="7448" y="21800"/>
                  </a:lnTo>
                  <a:lnTo>
                    <a:pt x="7127" y="21549"/>
                  </a:lnTo>
                  <a:lnTo>
                    <a:pt x="6815" y="21288"/>
                  </a:lnTo>
                  <a:lnTo>
                    <a:pt x="6503" y="21016"/>
                  </a:lnTo>
                  <a:lnTo>
                    <a:pt x="5910" y="20484"/>
                  </a:lnTo>
                  <a:lnTo>
                    <a:pt x="5619" y="20232"/>
                  </a:lnTo>
                  <a:lnTo>
                    <a:pt x="5338" y="19991"/>
                  </a:lnTo>
                  <a:lnTo>
                    <a:pt x="5056" y="19780"/>
                  </a:lnTo>
                  <a:lnTo>
                    <a:pt x="4785" y="19599"/>
                  </a:lnTo>
                  <a:lnTo>
                    <a:pt x="4222" y="19247"/>
                  </a:lnTo>
                  <a:lnTo>
                    <a:pt x="3971" y="19076"/>
                  </a:lnTo>
                  <a:lnTo>
                    <a:pt x="3739" y="18906"/>
                  </a:lnTo>
                  <a:lnTo>
                    <a:pt x="3518" y="18715"/>
                  </a:lnTo>
                  <a:lnTo>
                    <a:pt x="3297" y="18494"/>
                  </a:lnTo>
                  <a:lnTo>
                    <a:pt x="3076" y="18252"/>
                  </a:lnTo>
                  <a:lnTo>
                    <a:pt x="2855" y="17961"/>
                  </a:lnTo>
                  <a:lnTo>
                    <a:pt x="2513" y="17468"/>
                  </a:lnTo>
                  <a:lnTo>
                    <a:pt x="2162" y="16976"/>
                  </a:lnTo>
                  <a:lnTo>
                    <a:pt x="1991" y="16735"/>
                  </a:lnTo>
                  <a:lnTo>
                    <a:pt x="1810" y="16503"/>
                  </a:lnTo>
                  <a:lnTo>
                    <a:pt x="1619" y="16272"/>
                  </a:lnTo>
                  <a:lnTo>
                    <a:pt x="1418" y="16051"/>
                  </a:lnTo>
                  <a:lnTo>
                    <a:pt x="1448" y="16101"/>
                  </a:lnTo>
                  <a:lnTo>
                    <a:pt x="1468" y="16192"/>
                  </a:lnTo>
                  <a:lnTo>
                    <a:pt x="1508" y="16403"/>
                  </a:lnTo>
                  <a:lnTo>
                    <a:pt x="1538" y="16624"/>
                  </a:lnTo>
                  <a:lnTo>
                    <a:pt x="1558" y="16725"/>
                  </a:lnTo>
                  <a:lnTo>
                    <a:pt x="1589" y="16795"/>
                  </a:lnTo>
                  <a:lnTo>
                    <a:pt x="1689" y="16996"/>
                  </a:lnTo>
                  <a:lnTo>
                    <a:pt x="1810" y="17197"/>
                  </a:lnTo>
                  <a:lnTo>
                    <a:pt x="1930" y="17388"/>
                  </a:lnTo>
                  <a:lnTo>
                    <a:pt x="2051" y="17589"/>
                  </a:lnTo>
                  <a:lnTo>
                    <a:pt x="2111" y="17720"/>
                  </a:lnTo>
                  <a:lnTo>
                    <a:pt x="2192" y="17880"/>
                  </a:lnTo>
                  <a:lnTo>
                    <a:pt x="2262" y="18061"/>
                  </a:lnTo>
                  <a:lnTo>
                    <a:pt x="2292" y="18162"/>
                  </a:lnTo>
                  <a:lnTo>
                    <a:pt x="2312" y="18252"/>
                  </a:lnTo>
                  <a:lnTo>
                    <a:pt x="2322" y="18343"/>
                  </a:lnTo>
                  <a:lnTo>
                    <a:pt x="2322" y="18433"/>
                  </a:lnTo>
                  <a:lnTo>
                    <a:pt x="2302" y="18514"/>
                  </a:lnTo>
                  <a:lnTo>
                    <a:pt x="2272" y="18594"/>
                  </a:lnTo>
                  <a:lnTo>
                    <a:pt x="2232" y="18654"/>
                  </a:lnTo>
                  <a:lnTo>
                    <a:pt x="2162" y="18715"/>
                  </a:lnTo>
                  <a:lnTo>
                    <a:pt x="2081" y="18755"/>
                  </a:lnTo>
                  <a:lnTo>
                    <a:pt x="1971" y="18775"/>
                  </a:lnTo>
                  <a:lnTo>
                    <a:pt x="1860" y="18785"/>
                  </a:lnTo>
                  <a:lnTo>
                    <a:pt x="1739" y="18775"/>
                  </a:lnTo>
                  <a:lnTo>
                    <a:pt x="1619" y="18755"/>
                  </a:lnTo>
                  <a:lnTo>
                    <a:pt x="1488" y="18715"/>
                  </a:lnTo>
                  <a:lnTo>
                    <a:pt x="1357" y="18654"/>
                  </a:lnTo>
                  <a:lnTo>
                    <a:pt x="1227" y="18594"/>
                  </a:lnTo>
                  <a:lnTo>
                    <a:pt x="1086" y="18524"/>
                  </a:lnTo>
                  <a:lnTo>
                    <a:pt x="955" y="18443"/>
                  </a:lnTo>
                  <a:lnTo>
                    <a:pt x="704" y="18272"/>
                  </a:lnTo>
                  <a:lnTo>
                    <a:pt x="463" y="18102"/>
                  </a:lnTo>
                  <a:lnTo>
                    <a:pt x="262" y="17941"/>
                  </a:lnTo>
                  <a:lnTo>
                    <a:pt x="111" y="17800"/>
                  </a:lnTo>
                  <a:lnTo>
                    <a:pt x="282" y="18061"/>
                  </a:lnTo>
                  <a:lnTo>
                    <a:pt x="443" y="18293"/>
                  </a:lnTo>
                  <a:lnTo>
                    <a:pt x="604" y="18504"/>
                  </a:lnTo>
                  <a:lnTo>
                    <a:pt x="764" y="18685"/>
                  </a:lnTo>
                  <a:lnTo>
                    <a:pt x="925" y="18855"/>
                  </a:lnTo>
                  <a:lnTo>
                    <a:pt x="1096" y="18996"/>
                  </a:lnTo>
                  <a:lnTo>
                    <a:pt x="1267" y="19127"/>
                  </a:lnTo>
                  <a:lnTo>
                    <a:pt x="1448" y="19237"/>
                  </a:lnTo>
                  <a:lnTo>
                    <a:pt x="1629" y="19328"/>
                  </a:lnTo>
                  <a:lnTo>
                    <a:pt x="1830" y="19418"/>
                  </a:lnTo>
                  <a:lnTo>
                    <a:pt x="2041" y="19489"/>
                  </a:lnTo>
                  <a:lnTo>
                    <a:pt x="2262" y="19549"/>
                  </a:lnTo>
                  <a:lnTo>
                    <a:pt x="2503" y="19609"/>
                  </a:lnTo>
                  <a:lnTo>
                    <a:pt x="2765" y="19659"/>
                  </a:lnTo>
                  <a:lnTo>
                    <a:pt x="3348" y="19750"/>
                  </a:lnTo>
                  <a:lnTo>
                    <a:pt x="3428" y="19770"/>
                  </a:lnTo>
                  <a:lnTo>
                    <a:pt x="3508" y="19800"/>
                  </a:lnTo>
                  <a:lnTo>
                    <a:pt x="3709" y="19871"/>
                  </a:lnTo>
                  <a:lnTo>
                    <a:pt x="3930" y="19991"/>
                  </a:lnTo>
                  <a:lnTo>
                    <a:pt x="4172" y="20132"/>
                  </a:lnTo>
                  <a:lnTo>
                    <a:pt x="4443" y="20303"/>
                  </a:lnTo>
                  <a:lnTo>
                    <a:pt x="4714" y="20484"/>
                  </a:lnTo>
                  <a:lnTo>
                    <a:pt x="5006" y="20695"/>
                  </a:lnTo>
                  <a:lnTo>
                    <a:pt x="5287" y="20906"/>
                  </a:lnTo>
                  <a:lnTo>
                    <a:pt x="5569" y="21127"/>
                  </a:lnTo>
                  <a:lnTo>
                    <a:pt x="5840" y="21348"/>
                  </a:lnTo>
                  <a:lnTo>
                    <a:pt x="6091" y="21559"/>
                  </a:lnTo>
                  <a:lnTo>
                    <a:pt x="6323" y="21770"/>
                  </a:lnTo>
                  <a:lnTo>
                    <a:pt x="6534" y="21971"/>
                  </a:lnTo>
                  <a:lnTo>
                    <a:pt x="6704" y="22142"/>
                  </a:lnTo>
                  <a:lnTo>
                    <a:pt x="6845" y="22303"/>
                  </a:lnTo>
                  <a:lnTo>
                    <a:pt x="6936" y="22433"/>
                  </a:lnTo>
                  <a:lnTo>
                    <a:pt x="6986" y="22524"/>
                  </a:lnTo>
                  <a:lnTo>
                    <a:pt x="7016" y="22614"/>
                  </a:lnTo>
                  <a:lnTo>
                    <a:pt x="7016" y="22705"/>
                  </a:lnTo>
                  <a:lnTo>
                    <a:pt x="7006" y="22775"/>
                  </a:lnTo>
                  <a:lnTo>
                    <a:pt x="6966" y="22846"/>
                  </a:lnTo>
                  <a:lnTo>
                    <a:pt x="6905" y="22916"/>
                  </a:lnTo>
                  <a:lnTo>
                    <a:pt x="6835" y="22966"/>
                  </a:lnTo>
                  <a:lnTo>
                    <a:pt x="6745" y="23016"/>
                  </a:lnTo>
                  <a:lnTo>
                    <a:pt x="6644" y="23067"/>
                  </a:lnTo>
                  <a:lnTo>
                    <a:pt x="6534" y="23107"/>
                  </a:lnTo>
                  <a:lnTo>
                    <a:pt x="6403" y="23137"/>
                  </a:lnTo>
                  <a:lnTo>
                    <a:pt x="6262" y="23167"/>
                  </a:lnTo>
                  <a:lnTo>
                    <a:pt x="5961" y="23217"/>
                  </a:lnTo>
                  <a:lnTo>
                    <a:pt x="5629" y="23248"/>
                  </a:lnTo>
                  <a:lnTo>
                    <a:pt x="5277" y="23268"/>
                  </a:lnTo>
                  <a:lnTo>
                    <a:pt x="4936" y="23278"/>
                  </a:lnTo>
                  <a:lnTo>
                    <a:pt x="4594" y="23278"/>
                  </a:lnTo>
                  <a:lnTo>
                    <a:pt x="4262" y="23268"/>
                  </a:lnTo>
                  <a:lnTo>
                    <a:pt x="3709" y="23248"/>
                  </a:lnTo>
                  <a:lnTo>
                    <a:pt x="3348" y="23227"/>
                  </a:lnTo>
                  <a:lnTo>
                    <a:pt x="3126" y="23217"/>
                  </a:lnTo>
                  <a:lnTo>
                    <a:pt x="2915" y="23187"/>
                  </a:lnTo>
                  <a:lnTo>
                    <a:pt x="2714" y="23147"/>
                  </a:lnTo>
                  <a:lnTo>
                    <a:pt x="2503" y="23107"/>
                  </a:lnTo>
                  <a:lnTo>
                    <a:pt x="2101" y="22996"/>
                  </a:lnTo>
                  <a:lnTo>
                    <a:pt x="1709" y="22886"/>
                  </a:lnTo>
                  <a:lnTo>
                    <a:pt x="1317" y="22765"/>
                  </a:lnTo>
                  <a:lnTo>
                    <a:pt x="1116" y="22715"/>
                  </a:lnTo>
                  <a:lnTo>
                    <a:pt x="915" y="22665"/>
                  </a:lnTo>
                  <a:lnTo>
                    <a:pt x="714" y="22624"/>
                  </a:lnTo>
                  <a:lnTo>
                    <a:pt x="513" y="22594"/>
                  </a:lnTo>
                  <a:lnTo>
                    <a:pt x="312" y="22574"/>
                  </a:lnTo>
                  <a:lnTo>
                    <a:pt x="101" y="22564"/>
                  </a:lnTo>
                  <a:lnTo>
                    <a:pt x="101" y="22564"/>
                  </a:lnTo>
                  <a:lnTo>
                    <a:pt x="171" y="22645"/>
                  </a:lnTo>
                  <a:lnTo>
                    <a:pt x="262" y="22715"/>
                  </a:lnTo>
                  <a:lnTo>
                    <a:pt x="362" y="22775"/>
                  </a:lnTo>
                  <a:lnTo>
                    <a:pt x="483" y="22846"/>
                  </a:lnTo>
                  <a:lnTo>
                    <a:pt x="614" y="22906"/>
                  </a:lnTo>
                  <a:lnTo>
                    <a:pt x="764" y="22976"/>
                  </a:lnTo>
                  <a:lnTo>
                    <a:pt x="1086" y="23087"/>
                  </a:lnTo>
                  <a:lnTo>
                    <a:pt x="1438" y="23207"/>
                  </a:lnTo>
                  <a:lnTo>
                    <a:pt x="1820" y="23318"/>
                  </a:lnTo>
                  <a:lnTo>
                    <a:pt x="2604" y="23519"/>
                  </a:lnTo>
                  <a:lnTo>
                    <a:pt x="2986" y="23630"/>
                  </a:lnTo>
                  <a:lnTo>
                    <a:pt x="3348" y="23730"/>
                  </a:lnTo>
                  <a:lnTo>
                    <a:pt x="3679" y="23841"/>
                  </a:lnTo>
                  <a:lnTo>
                    <a:pt x="3971" y="23951"/>
                  </a:lnTo>
                  <a:lnTo>
                    <a:pt x="4091" y="24011"/>
                  </a:lnTo>
                  <a:lnTo>
                    <a:pt x="4202" y="24062"/>
                  </a:lnTo>
                  <a:lnTo>
                    <a:pt x="4302" y="24122"/>
                  </a:lnTo>
                  <a:lnTo>
                    <a:pt x="4383" y="24192"/>
                  </a:lnTo>
                  <a:lnTo>
                    <a:pt x="4443" y="24253"/>
                  </a:lnTo>
                  <a:lnTo>
                    <a:pt x="4483" y="24323"/>
                  </a:lnTo>
                  <a:lnTo>
                    <a:pt x="4493" y="24393"/>
                  </a:lnTo>
                  <a:lnTo>
                    <a:pt x="4493" y="24464"/>
                  </a:lnTo>
                  <a:lnTo>
                    <a:pt x="4473" y="24514"/>
                  </a:lnTo>
                  <a:lnTo>
                    <a:pt x="4433" y="24574"/>
                  </a:lnTo>
                  <a:lnTo>
                    <a:pt x="4373" y="24635"/>
                  </a:lnTo>
                  <a:lnTo>
                    <a:pt x="4292" y="24695"/>
                  </a:lnTo>
                  <a:lnTo>
                    <a:pt x="4202" y="24755"/>
                  </a:lnTo>
                  <a:lnTo>
                    <a:pt x="4091" y="24816"/>
                  </a:lnTo>
                  <a:lnTo>
                    <a:pt x="3830" y="24936"/>
                  </a:lnTo>
                  <a:lnTo>
                    <a:pt x="3528" y="25067"/>
                  </a:lnTo>
                  <a:lnTo>
                    <a:pt x="3197" y="25197"/>
                  </a:lnTo>
                  <a:lnTo>
                    <a:pt x="2835" y="25318"/>
                  </a:lnTo>
                  <a:lnTo>
                    <a:pt x="2453" y="25449"/>
                  </a:lnTo>
                  <a:lnTo>
                    <a:pt x="976" y="25931"/>
                  </a:lnTo>
                  <a:lnTo>
                    <a:pt x="664" y="26042"/>
                  </a:lnTo>
                  <a:lnTo>
                    <a:pt x="383" y="26142"/>
                  </a:lnTo>
                  <a:lnTo>
                    <a:pt x="161" y="26233"/>
                  </a:lnTo>
                  <a:lnTo>
                    <a:pt x="1" y="26313"/>
                  </a:lnTo>
                  <a:lnTo>
                    <a:pt x="644" y="26233"/>
                  </a:lnTo>
                  <a:lnTo>
                    <a:pt x="1307" y="26142"/>
                  </a:lnTo>
                  <a:lnTo>
                    <a:pt x="2001" y="26032"/>
                  </a:lnTo>
                  <a:lnTo>
                    <a:pt x="2694" y="25901"/>
                  </a:lnTo>
                  <a:lnTo>
                    <a:pt x="3036" y="25831"/>
                  </a:lnTo>
                  <a:lnTo>
                    <a:pt x="3378" y="25760"/>
                  </a:lnTo>
                  <a:lnTo>
                    <a:pt x="3719" y="25670"/>
                  </a:lnTo>
                  <a:lnTo>
                    <a:pt x="4051" y="25579"/>
                  </a:lnTo>
                  <a:lnTo>
                    <a:pt x="4373" y="25479"/>
                  </a:lnTo>
                  <a:lnTo>
                    <a:pt x="4684" y="25378"/>
                  </a:lnTo>
                  <a:lnTo>
                    <a:pt x="4986" y="25258"/>
                  </a:lnTo>
                  <a:lnTo>
                    <a:pt x="5277" y="25137"/>
                  </a:lnTo>
                  <a:lnTo>
                    <a:pt x="5448" y="25057"/>
                  </a:lnTo>
                  <a:lnTo>
                    <a:pt x="5609" y="24966"/>
                  </a:lnTo>
                  <a:lnTo>
                    <a:pt x="5941" y="24785"/>
                  </a:lnTo>
                  <a:lnTo>
                    <a:pt x="6604" y="24393"/>
                  </a:lnTo>
                  <a:lnTo>
                    <a:pt x="6936" y="24202"/>
                  </a:lnTo>
                  <a:lnTo>
                    <a:pt x="7107" y="24122"/>
                  </a:lnTo>
                  <a:lnTo>
                    <a:pt x="7287" y="24032"/>
                  </a:lnTo>
                  <a:lnTo>
                    <a:pt x="7458" y="23961"/>
                  </a:lnTo>
                  <a:lnTo>
                    <a:pt x="7639" y="23891"/>
                  </a:lnTo>
                  <a:lnTo>
                    <a:pt x="7820" y="23831"/>
                  </a:lnTo>
                  <a:lnTo>
                    <a:pt x="8011" y="23780"/>
                  </a:lnTo>
                  <a:lnTo>
                    <a:pt x="8172" y="23750"/>
                  </a:lnTo>
                  <a:lnTo>
                    <a:pt x="8323" y="23720"/>
                  </a:lnTo>
                  <a:lnTo>
                    <a:pt x="8473" y="23720"/>
                  </a:lnTo>
                  <a:lnTo>
                    <a:pt x="8614" y="23730"/>
                  </a:lnTo>
                  <a:lnTo>
                    <a:pt x="8684" y="23740"/>
                  </a:lnTo>
                  <a:lnTo>
                    <a:pt x="8755" y="23750"/>
                  </a:lnTo>
                  <a:lnTo>
                    <a:pt x="8815" y="23780"/>
                  </a:lnTo>
                  <a:lnTo>
                    <a:pt x="8875" y="23810"/>
                  </a:lnTo>
                  <a:lnTo>
                    <a:pt x="8936" y="23851"/>
                  </a:lnTo>
                  <a:lnTo>
                    <a:pt x="8996" y="23891"/>
                  </a:lnTo>
                  <a:lnTo>
                    <a:pt x="9056" y="23941"/>
                  </a:lnTo>
                  <a:lnTo>
                    <a:pt x="9107" y="24001"/>
                  </a:lnTo>
                  <a:lnTo>
                    <a:pt x="9187" y="24122"/>
                  </a:lnTo>
                  <a:lnTo>
                    <a:pt x="9237" y="24233"/>
                  </a:lnTo>
                  <a:lnTo>
                    <a:pt x="9277" y="24353"/>
                  </a:lnTo>
                  <a:lnTo>
                    <a:pt x="9288" y="24464"/>
                  </a:lnTo>
                  <a:lnTo>
                    <a:pt x="9277" y="24574"/>
                  </a:lnTo>
                  <a:lnTo>
                    <a:pt x="9257" y="24675"/>
                  </a:lnTo>
                  <a:lnTo>
                    <a:pt x="9227" y="24785"/>
                  </a:lnTo>
                  <a:lnTo>
                    <a:pt x="9177" y="24896"/>
                  </a:lnTo>
                  <a:lnTo>
                    <a:pt x="9117" y="24996"/>
                  </a:lnTo>
                  <a:lnTo>
                    <a:pt x="9056" y="25097"/>
                  </a:lnTo>
                  <a:lnTo>
                    <a:pt x="8926" y="25308"/>
                  </a:lnTo>
                  <a:lnTo>
                    <a:pt x="8795" y="25519"/>
                  </a:lnTo>
                  <a:lnTo>
                    <a:pt x="8745" y="25630"/>
                  </a:lnTo>
                  <a:lnTo>
                    <a:pt x="8695" y="25730"/>
                  </a:lnTo>
                  <a:lnTo>
                    <a:pt x="8634" y="25881"/>
                  </a:lnTo>
                  <a:lnTo>
                    <a:pt x="8584" y="26032"/>
                  </a:lnTo>
                  <a:lnTo>
                    <a:pt x="8483" y="26353"/>
                  </a:lnTo>
                  <a:lnTo>
                    <a:pt x="8403" y="26685"/>
                  </a:lnTo>
                  <a:lnTo>
                    <a:pt x="8333" y="27027"/>
                  </a:lnTo>
                  <a:lnTo>
                    <a:pt x="8282" y="27378"/>
                  </a:lnTo>
                  <a:lnTo>
                    <a:pt x="8242" y="27710"/>
                  </a:lnTo>
                  <a:lnTo>
                    <a:pt x="8212" y="28032"/>
                  </a:lnTo>
                  <a:lnTo>
                    <a:pt x="8192" y="28323"/>
                  </a:lnTo>
                  <a:lnTo>
                    <a:pt x="8483" y="27781"/>
                  </a:lnTo>
                  <a:lnTo>
                    <a:pt x="8614" y="27509"/>
                  </a:lnTo>
                  <a:lnTo>
                    <a:pt x="8674" y="27368"/>
                  </a:lnTo>
                  <a:lnTo>
                    <a:pt x="8735" y="27228"/>
                  </a:lnTo>
                  <a:lnTo>
                    <a:pt x="8845" y="26896"/>
                  </a:lnTo>
                  <a:lnTo>
                    <a:pt x="8896" y="26725"/>
                  </a:lnTo>
                  <a:lnTo>
                    <a:pt x="8966" y="26554"/>
                  </a:lnTo>
                  <a:lnTo>
                    <a:pt x="9036" y="26383"/>
                  </a:lnTo>
                  <a:lnTo>
                    <a:pt x="9127" y="26233"/>
                  </a:lnTo>
                  <a:lnTo>
                    <a:pt x="9177" y="26152"/>
                  </a:lnTo>
                  <a:lnTo>
                    <a:pt x="9237" y="26082"/>
                  </a:lnTo>
                  <a:lnTo>
                    <a:pt x="9298" y="26022"/>
                  </a:lnTo>
                  <a:lnTo>
                    <a:pt x="9368" y="25961"/>
                  </a:lnTo>
                  <a:lnTo>
                    <a:pt x="9448" y="26012"/>
                  </a:lnTo>
                  <a:lnTo>
                    <a:pt x="9509" y="26072"/>
                  </a:lnTo>
                  <a:lnTo>
                    <a:pt x="9569" y="26142"/>
                  </a:lnTo>
                  <a:lnTo>
                    <a:pt x="9609" y="26223"/>
                  </a:lnTo>
                  <a:lnTo>
                    <a:pt x="9639" y="26303"/>
                  </a:lnTo>
                  <a:lnTo>
                    <a:pt x="9669" y="26394"/>
                  </a:lnTo>
                  <a:lnTo>
                    <a:pt x="9680" y="26484"/>
                  </a:lnTo>
                  <a:lnTo>
                    <a:pt x="9690" y="26584"/>
                  </a:lnTo>
                  <a:lnTo>
                    <a:pt x="9690" y="26775"/>
                  </a:lnTo>
                  <a:lnTo>
                    <a:pt x="9680" y="26976"/>
                  </a:lnTo>
                  <a:lnTo>
                    <a:pt x="9629" y="27308"/>
                  </a:lnTo>
                  <a:lnTo>
                    <a:pt x="9589" y="27489"/>
                  </a:lnTo>
                  <a:lnTo>
                    <a:pt x="9549" y="27680"/>
                  </a:lnTo>
                  <a:lnTo>
                    <a:pt x="9509" y="27861"/>
                  </a:lnTo>
                  <a:lnTo>
                    <a:pt x="9478" y="28052"/>
                  </a:lnTo>
                  <a:lnTo>
                    <a:pt x="9478" y="28162"/>
                  </a:lnTo>
                  <a:lnTo>
                    <a:pt x="9489" y="28283"/>
                  </a:lnTo>
                  <a:lnTo>
                    <a:pt x="9529" y="28544"/>
                  </a:lnTo>
                  <a:lnTo>
                    <a:pt x="9549" y="28685"/>
                  </a:lnTo>
                  <a:lnTo>
                    <a:pt x="9549" y="28806"/>
                  </a:lnTo>
                  <a:lnTo>
                    <a:pt x="9539" y="28926"/>
                  </a:lnTo>
                  <a:lnTo>
                    <a:pt x="9519" y="28987"/>
                  </a:lnTo>
                  <a:lnTo>
                    <a:pt x="9499" y="29037"/>
                  </a:lnTo>
                  <a:lnTo>
                    <a:pt x="9599" y="28836"/>
                  </a:lnTo>
                  <a:lnTo>
                    <a:pt x="9720" y="28625"/>
                  </a:lnTo>
                  <a:lnTo>
                    <a:pt x="9840" y="28404"/>
                  </a:lnTo>
                  <a:lnTo>
                    <a:pt x="9951" y="28173"/>
                  </a:lnTo>
                  <a:lnTo>
                    <a:pt x="10061" y="27931"/>
                  </a:lnTo>
                  <a:lnTo>
                    <a:pt x="10162" y="27690"/>
                  </a:lnTo>
                  <a:lnTo>
                    <a:pt x="10192" y="27569"/>
                  </a:lnTo>
                  <a:lnTo>
                    <a:pt x="10222" y="27459"/>
                  </a:lnTo>
                  <a:lnTo>
                    <a:pt x="10252" y="27338"/>
                  </a:lnTo>
                  <a:lnTo>
                    <a:pt x="10262" y="27218"/>
                  </a:lnTo>
                  <a:lnTo>
                    <a:pt x="10273" y="27007"/>
                  </a:lnTo>
                  <a:lnTo>
                    <a:pt x="10262" y="26796"/>
                  </a:lnTo>
                  <a:lnTo>
                    <a:pt x="10242" y="26584"/>
                  </a:lnTo>
                  <a:lnTo>
                    <a:pt x="10222" y="26383"/>
                  </a:lnTo>
                  <a:lnTo>
                    <a:pt x="10172" y="26002"/>
                  </a:lnTo>
                  <a:lnTo>
                    <a:pt x="10162" y="25811"/>
                  </a:lnTo>
                  <a:lnTo>
                    <a:pt x="10142" y="25630"/>
                  </a:lnTo>
                  <a:lnTo>
                    <a:pt x="10152" y="25439"/>
                  </a:lnTo>
                  <a:lnTo>
                    <a:pt x="10162" y="25258"/>
                  </a:lnTo>
                  <a:lnTo>
                    <a:pt x="10202" y="25077"/>
                  </a:lnTo>
                  <a:lnTo>
                    <a:pt x="10262" y="24896"/>
                  </a:lnTo>
                  <a:lnTo>
                    <a:pt x="10293" y="24805"/>
                  </a:lnTo>
                  <a:lnTo>
                    <a:pt x="10343" y="24705"/>
                  </a:lnTo>
                  <a:lnTo>
                    <a:pt x="10393" y="24615"/>
                  </a:lnTo>
                  <a:lnTo>
                    <a:pt x="10463" y="24524"/>
                  </a:lnTo>
                  <a:lnTo>
                    <a:pt x="10534" y="24434"/>
                  </a:lnTo>
                  <a:lnTo>
                    <a:pt x="10604" y="24343"/>
                  </a:lnTo>
                  <a:lnTo>
                    <a:pt x="10695" y="24243"/>
                  </a:lnTo>
                  <a:lnTo>
                    <a:pt x="10795" y="24152"/>
                  </a:lnTo>
                  <a:lnTo>
                    <a:pt x="10866" y="24092"/>
                  </a:lnTo>
                  <a:lnTo>
                    <a:pt x="10936" y="24042"/>
                  </a:lnTo>
                  <a:lnTo>
                    <a:pt x="11077" y="23951"/>
                  </a:lnTo>
                  <a:lnTo>
                    <a:pt x="11237" y="23891"/>
                  </a:lnTo>
                  <a:lnTo>
                    <a:pt x="11408" y="23841"/>
                  </a:lnTo>
                  <a:lnTo>
                    <a:pt x="11589" y="23810"/>
                  </a:lnTo>
                  <a:lnTo>
                    <a:pt x="11770" y="23800"/>
                  </a:lnTo>
                  <a:lnTo>
                    <a:pt x="11951" y="23800"/>
                  </a:lnTo>
                  <a:lnTo>
                    <a:pt x="12142" y="23820"/>
                  </a:lnTo>
                  <a:lnTo>
                    <a:pt x="12333" y="23851"/>
                  </a:lnTo>
                  <a:lnTo>
                    <a:pt x="12514" y="23901"/>
                  </a:lnTo>
                  <a:lnTo>
                    <a:pt x="12695" y="23961"/>
                  </a:lnTo>
                  <a:lnTo>
                    <a:pt x="12866" y="24032"/>
                  </a:lnTo>
                  <a:lnTo>
                    <a:pt x="13036" y="24112"/>
                  </a:lnTo>
                  <a:lnTo>
                    <a:pt x="13187" y="24202"/>
                  </a:lnTo>
                  <a:lnTo>
                    <a:pt x="13338" y="24303"/>
                  </a:lnTo>
                  <a:lnTo>
                    <a:pt x="13459" y="24413"/>
                  </a:lnTo>
                  <a:lnTo>
                    <a:pt x="13569" y="24524"/>
                  </a:lnTo>
                  <a:lnTo>
                    <a:pt x="13670" y="24635"/>
                  </a:lnTo>
                  <a:lnTo>
                    <a:pt x="13760" y="24745"/>
                  </a:lnTo>
                  <a:lnTo>
                    <a:pt x="13841" y="24866"/>
                  </a:lnTo>
                  <a:lnTo>
                    <a:pt x="14001" y="25107"/>
                  </a:lnTo>
                  <a:lnTo>
                    <a:pt x="14142" y="25358"/>
                  </a:lnTo>
                  <a:lnTo>
                    <a:pt x="14313" y="25700"/>
                  </a:lnTo>
                  <a:lnTo>
                    <a:pt x="14393" y="25871"/>
                  </a:lnTo>
                  <a:lnTo>
                    <a:pt x="14464" y="26042"/>
                  </a:lnTo>
                  <a:lnTo>
                    <a:pt x="14534" y="26213"/>
                  </a:lnTo>
                  <a:lnTo>
                    <a:pt x="14594" y="26394"/>
                  </a:lnTo>
                  <a:lnTo>
                    <a:pt x="14645" y="26574"/>
                  </a:lnTo>
                  <a:lnTo>
                    <a:pt x="14675" y="26765"/>
                  </a:lnTo>
                  <a:lnTo>
                    <a:pt x="14685" y="26785"/>
                  </a:lnTo>
                  <a:lnTo>
                    <a:pt x="14715" y="27007"/>
                  </a:lnTo>
                  <a:lnTo>
                    <a:pt x="14735" y="27228"/>
                  </a:lnTo>
                  <a:lnTo>
                    <a:pt x="14745" y="27459"/>
                  </a:lnTo>
                  <a:lnTo>
                    <a:pt x="14745" y="27680"/>
                  </a:lnTo>
                  <a:lnTo>
                    <a:pt x="14735" y="27901"/>
                  </a:lnTo>
                  <a:lnTo>
                    <a:pt x="14715" y="28132"/>
                  </a:lnTo>
                  <a:lnTo>
                    <a:pt x="14695" y="28353"/>
                  </a:lnTo>
                  <a:lnTo>
                    <a:pt x="14655" y="28575"/>
                  </a:lnTo>
                  <a:lnTo>
                    <a:pt x="14604" y="28796"/>
                  </a:lnTo>
                  <a:lnTo>
                    <a:pt x="14554" y="29017"/>
                  </a:lnTo>
                  <a:lnTo>
                    <a:pt x="14494" y="29238"/>
                  </a:lnTo>
                  <a:lnTo>
                    <a:pt x="14413" y="29449"/>
                  </a:lnTo>
                  <a:lnTo>
                    <a:pt x="14333" y="29670"/>
                  </a:lnTo>
                  <a:lnTo>
                    <a:pt x="14253" y="29881"/>
                  </a:lnTo>
                  <a:lnTo>
                    <a:pt x="14152" y="30092"/>
                  </a:lnTo>
                  <a:lnTo>
                    <a:pt x="14052" y="30293"/>
                  </a:lnTo>
                  <a:lnTo>
                    <a:pt x="13861" y="30645"/>
                  </a:lnTo>
                  <a:lnTo>
                    <a:pt x="13660" y="30997"/>
                  </a:lnTo>
                  <a:lnTo>
                    <a:pt x="13449" y="31349"/>
                  </a:lnTo>
                  <a:lnTo>
                    <a:pt x="13227" y="31690"/>
                  </a:lnTo>
                  <a:lnTo>
                    <a:pt x="13097" y="31791"/>
                  </a:lnTo>
                  <a:lnTo>
                    <a:pt x="12966" y="31891"/>
                  </a:lnTo>
                  <a:lnTo>
                    <a:pt x="12825" y="31992"/>
                  </a:lnTo>
                  <a:lnTo>
                    <a:pt x="12685" y="32072"/>
                  </a:lnTo>
                  <a:lnTo>
                    <a:pt x="12544" y="32163"/>
                  </a:lnTo>
                  <a:lnTo>
                    <a:pt x="12393" y="32243"/>
                  </a:lnTo>
                  <a:lnTo>
                    <a:pt x="12092" y="32384"/>
                  </a:lnTo>
                  <a:lnTo>
                    <a:pt x="11780" y="32504"/>
                  </a:lnTo>
                  <a:lnTo>
                    <a:pt x="11459" y="32615"/>
                  </a:lnTo>
                  <a:lnTo>
                    <a:pt x="11127" y="32705"/>
                  </a:lnTo>
                  <a:lnTo>
                    <a:pt x="10785" y="32786"/>
                  </a:lnTo>
                  <a:lnTo>
                    <a:pt x="10443" y="32856"/>
                  </a:lnTo>
                  <a:lnTo>
                    <a:pt x="10102" y="32917"/>
                  </a:lnTo>
                  <a:lnTo>
                    <a:pt x="9750" y="32967"/>
                  </a:lnTo>
                  <a:lnTo>
                    <a:pt x="9408" y="33017"/>
                  </a:lnTo>
                  <a:lnTo>
                    <a:pt x="8715" y="33087"/>
                  </a:lnTo>
                  <a:lnTo>
                    <a:pt x="8041" y="33148"/>
                  </a:lnTo>
                  <a:lnTo>
                    <a:pt x="7328" y="33228"/>
                  </a:lnTo>
                  <a:lnTo>
                    <a:pt x="6644" y="33319"/>
                  </a:lnTo>
                  <a:lnTo>
                    <a:pt x="5971" y="33409"/>
                  </a:lnTo>
                  <a:lnTo>
                    <a:pt x="5307" y="33479"/>
                  </a:lnTo>
                  <a:lnTo>
                    <a:pt x="4986" y="33510"/>
                  </a:lnTo>
                  <a:lnTo>
                    <a:pt x="4654" y="33530"/>
                  </a:lnTo>
                  <a:lnTo>
                    <a:pt x="4322" y="33540"/>
                  </a:lnTo>
                  <a:lnTo>
                    <a:pt x="3991" y="33540"/>
                  </a:lnTo>
                  <a:lnTo>
                    <a:pt x="3649" y="33520"/>
                  </a:lnTo>
                  <a:lnTo>
                    <a:pt x="3307" y="33489"/>
                  </a:lnTo>
                  <a:lnTo>
                    <a:pt x="2956" y="33439"/>
                  </a:lnTo>
                  <a:lnTo>
                    <a:pt x="2604" y="33369"/>
                  </a:lnTo>
                  <a:lnTo>
                    <a:pt x="2714" y="33399"/>
                  </a:lnTo>
                  <a:lnTo>
                    <a:pt x="2815" y="33439"/>
                  </a:lnTo>
                  <a:lnTo>
                    <a:pt x="3036" y="33550"/>
                  </a:lnTo>
                  <a:lnTo>
                    <a:pt x="3257" y="33660"/>
                  </a:lnTo>
                  <a:lnTo>
                    <a:pt x="3368" y="33711"/>
                  </a:lnTo>
                  <a:lnTo>
                    <a:pt x="3468" y="33751"/>
                  </a:lnTo>
                  <a:lnTo>
                    <a:pt x="3709" y="33811"/>
                  </a:lnTo>
                  <a:lnTo>
                    <a:pt x="3961" y="33871"/>
                  </a:lnTo>
                  <a:lnTo>
                    <a:pt x="4202" y="33912"/>
                  </a:lnTo>
                  <a:lnTo>
                    <a:pt x="4453" y="33952"/>
                  </a:lnTo>
                  <a:lnTo>
                    <a:pt x="4584" y="33972"/>
                  </a:lnTo>
                  <a:lnTo>
                    <a:pt x="4714" y="33972"/>
                  </a:lnTo>
                  <a:lnTo>
                    <a:pt x="4966" y="33982"/>
                  </a:lnTo>
                  <a:lnTo>
                    <a:pt x="5227" y="33962"/>
                  </a:lnTo>
                  <a:lnTo>
                    <a:pt x="5478" y="33942"/>
                  </a:lnTo>
                  <a:lnTo>
                    <a:pt x="5740" y="33932"/>
                  </a:lnTo>
                  <a:lnTo>
                    <a:pt x="5991" y="33912"/>
                  </a:lnTo>
                  <a:lnTo>
                    <a:pt x="6252" y="33912"/>
                  </a:lnTo>
                  <a:lnTo>
                    <a:pt x="6514" y="33932"/>
                  </a:lnTo>
                  <a:lnTo>
                    <a:pt x="6654" y="33962"/>
                  </a:lnTo>
                  <a:lnTo>
                    <a:pt x="6715" y="33982"/>
                  </a:lnTo>
                  <a:lnTo>
                    <a:pt x="6755" y="34002"/>
                  </a:lnTo>
                  <a:lnTo>
                    <a:pt x="6795" y="34032"/>
                  </a:lnTo>
                  <a:lnTo>
                    <a:pt x="6825" y="34052"/>
                  </a:lnTo>
                  <a:lnTo>
                    <a:pt x="6845" y="34082"/>
                  </a:lnTo>
                  <a:lnTo>
                    <a:pt x="6865" y="34123"/>
                  </a:lnTo>
                  <a:lnTo>
                    <a:pt x="6865" y="34153"/>
                  </a:lnTo>
                  <a:lnTo>
                    <a:pt x="6865" y="34193"/>
                  </a:lnTo>
                  <a:lnTo>
                    <a:pt x="6855" y="34263"/>
                  </a:lnTo>
                  <a:lnTo>
                    <a:pt x="6815" y="34354"/>
                  </a:lnTo>
                  <a:lnTo>
                    <a:pt x="6755" y="34434"/>
                  </a:lnTo>
                  <a:lnTo>
                    <a:pt x="6684" y="34525"/>
                  </a:lnTo>
                  <a:lnTo>
                    <a:pt x="6604" y="34605"/>
                  </a:lnTo>
                  <a:lnTo>
                    <a:pt x="6433" y="34776"/>
                  </a:lnTo>
                  <a:lnTo>
                    <a:pt x="6252" y="34917"/>
                  </a:lnTo>
                  <a:lnTo>
                    <a:pt x="6111" y="35027"/>
                  </a:lnTo>
                  <a:lnTo>
                    <a:pt x="6011" y="35098"/>
                  </a:lnTo>
                  <a:lnTo>
                    <a:pt x="5900" y="35168"/>
                  </a:lnTo>
                  <a:lnTo>
                    <a:pt x="5669" y="35299"/>
                  </a:lnTo>
                  <a:lnTo>
                    <a:pt x="5428" y="35439"/>
                  </a:lnTo>
                  <a:lnTo>
                    <a:pt x="5187" y="35580"/>
                  </a:lnTo>
                  <a:lnTo>
                    <a:pt x="5066" y="35660"/>
                  </a:lnTo>
                  <a:lnTo>
                    <a:pt x="4966" y="35741"/>
                  </a:lnTo>
                  <a:lnTo>
                    <a:pt x="4865" y="35821"/>
                  </a:lnTo>
                  <a:lnTo>
                    <a:pt x="4765" y="35912"/>
                  </a:lnTo>
                  <a:lnTo>
                    <a:pt x="4684" y="36002"/>
                  </a:lnTo>
                  <a:lnTo>
                    <a:pt x="4624" y="36103"/>
                  </a:lnTo>
                  <a:lnTo>
                    <a:pt x="4574" y="36213"/>
                  </a:lnTo>
                  <a:lnTo>
                    <a:pt x="4533" y="36324"/>
                  </a:lnTo>
                  <a:lnTo>
                    <a:pt x="4533" y="36324"/>
                  </a:lnTo>
                  <a:lnTo>
                    <a:pt x="4694" y="36284"/>
                  </a:lnTo>
                  <a:lnTo>
                    <a:pt x="4855" y="36233"/>
                  </a:lnTo>
                  <a:lnTo>
                    <a:pt x="5167" y="36113"/>
                  </a:lnTo>
                  <a:lnTo>
                    <a:pt x="5478" y="35972"/>
                  </a:lnTo>
                  <a:lnTo>
                    <a:pt x="5790" y="35821"/>
                  </a:lnTo>
                  <a:lnTo>
                    <a:pt x="6091" y="35650"/>
                  </a:lnTo>
                  <a:lnTo>
                    <a:pt x="6393" y="35469"/>
                  </a:lnTo>
                  <a:lnTo>
                    <a:pt x="6996" y="35098"/>
                  </a:lnTo>
                  <a:lnTo>
                    <a:pt x="7609" y="34716"/>
                  </a:lnTo>
                  <a:lnTo>
                    <a:pt x="7921" y="34535"/>
                  </a:lnTo>
                  <a:lnTo>
                    <a:pt x="8232" y="34354"/>
                  </a:lnTo>
                  <a:lnTo>
                    <a:pt x="8554" y="34193"/>
                  </a:lnTo>
                  <a:lnTo>
                    <a:pt x="8885" y="34042"/>
                  </a:lnTo>
                  <a:lnTo>
                    <a:pt x="9227" y="33922"/>
                  </a:lnTo>
                  <a:lnTo>
                    <a:pt x="9398" y="33861"/>
                  </a:lnTo>
                  <a:lnTo>
                    <a:pt x="9569" y="33811"/>
                  </a:lnTo>
                  <a:lnTo>
                    <a:pt x="9870" y="33731"/>
                  </a:lnTo>
                  <a:lnTo>
                    <a:pt x="10061" y="33680"/>
                  </a:lnTo>
                  <a:lnTo>
                    <a:pt x="10252" y="33640"/>
                  </a:lnTo>
                  <a:lnTo>
                    <a:pt x="10443" y="33610"/>
                  </a:lnTo>
                  <a:lnTo>
                    <a:pt x="10634" y="33600"/>
                  </a:lnTo>
                  <a:lnTo>
                    <a:pt x="10715" y="33610"/>
                  </a:lnTo>
                  <a:lnTo>
                    <a:pt x="10795" y="33620"/>
                  </a:lnTo>
                  <a:lnTo>
                    <a:pt x="10866" y="33640"/>
                  </a:lnTo>
                  <a:lnTo>
                    <a:pt x="10926" y="33670"/>
                  </a:lnTo>
                  <a:lnTo>
                    <a:pt x="10966" y="33700"/>
                  </a:lnTo>
                  <a:lnTo>
                    <a:pt x="11006" y="33741"/>
                  </a:lnTo>
                  <a:lnTo>
                    <a:pt x="11036" y="33781"/>
                  </a:lnTo>
                  <a:lnTo>
                    <a:pt x="11067" y="33821"/>
                  </a:lnTo>
                  <a:lnTo>
                    <a:pt x="11087" y="33861"/>
                  </a:lnTo>
                  <a:lnTo>
                    <a:pt x="11107" y="33912"/>
                  </a:lnTo>
                  <a:lnTo>
                    <a:pt x="11117" y="34012"/>
                  </a:lnTo>
                  <a:lnTo>
                    <a:pt x="11107" y="34113"/>
                  </a:lnTo>
                  <a:lnTo>
                    <a:pt x="11077" y="34233"/>
                  </a:lnTo>
                  <a:lnTo>
                    <a:pt x="11026" y="34354"/>
                  </a:lnTo>
                  <a:lnTo>
                    <a:pt x="10956" y="34484"/>
                  </a:lnTo>
                  <a:lnTo>
                    <a:pt x="10876" y="34615"/>
                  </a:lnTo>
                  <a:lnTo>
                    <a:pt x="10785" y="34756"/>
                  </a:lnTo>
                  <a:lnTo>
                    <a:pt x="10675" y="34897"/>
                  </a:lnTo>
                  <a:lnTo>
                    <a:pt x="10544" y="35037"/>
                  </a:lnTo>
                  <a:lnTo>
                    <a:pt x="10273" y="35339"/>
                  </a:lnTo>
                  <a:lnTo>
                    <a:pt x="9961" y="35630"/>
                  </a:lnTo>
                  <a:lnTo>
                    <a:pt x="9639" y="35932"/>
                  </a:lnTo>
                  <a:lnTo>
                    <a:pt x="9308" y="36213"/>
                  </a:lnTo>
                  <a:lnTo>
                    <a:pt x="8976" y="36475"/>
                  </a:lnTo>
                  <a:lnTo>
                    <a:pt x="8654" y="36726"/>
                  </a:lnTo>
                  <a:lnTo>
                    <a:pt x="8363" y="36937"/>
                  </a:lnTo>
                  <a:lnTo>
                    <a:pt x="8102" y="37118"/>
                  </a:lnTo>
                  <a:lnTo>
                    <a:pt x="7901" y="37248"/>
                  </a:lnTo>
                  <a:lnTo>
                    <a:pt x="7750" y="37339"/>
                  </a:lnTo>
                  <a:lnTo>
                    <a:pt x="7468" y="37480"/>
                  </a:lnTo>
                  <a:lnTo>
                    <a:pt x="7187" y="37610"/>
                  </a:lnTo>
                  <a:lnTo>
                    <a:pt x="6885" y="37741"/>
                  </a:lnTo>
                  <a:lnTo>
                    <a:pt x="6584" y="37862"/>
                  </a:lnTo>
                  <a:lnTo>
                    <a:pt x="6272" y="37972"/>
                  </a:lnTo>
                  <a:lnTo>
                    <a:pt x="5961" y="38073"/>
                  </a:lnTo>
                  <a:lnTo>
                    <a:pt x="5307" y="38274"/>
                  </a:lnTo>
                  <a:lnTo>
                    <a:pt x="4654" y="38455"/>
                  </a:lnTo>
                  <a:lnTo>
                    <a:pt x="4001" y="38625"/>
                  </a:lnTo>
                  <a:lnTo>
                    <a:pt x="3358" y="38796"/>
                  </a:lnTo>
                  <a:lnTo>
                    <a:pt x="2744" y="38967"/>
                  </a:lnTo>
                  <a:lnTo>
                    <a:pt x="2915" y="39017"/>
                  </a:lnTo>
                  <a:lnTo>
                    <a:pt x="3086" y="39058"/>
                  </a:lnTo>
                  <a:lnTo>
                    <a:pt x="3257" y="39088"/>
                  </a:lnTo>
                  <a:lnTo>
                    <a:pt x="3438" y="39108"/>
                  </a:lnTo>
                  <a:lnTo>
                    <a:pt x="3619" y="39118"/>
                  </a:lnTo>
                  <a:lnTo>
                    <a:pt x="3800" y="39118"/>
                  </a:lnTo>
                  <a:lnTo>
                    <a:pt x="3981" y="39108"/>
                  </a:lnTo>
                  <a:lnTo>
                    <a:pt x="4162" y="39098"/>
                  </a:lnTo>
                  <a:lnTo>
                    <a:pt x="4523" y="39058"/>
                  </a:lnTo>
                  <a:lnTo>
                    <a:pt x="4885" y="38987"/>
                  </a:lnTo>
                  <a:lnTo>
                    <a:pt x="5237" y="38917"/>
                  </a:lnTo>
                  <a:lnTo>
                    <a:pt x="5579" y="38836"/>
                  </a:lnTo>
                  <a:lnTo>
                    <a:pt x="5730" y="38806"/>
                  </a:lnTo>
                  <a:lnTo>
                    <a:pt x="5890" y="38786"/>
                  </a:lnTo>
                  <a:lnTo>
                    <a:pt x="6041" y="38766"/>
                  </a:lnTo>
                  <a:lnTo>
                    <a:pt x="6312" y="38766"/>
                  </a:lnTo>
                  <a:lnTo>
                    <a:pt x="6443" y="38786"/>
                  </a:lnTo>
                  <a:lnTo>
                    <a:pt x="6554" y="38806"/>
                  </a:lnTo>
                  <a:lnTo>
                    <a:pt x="6654" y="38847"/>
                  </a:lnTo>
                  <a:lnTo>
                    <a:pt x="6725" y="38887"/>
                  </a:lnTo>
                  <a:lnTo>
                    <a:pt x="6765" y="38917"/>
                  </a:lnTo>
                  <a:lnTo>
                    <a:pt x="6785" y="38947"/>
                  </a:lnTo>
                  <a:lnTo>
                    <a:pt x="6805" y="38987"/>
                  </a:lnTo>
                  <a:lnTo>
                    <a:pt x="6825" y="39027"/>
                  </a:lnTo>
                  <a:lnTo>
                    <a:pt x="6825" y="39068"/>
                  </a:lnTo>
                  <a:lnTo>
                    <a:pt x="6835" y="39108"/>
                  </a:lnTo>
                  <a:lnTo>
                    <a:pt x="6825" y="39158"/>
                  </a:lnTo>
                  <a:lnTo>
                    <a:pt x="6815" y="39218"/>
                  </a:lnTo>
                  <a:lnTo>
                    <a:pt x="6765" y="39329"/>
                  </a:lnTo>
                  <a:lnTo>
                    <a:pt x="6684" y="39460"/>
                  </a:lnTo>
                  <a:lnTo>
                    <a:pt x="6564" y="39610"/>
                  </a:lnTo>
                  <a:lnTo>
                    <a:pt x="6433" y="39751"/>
                  </a:lnTo>
                  <a:lnTo>
                    <a:pt x="6292" y="39882"/>
                  </a:lnTo>
                  <a:lnTo>
                    <a:pt x="6142" y="40012"/>
                  </a:lnTo>
                  <a:lnTo>
                    <a:pt x="5971" y="40133"/>
                  </a:lnTo>
                  <a:lnTo>
                    <a:pt x="5629" y="40384"/>
                  </a:lnTo>
                  <a:lnTo>
                    <a:pt x="5287" y="40626"/>
                  </a:lnTo>
                  <a:lnTo>
                    <a:pt x="5116" y="40746"/>
                  </a:lnTo>
                  <a:lnTo>
                    <a:pt x="4956" y="40877"/>
                  </a:lnTo>
                  <a:lnTo>
                    <a:pt x="4805" y="41017"/>
                  </a:lnTo>
                  <a:lnTo>
                    <a:pt x="4664" y="41158"/>
                  </a:lnTo>
                  <a:lnTo>
                    <a:pt x="4544" y="41299"/>
                  </a:lnTo>
                  <a:lnTo>
                    <a:pt x="4433" y="41460"/>
                  </a:lnTo>
                  <a:lnTo>
                    <a:pt x="4343" y="41631"/>
                  </a:lnTo>
                  <a:lnTo>
                    <a:pt x="4312" y="41711"/>
                  </a:lnTo>
                  <a:lnTo>
                    <a:pt x="4282" y="41801"/>
                  </a:lnTo>
                  <a:lnTo>
                    <a:pt x="4594" y="41621"/>
                  </a:lnTo>
                  <a:lnTo>
                    <a:pt x="4895" y="41430"/>
                  </a:lnTo>
                  <a:lnTo>
                    <a:pt x="5197" y="41239"/>
                  </a:lnTo>
                  <a:lnTo>
                    <a:pt x="5488" y="41028"/>
                  </a:lnTo>
                  <a:lnTo>
                    <a:pt x="5780" y="40806"/>
                  </a:lnTo>
                  <a:lnTo>
                    <a:pt x="6061" y="40585"/>
                  </a:lnTo>
                  <a:lnTo>
                    <a:pt x="6343" y="40354"/>
                  </a:lnTo>
                  <a:lnTo>
                    <a:pt x="6614" y="40123"/>
                  </a:lnTo>
                  <a:lnTo>
                    <a:pt x="7137" y="39630"/>
                  </a:lnTo>
                  <a:lnTo>
                    <a:pt x="7659" y="39138"/>
                  </a:lnTo>
                  <a:lnTo>
                    <a:pt x="8162" y="38635"/>
                  </a:lnTo>
                  <a:lnTo>
                    <a:pt x="8654" y="38143"/>
                  </a:lnTo>
                  <a:lnTo>
                    <a:pt x="8875" y="37902"/>
                  </a:lnTo>
                  <a:lnTo>
                    <a:pt x="9087" y="37661"/>
                  </a:lnTo>
                  <a:lnTo>
                    <a:pt x="9298" y="37409"/>
                  </a:lnTo>
                  <a:lnTo>
                    <a:pt x="9489" y="37158"/>
                  </a:lnTo>
                  <a:lnTo>
                    <a:pt x="9891" y="36645"/>
                  </a:lnTo>
                  <a:lnTo>
                    <a:pt x="10102" y="36394"/>
                  </a:lnTo>
                  <a:lnTo>
                    <a:pt x="10313" y="36153"/>
                  </a:lnTo>
                  <a:lnTo>
                    <a:pt x="10564" y="35871"/>
                  </a:lnTo>
                  <a:lnTo>
                    <a:pt x="10695" y="35731"/>
                  </a:lnTo>
                  <a:lnTo>
                    <a:pt x="10835" y="35590"/>
                  </a:lnTo>
                  <a:lnTo>
                    <a:pt x="10976" y="35459"/>
                  </a:lnTo>
                  <a:lnTo>
                    <a:pt x="11127" y="35339"/>
                  </a:lnTo>
                  <a:lnTo>
                    <a:pt x="11288" y="35228"/>
                  </a:lnTo>
                  <a:lnTo>
                    <a:pt x="11448" y="35128"/>
                  </a:lnTo>
                  <a:lnTo>
                    <a:pt x="11559" y="35077"/>
                  </a:lnTo>
                  <a:lnTo>
                    <a:pt x="11660" y="35047"/>
                  </a:lnTo>
                  <a:lnTo>
                    <a:pt x="11750" y="35037"/>
                  </a:lnTo>
                  <a:lnTo>
                    <a:pt x="11840" y="35047"/>
                  </a:lnTo>
                  <a:lnTo>
                    <a:pt x="11921" y="35067"/>
                  </a:lnTo>
                  <a:lnTo>
                    <a:pt x="12001" y="35098"/>
                  </a:lnTo>
                  <a:lnTo>
                    <a:pt x="12072" y="35148"/>
                  </a:lnTo>
                  <a:lnTo>
                    <a:pt x="12132" y="35198"/>
                  </a:lnTo>
                  <a:lnTo>
                    <a:pt x="12182" y="35268"/>
                  </a:lnTo>
                  <a:lnTo>
                    <a:pt x="12232" y="35339"/>
                  </a:lnTo>
                  <a:lnTo>
                    <a:pt x="12273" y="35419"/>
                  </a:lnTo>
                  <a:lnTo>
                    <a:pt x="12303" y="35500"/>
                  </a:lnTo>
                  <a:lnTo>
                    <a:pt x="12323" y="35590"/>
                  </a:lnTo>
                  <a:lnTo>
                    <a:pt x="12343" y="35680"/>
                  </a:lnTo>
                  <a:lnTo>
                    <a:pt x="12343" y="35771"/>
                  </a:lnTo>
                  <a:lnTo>
                    <a:pt x="12343" y="35861"/>
                  </a:lnTo>
                  <a:lnTo>
                    <a:pt x="12313" y="36022"/>
                  </a:lnTo>
                  <a:lnTo>
                    <a:pt x="12263" y="36173"/>
                  </a:lnTo>
                  <a:lnTo>
                    <a:pt x="12202" y="36314"/>
                  </a:lnTo>
                  <a:lnTo>
                    <a:pt x="12122" y="36464"/>
                  </a:lnTo>
                  <a:lnTo>
                    <a:pt x="12031" y="36605"/>
                  </a:lnTo>
                  <a:lnTo>
                    <a:pt x="11941" y="36736"/>
                  </a:lnTo>
                  <a:lnTo>
                    <a:pt x="11750" y="36987"/>
                  </a:lnTo>
                  <a:lnTo>
                    <a:pt x="11499" y="37289"/>
                  </a:lnTo>
                  <a:lnTo>
                    <a:pt x="11237" y="37610"/>
                  </a:lnTo>
                  <a:lnTo>
                    <a:pt x="11117" y="37771"/>
                  </a:lnTo>
                  <a:lnTo>
                    <a:pt x="11006" y="37932"/>
                  </a:lnTo>
                  <a:lnTo>
                    <a:pt x="10896" y="38093"/>
                  </a:lnTo>
                  <a:lnTo>
                    <a:pt x="10805" y="38264"/>
                  </a:lnTo>
                  <a:lnTo>
                    <a:pt x="10735" y="38414"/>
                  </a:lnTo>
                  <a:lnTo>
                    <a:pt x="10685" y="38565"/>
                  </a:lnTo>
                  <a:lnTo>
                    <a:pt x="10654" y="38726"/>
                  </a:lnTo>
                  <a:lnTo>
                    <a:pt x="10624" y="38887"/>
                  </a:lnTo>
                  <a:lnTo>
                    <a:pt x="10604" y="39218"/>
                  </a:lnTo>
                  <a:lnTo>
                    <a:pt x="10584" y="39379"/>
                  </a:lnTo>
                  <a:lnTo>
                    <a:pt x="10564" y="39530"/>
                  </a:lnTo>
                  <a:lnTo>
                    <a:pt x="10644" y="39369"/>
                  </a:lnTo>
                  <a:lnTo>
                    <a:pt x="10735" y="39208"/>
                  </a:lnTo>
                  <a:lnTo>
                    <a:pt x="10835" y="39048"/>
                  </a:lnTo>
                  <a:lnTo>
                    <a:pt x="10946" y="38887"/>
                  </a:lnTo>
                  <a:lnTo>
                    <a:pt x="11167" y="38585"/>
                  </a:lnTo>
                  <a:lnTo>
                    <a:pt x="11378" y="38314"/>
                  </a:lnTo>
                  <a:lnTo>
                    <a:pt x="11469" y="38203"/>
                  </a:lnTo>
                  <a:lnTo>
                    <a:pt x="11549" y="38113"/>
                  </a:lnTo>
                  <a:lnTo>
                    <a:pt x="11619" y="38042"/>
                  </a:lnTo>
                  <a:lnTo>
                    <a:pt x="11660" y="38022"/>
                  </a:lnTo>
                  <a:lnTo>
                    <a:pt x="11690" y="38012"/>
                  </a:lnTo>
                  <a:lnTo>
                    <a:pt x="11720" y="38012"/>
                  </a:lnTo>
                  <a:lnTo>
                    <a:pt x="11740" y="38022"/>
                  </a:lnTo>
                  <a:lnTo>
                    <a:pt x="11770" y="38042"/>
                  </a:lnTo>
                  <a:lnTo>
                    <a:pt x="11790" y="38073"/>
                  </a:lnTo>
                  <a:lnTo>
                    <a:pt x="11810" y="38113"/>
                  </a:lnTo>
                  <a:lnTo>
                    <a:pt x="11820" y="38163"/>
                  </a:lnTo>
                  <a:lnTo>
                    <a:pt x="11850" y="38304"/>
                  </a:lnTo>
                  <a:lnTo>
                    <a:pt x="11891" y="38676"/>
                  </a:lnTo>
                  <a:lnTo>
                    <a:pt x="11921" y="39068"/>
                  </a:lnTo>
                  <a:lnTo>
                    <a:pt x="11941" y="39460"/>
                  </a:lnTo>
                  <a:lnTo>
                    <a:pt x="11951" y="39842"/>
                  </a:lnTo>
                  <a:lnTo>
                    <a:pt x="11951" y="39671"/>
                  </a:lnTo>
                  <a:lnTo>
                    <a:pt x="11961" y="39490"/>
                  </a:lnTo>
                  <a:lnTo>
                    <a:pt x="11981" y="39299"/>
                  </a:lnTo>
                  <a:lnTo>
                    <a:pt x="12001" y="39118"/>
                  </a:lnTo>
                  <a:lnTo>
                    <a:pt x="12072" y="38746"/>
                  </a:lnTo>
                  <a:lnTo>
                    <a:pt x="12152" y="38364"/>
                  </a:lnTo>
                  <a:lnTo>
                    <a:pt x="12253" y="37992"/>
                  </a:lnTo>
                  <a:lnTo>
                    <a:pt x="12343" y="37620"/>
                  </a:lnTo>
                  <a:lnTo>
                    <a:pt x="12544" y="36907"/>
                  </a:lnTo>
                  <a:lnTo>
                    <a:pt x="12655" y="36475"/>
                  </a:lnTo>
                  <a:lnTo>
                    <a:pt x="12775" y="36042"/>
                  </a:lnTo>
                  <a:lnTo>
                    <a:pt x="12846" y="35831"/>
                  </a:lnTo>
                  <a:lnTo>
                    <a:pt x="12926" y="35620"/>
                  </a:lnTo>
                  <a:lnTo>
                    <a:pt x="13006" y="35409"/>
                  </a:lnTo>
                  <a:lnTo>
                    <a:pt x="13107" y="35208"/>
                  </a:lnTo>
                  <a:lnTo>
                    <a:pt x="13177" y="35108"/>
                  </a:lnTo>
                  <a:lnTo>
                    <a:pt x="13248" y="35007"/>
                  </a:lnTo>
                  <a:lnTo>
                    <a:pt x="13318" y="34917"/>
                  </a:lnTo>
                  <a:lnTo>
                    <a:pt x="13398" y="34846"/>
                  </a:lnTo>
                  <a:lnTo>
                    <a:pt x="13479" y="34776"/>
                  </a:lnTo>
                  <a:lnTo>
                    <a:pt x="13569" y="34736"/>
                  </a:lnTo>
                  <a:lnTo>
                    <a:pt x="13650" y="34696"/>
                  </a:lnTo>
                  <a:lnTo>
                    <a:pt x="13730" y="34685"/>
                  </a:lnTo>
                  <a:lnTo>
                    <a:pt x="13810" y="34685"/>
                  </a:lnTo>
                  <a:lnTo>
                    <a:pt x="13891" y="34706"/>
                  </a:lnTo>
                  <a:lnTo>
                    <a:pt x="13951" y="34746"/>
                  </a:lnTo>
                  <a:lnTo>
                    <a:pt x="14021" y="34806"/>
                  </a:lnTo>
                  <a:lnTo>
                    <a:pt x="14072" y="34886"/>
                  </a:lnTo>
                  <a:lnTo>
                    <a:pt x="14112" y="34997"/>
                  </a:lnTo>
                  <a:lnTo>
                    <a:pt x="14142" y="35118"/>
                  </a:lnTo>
                  <a:lnTo>
                    <a:pt x="14162" y="35278"/>
                  </a:lnTo>
                  <a:lnTo>
                    <a:pt x="14162" y="35399"/>
                  </a:lnTo>
                  <a:lnTo>
                    <a:pt x="14152" y="35530"/>
                  </a:lnTo>
                  <a:lnTo>
                    <a:pt x="14132" y="35660"/>
                  </a:lnTo>
                  <a:lnTo>
                    <a:pt x="14102" y="35791"/>
                  </a:lnTo>
                  <a:lnTo>
                    <a:pt x="14052" y="36052"/>
                  </a:lnTo>
                  <a:lnTo>
                    <a:pt x="14032" y="36183"/>
                  </a:lnTo>
                  <a:lnTo>
                    <a:pt x="14021" y="36314"/>
                  </a:lnTo>
                  <a:lnTo>
                    <a:pt x="14021" y="36424"/>
                  </a:lnTo>
                  <a:lnTo>
                    <a:pt x="14042" y="36545"/>
                  </a:lnTo>
                  <a:lnTo>
                    <a:pt x="14102" y="36776"/>
                  </a:lnTo>
                  <a:lnTo>
                    <a:pt x="14152" y="36997"/>
                  </a:lnTo>
                  <a:lnTo>
                    <a:pt x="14172" y="37108"/>
                  </a:lnTo>
                  <a:lnTo>
                    <a:pt x="14172" y="37218"/>
                  </a:lnTo>
                  <a:lnTo>
                    <a:pt x="14182" y="37068"/>
                  </a:lnTo>
                  <a:lnTo>
                    <a:pt x="14212" y="36937"/>
                  </a:lnTo>
                  <a:lnTo>
                    <a:pt x="14243" y="36796"/>
                  </a:lnTo>
                  <a:lnTo>
                    <a:pt x="14293" y="36665"/>
                  </a:lnTo>
                  <a:lnTo>
                    <a:pt x="14343" y="36535"/>
                  </a:lnTo>
                  <a:lnTo>
                    <a:pt x="14393" y="36404"/>
                  </a:lnTo>
                  <a:lnTo>
                    <a:pt x="14514" y="36153"/>
                  </a:lnTo>
                  <a:lnTo>
                    <a:pt x="14645" y="35902"/>
                  </a:lnTo>
                  <a:lnTo>
                    <a:pt x="14765" y="35640"/>
                  </a:lnTo>
                  <a:lnTo>
                    <a:pt x="14826" y="35510"/>
                  </a:lnTo>
                  <a:lnTo>
                    <a:pt x="14876" y="35369"/>
                  </a:lnTo>
                  <a:lnTo>
                    <a:pt x="14916" y="35228"/>
                  </a:lnTo>
                  <a:lnTo>
                    <a:pt x="14956" y="35087"/>
                  </a:lnTo>
                  <a:lnTo>
                    <a:pt x="14976" y="34927"/>
                  </a:lnTo>
                  <a:lnTo>
                    <a:pt x="14986" y="34766"/>
                  </a:lnTo>
                  <a:lnTo>
                    <a:pt x="14976" y="34625"/>
                  </a:lnTo>
                  <a:lnTo>
                    <a:pt x="14956" y="34474"/>
                  </a:lnTo>
                  <a:lnTo>
                    <a:pt x="14926" y="34344"/>
                  </a:lnTo>
                  <a:lnTo>
                    <a:pt x="14886" y="34203"/>
                  </a:lnTo>
                  <a:lnTo>
                    <a:pt x="14836" y="34082"/>
                  </a:lnTo>
                  <a:lnTo>
                    <a:pt x="14785" y="33952"/>
                  </a:lnTo>
                  <a:lnTo>
                    <a:pt x="14675" y="33700"/>
                  </a:lnTo>
                  <a:lnTo>
                    <a:pt x="14564" y="33449"/>
                  </a:lnTo>
                  <a:lnTo>
                    <a:pt x="14514" y="33329"/>
                  </a:lnTo>
                  <a:lnTo>
                    <a:pt x="14474" y="33198"/>
                  </a:lnTo>
                  <a:lnTo>
                    <a:pt x="14444" y="33057"/>
                  </a:lnTo>
                  <a:lnTo>
                    <a:pt x="14423" y="32927"/>
                  </a:lnTo>
                  <a:lnTo>
                    <a:pt x="14413" y="32786"/>
                  </a:lnTo>
                  <a:lnTo>
                    <a:pt x="14423" y="32645"/>
                  </a:lnTo>
                  <a:lnTo>
                    <a:pt x="14434" y="32514"/>
                  </a:lnTo>
                  <a:lnTo>
                    <a:pt x="14464" y="32374"/>
                  </a:lnTo>
                  <a:lnTo>
                    <a:pt x="14494" y="32263"/>
                  </a:lnTo>
                  <a:lnTo>
                    <a:pt x="14524" y="32153"/>
                  </a:lnTo>
                  <a:lnTo>
                    <a:pt x="14564" y="32052"/>
                  </a:lnTo>
                  <a:lnTo>
                    <a:pt x="14614" y="31952"/>
                  </a:lnTo>
                  <a:lnTo>
                    <a:pt x="14665" y="31851"/>
                  </a:lnTo>
                  <a:lnTo>
                    <a:pt x="14725" y="31761"/>
                  </a:lnTo>
                  <a:lnTo>
                    <a:pt x="14856" y="31580"/>
                  </a:lnTo>
                  <a:lnTo>
                    <a:pt x="15006" y="31409"/>
                  </a:lnTo>
                  <a:lnTo>
                    <a:pt x="15167" y="31248"/>
                  </a:lnTo>
                  <a:lnTo>
                    <a:pt x="15348" y="31107"/>
                  </a:lnTo>
                  <a:lnTo>
                    <a:pt x="15549" y="30987"/>
                  </a:lnTo>
                  <a:lnTo>
                    <a:pt x="15760" y="30866"/>
                  </a:lnTo>
                  <a:lnTo>
                    <a:pt x="15981" y="30776"/>
                  </a:lnTo>
                  <a:lnTo>
                    <a:pt x="16202" y="30695"/>
                  </a:lnTo>
                  <a:lnTo>
                    <a:pt x="16444" y="30625"/>
                  </a:lnTo>
                  <a:lnTo>
                    <a:pt x="16685" y="30585"/>
                  </a:lnTo>
                  <a:lnTo>
                    <a:pt x="16936" y="30555"/>
                  </a:lnTo>
                  <a:lnTo>
                    <a:pt x="17198" y="30545"/>
                  </a:lnTo>
                  <a:lnTo>
                    <a:pt x="17449" y="30555"/>
                  </a:lnTo>
                  <a:lnTo>
                    <a:pt x="17891" y="30595"/>
                  </a:lnTo>
                  <a:lnTo>
                    <a:pt x="18323" y="30645"/>
                  </a:lnTo>
                  <a:lnTo>
                    <a:pt x="18765" y="30705"/>
                  </a:lnTo>
                  <a:lnTo>
                    <a:pt x="19208" y="30776"/>
                  </a:lnTo>
                  <a:lnTo>
                    <a:pt x="19650" y="30866"/>
                  </a:lnTo>
                  <a:lnTo>
                    <a:pt x="20082" y="30957"/>
                  </a:lnTo>
                  <a:lnTo>
                    <a:pt x="20514" y="31067"/>
                  </a:lnTo>
                  <a:lnTo>
                    <a:pt x="20946" y="31178"/>
                  </a:lnTo>
                  <a:lnTo>
                    <a:pt x="21127" y="31238"/>
                  </a:lnTo>
                  <a:lnTo>
                    <a:pt x="21308" y="31298"/>
                  </a:lnTo>
                  <a:lnTo>
                    <a:pt x="21479" y="31369"/>
                  </a:lnTo>
                  <a:lnTo>
                    <a:pt x="21650" y="31449"/>
                  </a:lnTo>
                  <a:lnTo>
                    <a:pt x="21811" y="31529"/>
                  </a:lnTo>
                  <a:lnTo>
                    <a:pt x="21962" y="31620"/>
                  </a:lnTo>
                  <a:lnTo>
                    <a:pt x="22112" y="31710"/>
                  </a:lnTo>
                  <a:lnTo>
                    <a:pt x="22263" y="31811"/>
                  </a:lnTo>
                  <a:lnTo>
                    <a:pt x="22394" y="31921"/>
                  </a:lnTo>
                  <a:lnTo>
                    <a:pt x="22524" y="32032"/>
                  </a:lnTo>
                  <a:lnTo>
                    <a:pt x="22655" y="32143"/>
                  </a:lnTo>
                  <a:lnTo>
                    <a:pt x="22776" y="32263"/>
                  </a:lnTo>
                  <a:lnTo>
                    <a:pt x="22886" y="32394"/>
                  </a:lnTo>
                  <a:lnTo>
                    <a:pt x="22997" y="32525"/>
                  </a:lnTo>
                  <a:lnTo>
                    <a:pt x="23087" y="32655"/>
                  </a:lnTo>
                  <a:lnTo>
                    <a:pt x="23188" y="32796"/>
                  </a:lnTo>
                  <a:lnTo>
                    <a:pt x="23268" y="32937"/>
                  </a:lnTo>
                  <a:lnTo>
                    <a:pt x="23349" y="33077"/>
                  </a:lnTo>
                  <a:lnTo>
                    <a:pt x="23419" y="33228"/>
                  </a:lnTo>
                  <a:lnTo>
                    <a:pt x="23479" y="33379"/>
                  </a:lnTo>
                  <a:lnTo>
                    <a:pt x="23540" y="33530"/>
                  </a:lnTo>
                  <a:lnTo>
                    <a:pt x="23590" y="33690"/>
                  </a:lnTo>
                  <a:lnTo>
                    <a:pt x="23630" y="33841"/>
                  </a:lnTo>
                  <a:lnTo>
                    <a:pt x="23660" y="34002"/>
                  </a:lnTo>
                  <a:lnTo>
                    <a:pt x="23690" y="34163"/>
                  </a:lnTo>
                  <a:lnTo>
                    <a:pt x="23710" y="34334"/>
                  </a:lnTo>
                  <a:lnTo>
                    <a:pt x="23710" y="34494"/>
                  </a:lnTo>
                  <a:lnTo>
                    <a:pt x="23720" y="34665"/>
                  </a:lnTo>
                  <a:lnTo>
                    <a:pt x="23710" y="34826"/>
                  </a:lnTo>
                  <a:lnTo>
                    <a:pt x="23690" y="34997"/>
                  </a:lnTo>
                  <a:lnTo>
                    <a:pt x="23670" y="35158"/>
                  </a:lnTo>
                  <a:lnTo>
                    <a:pt x="23630" y="35329"/>
                  </a:lnTo>
                  <a:lnTo>
                    <a:pt x="23590" y="35550"/>
                  </a:lnTo>
                  <a:lnTo>
                    <a:pt x="23550" y="35771"/>
                  </a:lnTo>
                  <a:lnTo>
                    <a:pt x="23489" y="36143"/>
                  </a:lnTo>
                  <a:lnTo>
                    <a:pt x="23449" y="36505"/>
                  </a:lnTo>
                  <a:lnTo>
                    <a:pt x="23379" y="37218"/>
                  </a:lnTo>
                  <a:lnTo>
                    <a:pt x="23318" y="37912"/>
                  </a:lnTo>
                  <a:lnTo>
                    <a:pt x="23258" y="38605"/>
                  </a:lnTo>
                  <a:lnTo>
                    <a:pt x="23208" y="38947"/>
                  </a:lnTo>
                  <a:lnTo>
                    <a:pt x="23158" y="39279"/>
                  </a:lnTo>
                  <a:lnTo>
                    <a:pt x="23097" y="39620"/>
                  </a:lnTo>
                  <a:lnTo>
                    <a:pt x="23017" y="39962"/>
                  </a:lnTo>
                  <a:lnTo>
                    <a:pt x="22926" y="40304"/>
                  </a:lnTo>
                  <a:lnTo>
                    <a:pt x="22816" y="40646"/>
                  </a:lnTo>
                  <a:lnTo>
                    <a:pt x="22685" y="40997"/>
                  </a:lnTo>
                  <a:lnTo>
                    <a:pt x="22524" y="41339"/>
                  </a:lnTo>
                  <a:lnTo>
                    <a:pt x="22585" y="41239"/>
                  </a:lnTo>
                  <a:lnTo>
                    <a:pt x="22665" y="41138"/>
                  </a:lnTo>
                  <a:lnTo>
                    <a:pt x="22756" y="41048"/>
                  </a:lnTo>
                  <a:lnTo>
                    <a:pt x="22846" y="40957"/>
                  </a:lnTo>
                  <a:lnTo>
                    <a:pt x="22937" y="40867"/>
                  </a:lnTo>
                  <a:lnTo>
                    <a:pt x="23017" y="40776"/>
                  </a:lnTo>
                  <a:lnTo>
                    <a:pt x="23097" y="40676"/>
                  </a:lnTo>
                  <a:lnTo>
                    <a:pt x="23158" y="40575"/>
                  </a:lnTo>
                  <a:lnTo>
                    <a:pt x="23318" y="40244"/>
                  </a:lnTo>
                  <a:lnTo>
                    <a:pt x="23459" y="39892"/>
                  </a:lnTo>
                  <a:lnTo>
                    <a:pt x="23590" y="39540"/>
                  </a:lnTo>
                  <a:lnTo>
                    <a:pt x="23710" y="39198"/>
                  </a:lnTo>
                  <a:lnTo>
                    <a:pt x="23801" y="38957"/>
                  </a:lnTo>
                  <a:lnTo>
                    <a:pt x="23921" y="38666"/>
                  </a:lnTo>
                  <a:lnTo>
                    <a:pt x="23982" y="38515"/>
                  </a:lnTo>
                  <a:lnTo>
                    <a:pt x="24062" y="38374"/>
                  </a:lnTo>
                  <a:lnTo>
                    <a:pt x="24133" y="38254"/>
                  </a:lnTo>
                  <a:lnTo>
                    <a:pt x="24213" y="38143"/>
                  </a:lnTo>
                  <a:lnTo>
                    <a:pt x="24293" y="38052"/>
                  </a:lnTo>
                  <a:lnTo>
                    <a:pt x="24334" y="38022"/>
                  </a:lnTo>
                  <a:lnTo>
                    <a:pt x="24374" y="38002"/>
                  </a:lnTo>
                  <a:lnTo>
                    <a:pt x="24424" y="37982"/>
                  </a:lnTo>
                  <a:lnTo>
                    <a:pt x="24464" y="37972"/>
                  </a:lnTo>
                  <a:lnTo>
                    <a:pt x="24504" y="37982"/>
                  </a:lnTo>
                  <a:lnTo>
                    <a:pt x="24545" y="37992"/>
                  </a:lnTo>
                  <a:lnTo>
                    <a:pt x="24585" y="38022"/>
                  </a:lnTo>
                  <a:lnTo>
                    <a:pt x="24625" y="38063"/>
                  </a:lnTo>
                  <a:lnTo>
                    <a:pt x="24665" y="38113"/>
                  </a:lnTo>
                  <a:lnTo>
                    <a:pt x="24705" y="38173"/>
                  </a:lnTo>
                  <a:lnTo>
                    <a:pt x="24746" y="38254"/>
                  </a:lnTo>
                  <a:lnTo>
                    <a:pt x="24776" y="38354"/>
                  </a:lnTo>
                  <a:lnTo>
                    <a:pt x="24846" y="38595"/>
                  </a:lnTo>
                  <a:lnTo>
                    <a:pt x="24886" y="38766"/>
                  </a:lnTo>
                  <a:lnTo>
                    <a:pt x="24906" y="38947"/>
                  </a:lnTo>
                  <a:lnTo>
                    <a:pt x="24906" y="39128"/>
                  </a:lnTo>
                  <a:lnTo>
                    <a:pt x="24896" y="39319"/>
                  </a:lnTo>
                  <a:lnTo>
                    <a:pt x="24886" y="39510"/>
                  </a:lnTo>
                  <a:lnTo>
                    <a:pt x="24856" y="39701"/>
                  </a:lnTo>
                  <a:lnTo>
                    <a:pt x="24776" y="40083"/>
                  </a:lnTo>
                  <a:lnTo>
                    <a:pt x="24685" y="40475"/>
                  </a:lnTo>
                  <a:lnTo>
                    <a:pt x="24595" y="40857"/>
                  </a:lnTo>
                  <a:lnTo>
                    <a:pt x="24514" y="41229"/>
                  </a:lnTo>
                  <a:lnTo>
                    <a:pt x="24484" y="41409"/>
                  </a:lnTo>
                  <a:lnTo>
                    <a:pt x="24464" y="41590"/>
                  </a:lnTo>
                  <a:lnTo>
                    <a:pt x="24444" y="41801"/>
                  </a:lnTo>
                  <a:lnTo>
                    <a:pt x="24434" y="42023"/>
                  </a:lnTo>
                  <a:lnTo>
                    <a:pt x="24424" y="42244"/>
                  </a:lnTo>
                  <a:lnTo>
                    <a:pt x="24424" y="42475"/>
                  </a:lnTo>
                  <a:lnTo>
                    <a:pt x="24434" y="42706"/>
                  </a:lnTo>
                  <a:lnTo>
                    <a:pt x="24444" y="42947"/>
                  </a:lnTo>
                  <a:lnTo>
                    <a:pt x="24474" y="43178"/>
                  </a:lnTo>
                  <a:lnTo>
                    <a:pt x="24504" y="43410"/>
                  </a:lnTo>
                  <a:lnTo>
                    <a:pt x="24545" y="43631"/>
                  </a:lnTo>
                  <a:lnTo>
                    <a:pt x="24595" y="43852"/>
                  </a:lnTo>
                  <a:lnTo>
                    <a:pt x="24655" y="44063"/>
                  </a:lnTo>
                  <a:lnTo>
                    <a:pt x="24726" y="44264"/>
                  </a:lnTo>
                  <a:lnTo>
                    <a:pt x="24806" y="44445"/>
                  </a:lnTo>
                  <a:lnTo>
                    <a:pt x="24896" y="44616"/>
                  </a:lnTo>
                  <a:lnTo>
                    <a:pt x="24997" y="44777"/>
                  </a:lnTo>
                  <a:lnTo>
                    <a:pt x="25107" y="44917"/>
                  </a:lnTo>
                  <a:lnTo>
                    <a:pt x="25097" y="44666"/>
                  </a:lnTo>
                  <a:lnTo>
                    <a:pt x="25067" y="44405"/>
                  </a:lnTo>
                  <a:lnTo>
                    <a:pt x="24997" y="43862"/>
                  </a:lnTo>
                  <a:lnTo>
                    <a:pt x="24967" y="43591"/>
                  </a:lnTo>
                  <a:lnTo>
                    <a:pt x="24957" y="43460"/>
                  </a:lnTo>
                  <a:lnTo>
                    <a:pt x="24957" y="43319"/>
                  </a:lnTo>
                  <a:lnTo>
                    <a:pt x="24957" y="43199"/>
                  </a:lnTo>
                  <a:lnTo>
                    <a:pt x="24977" y="43068"/>
                  </a:lnTo>
                  <a:lnTo>
                    <a:pt x="24997" y="42947"/>
                  </a:lnTo>
                  <a:lnTo>
                    <a:pt x="25037" y="42837"/>
                  </a:lnTo>
                  <a:lnTo>
                    <a:pt x="25077" y="42726"/>
                  </a:lnTo>
                  <a:lnTo>
                    <a:pt x="25128" y="42646"/>
                  </a:lnTo>
                  <a:lnTo>
                    <a:pt x="25178" y="42585"/>
                  </a:lnTo>
                  <a:lnTo>
                    <a:pt x="25228" y="42545"/>
                  </a:lnTo>
                  <a:lnTo>
                    <a:pt x="25288" y="42525"/>
                  </a:lnTo>
                  <a:lnTo>
                    <a:pt x="25349" y="42525"/>
                  </a:lnTo>
                  <a:lnTo>
                    <a:pt x="25399" y="42535"/>
                  </a:lnTo>
                  <a:lnTo>
                    <a:pt x="25459" y="42565"/>
                  </a:lnTo>
                  <a:lnTo>
                    <a:pt x="25530" y="42606"/>
                  </a:lnTo>
                  <a:lnTo>
                    <a:pt x="25590" y="42656"/>
                  </a:lnTo>
                  <a:lnTo>
                    <a:pt x="25711" y="42786"/>
                  </a:lnTo>
                  <a:lnTo>
                    <a:pt x="25831" y="42937"/>
                  </a:lnTo>
                  <a:lnTo>
                    <a:pt x="25952" y="43108"/>
                  </a:lnTo>
                  <a:lnTo>
                    <a:pt x="26022" y="43209"/>
                  </a:lnTo>
                  <a:lnTo>
                    <a:pt x="26072" y="43319"/>
                  </a:lnTo>
                  <a:lnTo>
                    <a:pt x="26133" y="43440"/>
                  </a:lnTo>
                  <a:lnTo>
                    <a:pt x="26173" y="43570"/>
                  </a:lnTo>
                  <a:lnTo>
                    <a:pt x="26253" y="43832"/>
                  </a:lnTo>
                  <a:lnTo>
                    <a:pt x="26314" y="44093"/>
                  </a:lnTo>
                  <a:lnTo>
                    <a:pt x="26354" y="44334"/>
                  </a:lnTo>
                  <a:lnTo>
                    <a:pt x="26374" y="44535"/>
                  </a:lnTo>
                  <a:lnTo>
                    <a:pt x="26384" y="44686"/>
                  </a:lnTo>
                  <a:lnTo>
                    <a:pt x="26384" y="44777"/>
                  </a:lnTo>
                  <a:lnTo>
                    <a:pt x="26404" y="44656"/>
                  </a:lnTo>
                  <a:lnTo>
                    <a:pt x="26444" y="44545"/>
                  </a:lnTo>
                  <a:lnTo>
                    <a:pt x="26515" y="44304"/>
                  </a:lnTo>
                  <a:lnTo>
                    <a:pt x="26605" y="44063"/>
                  </a:lnTo>
                  <a:lnTo>
                    <a:pt x="26685" y="43812"/>
                  </a:lnTo>
                  <a:lnTo>
                    <a:pt x="26766" y="43560"/>
                  </a:lnTo>
                  <a:lnTo>
                    <a:pt x="26786" y="43440"/>
                  </a:lnTo>
                  <a:lnTo>
                    <a:pt x="26806" y="43309"/>
                  </a:lnTo>
                  <a:lnTo>
                    <a:pt x="26816" y="43188"/>
                  </a:lnTo>
                  <a:lnTo>
                    <a:pt x="26816" y="43068"/>
                  </a:lnTo>
                  <a:lnTo>
                    <a:pt x="26806" y="42957"/>
                  </a:lnTo>
                  <a:lnTo>
                    <a:pt x="26776" y="42837"/>
                  </a:lnTo>
                  <a:lnTo>
                    <a:pt x="26746" y="42746"/>
                  </a:lnTo>
                  <a:lnTo>
                    <a:pt x="26696" y="42656"/>
                  </a:lnTo>
                  <a:lnTo>
                    <a:pt x="26645" y="42565"/>
                  </a:lnTo>
                  <a:lnTo>
                    <a:pt x="26575" y="42475"/>
                  </a:lnTo>
                  <a:lnTo>
                    <a:pt x="26434" y="42314"/>
                  </a:lnTo>
                  <a:lnTo>
                    <a:pt x="26273" y="42153"/>
                  </a:lnTo>
                  <a:lnTo>
                    <a:pt x="26113" y="42002"/>
                  </a:lnTo>
                  <a:lnTo>
                    <a:pt x="25962" y="41842"/>
                  </a:lnTo>
                  <a:lnTo>
                    <a:pt x="25902" y="41751"/>
                  </a:lnTo>
                  <a:lnTo>
                    <a:pt x="25841" y="41661"/>
                  </a:lnTo>
                  <a:lnTo>
                    <a:pt x="25801" y="41570"/>
                  </a:lnTo>
                  <a:lnTo>
                    <a:pt x="25761" y="41480"/>
                  </a:lnTo>
                  <a:lnTo>
                    <a:pt x="25680" y="41219"/>
                  </a:lnTo>
                  <a:lnTo>
                    <a:pt x="25620" y="40947"/>
                  </a:lnTo>
                  <a:lnTo>
                    <a:pt x="25570" y="40676"/>
                  </a:lnTo>
                  <a:lnTo>
                    <a:pt x="25520" y="40394"/>
                  </a:lnTo>
                  <a:lnTo>
                    <a:pt x="25489" y="40113"/>
                  </a:lnTo>
                  <a:lnTo>
                    <a:pt x="25479" y="39842"/>
                  </a:lnTo>
                  <a:lnTo>
                    <a:pt x="25469" y="39560"/>
                  </a:lnTo>
                  <a:lnTo>
                    <a:pt x="25479" y="39299"/>
                  </a:lnTo>
                  <a:lnTo>
                    <a:pt x="25499" y="38937"/>
                  </a:lnTo>
                  <a:lnTo>
                    <a:pt x="25520" y="38716"/>
                  </a:lnTo>
                  <a:lnTo>
                    <a:pt x="25550" y="38485"/>
                  </a:lnTo>
                  <a:lnTo>
                    <a:pt x="25570" y="38374"/>
                  </a:lnTo>
                  <a:lnTo>
                    <a:pt x="25600" y="38274"/>
                  </a:lnTo>
                  <a:lnTo>
                    <a:pt x="25630" y="38173"/>
                  </a:lnTo>
                  <a:lnTo>
                    <a:pt x="25670" y="38073"/>
                  </a:lnTo>
                  <a:lnTo>
                    <a:pt x="25721" y="37992"/>
                  </a:lnTo>
                  <a:lnTo>
                    <a:pt x="25781" y="37922"/>
                  </a:lnTo>
                  <a:lnTo>
                    <a:pt x="25851" y="37862"/>
                  </a:lnTo>
                  <a:lnTo>
                    <a:pt x="25932" y="37821"/>
                  </a:lnTo>
                  <a:lnTo>
                    <a:pt x="26022" y="37791"/>
                  </a:lnTo>
                  <a:lnTo>
                    <a:pt x="26103" y="37781"/>
                  </a:lnTo>
                  <a:lnTo>
                    <a:pt x="26183" y="37791"/>
                  </a:lnTo>
                  <a:lnTo>
                    <a:pt x="26263" y="37811"/>
                  </a:lnTo>
                  <a:lnTo>
                    <a:pt x="26344" y="37851"/>
                  </a:lnTo>
                  <a:lnTo>
                    <a:pt x="26414" y="37902"/>
                  </a:lnTo>
                  <a:lnTo>
                    <a:pt x="26484" y="37962"/>
                  </a:lnTo>
                  <a:lnTo>
                    <a:pt x="26555" y="38022"/>
                  </a:lnTo>
                  <a:lnTo>
                    <a:pt x="26675" y="38173"/>
                  </a:lnTo>
                  <a:lnTo>
                    <a:pt x="26786" y="38334"/>
                  </a:lnTo>
                  <a:lnTo>
                    <a:pt x="26947" y="38605"/>
                  </a:lnTo>
                  <a:lnTo>
                    <a:pt x="27027" y="38776"/>
                  </a:lnTo>
                  <a:lnTo>
                    <a:pt x="27118" y="38947"/>
                  </a:lnTo>
                  <a:lnTo>
                    <a:pt x="27278" y="39329"/>
                  </a:lnTo>
                  <a:lnTo>
                    <a:pt x="27439" y="39721"/>
                  </a:lnTo>
                  <a:lnTo>
                    <a:pt x="27530" y="39922"/>
                  </a:lnTo>
                  <a:lnTo>
                    <a:pt x="27630" y="40113"/>
                  </a:lnTo>
                  <a:lnTo>
                    <a:pt x="27731" y="40304"/>
                  </a:lnTo>
                  <a:lnTo>
                    <a:pt x="27851" y="40485"/>
                  </a:lnTo>
                  <a:lnTo>
                    <a:pt x="27982" y="40656"/>
                  </a:lnTo>
                  <a:lnTo>
                    <a:pt x="28113" y="40806"/>
                  </a:lnTo>
                  <a:lnTo>
                    <a:pt x="28193" y="40877"/>
                  </a:lnTo>
                  <a:lnTo>
                    <a:pt x="28273" y="40947"/>
                  </a:lnTo>
                  <a:lnTo>
                    <a:pt x="28354" y="41007"/>
                  </a:lnTo>
                  <a:lnTo>
                    <a:pt x="28444" y="41068"/>
                  </a:lnTo>
                  <a:lnTo>
                    <a:pt x="28535" y="41118"/>
                  </a:lnTo>
                  <a:lnTo>
                    <a:pt x="28635" y="41158"/>
                  </a:lnTo>
                  <a:lnTo>
                    <a:pt x="28736" y="41198"/>
                  </a:lnTo>
                  <a:lnTo>
                    <a:pt x="28846" y="41229"/>
                  </a:lnTo>
                  <a:lnTo>
                    <a:pt x="28766" y="41158"/>
                  </a:lnTo>
                  <a:lnTo>
                    <a:pt x="28676" y="41068"/>
                  </a:lnTo>
                  <a:lnTo>
                    <a:pt x="28565" y="40957"/>
                  </a:lnTo>
                  <a:lnTo>
                    <a:pt x="28454" y="40827"/>
                  </a:lnTo>
                  <a:lnTo>
                    <a:pt x="28344" y="40676"/>
                  </a:lnTo>
                  <a:lnTo>
                    <a:pt x="28233" y="40515"/>
                  </a:lnTo>
                  <a:lnTo>
                    <a:pt x="28133" y="40354"/>
                  </a:lnTo>
                  <a:lnTo>
                    <a:pt x="28032" y="40183"/>
                  </a:lnTo>
                  <a:lnTo>
                    <a:pt x="27942" y="40002"/>
                  </a:lnTo>
                  <a:lnTo>
                    <a:pt x="27871" y="39842"/>
                  </a:lnTo>
                  <a:lnTo>
                    <a:pt x="27811" y="39671"/>
                  </a:lnTo>
                  <a:lnTo>
                    <a:pt x="27781" y="39520"/>
                  </a:lnTo>
                  <a:lnTo>
                    <a:pt x="27781" y="39440"/>
                  </a:lnTo>
                  <a:lnTo>
                    <a:pt x="27781" y="39369"/>
                  </a:lnTo>
                  <a:lnTo>
                    <a:pt x="27781" y="39309"/>
                  </a:lnTo>
                  <a:lnTo>
                    <a:pt x="27801" y="39238"/>
                  </a:lnTo>
                  <a:lnTo>
                    <a:pt x="27821" y="39188"/>
                  </a:lnTo>
                  <a:lnTo>
                    <a:pt x="27851" y="39138"/>
                  </a:lnTo>
                  <a:lnTo>
                    <a:pt x="27892" y="39088"/>
                  </a:lnTo>
                  <a:lnTo>
                    <a:pt x="27942" y="39048"/>
                  </a:lnTo>
                  <a:lnTo>
                    <a:pt x="28002" y="39007"/>
                  </a:lnTo>
                  <a:lnTo>
                    <a:pt x="28072" y="38977"/>
                  </a:lnTo>
                  <a:lnTo>
                    <a:pt x="28143" y="38947"/>
                  </a:lnTo>
                  <a:lnTo>
                    <a:pt x="28203" y="38937"/>
                  </a:lnTo>
                  <a:lnTo>
                    <a:pt x="28324" y="38937"/>
                  </a:lnTo>
                  <a:lnTo>
                    <a:pt x="28394" y="38947"/>
                  </a:lnTo>
                  <a:lnTo>
                    <a:pt x="28454" y="38967"/>
                  </a:lnTo>
                  <a:lnTo>
                    <a:pt x="28565" y="39017"/>
                  </a:lnTo>
                  <a:lnTo>
                    <a:pt x="28686" y="39088"/>
                  </a:lnTo>
                  <a:lnTo>
                    <a:pt x="28796" y="39188"/>
                  </a:lnTo>
                  <a:lnTo>
                    <a:pt x="28897" y="39299"/>
                  </a:lnTo>
                  <a:lnTo>
                    <a:pt x="28997" y="39409"/>
                  </a:lnTo>
                  <a:lnTo>
                    <a:pt x="29098" y="39530"/>
                  </a:lnTo>
                  <a:lnTo>
                    <a:pt x="29269" y="39781"/>
                  </a:lnTo>
                  <a:lnTo>
                    <a:pt x="29419" y="40012"/>
                  </a:lnTo>
                  <a:lnTo>
                    <a:pt x="29490" y="40103"/>
                  </a:lnTo>
                  <a:lnTo>
                    <a:pt x="29550" y="40173"/>
                  </a:lnTo>
                  <a:lnTo>
                    <a:pt x="29510" y="40123"/>
                  </a:lnTo>
                  <a:lnTo>
                    <a:pt x="29480" y="40073"/>
                  </a:lnTo>
                  <a:lnTo>
                    <a:pt x="29429" y="39952"/>
                  </a:lnTo>
                  <a:lnTo>
                    <a:pt x="29389" y="39811"/>
                  </a:lnTo>
                  <a:lnTo>
                    <a:pt x="29359" y="39671"/>
                  </a:lnTo>
                  <a:lnTo>
                    <a:pt x="29309" y="39389"/>
                  </a:lnTo>
                  <a:lnTo>
                    <a:pt x="29269" y="39259"/>
                  </a:lnTo>
                  <a:lnTo>
                    <a:pt x="29228" y="39138"/>
                  </a:lnTo>
                  <a:lnTo>
                    <a:pt x="29088" y="38877"/>
                  </a:lnTo>
                  <a:lnTo>
                    <a:pt x="28927" y="38615"/>
                  </a:lnTo>
                  <a:lnTo>
                    <a:pt x="28746" y="38364"/>
                  </a:lnTo>
                  <a:lnTo>
                    <a:pt x="28645" y="38243"/>
                  </a:lnTo>
                  <a:lnTo>
                    <a:pt x="28545" y="38123"/>
                  </a:lnTo>
                  <a:lnTo>
                    <a:pt x="28434" y="38012"/>
                  </a:lnTo>
                  <a:lnTo>
                    <a:pt x="28314" y="37912"/>
                  </a:lnTo>
                  <a:lnTo>
                    <a:pt x="28193" y="37811"/>
                  </a:lnTo>
                  <a:lnTo>
                    <a:pt x="28072" y="37711"/>
                  </a:lnTo>
                  <a:lnTo>
                    <a:pt x="27932" y="37630"/>
                  </a:lnTo>
                  <a:lnTo>
                    <a:pt x="27791" y="37550"/>
                  </a:lnTo>
                  <a:lnTo>
                    <a:pt x="27650" y="37480"/>
                  </a:lnTo>
                  <a:lnTo>
                    <a:pt x="27490" y="37419"/>
                  </a:lnTo>
                  <a:lnTo>
                    <a:pt x="26957" y="37248"/>
                  </a:lnTo>
                  <a:lnTo>
                    <a:pt x="26696" y="37148"/>
                  </a:lnTo>
                  <a:lnTo>
                    <a:pt x="26575" y="37088"/>
                  </a:lnTo>
                  <a:lnTo>
                    <a:pt x="26444" y="37027"/>
                  </a:lnTo>
                  <a:lnTo>
                    <a:pt x="26253" y="36907"/>
                  </a:lnTo>
                  <a:lnTo>
                    <a:pt x="26042" y="36756"/>
                  </a:lnTo>
                  <a:lnTo>
                    <a:pt x="25841" y="36585"/>
                  </a:lnTo>
                  <a:lnTo>
                    <a:pt x="25630" y="36404"/>
                  </a:lnTo>
                  <a:lnTo>
                    <a:pt x="25439" y="36223"/>
                  </a:lnTo>
                  <a:lnTo>
                    <a:pt x="25258" y="36032"/>
                  </a:lnTo>
                  <a:lnTo>
                    <a:pt x="25107" y="35841"/>
                  </a:lnTo>
                  <a:lnTo>
                    <a:pt x="24977" y="35670"/>
                  </a:lnTo>
                  <a:lnTo>
                    <a:pt x="24917" y="35570"/>
                  </a:lnTo>
                  <a:lnTo>
                    <a:pt x="24876" y="35469"/>
                  </a:lnTo>
                  <a:lnTo>
                    <a:pt x="24836" y="35349"/>
                  </a:lnTo>
                  <a:lnTo>
                    <a:pt x="24816" y="35228"/>
                  </a:lnTo>
                  <a:lnTo>
                    <a:pt x="24806" y="35108"/>
                  </a:lnTo>
                  <a:lnTo>
                    <a:pt x="24796" y="34977"/>
                  </a:lnTo>
                  <a:lnTo>
                    <a:pt x="24806" y="34846"/>
                  </a:lnTo>
                  <a:lnTo>
                    <a:pt x="24806" y="34716"/>
                  </a:lnTo>
                  <a:lnTo>
                    <a:pt x="24836" y="34444"/>
                  </a:lnTo>
                  <a:lnTo>
                    <a:pt x="24876" y="34183"/>
                  </a:lnTo>
                  <a:lnTo>
                    <a:pt x="24957" y="33711"/>
                  </a:lnTo>
                  <a:lnTo>
                    <a:pt x="25007" y="33489"/>
                  </a:lnTo>
                  <a:lnTo>
                    <a:pt x="25057" y="33268"/>
                  </a:lnTo>
                  <a:lnTo>
                    <a:pt x="25128" y="33047"/>
                  </a:lnTo>
                  <a:lnTo>
                    <a:pt x="25218" y="32836"/>
                  </a:lnTo>
                  <a:lnTo>
                    <a:pt x="25319" y="32625"/>
                  </a:lnTo>
                  <a:lnTo>
                    <a:pt x="25429" y="32414"/>
                  </a:lnTo>
                  <a:lnTo>
                    <a:pt x="25550" y="32223"/>
                  </a:lnTo>
                  <a:lnTo>
                    <a:pt x="25680" y="32022"/>
                  </a:lnTo>
                  <a:lnTo>
                    <a:pt x="25871" y="31781"/>
                  </a:lnTo>
                  <a:lnTo>
                    <a:pt x="26062" y="31550"/>
                  </a:lnTo>
                  <a:lnTo>
                    <a:pt x="26273" y="31318"/>
                  </a:lnTo>
                  <a:lnTo>
                    <a:pt x="26505" y="31107"/>
                  </a:lnTo>
                  <a:lnTo>
                    <a:pt x="26736" y="30896"/>
                  </a:lnTo>
                  <a:lnTo>
                    <a:pt x="26977" y="30695"/>
                  </a:lnTo>
                  <a:lnTo>
                    <a:pt x="27218" y="30494"/>
                  </a:lnTo>
                  <a:lnTo>
                    <a:pt x="27469" y="30303"/>
                  </a:lnTo>
                  <a:lnTo>
                    <a:pt x="27992" y="29931"/>
                  </a:lnTo>
                  <a:lnTo>
                    <a:pt x="28515" y="29580"/>
                  </a:lnTo>
                  <a:lnTo>
                    <a:pt x="29530" y="28916"/>
                  </a:lnTo>
                  <a:lnTo>
                    <a:pt x="29711" y="28806"/>
                  </a:lnTo>
                  <a:lnTo>
                    <a:pt x="29902" y="28705"/>
                  </a:lnTo>
                  <a:lnTo>
                    <a:pt x="30093" y="28615"/>
                  </a:lnTo>
                  <a:lnTo>
                    <a:pt x="30284" y="28534"/>
                  </a:lnTo>
                  <a:lnTo>
                    <a:pt x="30495" y="28464"/>
                  </a:lnTo>
                  <a:lnTo>
                    <a:pt x="30696" y="28394"/>
                  </a:lnTo>
                  <a:lnTo>
                    <a:pt x="30917" y="28343"/>
                  </a:lnTo>
                  <a:lnTo>
                    <a:pt x="31128" y="28303"/>
                  </a:lnTo>
                  <a:lnTo>
                    <a:pt x="31168" y="28293"/>
                  </a:lnTo>
                  <a:lnTo>
                    <a:pt x="31359" y="28263"/>
                  </a:lnTo>
                  <a:lnTo>
                    <a:pt x="31540" y="28243"/>
                  </a:lnTo>
                  <a:lnTo>
                    <a:pt x="31721" y="28233"/>
                  </a:lnTo>
                  <a:lnTo>
                    <a:pt x="31902" y="28243"/>
                  </a:lnTo>
                  <a:lnTo>
                    <a:pt x="32083" y="28263"/>
                  </a:lnTo>
                  <a:lnTo>
                    <a:pt x="32264" y="28293"/>
                  </a:lnTo>
                  <a:lnTo>
                    <a:pt x="32435" y="28343"/>
                  </a:lnTo>
                  <a:lnTo>
                    <a:pt x="32605" y="28404"/>
                  </a:lnTo>
                  <a:lnTo>
                    <a:pt x="32766" y="28474"/>
                  </a:lnTo>
                  <a:lnTo>
                    <a:pt x="32917" y="28554"/>
                  </a:lnTo>
                  <a:lnTo>
                    <a:pt x="33068" y="28645"/>
                  </a:lnTo>
                  <a:lnTo>
                    <a:pt x="33208" y="28755"/>
                  </a:lnTo>
                  <a:lnTo>
                    <a:pt x="33339" y="28866"/>
                  </a:lnTo>
                  <a:lnTo>
                    <a:pt x="33450" y="28987"/>
                  </a:lnTo>
                  <a:lnTo>
                    <a:pt x="33560" y="29127"/>
                  </a:lnTo>
                  <a:lnTo>
                    <a:pt x="33661" y="29268"/>
                  </a:lnTo>
                  <a:lnTo>
                    <a:pt x="33721" y="29359"/>
                  </a:lnTo>
                  <a:lnTo>
                    <a:pt x="33842" y="29489"/>
                  </a:lnTo>
                  <a:lnTo>
                    <a:pt x="34173" y="29851"/>
                  </a:lnTo>
                  <a:lnTo>
                    <a:pt x="34354" y="30042"/>
                  </a:lnTo>
                  <a:lnTo>
                    <a:pt x="34515" y="30243"/>
                  </a:lnTo>
                  <a:lnTo>
                    <a:pt x="34646" y="30414"/>
                  </a:lnTo>
                  <a:lnTo>
                    <a:pt x="34686" y="30494"/>
                  </a:lnTo>
                  <a:lnTo>
                    <a:pt x="34726" y="30565"/>
                  </a:lnTo>
                  <a:lnTo>
                    <a:pt x="34786" y="30735"/>
                  </a:lnTo>
                  <a:lnTo>
                    <a:pt x="34837" y="30906"/>
                  </a:lnTo>
                  <a:lnTo>
                    <a:pt x="34887" y="31087"/>
                  </a:lnTo>
                  <a:lnTo>
                    <a:pt x="34927" y="31268"/>
                  </a:lnTo>
                  <a:lnTo>
                    <a:pt x="34957" y="31459"/>
                  </a:lnTo>
                  <a:lnTo>
                    <a:pt x="34977" y="31640"/>
                  </a:lnTo>
                  <a:lnTo>
                    <a:pt x="34997" y="31831"/>
                  </a:lnTo>
                  <a:lnTo>
                    <a:pt x="35008" y="32022"/>
                  </a:lnTo>
                  <a:lnTo>
                    <a:pt x="35018" y="32404"/>
                  </a:lnTo>
                  <a:lnTo>
                    <a:pt x="35008" y="32776"/>
                  </a:lnTo>
                  <a:lnTo>
                    <a:pt x="34977" y="33148"/>
                  </a:lnTo>
                  <a:lnTo>
                    <a:pt x="34927" y="33510"/>
                  </a:lnTo>
                  <a:lnTo>
                    <a:pt x="34897" y="33650"/>
                  </a:lnTo>
                  <a:lnTo>
                    <a:pt x="34847" y="33811"/>
                  </a:lnTo>
                  <a:lnTo>
                    <a:pt x="34796" y="33962"/>
                  </a:lnTo>
                  <a:lnTo>
                    <a:pt x="34726" y="34123"/>
                  </a:lnTo>
                  <a:lnTo>
                    <a:pt x="34585" y="34424"/>
                  </a:lnTo>
                  <a:lnTo>
                    <a:pt x="34445" y="34706"/>
                  </a:lnTo>
                  <a:lnTo>
                    <a:pt x="34364" y="34836"/>
                  </a:lnTo>
                  <a:lnTo>
                    <a:pt x="34264" y="34967"/>
                  </a:lnTo>
                  <a:lnTo>
                    <a:pt x="34063" y="35208"/>
                  </a:lnTo>
                  <a:lnTo>
                    <a:pt x="33962" y="35329"/>
                  </a:lnTo>
                  <a:lnTo>
                    <a:pt x="33862" y="35459"/>
                  </a:lnTo>
                  <a:lnTo>
                    <a:pt x="33781" y="35580"/>
                  </a:lnTo>
                  <a:lnTo>
                    <a:pt x="33721" y="35711"/>
                  </a:lnTo>
                  <a:lnTo>
                    <a:pt x="33822" y="35650"/>
                  </a:lnTo>
                  <a:lnTo>
                    <a:pt x="33922" y="35570"/>
                  </a:lnTo>
                  <a:lnTo>
                    <a:pt x="34033" y="35469"/>
                  </a:lnTo>
                  <a:lnTo>
                    <a:pt x="34133" y="35359"/>
                  </a:lnTo>
                  <a:lnTo>
                    <a:pt x="34354" y="35138"/>
                  </a:lnTo>
                  <a:lnTo>
                    <a:pt x="34465" y="35027"/>
                  </a:lnTo>
                  <a:lnTo>
                    <a:pt x="34575" y="34927"/>
                  </a:lnTo>
                  <a:lnTo>
                    <a:pt x="34686" y="34836"/>
                  </a:lnTo>
                  <a:lnTo>
                    <a:pt x="34807" y="34756"/>
                  </a:lnTo>
                  <a:lnTo>
                    <a:pt x="34917" y="34696"/>
                  </a:lnTo>
                  <a:lnTo>
                    <a:pt x="34977" y="34675"/>
                  </a:lnTo>
                  <a:lnTo>
                    <a:pt x="35038" y="34665"/>
                  </a:lnTo>
                  <a:lnTo>
                    <a:pt x="35088" y="34655"/>
                  </a:lnTo>
                  <a:lnTo>
                    <a:pt x="35148" y="34655"/>
                  </a:lnTo>
                  <a:lnTo>
                    <a:pt x="35198" y="34665"/>
                  </a:lnTo>
                  <a:lnTo>
                    <a:pt x="35259" y="34675"/>
                  </a:lnTo>
                  <a:lnTo>
                    <a:pt x="35319" y="34706"/>
                  </a:lnTo>
                  <a:lnTo>
                    <a:pt x="35369" y="34736"/>
                  </a:lnTo>
                  <a:lnTo>
                    <a:pt x="35430" y="34776"/>
                  </a:lnTo>
                  <a:lnTo>
                    <a:pt x="35480" y="34836"/>
                  </a:lnTo>
                  <a:lnTo>
                    <a:pt x="35601" y="34977"/>
                  </a:lnTo>
                  <a:lnTo>
                    <a:pt x="35721" y="35158"/>
                  </a:lnTo>
                  <a:lnTo>
                    <a:pt x="35832" y="35349"/>
                  </a:lnTo>
                  <a:lnTo>
                    <a:pt x="35922" y="35560"/>
                  </a:lnTo>
                  <a:lnTo>
                    <a:pt x="36003" y="35771"/>
                  </a:lnTo>
                  <a:lnTo>
                    <a:pt x="36063" y="35982"/>
                  </a:lnTo>
                  <a:lnTo>
                    <a:pt x="36083" y="36083"/>
                  </a:lnTo>
                  <a:lnTo>
                    <a:pt x="36093" y="36183"/>
                  </a:lnTo>
                  <a:lnTo>
                    <a:pt x="36101" y="36254"/>
                  </a:lnTo>
                  <a:lnTo>
                    <a:pt x="36113" y="36083"/>
                  </a:lnTo>
                  <a:lnTo>
                    <a:pt x="36133" y="35791"/>
                  </a:lnTo>
                  <a:lnTo>
                    <a:pt x="36133" y="35510"/>
                  </a:lnTo>
                  <a:lnTo>
                    <a:pt x="36123" y="35218"/>
                  </a:lnTo>
                  <a:lnTo>
                    <a:pt x="36113" y="34937"/>
                  </a:lnTo>
                  <a:lnTo>
                    <a:pt x="36083" y="34645"/>
                  </a:lnTo>
                  <a:lnTo>
                    <a:pt x="36053" y="34364"/>
                  </a:lnTo>
                  <a:lnTo>
                    <a:pt x="36013" y="34082"/>
                  </a:lnTo>
                  <a:lnTo>
                    <a:pt x="35962" y="33912"/>
                  </a:lnTo>
                  <a:lnTo>
                    <a:pt x="35912" y="33721"/>
                  </a:lnTo>
                  <a:lnTo>
                    <a:pt x="35852" y="33520"/>
                  </a:lnTo>
                  <a:lnTo>
                    <a:pt x="35832" y="33419"/>
                  </a:lnTo>
                  <a:lnTo>
                    <a:pt x="35822" y="33319"/>
                  </a:lnTo>
                  <a:lnTo>
                    <a:pt x="35822" y="33228"/>
                  </a:lnTo>
                  <a:lnTo>
                    <a:pt x="35832" y="33148"/>
                  </a:lnTo>
                  <a:lnTo>
                    <a:pt x="35852" y="33067"/>
                  </a:lnTo>
                  <a:lnTo>
                    <a:pt x="35902" y="32997"/>
                  </a:lnTo>
                  <a:lnTo>
                    <a:pt x="35962" y="32937"/>
                  </a:lnTo>
                  <a:lnTo>
                    <a:pt x="36053" y="32896"/>
                  </a:lnTo>
                  <a:lnTo>
                    <a:pt x="36163" y="32866"/>
                  </a:lnTo>
                  <a:lnTo>
                    <a:pt x="36304" y="32846"/>
                  </a:lnTo>
                  <a:lnTo>
                    <a:pt x="36384" y="32846"/>
                  </a:lnTo>
                  <a:lnTo>
                    <a:pt x="36465" y="32856"/>
                  </a:lnTo>
                  <a:lnTo>
                    <a:pt x="36545" y="32876"/>
                  </a:lnTo>
                  <a:lnTo>
                    <a:pt x="36626" y="32896"/>
                  </a:lnTo>
                  <a:lnTo>
                    <a:pt x="36696" y="32927"/>
                  </a:lnTo>
                  <a:lnTo>
                    <a:pt x="36766" y="32967"/>
                  </a:lnTo>
                  <a:lnTo>
                    <a:pt x="36897" y="33047"/>
                  </a:lnTo>
                  <a:lnTo>
                    <a:pt x="37028" y="33148"/>
                  </a:lnTo>
                  <a:lnTo>
                    <a:pt x="37148" y="33248"/>
                  </a:lnTo>
                  <a:lnTo>
                    <a:pt x="37249" y="33359"/>
                  </a:lnTo>
                  <a:lnTo>
                    <a:pt x="37349" y="33459"/>
                  </a:lnTo>
                  <a:lnTo>
                    <a:pt x="37570" y="33731"/>
                  </a:lnTo>
                  <a:lnTo>
                    <a:pt x="37792" y="34012"/>
                  </a:lnTo>
                  <a:lnTo>
                    <a:pt x="37983" y="34314"/>
                  </a:lnTo>
                  <a:lnTo>
                    <a:pt x="38174" y="34615"/>
                  </a:lnTo>
                  <a:lnTo>
                    <a:pt x="38334" y="34917"/>
                  </a:lnTo>
                  <a:lnTo>
                    <a:pt x="38495" y="35228"/>
                  </a:lnTo>
                  <a:lnTo>
                    <a:pt x="38636" y="35550"/>
                  </a:lnTo>
                  <a:lnTo>
                    <a:pt x="38767" y="35861"/>
                  </a:lnTo>
                  <a:lnTo>
                    <a:pt x="39008" y="36444"/>
                  </a:lnTo>
                  <a:lnTo>
                    <a:pt x="39229" y="37007"/>
                  </a:lnTo>
                  <a:lnTo>
                    <a:pt x="39460" y="37540"/>
                  </a:lnTo>
                  <a:lnTo>
                    <a:pt x="39591" y="37791"/>
                  </a:lnTo>
                  <a:lnTo>
                    <a:pt x="39711" y="38042"/>
                  </a:lnTo>
                  <a:lnTo>
                    <a:pt x="39852" y="38294"/>
                  </a:lnTo>
                  <a:lnTo>
                    <a:pt x="39993" y="38535"/>
                  </a:lnTo>
                  <a:lnTo>
                    <a:pt x="40143" y="38766"/>
                  </a:lnTo>
                  <a:lnTo>
                    <a:pt x="40304" y="39007"/>
                  </a:lnTo>
                  <a:lnTo>
                    <a:pt x="40475" y="39238"/>
                  </a:lnTo>
                  <a:lnTo>
                    <a:pt x="40666" y="39460"/>
                  </a:lnTo>
                  <a:lnTo>
                    <a:pt x="40867" y="39691"/>
                  </a:lnTo>
                  <a:lnTo>
                    <a:pt x="41088" y="39912"/>
                  </a:lnTo>
                  <a:lnTo>
                    <a:pt x="40867" y="39329"/>
                  </a:lnTo>
                  <a:lnTo>
                    <a:pt x="40656" y="38746"/>
                  </a:lnTo>
                  <a:lnTo>
                    <a:pt x="40455" y="38163"/>
                  </a:lnTo>
                  <a:lnTo>
                    <a:pt x="40244" y="37580"/>
                  </a:lnTo>
                  <a:lnTo>
                    <a:pt x="40143" y="37349"/>
                  </a:lnTo>
                  <a:lnTo>
                    <a:pt x="40083" y="37178"/>
                  </a:lnTo>
                  <a:lnTo>
                    <a:pt x="40033" y="36997"/>
                  </a:lnTo>
                  <a:lnTo>
                    <a:pt x="40013" y="36917"/>
                  </a:lnTo>
                  <a:lnTo>
                    <a:pt x="40003" y="36836"/>
                  </a:lnTo>
                  <a:lnTo>
                    <a:pt x="40003" y="36776"/>
                  </a:lnTo>
                  <a:lnTo>
                    <a:pt x="40023" y="36726"/>
                  </a:lnTo>
                  <a:lnTo>
                    <a:pt x="40043" y="36706"/>
                  </a:lnTo>
                  <a:lnTo>
                    <a:pt x="40053" y="36696"/>
                  </a:lnTo>
                  <a:lnTo>
                    <a:pt x="40083" y="36686"/>
                  </a:lnTo>
                  <a:lnTo>
                    <a:pt x="40103" y="36686"/>
                  </a:lnTo>
                  <a:lnTo>
                    <a:pt x="40174" y="36696"/>
                  </a:lnTo>
                  <a:lnTo>
                    <a:pt x="40264" y="36736"/>
                  </a:lnTo>
                  <a:lnTo>
                    <a:pt x="40334" y="36776"/>
                  </a:lnTo>
                  <a:lnTo>
                    <a:pt x="40405" y="36836"/>
                  </a:lnTo>
                  <a:lnTo>
                    <a:pt x="40465" y="36907"/>
                  </a:lnTo>
                  <a:lnTo>
                    <a:pt x="40525" y="36987"/>
                  </a:lnTo>
                  <a:lnTo>
                    <a:pt x="40646" y="37168"/>
                  </a:lnTo>
                  <a:lnTo>
                    <a:pt x="40757" y="37369"/>
                  </a:lnTo>
                  <a:lnTo>
                    <a:pt x="40958" y="37781"/>
                  </a:lnTo>
                  <a:lnTo>
                    <a:pt x="41058" y="37962"/>
                  </a:lnTo>
                  <a:lnTo>
                    <a:pt x="41108" y="38032"/>
                  </a:lnTo>
                  <a:lnTo>
                    <a:pt x="41159" y="38103"/>
                  </a:lnTo>
                  <a:lnTo>
                    <a:pt x="41299" y="38264"/>
                  </a:lnTo>
                  <a:lnTo>
                    <a:pt x="41460" y="38424"/>
                  </a:lnTo>
                  <a:lnTo>
                    <a:pt x="41621" y="38585"/>
                  </a:lnTo>
                  <a:lnTo>
                    <a:pt x="41792" y="38726"/>
                  </a:lnTo>
                  <a:lnTo>
                    <a:pt x="41983" y="38857"/>
                  </a:lnTo>
                  <a:lnTo>
                    <a:pt x="42184" y="38957"/>
                  </a:lnTo>
                  <a:lnTo>
                    <a:pt x="42294" y="39007"/>
                  </a:lnTo>
                  <a:lnTo>
                    <a:pt x="42395" y="39048"/>
                  </a:lnTo>
                  <a:lnTo>
                    <a:pt x="42515" y="39088"/>
                  </a:lnTo>
                  <a:lnTo>
                    <a:pt x="42626" y="39118"/>
                  </a:lnTo>
                  <a:lnTo>
                    <a:pt x="42626" y="39118"/>
                  </a:lnTo>
                  <a:lnTo>
                    <a:pt x="42475" y="38957"/>
                  </a:lnTo>
                  <a:lnTo>
                    <a:pt x="42335" y="38786"/>
                  </a:lnTo>
                  <a:lnTo>
                    <a:pt x="42214" y="38615"/>
                  </a:lnTo>
                  <a:lnTo>
                    <a:pt x="42113" y="38434"/>
                  </a:lnTo>
                  <a:lnTo>
                    <a:pt x="42013" y="38254"/>
                  </a:lnTo>
                  <a:lnTo>
                    <a:pt x="41922" y="38063"/>
                  </a:lnTo>
                  <a:lnTo>
                    <a:pt x="41762" y="37681"/>
                  </a:lnTo>
                  <a:lnTo>
                    <a:pt x="41611" y="37299"/>
                  </a:lnTo>
                  <a:lnTo>
                    <a:pt x="41520" y="37108"/>
                  </a:lnTo>
                  <a:lnTo>
                    <a:pt x="41440" y="36917"/>
                  </a:lnTo>
                  <a:lnTo>
                    <a:pt x="41340" y="36736"/>
                  </a:lnTo>
                  <a:lnTo>
                    <a:pt x="41239" y="36555"/>
                  </a:lnTo>
                  <a:lnTo>
                    <a:pt x="41118" y="36384"/>
                  </a:lnTo>
                  <a:lnTo>
                    <a:pt x="40988" y="36223"/>
                  </a:lnTo>
                  <a:lnTo>
                    <a:pt x="40847" y="36072"/>
                  </a:lnTo>
                  <a:lnTo>
                    <a:pt x="40706" y="35932"/>
                  </a:lnTo>
                  <a:lnTo>
                    <a:pt x="40425" y="35670"/>
                  </a:lnTo>
                  <a:lnTo>
                    <a:pt x="40143" y="35429"/>
                  </a:lnTo>
                  <a:lnTo>
                    <a:pt x="39862" y="35188"/>
                  </a:lnTo>
                  <a:lnTo>
                    <a:pt x="39581" y="34957"/>
                  </a:lnTo>
                  <a:lnTo>
                    <a:pt x="39309" y="34706"/>
                  </a:lnTo>
                  <a:lnTo>
                    <a:pt x="39179" y="34575"/>
                  </a:lnTo>
                  <a:lnTo>
                    <a:pt x="39048" y="34434"/>
                  </a:lnTo>
                  <a:lnTo>
                    <a:pt x="38927" y="34283"/>
                  </a:lnTo>
                  <a:lnTo>
                    <a:pt x="38797" y="34123"/>
                  </a:lnTo>
                  <a:lnTo>
                    <a:pt x="38636" y="33922"/>
                  </a:lnTo>
                  <a:lnTo>
                    <a:pt x="38364" y="33630"/>
                  </a:lnTo>
                  <a:lnTo>
                    <a:pt x="38043" y="33258"/>
                  </a:lnTo>
                  <a:lnTo>
                    <a:pt x="37701" y="32866"/>
                  </a:lnTo>
                  <a:lnTo>
                    <a:pt x="37530" y="32655"/>
                  </a:lnTo>
                  <a:lnTo>
                    <a:pt x="37369" y="32454"/>
                  </a:lnTo>
                  <a:lnTo>
                    <a:pt x="37229" y="32263"/>
                  </a:lnTo>
                  <a:lnTo>
                    <a:pt x="37118" y="32092"/>
                  </a:lnTo>
                  <a:lnTo>
                    <a:pt x="37018" y="31921"/>
                  </a:lnTo>
                  <a:lnTo>
                    <a:pt x="36957" y="31781"/>
                  </a:lnTo>
                  <a:lnTo>
                    <a:pt x="36947" y="31720"/>
                  </a:lnTo>
                  <a:lnTo>
                    <a:pt x="36937" y="31670"/>
                  </a:lnTo>
                  <a:lnTo>
                    <a:pt x="36937" y="31620"/>
                  </a:lnTo>
                  <a:lnTo>
                    <a:pt x="36957" y="31580"/>
                  </a:lnTo>
                  <a:lnTo>
                    <a:pt x="36988" y="31529"/>
                  </a:lnTo>
                  <a:lnTo>
                    <a:pt x="37038" y="31489"/>
                  </a:lnTo>
                  <a:lnTo>
                    <a:pt x="37088" y="31459"/>
                  </a:lnTo>
                  <a:lnTo>
                    <a:pt x="37158" y="31439"/>
                  </a:lnTo>
                  <a:lnTo>
                    <a:pt x="37229" y="31419"/>
                  </a:lnTo>
                  <a:lnTo>
                    <a:pt x="37319" y="31409"/>
                  </a:lnTo>
                  <a:lnTo>
                    <a:pt x="37510" y="31409"/>
                  </a:lnTo>
                  <a:lnTo>
                    <a:pt x="37731" y="31439"/>
                  </a:lnTo>
                  <a:lnTo>
                    <a:pt x="37962" y="31479"/>
                  </a:lnTo>
                  <a:lnTo>
                    <a:pt x="38214" y="31529"/>
                  </a:lnTo>
                  <a:lnTo>
                    <a:pt x="38485" y="31600"/>
                  </a:lnTo>
                  <a:lnTo>
                    <a:pt x="39008" y="31741"/>
                  </a:lnTo>
                  <a:lnTo>
                    <a:pt x="39510" y="31891"/>
                  </a:lnTo>
                  <a:lnTo>
                    <a:pt x="39731" y="31952"/>
                  </a:lnTo>
                  <a:lnTo>
                    <a:pt x="39932" y="32002"/>
                  </a:lnTo>
                  <a:lnTo>
                    <a:pt x="40103" y="32032"/>
                  </a:lnTo>
                  <a:lnTo>
                    <a:pt x="40234" y="32042"/>
                  </a:lnTo>
                  <a:lnTo>
                    <a:pt x="39953" y="31932"/>
                  </a:lnTo>
                  <a:lnTo>
                    <a:pt x="39711" y="31811"/>
                  </a:lnTo>
                  <a:lnTo>
                    <a:pt x="39480" y="31680"/>
                  </a:lnTo>
                  <a:lnTo>
                    <a:pt x="39269" y="31550"/>
                  </a:lnTo>
                  <a:lnTo>
                    <a:pt x="39068" y="31409"/>
                  </a:lnTo>
                  <a:lnTo>
                    <a:pt x="38877" y="31278"/>
                  </a:lnTo>
                  <a:lnTo>
                    <a:pt x="38505" y="31017"/>
                  </a:lnTo>
                  <a:lnTo>
                    <a:pt x="38314" y="30886"/>
                  </a:lnTo>
                  <a:lnTo>
                    <a:pt x="38123" y="30766"/>
                  </a:lnTo>
                  <a:lnTo>
                    <a:pt x="37912" y="30655"/>
                  </a:lnTo>
                  <a:lnTo>
                    <a:pt x="37681" y="30545"/>
                  </a:lnTo>
                  <a:lnTo>
                    <a:pt x="37440" y="30454"/>
                  </a:lnTo>
                  <a:lnTo>
                    <a:pt x="37168" y="30374"/>
                  </a:lnTo>
                  <a:lnTo>
                    <a:pt x="36867" y="30313"/>
                  </a:lnTo>
                  <a:lnTo>
                    <a:pt x="36535" y="30263"/>
                  </a:lnTo>
                  <a:lnTo>
                    <a:pt x="36334" y="30223"/>
                  </a:lnTo>
                  <a:lnTo>
                    <a:pt x="36153" y="30183"/>
                  </a:lnTo>
                  <a:lnTo>
                    <a:pt x="35972" y="30132"/>
                  </a:lnTo>
                  <a:lnTo>
                    <a:pt x="35812" y="30072"/>
                  </a:lnTo>
                  <a:lnTo>
                    <a:pt x="35661" y="30002"/>
                  </a:lnTo>
                  <a:lnTo>
                    <a:pt x="35520" y="29921"/>
                  </a:lnTo>
                  <a:lnTo>
                    <a:pt x="35379" y="29831"/>
                  </a:lnTo>
                  <a:lnTo>
                    <a:pt x="35249" y="29730"/>
                  </a:lnTo>
                  <a:lnTo>
                    <a:pt x="35128" y="29630"/>
                  </a:lnTo>
                  <a:lnTo>
                    <a:pt x="35008" y="29529"/>
                  </a:lnTo>
                  <a:lnTo>
                    <a:pt x="34766" y="29298"/>
                  </a:lnTo>
                  <a:lnTo>
                    <a:pt x="34284" y="28806"/>
                  </a:lnTo>
                  <a:lnTo>
                    <a:pt x="34203" y="28725"/>
                  </a:lnTo>
                  <a:lnTo>
                    <a:pt x="34123" y="28625"/>
                  </a:lnTo>
                  <a:lnTo>
                    <a:pt x="34043" y="28524"/>
                  </a:lnTo>
                  <a:lnTo>
                    <a:pt x="33972" y="28414"/>
                  </a:lnTo>
                  <a:lnTo>
                    <a:pt x="33902" y="28303"/>
                  </a:lnTo>
                  <a:lnTo>
                    <a:pt x="33852" y="28183"/>
                  </a:lnTo>
                  <a:lnTo>
                    <a:pt x="33801" y="28072"/>
                  </a:lnTo>
                  <a:lnTo>
                    <a:pt x="33781" y="27961"/>
                  </a:lnTo>
                  <a:lnTo>
                    <a:pt x="33771" y="27851"/>
                  </a:lnTo>
                  <a:lnTo>
                    <a:pt x="33781" y="27740"/>
                  </a:lnTo>
                  <a:lnTo>
                    <a:pt x="33791" y="27690"/>
                  </a:lnTo>
                  <a:lnTo>
                    <a:pt x="33811" y="27640"/>
                  </a:lnTo>
                  <a:lnTo>
                    <a:pt x="33842" y="27600"/>
                  </a:lnTo>
                  <a:lnTo>
                    <a:pt x="33872" y="27549"/>
                  </a:lnTo>
                  <a:lnTo>
                    <a:pt x="33912" y="27509"/>
                  </a:lnTo>
                  <a:lnTo>
                    <a:pt x="33962" y="27469"/>
                  </a:lnTo>
                  <a:lnTo>
                    <a:pt x="34023" y="27439"/>
                  </a:lnTo>
                  <a:lnTo>
                    <a:pt x="34083" y="27409"/>
                  </a:lnTo>
                  <a:lnTo>
                    <a:pt x="34153" y="27378"/>
                  </a:lnTo>
                  <a:lnTo>
                    <a:pt x="34234" y="27348"/>
                  </a:lnTo>
                  <a:lnTo>
                    <a:pt x="34415" y="27308"/>
                  </a:lnTo>
                  <a:lnTo>
                    <a:pt x="34686" y="27308"/>
                  </a:lnTo>
                  <a:lnTo>
                    <a:pt x="34857" y="27318"/>
                  </a:lnTo>
                  <a:lnTo>
                    <a:pt x="35068" y="27348"/>
                  </a:lnTo>
                  <a:lnTo>
                    <a:pt x="35520" y="27419"/>
                  </a:lnTo>
                  <a:lnTo>
                    <a:pt x="36013" y="27509"/>
                  </a:lnTo>
                  <a:lnTo>
                    <a:pt x="36505" y="27600"/>
                  </a:lnTo>
                  <a:lnTo>
                    <a:pt x="36957" y="27700"/>
                  </a:lnTo>
                  <a:lnTo>
                    <a:pt x="37611" y="27841"/>
                  </a:lnTo>
                  <a:lnTo>
                    <a:pt x="37952" y="27901"/>
                  </a:lnTo>
                  <a:lnTo>
                    <a:pt x="38304" y="27982"/>
                  </a:lnTo>
                  <a:lnTo>
                    <a:pt x="38656" y="28072"/>
                  </a:lnTo>
                  <a:lnTo>
                    <a:pt x="39008" y="28173"/>
                  </a:lnTo>
                  <a:lnTo>
                    <a:pt x="39349" y="28293"/>
                  </a:lnTo>
                  <a:lnTo>
                    <a:pt x="39510" y="28353"/>
                  </a:lnTo>
                  <a:lnTo>
                    <a:pt x="39671" y="28434"/>
                  </a:lnTo>
                  <a:lnTo>
                    <a:pt x="39832" y="28514"/>
                  </a:lnTo>
                  <a:lnTo>
                    <a:pt x="39983" y="28595"/>
                  </a:lnTo>
                  <a:lnTo>
                    <a:pt x="40123" y="28695"/>
                  </a:lnTo>
                  <a:lnTo>
                    <a:pt x="40254" y="28796"/>
                  </a:lnTo>
                  <a:lnTo>
                    <a:pt x="40435" y="28946"/>
                  </a:lnTo>
                  <a:lnTo>
                    <a:pt x="40596" y="29097"/>
                  </a:lnTo>
                  <a:lnTo>
                    <a:pt x="40747" y="29268"/>
                  </a:lnTo>
                  <a:lnTo>
                    <a:pt x="40887" y="29439"/>
                  </a:lnTo>
                  <a:lnTo>
                    <a:pt x="41018" y="29610"/>
                  </a:lnTo>
                  <a:lnTo>
                    <a:pt x="41139" y="29791"/>
                  </a:lnTo>
                  <a:lnTo>
                    <a:pt x="41370" y="30142"/>
                  </a:lnTo>
                  <a:lnTo>
                    <a:pt x="41601" y="30514"/>
                  </a:lnTo>
                  <a:lnTo>
                    <a:pt x="41721" y="30695"/>
                  </a:lnTo>
                  <a:lnTo>
                    <a:pt x="41852" y="30866"/>
                  </a:lnTo>
                  <a:lnTo>
                    <a:pt x="41983" y="31047"/>
                  </a:lnTo>
                  <a:lnTo>
                    <a:pt x="42123" y="31218"/>
                  </a:lnTo>
                  <a:lnTo>
                    <a:pt x="42274" y="31389"/>
                  </a:lnTo>
                  <a:lnTo>
                    <a:pt x="42445" y="31550"/>
                  </a:lnTo>
                  <a:lnTo>
                    <a:pt x="42787" y="31871"/>
                  </a:lnTo>
                  <a:lnTo>
                    <a:pt x="43119" y="32193"/>
                  </a:lnTo>
                  <a:lnTo>
                    <a:pt x="43450" y="32525"/>
                  </a:lnTo>
                  <a:lnTo>
                    <a:pt x="43782" y="32836"/>
                  </a:lnTo>
                  <a:lnTo>
                    <a:pt x="44134" y="33148"/>
                  </a:lnTo>
                  <a:lnTo>
                    <a:pt x="44315" y="33288"/>
                  </a:lnTo>
                  <a:lnTo>
                    <a:pt x="44495" y="33429"/>
                  </a:lnTo>
                  <a:lnTo>
                    <a:pt x="44686" y="33570"/>
                  </a:lnTo>
                  <a:lnTo>
                    <a:pt x="44877" y="33700"/>
                  </a:lnTo>
                  <a:lnTo>
                    <a:pt x="45078" y="33821"/>
                  </a:lnTo>
                  <a:lnTo>
                    <a:pt x="45289" y="33932"/>
                  </a:lnTo>
                  <a:lnTo>
                    <a:pt x="45199" y="33711"/>
                  </a:lnTo>
                  <a:lnTo>
                    <a:pt x="45099" y="33499"/>
                  </a:lnTo>
                  <a:lnTo>
                    <a:pt x="44988" y="33288"/>
                  </a:lnTo>
                  <a:lnTo>
                    <a:pt x="44877" y="33087"/>
                  </a:lnTo>
                  <a:lnTo>
                    <a:pt x="44747" y="32886"/>
                  </a:lnTo>
                  <a:lnTo>
                    <a:pt x="44616" y="32695"/>
                  </a:lnTo>
                  <a:lnTo>
                    <a:pt x="44475" y="32504"/>
                  </a:lnTo>
                  <a:lnTo>
                    <a:pt x="44335" y="32313"/>
                  </a:lnTo>
                  <a:lnTo>
                    <a:pt x="44184" y="32133"/>
                  </a:lnTo>
                  <a:lnTo>
                    <a:pt x="44033" y="31952"/>
                  </a:lnTo>
                  <a:lnTo>
                    <a:pt x="43701" y="31590"/>
                  </a:lnTo>
                  <a:lnTo>
                    <a:pt x="43360" y="31248"/>
                  </a:lnTo>
                  <a:lnTo>
                    <a:pt x="43008" y="30906"/>
                  </a:lnTo>
                  <a:lnTo>
                    <a:pt x="42897" y="30806"/>
                  </a:lnTo>
                  <a:lnTo>
                    <a:pt x="42737" y="30675"/>
                  </a:lnTo>
                  <a:lnTo>
                    <a:pt x="42556" y="30534"/>
                  </a:lnTo>
                  <a:lnTo>
                    <a:pt x="42375" y="30374"/>
                  </a:lnTo>
                  <a:lnTo>
                    <a:pt x="42284" y="30293"/>
                  </a:lnTo>
                  <a:lnTo>
                    <a:pt x="42214" y="30213"/>
                  </a:lnTo>
                  <a:lnTo>
                    <a:pt x="42144" y="30122"/>
                  </a:lnTo>
                  <a:lnTo>
                    <a:pt x="42093" y="30042"/>
                  </a:lnTo>
                  <a:lnTo>
                    <a:pt x="42053" y="29962"/>
                  </a:lnTo>
                  <a:lnTo>
                    <a:pt x="42033" y="29881"/>
                  </a:lnTo>
                  <a:lnTo>
                    <a:pt x="42043" y="29811"/>
                  </a:lnTo>
                  <a:lnTo>
                    <a:pt x="42053" y="29771"/>
                  </a:lnTo>
                  <a:lnTo>
                    <a:pt x="42063" y="29730"/>
                  </a:lnTo>
                  <a:lnTo>
                    <a:pt x="42113" y="29660"/>
                  </a:lnTo>
                  <a:lnTo>
                    <a:pt x="42184" y="29610"/>
                  </a:lnTo>
                  <a:lnTo>
                    <a:pt x="42244" y="29580"/>
                  </a:lnTo>
                  <a:lnTo>
                    <a:pt x="42325" y="29560"/>
                  </a:lnTo>
                  <a:lnTo>
                    <a:pt x="42405" y="29560"/>
                  </a:lnTo>
                  <a:lnTo>
                    <a:pt x="42495" y="29570"/>
                  </a:lnTo>
                  <a:lnTo>
                    <a:pt x="42576" y="29590"/>
                  </a:lnTo>
                  <a:lnTo>
                    <a:pt x="42676" y="29610"/>
                  </a:lnTo>
                  <a:lnTo>
                    <a:pt x="42857" y="29680"/>
                  </a:lnTo>
                  <a:lnTo>
                    <a:pt x="43038" y="29750"/>
                  </a:lnTo>
                  <a:lnTo>
                    <a:pt x="43209" y="29811"/>
                  </a:lnTo>
                  <a:lnTo>
                    <a:pt x="43289" y="29831"/>
                  </a:lnTo>
                  <a:lnTo>
                    <a:pt x="43360" y="29841"/>
                  </a:lnTo>
                  <a:lnTo>
                    <a:pt x="43571" y="29841"/>
                  </a:lnTo>
                  <a:lnTo>
                    <a:pt x="43802" y="29831"/>
                  </a:lnTo>
                  <a:lnTo>
                    <a:pt x="44043" y="29811"/>
                  </a:lnTo>
                  <a:lnTo>
                    <a:pt x="44284" y="29771"/>
                  </a:lnTo>
                  <a:lnTo>
                    <a:pt x="44516" y="29710"/>
                  </a:lnTo>
                  <a:lnTo>
                    <a:pt x="44747" y="29650"/>
                  </a:lnTo>
                  <a:lnTo>
                    <a:pt x="44948" y="29580"/>
                  </a:lnTo>
                  <a:lnTo>
                    <a:pt x="45129" y="29499"/>
                  </a:lnTo>
                  <a:lnTo>
                    <a:pt x="44787" y="29399"/>
                  </a:lnTo>
                  <a:lnTo>
                    <a:pt x="44465" y="29298"/>
                  </a:lnTo>
                  <a:lnTo>
                    <a:pt x="44305" y="29248"/>
                  </a:lnTo>
                  <a:lnTo>
                    <a:pt x="44144" y="29208"/>
                  </a:lnTo>
                  <a:lnTo>
                    <a:pt x="43973" y="29178"/>
                  </a:lnTo>
                  <a:lnTo>
                    <a:pt x="43792" y="29157"/>
                  </a:lnTo>
                  <a:lnTo>
                    <a:pt x="43641" y="29137"/>
                  </a:lnTo>
                  <a:lnTo>
                    <a:pt x="43480" y="29107"/>
                  </a:lnTo>
                  <a:lnTo>
                    <a:pt x="43189" y="29027"/>
                  </a:lnTo>
                  <a:lnTo>
                    <a:pt x="42887" y="28946"/>
                  </a:lnTo>
                  <a:lnTo>
                    <a:pt x="42737" y="28916"/>
                  </a:lnTo>
                  <a:lnTo>
                    <a:pt x="42586" y="28886"/>
                  </a:lnTo>
                  <a:lnTo>
                    <a:pt x="42063" y="28786"/>
                  </a:lnTo>
                  <a:lnTo>
                    <a:pt x="41802" y="28735"/>
                  </a:lnTo>
                  <a:lnTo>
                    <a:pt x="41551" y="28675"/>
                  </a:lnTo>
                  <a:lnTo>
                    <a:pt x="41390" y="28625"/>
                  </a:lnTo>
                  <a:lnTo>
                    <a:pt x="41229" y="28554"/>
                  </a:lnTo>
                  <a:lnTo>
                    <a:pt x="41068" y="28484"/>
                  </a:lnTo>
                  <a:lnTo>
                    <a:pt x="40907" y="28394"/>
                  </a:lnTo>
                  <a:lnTo>
                    <a:pt x="40747" y="28303"/>
                  </a:lnTo>
                  <a:lnTo>
                    <a:pt x="40596" y="28193"/>
                  </a:lnTo>
                  <a:lnTo>
                    <a:pt x="40455" y="28082"/>
                  </a:lnTo>
                  <a:lnTo>
                    <a:pt x="40324" y="27951"/>
                  </a:lnTo>
                  <a:lnTo>
                    <a:pt x="40214" y="27831"/>
                  </a:lnTo>
                  <a:lnTo>
                    <a:pt x="40113" y="27690"/>
                  </a:lnTo>
                  <a:lnTo>
                    <a:pt x="40043" y="27549"/>
                  </a:lnTo>
                  <a:lnTo>
                    <a:pt x="40013" y="27469"/>
                  </a:lnTo>
                  <a:lnTo>
                    <a:pt x="39993" y="27399"/>
                  </a:lnTo>
                  <a:lnTo>
                    <a:pt x="39973" y="27328"/>
                  </a:lnTo>
                  <a:lnTo>
                    <a:pt x="39963" y="27248"/>
                  </a:lnTo>
                  <a:lnTo>
                    <a:pt x="39963" y="27167"/>
                  </a:lnTo>
                  <a:lnTo>
                    <a:pt x="39973" y="27097"/>
                  </a:lnTo>
                  <a:lnTo>
                    <a:pt x="39983" y="27017"/>
                  </a:lnTo>
                  <a:lnTo>
                    <a:pt x="40013" y="26936"/>
                  </a:lnTo>
                  <a:lnTo>
                    <a:pt x="40043" y="26856"/>
                  </a:lnTo>
                  <a:lnTo>
                    <a:pt x="40083" y="26775"/>
                  </a:lnTo>
                  <a:lnTo>
                    <a:pt x="40154" y="26655"/>
                  </a:lnTo>
                  <a:lnTo>
                    <a:pt x="40244" y="26554"/>
                  </a:lnTo>
                  <a:lnTo>
                    <a:pt x="40345" y="26444"/>
                  </a:lnTo>
                  <a:lnTo>
                    <a:pt x="40455" y="26353"/>
                  </a:lnTo>
                  <a:lnTo>
                    <a:pt x="40586" y="26263"/>
                  </a:lnTo>
                  <a:lnTo>
                    <a:pt x="40706" y="26182"/>
                  </a:lnTo>
                  <a:lnTo>
                    <a:pt x="40847" y="26112"/>
                  </a:lnTo>
                  <a:lnTo>
                    <a:pt x="40988" y="26042"/>
                  </a:lnTo>
                  <a:lnTo>
                    <a:pt x="41279" y="25911"/>
                  </a:lnTo>
                  <a:lnTo>
                    <a:pt x="41581" y="25790"/>
                  </a:lnTo>
                  <a:lnTo>
                    <a:pt x="42154" y="25599"/>
                  </a:lnTo>
                  <a:lnTo>
                    <a:pt x="42375" y="25529"/>
                  </a:lnTo>
                  <a:lnTo>
                    <a:pt x="42586" y="25469"/>
                  </a:lnTo>
                  <a:lnTo>
                    <a:pt x="42998" y="25358"/>
                  </a:lnTo>
                  <a:lnTo>
                    <a:pt x="43390" y="25278"/>
                  </a:lnTo>
                  <a:lnTo>
                    <a:pt x="43772" y="25177"/>
                  </a:lnTo>
                  <a:lnTo>
                    <a:pt x="43963" y="25127"/>
                  </a:lnTo>
                  <a:lnTo>
                    <a:pt x="44144" y="25057"/>
                  </a:lnTo>
                  <a:lnTo>
                    <a:pt x="44335" y="24986"/>
                  </a:lnTo>
                  <a:lnTo>
                    <a:pt x="44516" y="24896"/>
                  </a:lnTo>
                  <a:lnTo>
                    <a:pt x="44707" y="24805"/>
                  </a:lnTo>
                  <a:lnTo>
                    <a:pt x="44887" y="24685"/>
                  </a:lnTo>
                  <a:lnTo>
                    <a:pt x="45078" y="24544"/>
                  </a:lnTo>
                  <a:lnTo>
                    <a:pt x="45269" y="24393"/>
                  </a:lnTo>
                  <a:lnTo>
                    <a:pt x="45119" y="24413"/>
                  </a:lnTo>
                  <a:lnTo>
                    <a:pt x="44968" y="24444"/>
                  </a:lnTo>
                  <a:lnTo>
                    <a:pt x="44656" y="24514"/>
                  </a:lnTo>
                  <a:lnTo>
                    <a:pt x="44033" y="24675"/>
                  </a:lnTo>
                  <a:lnTo>
                    <a:pt x="43722" y="24755"/>
                  </a:lnTo>
                  <a:lnTo>
                    <a:pt x="43561" y="24785"/>
                  </a:lnTo>
                  <a:lnTo>
                    <a:pt x="43390" y="24805"/>
                  </a:lnTo>
                  <a:lnTo>
                    <a:pt x="43229" y="24826"/>
                  </a:lnTo>
                  <a:lnTo>
                    <a:pt x="42897" y="24826"/>
                  </a:lnTo>
                  <a:lnTo>
                    <a:pt x="42727" y="24805"/>
                  </a:lnTo>
                  <a:lnTo>
                    <a:pt x="42716" y="24745"/>
                  </a:lnTo>
                  <a:lnTo>
                    <a:pt x="42716" y="24685"/>
                  </a:lnTo>
                  <a:lnTo>
                    <a:pt x="42716" y="24615"/>
                  </a:lnTo>
                  <a:lnTo>
                    <a:pt x="42727" y="24554"/>
                  </a:lnTo>
                  <a:lnTo>
                    <a:pt x="42767" y="24434"/>
                  </a:lnTo>
                  <a:lnTo>
                    <a:pt x="42817" y="24323"/>
                  </a:lnTo>
                  <a:lnTo>
                    <a:pt x="42887" y="24212"/>
                  </a:lnTo>
                  <a:lnTo>
                    <a:pt x="42978" y="24102"/>
                  </a:lnTo>
                  <a:lnTo>
                    <a:pt x="43078" y="23991"/>
                  </a:lnTo>
                  <a:lnTo>
                    <a:pt x="43189" y="23891"/>
                  </a:lnTo>
                  <a:lnTo>
                    <a:pt x="43430" y="23690"/>
                  </a:lnTo>
                  <a:lnTo>
                    <a:pt x="43671" y="23489"/>
                  </a:lnTo>
                  <a:lnTo>
                    <a:pt x="43892" y="23298"/>
                  </a:lnTo>
                  <a:lnTo>
                    <a:pt x="44003" y="23207"/>
                  </a:lnTo>
                  <a:lnTo>
                    <a:pt x="44093" y="23107"/>
                  </a:lnTo>
                  <a:lnTo>
                    <a:pt x="43872" y="23187"/>
                  </a:lnTo>
                  <a:lnTo>
                    <a:pt x="43661" y="23278"/>
                  </a:lnTo>
                  <a:lnTo>
                    <a:pt x="43440" y="23378"/>
                  </a:lnTo>
                  <a:lnTo>
                    <a:pt x="43229" y="23489"/>
                  </a:lnTo>
                  <a:lnTo>
                    <a:pt x="43008" y="23619"/>
                  </a:lnTo>
                  <a:lnTo>
                    <a:pt x="42797" y="23750"/>
                  </a:lnTo>
                  <a:lnTo>
                    <a:pt x="42365" y="24032"/>
                  </a:lnTo>
                  <a:lnTo>
                    <a:pt x="41922" y="24333"/>
                  </a:lnTo>
                  <a:lnTo>
                    <a:pt x="41490" y="24645"/>
                  </a:lnTo>
                  <a:lnTo>
                    <a:pt x="41048" y="24956"/>
                  </a:lnTo>
                  <a:lnTo>
                    <a:pt x="40596" y="25248"/>
                  </a:lnTo>
                  <a:lnTo>
                    <a:pt x="40375" y="25388"/>
                  </a:lnTo>
                  <a:lnTo>
                    <a:pt x="40154" y="25529"/>
                  </a:lnTo>
                  <a:lnTo>
                    <a:pt x="39922" y="25650"/>
                  </a:lnTo>
                  <a:lnTo>
                    <a:pt x="39691" y="25770"/>
                  </a:lnTo>
                  <a:lnTo>
                    <a:pt x="39460" y="25881"/>
                  </a:lnTo>
                  <a:lnTo>
                    <a:pt x="39229" y="25971"/>
                  </a:lnTo>
                  <a:lnTo>
                    <a:pt x="38988" y="26052"/>
                  </a:lnTo>
                  <a:lnTo>
                    <a:pt x="38756" y="26122"/>
                  </a:lnTo>
                  <a:lnTo>
                    <a:pt x="38515" y="26172"/>
                  </a:lnTo>
                  <a:lnTo>
                    <a:pt x="38274" y="26213"/>
                  </a:lnTo>
                  <a:lnTo>
                    <a:pt x="38023" y="26233"/>
                  </a:lnTo>
                  <a:lnTo>
                    <a:pt x="37782" y="26233"/>
                  </a:lnTo>
                  <a:lnTo>
                    <a:pt x="37530" y="26213"/>
                  </a:lnTo>
                  <a:lnTo>
                    <a:pt x="37279" y="26162"/>
                  </a:lnTo>
                  <a:lnTo>
                    <a:pt x="37028" y="26102"/>
                  </a:lnTo>
                  <a:lnTo>
                    <a:pt x="36766" y="26012"/>
                  </a:lnTo>
                  <a:lnTo>
                    <a:pt x="36575" y="25931"/>
                  </a:lnTo>
                  <a:lnTo>
                    <a:pt x="36405" y="25851"/>
                  </a:lnTo>
                  <a:lnTo>
                    <a:pt x="36244" y="25750"/>
                  </a:lnTo>
                  <a:lnTo>
                    <a:pt x="36083" y="25660"/>
                  </a:lnTo>
                  <a:lnTo>
                    <a:pt x="35942" y="25549"/>
                  </a:lnTo>
                  <a:lnTo>
                    <a:pt x="35802" y="25439"/>
                  </a:lnTo>
                  <a:lnTo>
                    <a:pt x="35671" y="25328"/>
                  </a:lnTo>
                  <a:lnTo>
                    <a:pt x="35560" y="25208"/>
                  </a:lnTo>
                  <a:lnTo>
                    <a:pt x="35450" y="25077"/>
                  </a:lnTo>
                  <a:lnTo>
                    <a:pt x="35339" y="24946"/>
                  </a:lnTo>
                  <a:lnTo>
                    <a:pt x="35249" y="24805"/>
                  </a:lnTo>
                  <a:lnTo>
                    <a:pt x="35158" y="24655"/>
                  </a:lnTo>
                  <a:lnTo>
                    <a:pt x="35078" y="24514"/>
                  </a:lnTo>
                  <a:lnTo>
                    <a:pt x="35008" y="24353"/>
                  </a:lnTo>
                  <a:lnTo>
                    <a:pt x="34947" y="24202"/>
                  </a:lnTo>
                  <a:lnTo>
                    <a:pt x="34877" y="24032"/>
                  </a:lnTo>
                  <a:lnTo>
                    <a:pt x="34827" y="23871"/>
                  </a:lnTo>
                  <a:lnTo>
                    <a:pt x="34776" y="23690"/>
                  </a:lnTo>
                  <a:lnTo>
                    <a:pt x="34696" y="23338"/>
                  </a:lnTo>
                  <a:lnTo>
                    <a:pt x="34626" y="22966"/>
                  </a:lnTo>
                  <a:lnTo>
                    <a:pt x="34575" y="22584"/>
                  </a:lnTo>
                  <a:lnTo>
                    <a:pt x="34545" y="22182"/>
                  </a:lnTo>
                  <a:lnTo>
                    <a:pt x="34515" y="21770"/>
                  </a:lnTo>
                  <a:lnTo>
                    <a:pt x="34495" y="21348"/>
                  </a:lnTo>
                  <a:lnTo>
                    <a:pt x="34485" y="20916"/>
                  </a:lnTo>
                  <a:lnTo>
                    <a:pt x="34475" y="20725"/>
                  </a:lnTo>
                  <a:lnTo>
                    <a:pt x="34485" y="20544"/>
                  </a:lnTo>
                  <a:lnTo>
                    <a:pt x="34495" y="20373"/>
                  </a:lnTo>
                  <a:lnTo>
                    <a:pt x="34515" y="20192"/>
                  </a:lnTo>
                  <a:lnTo>
                    <a:pt x="34535" y="20021"/>
                  </a:lnTo>
                  <a:lnTo>
                    <a:pt x="34565" y="19860"/>
                  </a:lnTo>
                  <a:lnTo>
                    <a:pt x="34595" y="19700"/>
                  </a:lnTo>
                  <a:lnTo>
                    <a:pt x="34636" y="19539"/>
                  </a:lnTo>
                  <a:lnTo>
                    <a:pt x="34686" y="19388"/>
                  </a:lnTo>
                  <a:lnTo>
                    <a:pt x="34736" y="19237"/>
                  </a:lnTo>
                  <a:lnTo>
                    <a:pt x="34796" y="19097"/>
                  </a:lnTo>
                  <a:lnTo>
                    <a:pt x="34857" y="18956"/>
                  </a:lnTo>
                  <a:lnTo>
                    <a:pt x="34927" y="18815"/>
                  </a:lnTo>
                  <a:lnTo>
                    <a:pt x="35008" y="18685"/>
                  </a:lnTo>
                  <a:lnTo>
                    <a:pt x="35078" y="18554"/>
                  </a:lnTo>
                  <a:lnTo>
                    <a:pt x="35168" y="18433"/>
                  </a:lnTo>
                  <a:lnTo>
                    <a:pt x="35249" y="18313"/>
                  </a:lnTo>
                  <a:lnTo>
                    <a:pt x="35349" y="18202"/>
                  </a:lnTo>
                  <a:lnTo>
                    <a:pt x="35440" y="18092"/>
                  </a:lnTo>
                  <a:lnTo>
                    <a:pt x="35550" y="17991"/>
                  </a:lnTo>
                  <a:lnTo>
                    <a:pt x="35651" y="17880"/>
                  </a:lnTo>
                  <a:lnTo>
                    <a:pt x="35761" y="17790"/>
                  </a:lnTo>
                  <a:lnTo>
                    <a:pt x="36003" y="17609"/>
                  </a:lnTo>
                  <a:lnTo>
                    <a:pt x="36244" y="17448"/>
                  </a:lnTo>
                  <a:lnTo>
                    <a:pt x="36515" y="17297"/>
                  </a:lnTo>
                  <a:lnTo>
                    <a:pt x="36797" y="17177"/>
                  </a:lnTo>
                  <a:lnTo>
                    <a:pt x="37088" y="17066"/>
                  </a:lnTo>
                  <a:lnTo>
                    <a:pt x="37299" y="17006"/>
                  </a:lnTo>
                  <a:lnTo>
                    <a:pt x="37540" y="16936"/>
                  </a:lnTo>
                  <a:lnTo>
                    <a:pt x="37792" y="16885"/>
                  </a:lnTo>
                  <a:lnTo>
                    <a:pt x="38013" y="16845"/>
                  </a:lnTo>
                  <a:lnTo>
                    <a:pt x="38354" y="16805"/>
                  </a:lnTo>
                  <a:lnTo>
                    <a:pt x="38696" y="16775"/>
                  </a:lnTo>
                  <a:lnTo>
                    <a:pt x="39048" y="16755"/>
                  </a:lnTo>
                  <a:lnTo>
                    <a:pt x="39410" y="16735"/>
                  </a:lnTo>
                  <a:lnTo>
                    <a:pt x="40123" y="16725"/>
                  </a:lnTo>
                  <a:lnTo>
                    <a:pt x="40827" y="16715"/>
                  </a:lnTo>
                  <a:lnTo>
                    <a:pt x="41179" y="16704"/>
                  </a:lnTo>
                  <a:lnTo>
                    <a:pt x="41531" y="16694"/>
                  </a:lnTo>
                  <a:lnTo>
                    <a:pt x="41882" y="16674"/>
                  </a:lnTo>
                  <a:lnTo>
                    <a:pt x="42214" y="16644"/>
                  </a:lnTo>
                  <a:lnTo>
                    <a:pt x="42556" y="16604"/>
                  </a:lnTo>
                  <a:lnTo>
                    <a:pt x="42877" y="16544"/>
                  </a:lnTo>
                  <a:lnTo>
                    <a:pt x="43199" y="16473"/>
                  </a:lnTo>
                  <a:lnTo>
                    <a:pt x="43511" y="16383"/>
                  </a:lnTo>
                  <a:lnTo>
                    <a:pt x="43440" y="16373"/>
                  </a:lnTo>
                  <a:lnTo>
                    <a:pt x="43299" y="16343"/>
                  </a:lnTo>
                  <a:lnTo>
                    <a:pt x="42907" y="16222"/>
                  </a:lnTo>
                  <a:lnTo>
                    <a:pt x="42485" y="16091"/>
                  </a:lnTo>
                  <a:lnTo>
                    <a:pt x="42314" y="16041"/>
                  </a:lnTo>
                  <a:lnTo>
                    <a:pt x="42214" y="16021"/>
                  </a:lnTo>
                  <a:lnTo>
                    <a:pt x="41983" y="16001"/>
                  </a:lnTo>
                  <a:lnTo>
                    <a:pt x="41762" y="15991"/>
                  </a:lnTo>
                  <a:lnTo>
                    <a:pt x="41309" y="15981"/>
                  </a:lnTo>
                  <a:lnTo>
                    <a:pt x="40405" y="15981"/>
                  </a:lnTo>
                  <a:lnTo>
                    <a:pt x="40093" y="15991"/>
                  </a:lnTo>
                  <a:lnTo>
                    <a:pt x="39932" y="15991"/>
                  </a:lnTo>
                  <a:lnTo>
                    <a:pt x="39782" y="15981"/>
                  </a:lnTo>
                  <a:lnTo>
                    <a:pt x="39631" y="15961"/>
                  </a:lnTo>
                  <a:lnTo>
                    <a:pt x="39571" y="15941"/>
                  </a:lnTo>
                  <a:lnTo>
                    <a:pt x="39500" y="15910"/>
                  </a:lnTo>
                  <a:lnTo>
                    <a:pt x="39440" y="15880"/>
                  </a:lnTo>
                  <a:lnTo>
                    <a:pt x="39380" y="15840"/>
                  </a:lnTo>
                  <a:lnTo>
                    <a:pt x="39329" y="15790"/>
                  </a:lnTo>
                  <a:lnTo>
                    <a:pt x="39279" y="15730"/>
                  </a:lnTo>
                  <a:lnTo>
                    <a:pt x="39229" y="15639"/>
                  </a:lnTo>
                  <a:lnTo>
                    <a:pt x="39199" y="15559"/>
                  </a:lnTo>
                  <a:lnTo>
                    <a:pt x="39179" y="15468"/>
                  </a:lnTo>
                  <a:lnTo>
                    <a:pt x="39179" y="15388"/>
                  </a:lnTo>
                  <a:lnTo>
                    <a:pt x="39199" y="15317"/>
                  </a:lnTo>
                  <a:lnTo>
                    <a:pt x="39229" y="15247"/>
                  </a:lnTo>
                  <a:lnTo>
                    <a:pt x="39259" y="15177"/>
                  </a:lnTo>
                  <a:lnTo>
                    <a:pt x="39309" y="15106"/>
                  </a:lnTo>
                  <a:lnTo>
                    <a:pt x="39370" y="15046"/>
                  </a:lnTo>
                  <a:lnTo>
                    <a:pt x="39440" y="14986"/>
                  </a:lnTo>
                  <a:lnTo>
                    <a:pt x="39581" y="14885"/>
                  </a:lnTo>
                  <a:lnTo>
                    <a:pt x="39741" y="14785"/>
                  </a:lnTo>
                  <a:lnTo>
                    <a:pt x="39892" y="14704"/>
                  </a:lnTo>
                  <a:lnTo>
                    <a:pt x="40214" y="14554"/>
                  </a:lnTo>
                  <a:lnTo>
                    <a:pt x="40546" y="14423"/>
                  </a:lnTo>
                  <a:lnTo>
                    <a:pt x="40867" y="14312"/>
                  </a:lnTo>
                  <a:lnTo>
                    <a:pt x="41199" y="14202"/>
                  </a:lnTo>
                  <a:lnTo>
                    <a:pt x="41531" y="14111"/>
                  </a:lnTo>
                  <a:lnTo>
                    <a:pt x="41862" y="14031"/>
                  </a:lnTo>
                  <a:lnTo>
                    <a:pt x="42566" y="13870"/>
                  </a:lnTo>
                  <a:lnTo>
                    <a:pt x="42847" y="13810"/>
                  </a:lnTo>
                  <a:lnTo>
                    <a:pt x="43129" y="13740"/>
                  </a:lnTo>
                  <a:lnTo>
                    <a:pt x="43400" y="13659"/>
                  </a:lnTo>
                  <a:lnTo>
                    <a:pt x="43681" y="13579"/>
                  </a:lnTo>
                  <a:lnTo>
                    <a:pt x="44214" y="13398"/>
                  </a:lnTo>
                  <a:lnTo>
                    <a:pt x="44747" y="13207"/>
                  </a:lnTo>
                  <a:lnTo>
                    <a:pt x="45792" y="12795"/>
                  </a:lnTo>
                  <a:lnTo>
                    <a:pt x="46315" y="12584"/>
                  </a:lnTo>
                  <a:lnTo>
                    <a:pt x="46837" y="12393"/>
                  </a:lnTo>
                  <a:lnTo>
                    <a:pt x="46646" y="12393"/>
                  </a:lnTo>
                  <a:lnTo>
                    <a:pt x="46395" y="12423"/>
                  </a:lnTo>
                  <a:lnTo>
                    <a:pt x="46104" y="12463"/>
                  </a:lnTo>
                  <a:lnTo>
                    <a:pt x="45762" y="12523"/>
                  </a:lnTo>
                  <a:lnTo>
                    <a:pt x="45008" y="12664"/>
                  </a:lnTo>
                  <a:lnTo>
                    <a:pt x="44616" y="12734"/>
                  </a:lnTo>
                  <a:lnTo>
                    <a:pt x="44234" y="12795"/>
                  </a:lnTo>
                  <a:lnTo>
                    <a:pt x="43862" y="12845"/>
                  </a:lnTo>
                  <a:lnTo>
                    <a:pt x="43531" y="12875"/>
                  </a:lnTo>
                  <a:lnTo>
                    <a:pt x="43229" y="12875"/>
                  </a:lnTo>
                  <a:lnTo>
                    <a:pt x="43098" y="12865"/>
                  </a:lnTo>
                  <a:lnTo>
                    <a:pt x="42978" y="12845"/>
                  </a:lnTo>
                  <a:lnTo>
                    <a:pt x="42877" y="12815"/>
                  </a:lnTo>
                  <a:lnTo>
                    <a:pt x="42797" y="12775"/>
                  </a:lnTo>
                  <a:lnTo>
                    <a:pt x="42727" y="12724"/>
                  </a:lnTo>
                  <a:lnTo>
                    <a:pt x="42686" y="12674"/>
                  </a:lnTo>
                  <a:lnTo>
                    <a:pt x="42676" y="12634"/>
                  </a:lnTo>
                  <a:lnTo>
                    <a:pt x="42666" y="12594"/>
                  </a:lnTo>
                  <a:lnTo>
                    <a:pt x="42666" y="12513"/>
                  </a:lnTo>
                  <a:lnTo>
                    <a:pt x="42686" y="12413"/>
                  </a:lnTo>
                  <a:lnTo>
                    <a:pt x="42737" y="12302"/>
                  </a:lnTo>
                  <a:lnTo>
                    <a:pt x="42777" y="12242"/>
                  </a:lnTo>
                  <a:lnTo>
                    <a:pt x="42827" y="12182"/>
                  </a:lnTo>
                  <a:lnTo>
                    <a:pt x="42887" y="12111"/>
                  </a:lnTo>
                  <a:lnTo>
                    <a:pt x="42968" y="12051"/>
                  </a:lnTo>
                  <a:lnTo>
                    <a:pt x="43149" y="11910"/>
                  </a:lnTo>
                  <a:lnTo>
                    <a:pt x="43360" y="11780"/>
                  </a:lnTo>
                  <a:lnTo>
                    <a:pt x="43611" y="11639"/>
                  </a:lnTo>
                  <a:lnTo>
                    <a:pt x="43872" y="11498"/>
                  </a:lnTo>
                  <a:lnTo>
                    <a:pt x="44455" y="11227"/>
                  </a:lnTo>
                  <a:lnTo>
                    <a:pt x="45048" y="10955"/>
                  </a:lnTo>
                  <a:lnTo>
                    <a:pt x="45611" y="10694"/>
                  </a:lnTo>
                  <a:lnTo>
                    <a:pt x="45872" y="10573"/>
                  </a:lnTo>
                  <a:lnTo>
                    <a:pt x="46094" y="10443"/>
                  </a:lnTo>
                  <a:lnTo>
                    <a:pt x="46295" y="10332"/>
                  </a:lnTo>
                  <a:lnTo>
                    <a:pt x="46445" y="10222"/>
                  </a:lnTo>
                  <a:lnTo>
                    <a:pt x="46023" y="10282"/>
                  </a:lnTo>
                  <a:lnTo>
                    <a:pt x="45601" y="10352"/>
                  </a:lnTo>
                  <a:lnTo>
                    <a:pt x="45179" y="10443"/>
                  </a:lnTo>
                  <a:lnTo>
                    <a:pt x="44757" y="10543"/>
                  </a:lnTo>
                  <a:lnTo>
                    <a:pt x="44345" y="10654"/>
                  </a:lnTo>
                  <a:lnTo>
                    <a:pt x="43933" y="10785"/>
                  </a:lnTo>
                  <a:lnTo>
                    <a:pt x="43531" y="10925"/>
                  </a:lnTo>
                  <a:lnTo>
                    <a:pt x="43139" y="11086"/>
                  </a:lnTo>
                  <a:lnTo>
                    <a:pt x="42747" y="11257"/>
                  </a:lnTo>
                  <a:lnTo>
                    <a:pt x="42365" y="11448"/>
                  </a:lnTo>
                  <a:lnTo>
                    <a:pt x="41983" y="11639"/>
                  </a:lnTo>
                  <a:lnTo>
                    <a:pt x="41621" y="11860"/>
                  </a:lnTo>
                  <a:lnTo>
                    <a:pt x="41259" y="12081"/>
                  </a:lnTo>
                  <a:lnTo>
                    <a:pt x="40917" y="12322"/>
                  </a:lnTo>
                  <a:lnTo>
                    <a:pt x="40586" y="12584"/>
                  </a:lnTo>
                  <a:lnTo>
                    <a:pt x="40254" y="12855"/>
                  </a:lnTo>
                  <a:lnTo>
                    <a:pt x="40103" y="12996"/>
                  </a:lnTo>
                  <a:lnTo>
                    <a:pt x="39942" y="13136"/>
                  </a:lnTo>
                  <a:lnTo>
                    <a:pt x="39651" y="13438"/>
                  </a:lnTo>
                  <a:lnTo>
                    <a:pt x="39370" y="13750"/>
                  </a:lnTo>
                  <a:lnTo>
                    <a:pt x="39078" y="14061"/>
                  </a:lnTo>
                  <a:lnTo>
                    <a:pt x="38797" y="14363"/>
                  </a:lnTo>
                  <a:lnTo>
                    <a:pt x="38495" y="14664"/>
                  </a:lnTo>
                  <a:lnTo>
                    <a:pt x="38344" y="14805"/>
                  </a:lnTo>
                  <a:lnTo>
                    <a:pt x="38184" y="14946"/>
                  </a:lnTo>
                  <a:lnTo>
                    <a:pt x="38023" y="15086"/>
                  </a:lnTo>
                  <a:lnTo>
                    <a:pt x="37852" y="15217"/>
                  </a:lnTo>
                  <a:lnTo>
                    <a:pt x="37721" y="15317"/>
                  </a:lnTo>
                  <a:lnTo>
                    <a:pt x="37611" y="15418"/>
                  </a:lnTo>
                  <a:lnTo>
                    <a:pt x="37390" y="15609"/>
                  </a:lnTo>
                  <a:lnTo>
                    <a:pt x="37269" y="15689"/>
                  </a:lnTo>
                  <a:lnTo>
                    <a:pt x="37148" y="15760"/>
                  </a:lnTo>
                  <a:lnTo>
                    <a:pt x="37008" y="15810"/>
                  </a:lnTo>
                  <a:lnTo>
                    <a:pt x="36927" y="15840"/>
                  </a:lnTo>
                  <a:lnTo>
                    <a:pt x="36847" y="15850"/>
                  </a:lnTo>
                  <a:lnTo>
                    <a:pt x="36766" y="15860"/>
                  </a:lnTo>
                  <a:lnTo>
                    <a:pt x="36636" y="15860"/>
                  </a:lnTo>
                  <a:lnTo>
                    <a:pt x="36565" y="15850"/>
                  </a:lnTo>
                  <a:lnTo>
                    <a:pt x="36505" y="15830"/>
                  </a:lnTo>
                  <a:lnTo>
                    <a:pt x="36445" y="15800"/>
                  </a:lnTo>
                  <a:lnTo>
                    <a:pt x="36384" y="15770"/>
                  </a:lnTo>
                  <a:lnTo>
                    <a:pt x="36334" y="15740"/>
                  </a:lnTo>
                  <a:lnTo>
                    <a:pt x="36284" y="15699"/>
                  </a:lnTo>
                  <a:lnTo>
                    <a:pt x="36244" y="15659"/>
                  </a:lnTo>
                  <a:lnTo>
                    <a:pt x="36204" y="15609"/>
                  </a:lnTo>
                  <a:lnTo>
                    <a:pt x="36163" y="15559"/>
                  </a:lnTo>
                  <a:lnTo>
                    <a:pt x="36143" y="15498"/>
                  </a:lnTo>
                  <a:lnTo>
                    <a:pt x="36123" y="15448"/>
                  </a:lnTo>
                  <a:lnTo>
                    <a:pt x="36103" y="15388"/>
                  </a:lnTo>
                  <a:lnTo>
                    <a:pt x="36103" y="15317"/>
                  </a:lnTo>
                  <a:lnTo>
                    <a:pt x="36103" y="15197"/>
                  </a:lnTo>
                  <a:lnTo>
                    <a:pt x="36113" y="15066"/>
                  </a:lnTo>
                  <a:lnTo>
                    <a:pt x="36133" y="14956"/>
                  </a:lnTo>
                  <a:lnTo>
                    <a:pt x="36153" y="14835"/>
                  </a:lnTo>
                  <a:lnTo>
                    <a:pt x="36194" y="14724"/>
                  </a:lnTo>
                  <a:lnTo>
                    <a:pt x="36234" y="14614"/>
                  </a:lnTo>
                  <a:lnTo>
                    <a:pt x="36334" y="14393"/>
                  </a:lnTo>
                  <a:lnTo>
                    <a:pt x="36445" y="14182"/>
                  </a:lnTo>
                  <a:lnTo>
                    <a:pt x="36565" y="13971"/>
                  </a:lnTo>
                  <a:lnTo>
                    <a:pt x="36676" y="13750"/>
                  </a:lnTo>
                  <a:lnTo>
                    <a:pt x="36787" y="13528"/>
                  </a:lnTo>
                  <a:lnTo>
                    <a:pt x="36867" y="13348"/>
                  </a:lnTo>
                  <a:lnTo>
                    <a:pt x="36957" y="13177"/>
                  </a:lnTo>
                  <a:lnTo>
                    <a:pt x="37048" y="12996"/>
                  </a:lnTo>
                  <a:lnTo>
                    <a:pt x="37148" y="12825"/>
                  </a:lnTo>
                  <a:lnTo>
                    <a:pt x="37259" y="12664"/>
                  </a:lnTo>
                  <a:lnTo>
                    <a:pt x="37380" y="12503"/>
                  </a:lnTo>
                  <a:lnTo>
                    <a:pt x="37510" y="12352"/>
                  </a:lnTo>
                  <a:lnTo>
                    <a:pt x="37661" y="12212"/>
                  </a:lnTo>
                  <a:lnTo>
                    <a:pt x="37832" y="12041"/>
                  </a:lnTo>
                  <a:lnTo>
                    <a:pt x="37993" y="11870"/>
                  </a:lnTo>
                  <a:lnTo>
                    <a:pt x="38143" y="11689"/>
                  </a:lnTo>
                  <a:lnTo>
                    <a:pt x="38274" y="11508"/>
                  </a:lnTo>
                  <a:lnTo>
                    <a:pt x="38405" y="11327"/>
                  </a:lnTo>
                  <a:lnTo>
                    <a:pt x="38525" y="11136"/>
                  </a:lnTo>
                  <a:lnTo>
                    <a:pt x="38746" y="10744"/>
                  </a:lnTo>
                  <a:lnTo>
                    <a:pt x="39179" y="9970"/>
                  </a:lnTo>
                  <a:lnTo>
                    <a:pt x="39410" y="9589"/>
                  </a:lnTo>
                  <a:lnTo>
                    <a:pt x="39530" y="9398"/>
                  </a:lnTo>
                  <a:lnTo>
                    <a:pt x="39651" y="9217"/>
                  </a:lnTo>
                  <a:lnTo>
                    <a:pt x="39500" y="9307"/>
                  </a:lnTo>
                  <a:lnTo>
                    <a:pt x="39349" y="9408"/>
                  </a:lnTo>
                  <a:lnTo>
                    <a:pt x="39199" y="9518"/>
                  </a:lnTo>
                  <a:lnTo>
                    <a:pt x="39058" y="9639"/>
                  </a:lnTo>
                  <a:lnTo>
                    <a:pt x="38917" y="9769"/>
                  </a:lnTo>
                  <a:lnTo>
                    <a:pt x="38777" y="9900"/>
                  </a:lnTo>
                  <a:lnTo>
                    <a:pt x="38515" y="10182"/>
                  </a:lnTo>
                  <a:lnTo>
                    <a:pt x="38264" y="10473"/>
                  </a:lnTo>
                  <a:lnTo>
                    <a:pt x="38033" y="10775"/>
                  </a:lnTo>
                  <a:lnTo>
                    <a:pt x="37611" y="11347"/>
                  </a:lnTo>
                  <a:lnTo>
                    <a:pt x="37470" y="11548"/>
                  </a:lnTo>
                  <a:lnTo>
                    <a:pt x="37410" y="11629"/>
                  </a:lnTo>
                  <a:lnTo>
                    <a:pt x="37369" y="11659"/>
                  </a:lnTo>
                  <a:lnTo>
                    <a:pt x="37339" y="11679"/>
                  </a:lnTo>
                  <a:lnTo>
                    <a:pt x="37299" y="11699"/>
                  </a:lnTo>
                  <a:lnTo>
                    <a:pt x="37269" y="11709"/>
                  </a:lnTo>
                  <a:lnTo>
                    <a:pt x="37229" y="11699"/>
                  </a:lnTo>
                  <a:lnTo>
                    <a:pt x="37189" y="11689"/>
                  </a:lnTo>
                  <a:lnTo>
                    <a:pt x="37148" y="11659"/>
                  </a:lnTo>
                  <a:lnTo>
                    <a:pt x="37108" y="11619"/>
                  </a:lnTo>
                  <a:lnTo>
                    <a:pt x="37068" y="11558"/>
                  </a:lnTo>
                  <a:lnTo>
                    <a:pt x="37018" y="11488"/>
                  </a:lnTo>
                  <a:lnTo>
                    <a:pt x="36977" y="11388"/>
                  </a:lnTo>
                  <a:lnTo>
                    <a:pt x="36957" y="11287"/>
                  </a:lnTo>
                  <a:lnTo>
                    <a:pt x="36937" y="11166"/>
                  </a:lnTo>
                  <a:lnTo>
                    <a:pt x="36937" y="11046"/>
                  </a:lnTo>
                  <a:lnTo>
                    <a:pt x="36937" y="10925"/>
                  </a:lnTo>
                  <a:lnTo>
                    <a:pt x="36947" y="10805"/>
                  </a:lnTo>
                  <a:lnTo>
                    <a:pt x="36988" y="10594"/>
                  </a:lnTo>
                  <a:lnTo>
                    <a:pt x="37068" y="10242"/>
                  </a:lnTo>
                  <a:lnTo>
                    <a:pt x="37168" y="9890"/>
                  </a:lnTo>
                  <a:lnTo>
                    <a:pt x="37369" y="9186"/>
                  </a:lnTo>
                  <a:lnTo>
                    <a:pt x="37470" y="8835"/>
                  </a:lnTo>
                  <a:lnTo>
                    <a:pt x="37550" y="8483"/>
                  </a:lnTo>
                  <a:lnTo>
                    <a:pt x="37581" y="8302"/>
                  </a:lnTo>
                  <a:lnTo>
                    <a:pt x="37601" y="8121"/>
                  </a:lnTo>
                  <a:lnTo>
                    <a:pt x="37621" y="7940"/>
                  </a:lnTo>
                  <a:lnTo>
                    <a:pt x="37631" y="7759"/>
                  </a:lnTo>
                  <a:lnTo>
                    <a:pt x="37460" y="7970"/>
                  </a:lnTo>
                  <a:lnTo>
                    <a:pt x="37309" y="8181"/>
                  </a:lnTo>
                  <a:lnTo>
                    <a:pt x="37168" y="8403"/>
                  </a:lnTo>
                  <a:lnTo>
                    <a:pt x="37048" y="8624"/>
                  </a:lnTo>
                  <a:lnTo>
                    <a:pt x="36927" y="8855"/>
                  </a:lnTo>
                  <a:lnTo>
                    <a:pt x="36817" y="9086"/>
                  </a:lnTo>
                  <a:lnTo>
                    <a:pt x="36716" y="9327"/>
                  </a:lnTo>
                  <a:lnTo>
                    <a:pt x="36626" y="9558"/>
                  </a:lnTo>
                  <a:lnTo>
                    <a:pt x="36545" y="9800"/>
                  </a:lnTo>
                  <a:lnTo>
                    <a:pt x="36475" y="10051"/>
                  </a:lnTo>
                  <a:lnTo>
                    <a:pt x="36334" y="10543"/>
                  </a:lnTo>
                  <a:lnTo>
                    <a:pt x="36224" y="11036"/>
                  </a:lnTo>
                  <a:lnTo>
                    <a:pt x="36123" y="11538"/>
                  </a:lnTo>
                  <a:lnTo>
                    <a:pt x="35932" y="12543"/>
                  </a:lnTo>
                  <a:lnTo>
                    <a:pt x="35832" y="13046"/>
                  </a:lnTo>
                  <a:lnTo>
                    <a:pt x="35721" y="13528"/>
                  </a:lnTo>
                  <a:lnTo>
                    <a:pt x="35601" y="14011"/>
                  </a:lnTo>
                  <a:lnTo>
                    <a:pt x="35520" y="14242"/>
                  </a:lnTo>
                  <a:lnTo>
                    <a:pt x="35450" y="14473"/>
                  </a:lnTo>
                  <a:lnTo>
                    <a:pt x="35359" y="14704"/>
                  </a:lnTo>
                  <a:lnTo>
                    <a:pt x="35269" y="14926"/>
                  </a:lnTo>
                  <a:lnTo>
                    <a:pt x="35168" y="15137"/>
                  </a:lnTo>
                  <a:lnTo>
                    <a:pt x="35058" y="15358"/>
                  </a:lnTo>
                  <a:lnTo>
                    <a:pt x="34927" y="15559"/>
                  </a:lnTo>
                  <a:lnTo>
                    <a:pt x="34786" y="15740"/>
                  </a:lnTo>
                  <a:lnTo>
                    <a:pt x="34626" y="15921"/>
                  </a:lnTo>
                  <a:lnTo>
                    <a:pt x="34455" y="16081"/>
                  </a:lnTo>
                  <a:lnTo>
                    <a:pt x="34264" y="16222"/>
                  </a:lnTo>
                  <a:lnTo>
                    <a:pt x="34063" y="16353"/>
                  </a:lnTo>
                  <a:lnTo>
                    <a:pt x="33842" y="16463"/>
                  </a:lnTo>
                  <a:lnTo>
                    <a:pt x="33621" y="16564"/>
                  </a:lnTo>
                  <a:lnTo>
                    <a:pt x="33389" y="16644"/>
                  </a:lnTo>
                  <a:lnTo>
                    <a:pt x="33148" y="16704"/>
                  </a:lnTo>
                  <a:lnTo>
                    <a:pt x="32897" y="16745"/>
                  </a:lnTo>
                  <a:lnTo>
                    <a:pt x="32646" y="16775"/>
                  </a:lnTo>
                  <a:lnTo>
                    <a:pt x="32394" y="16775"/>
                  </a:lnTo>
                  <a:lnTo>
                    <a:pt x="32143" y="16765"/>
                  </a:lnTo>
                  <a:lnTo>
                    <a:pt x="31882" y="16735"/>
                  </a:lnTo>
                  <a:lnTo>
                    <a:pt x="31630" y="16684"/>
                  </a:lnTo>
                  <a:lnTo>
                    <a:pt x="31088" y="16544"/>
                  </a:lnTo>
                  <a:lnTo>
                    <a:pt x="30545" y="16403"/>
                  </a:lnTo>
                  <a:lnTo>
                    <a:pt x="30002" y="16252"/>
                  </a:lnTo>
                  <a:lnTo>
                    <a:pt x="29459" y="16091"/>
                  </a:lnTo>
                  <a:lnTo>
                    <a:pt x="28927" y="15921"/>
                  </a:lnTo>
                  <a:lnTo>
                    <a:pt x="28404" y="15740"/>
                  </a:lnTo>
                  <a:lnTo>
                    <a:pt x="27902" y="15539"/>
                  </a:lnTo>
                  <a:lnTo>
                    <a:pt x="27409" y="15328"/>
                  </a:lnTo>
                  <a:lnTo>
                    <a:pt x="27258" y="15257"/>
                  </a:lnTo>
                  <a:lnTo>
                    <a:pt x="27108" y="15177"/>
                  </a:lnTo>
                  <a:lnTo>
                    <a:pt x="26967" y="15096"/>
                  </a:lnTo>
                  <a:lnTo>
                    <a:pt x="26826" y="15006"/>
                  </a:lnTo>
                  <a:lnTo>
                    <a:pt x="26685" y="14915"/>
                  </a:lnTo>
                  <a:lnTo>
                    <a:pt x="26555" y="14815"/>
                  </a:lnTo>
                  <a:lnTo>
                    <a:pt x="26424" y="14704"/>
                  </a:lnTo>
                  <a:lnTo>
                    <a:pt x="26304" y="14594"/>
                  </a:lnTo>
                  <a:lnTo>
                    <a:pt x="26193" y="14483"/>
                  </a:lnTo>
                  <a:lnTo>
                    <a:pt x="26082" y="14363"/>
                  </a:lnTo>
                  <a:lnTo>
                    <a:pt x="25982" y="14242"/>
                  </a:lnTo>
                  <a:lnTo>
                    <a:pt x="25881" y="14111"/>
                  </a:lnTo>
                  <a:lnTo>
                    <a:pt x="25801" y="13991"/>
                  </a:lnTo>
                  <a:lnTo>
                    <a:pt x="25711" y="13850"/>
                  </a:lnTo>
                  <a:lnTo>
                    <a:pt x="25640" y="13719"/>
                  </a:lnTo>
                  <a:lnTo>
                    <a:pt x="25580" y="13579"/>
                  </a:lnTo>
                  <a:lnTo>
                    <a:pt x="25520" y="13438"/>
                  </a:lnTo>
                  <a:lnTo>
                    <a:pt x="25469" y="13297"/>
                  </a:lnTo>
                  <a:lnTo>
                    <a:pt x="25429" y="13157"/>
                  </a:lnTo>
                  <a:lnTo>
                    <a:pt x="25399" y="13006"/>
                  </a:lnTo>
                  <a:lnTo>
                    <a:pt x="25379" y="12865"/>
                  </a:lnTo>
                  <a:lnTo>
                    <a:pt x="25369" y="12714"/>
                  </a:lnTo>
                  <a:lnTo>
                    <a:pt x="25369" y="12564"/>
                  </a:lnTo>
                  <a:lnTo>
                    <a:pt x="25379" y="12413"/>
                  </a:lnTo>
                  <a:lnTo>
                    <a:pt x="25399" y="12262"/>
                  </a:lnTo>
                  <a:lnTo>
                    <a:pt x="25429" y="12111"/>
                  </a:lnTo>
                  <a:lnTo>
                    <a:pt x="25469" y="11971"/>
                  </a:lnTo>
                  <a:lnTo>
                    <a:pt x="25520" y="11820"/>
                  </a:lnTo>
                  <a:lnTo>
                    <a:pt x="25590" y="11669"/>
                  </a:lnTo>
                  <a:lnTo>
                    <a:pt x="25670" y="11518"/>
                  </a:lnTo>
                  <a:lnTo>
                    <a:pt x="25761" y="11378"/>
                  </a:lnTo>
                  <a:lnTo>
                    <a:pt x="25861" y="11227"/>
                  </a:lnTo>
                  <a:lnTo>
                    <a:pt x="26223" y="10764"/>
                  </a:lnTo>
                  <a:lnTo>
                    <a:pt x="26404" y="10533"/>
                  </a:lnTo>
                  <a:lnTo>
                    <a:pt x="26595" y="10302"/>
                  </a:lnTo>
                  <a:lnTo>
                    <a:pt x="26786" y="10081"/>
                  </a:lnTo>
                  <a:lnTo>
                    <a:pt x="26997" y="9870"/>
                  </a:lnTo>
                  <a:lnTo>
                    <a:pt x="27208" y="9679"/>
                  </a:lnTo>
                  <a:lnTo>
                    <a:pt x="27309" y="9599"/>
                  </a:lnTo>
                  <a:lnTo>
                    <a:pt x="27429" y="9518"/>
                  </a:lnTo>
                  <a:lnTo>
                    <a:pt x="27550" y="9438"/>
                  </a:lnTo>
                  <a:lnTo>
                    <a:pt x="27680" y="9367"/>
                  </a:lnTo>
                  <a:lnTo>
                    <a:pt x="27932" y="9237"/>
                  </a:lnTo>
                  <a:lnTo>
                    <a:pt x="28183" y="9136"/>
                  </a:lnTo>
                  <a:lnTo>
                    <a:pt x="28434" y="9036"/>
                  </a:lnTo>
                  <a:lnTo>
                    <a:pt x="28696" y="8925"/>
                  </a:lnTo>
                  <a:lnTo>
                    <a:pt x="28816" y="8865"/>
                  </a:lnTo>
                  <a:lnTo>
                    <a:pt x="28947" y="8794"/>
                  </a:lnTo>
                  <a:lnTo>
                    <a:pt x="29068" y="8724"/>
                  </a:lnTo>
                  <a:lnTo>
                    <a:pt x="29198" y="8634"/>
                  </a:lnTo>
                  <a:lnTo>
                    <a:pt x="29319" y="8543"/>
                  </a:lnTo>
                  <a:lnTo>
                    <a:pt x="29449" y="8433"/>
                  </a:lnTo>
                  <a:lnTo>
                    <a:pt x="29681" y="8212"/>
                  </a:lnTo>
                  <a:lnTo>
                    <a:pt x="29902" y="7990"/>
                  </a:lnTo>
                  <a:lnTo>
                    <a:pt x="30354" y="7518"/>
                  </a:lnTo>
                  <a:lnTo>
                    <a:pt x="30786" y="7046"/>
                  </a:lnTo>
                  <a:lnTo>
                    <a:pt x="31218" y="6593"/>
                  </a:lnTo>
                  <a:lnTo>
                    <a:pt x="31168" y="6644"/>
                  </a:lnTo>
                  <a:lnTo>
                    <a:pt x="31108" y="6694"/>
                  </a:lnTo>
                  <a:lnTo>
                    <a:pt x="30957" y="6784"/>
                  </a:lnTo>
                  <a:lnTo>
                    <a:pt x="30796" y="6875"/>
                  </a:lnTo>
                  <a:lnTo>
                    <a:pt x="30615" y="6965"/>
                  </a:lnTo>
                  <a:lnTo>
                    <a:pt x="30264" y="7136"/>
                  </a:lnTo>
                  <a:lnTo>
                    <a:pt x="30103" y="7227"/>
                  </a:lnTo>
                  <a:lnTo>
                    <a:pt x="29962" y="7317"/>
                  </a:lnTo>
                  <a:lnTo>
                    <a:pt x="29681" y="7538"/>
                  </a:lnTo>
                  <a:lnTo>
                    <a:pt x="29409" y="7759"/>
                  </a:lnTo>
                  <a:lnTo>
                    <a:pt x="29138" y="7990"/>
                  </a:lnTo>
                  <a:lnTo>
                    <a:pt x="28856" y="8212"/>
                  </a:lnTo>
                  <a:lnTo>
                    <a:pt x="28655" y="8362"/>
                  </a:lnTo>
                  <a:lnTo>
                    <a:pt x="28565" y="8423"/>
                  </a:lnTo>
                  <a:lnTo>
                    <a:pt x="28475" y="8463"/>
                  </a:lnTo>
                  <a:lnTo>
                    <a:pt x="28424" y="8483"/>
                  </a:lnTo>
                  <a:lnTo>
                    <a:pt x="28374" y="8483"/>
                  </a:lnTo>
                  <a:lnTo>
                    <a:pt x="28324" y="8493"/>
                  </a:lnTo>
                  <a:lnTo>
                    <a:pt x="28273" y="8483"/>
                  </a:lnTo>
                  <a:lnTo>
                    <a:pt x="28213" y="8473"/>
                  </a:lnTo>
                  <a:lnTo>
                    <a:pt x="28163" y="8443"/>
                  </a:lnTo>
                  <a:lnTo>
                    <a:pt x="28103" y="8413"/>
                  </a:lnTo>
                  <a:lnTo>
                    <a:pt x="28032" y="8372"/>
                  </a:lnTo>
                  <a:lnTo>
                    <a:pt x="27962" y="8312"/>
                  </a:lnTo>
                  <a:lnTo>
                    <a:pt x="27912" y="8252"/>
                  </a:lnTo>
                  <a:lnTo>
                    <a:pt x="27871" y="8191"/>
                  </a:lnTo>
                  <a:lnTo>
                    <a:pt x="27851" y="8131"/>
                  </a:lnTo>
                  <a:lnTo>
                    <a:pt x="27831" y="8071"/>
                  </a:lnTo>
                  <a:lnTo>
                    <a:pt x="27831" y="8011"/>
                  </a:lnTo>
                  <a:lnTo>
                    <a:pt x="27841" y="7950"/>
                  </a:lnTo>
                  <a:lnTo>
                    <a:pt x="27851" y="7890"/>
                  </a:lnTo>
                  <a:lnTo>
                    <a:pt x="27902" y="7759"/>
                  </a:lnTo>
                  <a:lnTo>
                    <a:pt x="27962" y="7629"/>
                  </a:lnTo>
                  <a:lnTo>
                    <a:pt x="28022" y="7508"/>
                  </a:lnTo>
                  <a:lnTo>
                    <a:pt x="28072" y="7377"/>
                  </a:lnTo>
                  <a:lnTo>
                    <a:pt x="28123" y="7227"/>
                  </a:lnTo>
                  <a:lnTo>
                    <a:pt x="28153" y="7076"/>
                  </a:lnTo>
                  <a:lnTo>
                    <a:pt x="28183" y="6915"/>
                  </a:lnTo>
                  <a:lnTo>
                    <a:pt x="28203" y="6754"/>
                  </a:lnTo>
                  <a:lnTo>
                    <a:pt x="28213" y="6422"/>
                  </a:lnTo>
                  <a:lnTo>
                    <a:pt x="28213" y="6111"/>
                  </a:lnTo>
                  <a:lnTo>
                    <a:pt x="28203" y="5990"/>
                  </a:lnTo>
                  <a:lnTo>
                    <a:pt x="28173" y="5840"/>
                  </a:lnTo>
                  <a:lnTo>
                    <a:pt x="28072" y="5508"/>
                  </a:lnTo>
                  <a:lnTo>
                    <a:pt x="28032" y="5347"/>
                  </a:lnTo>
                  <a:lnTo>
                    <a:pt x="27992" y="5196"/>
                  </a:lnTo>
                  <a:lnTo>
                    <a:pt x="27972" y="5066"/>
                  </a:lnTo>
                  <a:lnTo>
                    <a:pt x="27972" y="5005"/>
                  </a:lnTo>
                  <a:lnTo>
                    <a:pt x="27982" y="4965"/>
                  </a:lnTo>
                  <a:lnTo>
                    <a:pt x="27932" y="5136"/>
                  </a:lnTo>
                  <a:lnTo>
                    <a:pt x="27882" y="5307"/>
                  </a:lnTo>
                  <a:lnTo>
                    <a:pt x="27811" y="5649"/>
                  </a:lnTo>
                  <a:lnTo>
                    <a:pt x="27751" y="6000"/>
                  </a:lnTo>
                  <a:lnTo>
                    <a:pt x="27691" y="6342"/>
                  </a:lnTo>
                  <a:lnTo>
                    <a:pt x="27590" y="7046"/>
                  </a:lnTo>
                  <a:lnTo>
                    <a:pt x="27530" y="7387"/>
                  </a:lnTo>
                  <a:lnTo>
                    <a:pt x="27449" y="7739"/>
                  </a:lnTo>
                  <a:lnTo>
                    <a:pt x="27379" y="8000"/>
                  </a:lnTo>
                  <a:lnTo>
                    <a:pt x="27258" y="8332"/>
                  </a:lnTo>
                  <a:lnTo>
                    <a:pt x="27188" y="8513"/>
                  </a:lnTo>
                  <a:lnTo>
                    <a:pt x="27098" y="8694"/>
                  </a:lnTo>
                  <a:lnTo>
                    <a:pt x="27007" y="8875"/>
                  </a:lnTo>
                  <a:lnTo>
                    <a:pt x="26907" y="9056"/>
                  </a:lnTo>
                  <a:lnTo>
                    <a:pt x="26796" y="9227"/>
                  </a:lnTo>
                  <a:lnTo>
                    <a:pt x="26665" y="9387"/>
                  </a:lnTo>
                  <a:lnTo>
                    <a:pt x="26535" y="9528"/>
                  </a:lnTo>
                  <a:lnTo>
                    <a:pt x="26464" y="9589"/>
                  </a:lnTo>
                  <a:lnTo>
                    <a:pt x="26394" y="9639"/>
                  </a:lnTo>
                  <a:lnTo>
                    <a:pt x="26324" y="9689"/>
                  </a:lnTo>
                  <a:lnTo>
                    <a:pt x="26243" y="9739"/>
                  </a:lnTo>
                  <a:lnTo>
                    <a:pt x="26173" y="9769"/>
                  </a:lnTo>
                  <a:lnTo>
                    <a:pt x="26092" y="9790"/>
                  </a:lnTo>
                  <a:lnTo>
                    <a:pt x="26002" y="9810"/>
                  </a:lnTo>
                  <a:lnTo>
                    <a:pt x="25922" y="9820"/>
                  </a:lnTo>
                  <a:lnTo>
                    <a:pt x="25831" y="9820"/>
                  </a:lnTo>
                  <a:lnTo>
                    <a:pt x="25741" y="9800"/>
                  </a:lnTo>
                  <a:lnTo>
                    <a:pt x="25630" y="9779"/>
                  </a:lnTo>
                  <a:lnTo>
                    <a:pt x="25540" y="9729"/>
                  </a:lnTo>
                  <a:lnTo>
                    <a:pt x="25449" y="9679"/>
                  </a:lnTo>
                  <a:lnTo>
                    <a:pt x="25369" y="9619"/>
                  </a:lnTo>
                  <a:lnTo>
                    <a:pt x="25309" y="9538"/>
                  </a:lnTo>
                  <a:lnTo>
                    <a:pt x="25248" y="9458"/>
                  </a:lnTo>
                  <a:lnTo>
                    <a:pt x="25208" y="9367"/>
                  </a:lnTo>
                  <a:lnTo>
                    <a:pt x="25168" y="9267"/>
                  </a:lnTo>
                  <a:lnTo>
                    <a:pt x="25138" y="9156"/>
                  </a:lnTo>
                  <a:lnTo>
                    <a:pt x="25107" y="9046"/>
                  </a:lnTo>
                  <a:lnTo>
                    <a:pt x="25097" y="8925"/>
                  </a:lnTo>
                  <a:lnTo>
                    <a:pt x="25087" y="8794"/>
                  </a:lnTo>
                  <a:lnTo>
                    <a:pt x="25087" y="8664"/>
                  </a:lnTo>
                  <a:lnTo>
                    <a:pt x="25087" y="8533"/>
                  </a:lnTo>
                  <a:lnTo>
                    <a:pt x="25107" y="8262"/>
                  </a:lnTo>
                  <a:lnTo>
                    <a:pt x="25158" y="7990"/>
                  </a:lnTo>
                  <a:lnTo>
                    <a:pt x="25208" y="7719"/>
                  </a:lnTo>
                  <a:lnTo>
                    <a:pt x="25278" y="7448"/>
                  </a:lnTo>
                  <a:lnTo>
                    <a:pt x="25359" y="7196"/>
                  </a:lnTo>
                  <a:lnTo>
                    <a:pt x="25439" y="6965"/>
                  </a:lnTo>
                  <a:lnTo>
                    <a:pt x="25520" y="6764"/>
                  </a:lnTo>
                  <a:lnTo>
                    <a:pt x="25590" y="6583"/>
                  </a:lnTo>
                  <a:lnTo>
                    <a:pt x="25660" y="6453"/>
                  </a:lnTo>
                  <a:lnTo>
                    <a:pt x="25851" y="6141"/>
                  </a:lnTo>
                  <a:lnTo>
                    <a:pt x="26042" y="5829"/>
                  </a:lnTo>
                  <a:lnTo>
                    <a:pt x="26243" y="5508"/>
                  </a:lnTo>
                  <a:lnTo>
                    <a:pt x="26424" y="5186"/>
                  </a:lnTo>
                  <a:lnTo>
                    <a:pt x="26595" y="4865"/>
                  </a:lnTo>
                  <a:lnTo>
                    <a:pt x="26675" y="4704"/>
                  </a:lnTo>
                  <a:lnTo>
                    <a:pt x="26746" y="4533"/>
                  </a:lnTo>
                  <a:lnTo>
                    <a:pt x="26806" y="4362"/>
                  </a:lnTo>
                  <a:lnTo>
                    <a:pt x="26866" y="4191"/>
                  </a:lnTo>
                  <a:lnTo>
                    <a:pt x="26907" y="4020"/>
                  </a:lnTo>
                  <a:lnTo>
                    <a:pt x="26947" y="3839"/>
                  </a:lnTo>
                  <a:lnTo>
                    <a:pt x="26977" y="3598"/>
                  </a:lnTo>
                  <a:lnTo>
                    <a:pt x="26997" y="3357"/>
                  </a:lnTo>
                  <a:lnTo>
                    <a:pt x="27007" y="3116"/>
                  </a:lnTo>
                  <a:lnTo>
                    <a:pt x="27007" y="2875"/>
                  </a:lnTo>
                  <a:lnTo>
                    <a:pt x="26997" y="2633"/>
                  </a:lnTo>
                  <a:lnTo>
                    <a:pt x="26977" y="2392"/>
                  </a:lnTo>
                  <a:lnTo>
                    <a:pt x="26927" y="1910"/>
                  </a:lnTo>
                  <a:lnTo>
                    <a:pt x="26876" y="1437"/>
                  </a:lnTo>
                  <a:lnTo>
                    <a:pt x="26836" y="955"/>
                  </a:lnTo>
                  <a:lnTo>
                    <a:pt x="26816" y="714"/>
                  </a:lnTo>
                  <a:lnTo>
                    <a:pt x="26806" y="482"/>
                  </a:lnTo>
                  <a:lnTo>
                    <a:pt x="26806" y="241"/>
                  </a:lnTo>
                  <a:lnTo>
                    <a:pt x="268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20;p25">
              <a:extLst>
                <a:ext uri="{FF2B5EF4-FFF2-40B4-BE49-F238E27FC236}">
                  <a16:creationId xmlns:a16="http://schemas.microsoft.com/office/drawing/2014/main" id="{E5D35DAA-86B5-1F45-1476-A8509A5B1B0F}"/>
                </a:ext>
              </a:extLst>
            </p:cNvPr>
            <p:cNvSpPr/>
            <p:nvPr/>
          </p:nvSpPr>
          <p:spPr>
            <a:xfrm>
              <a:off x="5797440" y="1681817"/>
              <a:ext cx="202434" cy="309463"/>
            </a:xfrm>
            <a:custGeom>
              <a:avLst/>
              <a:gdLst/>
              <a:ahLst/>
              <a:cxnLst/>
              <a:rect l="l" t="t" r="r" b="b"/>
              <a:pathLst>
                <a:path w="18324" h="28012" extrusionOk="0">
                  <a:moveTo>
                    <a:pt x="11700" y="0"/>
                  </a:moveTo>
                  <a:lnTo>
                    <a:pt x="11589" y="10"/>
                  </a:lnTo>
                  <a:lnTo>
                    <a:pt x="11358" y="40"/>
                  </a:lnTo>
                  <a:lnTo>
                    <a:pt x="11117" y="91"/>
                  </a:lnTo>
                  <a:lnTo>
                    <a:pt x="10896" y="161"/>
                  </a:lnTo>
                  <a:lnTo>
                    <a:pt x="10675" y="241"/>
                  </a:lnTo>
                  <a:lnTo>
                    <a:pt x="10464" y="322"/>
                  </a:lnTo>
                  <a:lnTo>
                    <a:pt x="10283" y="402"/>
                  </a:lnTo>
                  <a:lnTo>
                    <a:pt x="10021" y="533"/>
                  </a:lnTo>
                  <a:lnTo>
                    <a:pt x="9921" y="583"/>
                  </a:lnTo>
                  <a:lnTo>
                    <a:pt x="9891" y="704"/>
                  </a:lnTo>
                  <a:lnTo>
                    <a:pt x="9790" y="1035"/>
                  </a:lnTo>
                  <a:lnTo>
                    <a:pt x="9629" y="1578"/>
                  </a:lnTo>
                  <a:lnTo>
                    <a:pt x="9509" y="1930"/>
                  </a:lnTo>
                  <a:lnTo>
                    <a:pt x="9368" y="2322"/>
                  </a:lnTo>
                  <a:lnTo>
                    <a:pt x="9207" y="2764"/>
                  </a:lnTo>
                  <a:lnTo>
                    <a:pt x="9016" y="3247"/>
                  </a:lnTo>
                  <a:lnTo>
                    <a:pt x="8805" y="3769"/>
                  </a:lnTo>
                  <a:lnTo>
                    <a:pt x="8564" y="4342"/>
                  </a:lnTo>
                  <a:lnTo>
                    <a:pt x="8293" y="4955"/>
                  </a:lnTo>
                  <a:lnTo>
                    <a:pt x="7991" y="5598"/>
                  </a:lnTo>
                  <a:lnTo>
                    <a:pt x="7660" y="6282"/>
                  </a:lnTo>
                  <a:lnTo>
                    <a:pt x="7288" y="7006"/>
                  </a:lnTo>
                  <a:lnTo>
                    <a:pt x="7197" y="7187"/>
                  </a:lnTo>
                  <a:lnTo>
                    <a:pt x="7097" y="7367"/>
                  </a:lnTo>
                  <a:lnTo>
                    <a:pt x="6986" y="7538"/>
                  </a:lnTo>
                  <a:lnTo>
                    <a:pt x="6876" y="7709"/>
                  </a:lnTo>
                  <a:lnTo>
                    <a:pt x="6644" y="8031"/>
                  </a:lnTo>
                  <a:lnTo>
                    <a:pt x="6393" y="8332"/>
                  </a:lnTo>
                  <a:lnTo>
                    <a:pt x="6132" y="8614"/>
                  </a:lnTo>
                  <a:lnTo>
                    <a:pt x="5860" y="8885"/>
                  </a:lnTo>
                  <a:lnTo>
                    <a:pt x="5579" y="9136"/>
                  </a:lnTo>
                  <a:lnTo>
                    <a:pt x="5288" y="9378"/>
                  </a:lnTo>
                  <a:lnTo>
                    <a:pt x="4996" y="9599"/>
                  </a:lnTo>
                  <a:lnTo>
                    <a:pt x="4695" y="9800"/>
                  </a:lnTo>
                  <a:lnTo>
                    <a:pt x="4393" y="9991"/>
                  </a:lnTo>
                  <a:lnTo>
                    <a:pt x="4092" y="10172"/>
                  </a:lnTo>
                  <a:lnTo>
                    <a:pt x="3780" y="10332"/>
                  </a:lnTo>
                  <a:lnTo>
                    <a:pt x="3478" y="10483"/>
                  </a:lnTo>
                  <a:lnTo>
                    <a:pt x="3177" y="10624"/>
                  </a:lnTo>
                  <a:lnTo>
                    <a:pt x="2875" y="10745"/>
                  </a:lnTo>
                  <a:lnTo>
                    <a:pt x="2584" y="10855"/>
                  </a:lnTo>
                  <a:lnTo>
                    <a:pt x="2302" y="10966"/>
                  </a:lnTo>
                  <a:lnTo>
                    <a:pt x="2031" y="11056"/>
                  </a:lnTo>
                  <a:lnTo>
                    <a:pt x="1770" y="11137"/>
                  </a:lnTo>
                  <a:lnTo>
                    <a:pt x="1277" y="11277"/>
                  </a:lnTo>
                  <a:lnTo>
                    <a:pt x="855" y="11378"/>
                  </a:lnTo>
                  <a:lnTo>
                    <a:pt x="493" y="11448"/>
                  </a:lnTo>
                  <a:lnTo>
                    <a:pt x="232" y="11498"/>
                  </a:lnTo>
                  <a:lnTo>
                    <a:pt x="1" y="11528"/>
                  </a:lnTo>
                  <a:lnTo>
                    <a:pt x="292" y="13720"/>
                  </a:lnTo>
                  <a:lnTo>
                    <a:pt x="2333" y="17077"/>
                  </a:lnTo>
                  <a:lnTo>
                    <a:pt x="5539" y="28012"/>
                  </a:lnTo>
                  <a:lnTo>
                    <a:pt x="8604" y="27871"/>
                  </a:lnTo>
                  <a:lnTo>
                    <a:pt x="8373" y="27238"/>
                  </a:lnTo>
                  <a:lnTo>
                    <a:pt x="8112" y="26544"/>
                  </a:lnTo>
                  <a:lnTo>
                    <a:pt x="7770" y="25680"/>
                  </a:lnTo>
                  <a:lnTo>
                    <a:pt x="7569" y="25208"/>
                  </a:lnTo>
                  <a:lnTo>
                    <a:pt x="7348" y="24705"/>
                  </a:lnTo>
                  <a:lnTo>
                    <a:pt x="7127" y="24193"/>
                  </a:lnTo>
                  <a:lnTo>
                    <a:pt x="6886" y="23680"/>
                  </a:lnTo>
                  <a:lnTo>
                    <a:pt x="6634" y="23177"/>
                  </a:lnTo>
                  <a:lnTo>
                    <a:pt x="6373" y="22675"/>
                  </a:lnTo>
                  <a:lnTo>
                    <a:pt x="6102" y="22192"/>
                  </a:lnTo>
                  <a:lnTo>
                    <a:pt x="5830" y="21740"/>
                  </a:lnTo>
                  <a:lnTo>
                    <a:pt x="5700" y="21519"/>
                  </a:lnTo>
                  <a:lnTo>
                    <a:pt x="5579" y="21298"/>
                  </a:lnTo>
                  <a:lnTo>
                    <a:pt x="5458" y="21067"/>
                  </a:lnTo>
                  <a:lnTo>
                    <a:pt x="5348" y="20826"/>
                  </a:lnTo>
                  <a:lnTo>
                    <a:pt x="5237" y="20594"/>
                  </a:lnTo>
                  <a:lnTo>
                    <a:pt x="5147" y="20353"/>
                  </a:lnTo>
                  <a:lnTo>
                    <a:pt x="5056" y="20112"/>
                  </a:lnTo>
                  <a:lnTo>
                    <a:pt x="4966" y="19871"/>
                  </a:lnTo>
                  <a:lnTo>
                    <a:pt x="4815" y="19388"/>
                  </a:lnTo>
                  <a:lnTo>
                    <a:pt x="4685" y="18916"/>
                  </a:lnTo>
                  <a:lnTo>
                    <a:pt x="4574" y="18454"/>
                  </a:lnTo>
                  <a:lnTo>
                    <a:pt x="4483" y="18021"/>
                  </a:lnTo>
                  <a:lnTo>
                    <a:pt x="4413" y="17609"/>
                  </a:lnTo>
                  <a:lnTo>
                    <a:pt x="4353" y="17237"/>
                  </a:lnTo>
                  <a:lnTo>
                    <a:pt x="4303" y="16906"/>
                  </a:lnTo>
                  <a:lnTo>
                    <a:pt x="4272" y="16614"/>
                  </a:lnTo>
                  <a:lnTo>
                    <a:pt x="4242" y="16202"/>
                  </a:lnTo>
                  <a:lnTo>
                    <a:pt x="4232" y="16051"/>
                  </a:lnTo>
                  <a:lnTo>
                    <a:pt x="4473" y="16202"/>
                  </a:lnTo>
                  <a:lnTo>
                    <a:pt x="5328" y="16705"/>
                  </a:lnTo>
                  <a:lnTo>
                    <a:pt x="6936" y="17649"/>
                  </a:lnTo>
                  <a:lnTo>
                    <a:pt x="9479" y="19117"/>
                  </a:lnTo>
                  <a:lnTo>
                    <a:pt x="9670" y="19227"/>
                  </a:lnTo>
                  <a:lnTo>
                    <a:pt x="9851" y="19348"/>
                  </a:lnTo>
                  <a:lnTo>
                    <a:pt x="10021" y="19459"/>
                  </a:lnTo>
                  <a:lnTo>
                    <a:pt x="10192" y="19589"/>
                  </a:lnTo>
                  <a:lnTo>
                    <a:pt x="10353" y="19710"/>
                  </a:lnTo>
                  <a:lnTo>
                    <a:pt x="10504" y="19841"/>
                  </a:lnTo>
                  <a:lnTo>
                    <a:pt x="10655" y="19971"/>
                  </a:lnTo>
                  <a:lnTo>
                    <a:pt x="10795" y="20112"/>
                  </a:lnTo>
                  <a:lnTo>
                    <a:pt x="10936" y="20253"/>
                  </a:lnTo>
                  <a:lnTo>
                    <a:pt x="11067" y="20393"/>
                  </a:lnTo>
                  <a:lnTo>
                    <a:pt x="11308" y="20685"/>
                  </a:lnTo>
                  <a:lnTo>
                    <a:pt x="11529" y="20976"/>
                  </a:lnTo>
                  <a:lnTo>
                    <a:pt x="11730" y="21288"/>
                  </a:lnTo>
                  <a:lnTo>
                    <a:pt x="11911" y="21599"/>
                  </a:lnTo>
                  <a:lnTo>
                    <a:pt x="12072" y="21911"/>
                  </a:lnTo>
                  <a:lnTo>
                    <a:pt x="12213" y="22223"/>
                  </a:lnTo>
                  <a:lnTo>
                    <a:pt x="12333" y="22544"/>
                  </a:lnTo>
                  <a:lnTo>
                    <a:pt x="12444" y="22856"/>
                  </a:lnTo>
                  <a:lnTo>
                    <a:pt x="12544" y="23167"/>
                  </a:lnTo>
                  <a:lnTo>
                    <a:pt x="12625" y="23479"/>
                  </a:lnTo>
                  <a:lnTo>
                    <a:pt x="12695" y="23780"/>
                  </a:lnTo>
                  <a:lnTo>
                    <a:pt x="12745" y="24082"/>
                  </a:lnTo>
                  <a:lnTo>
                    <a:pt x="12796" y="24373"/>
                  </a:lnTo>
                  <a:lnTo>
                    <a:pt x="12826" y="24645"/>
                  </a:lnTo>
                  <a:lnTo>
                    <a:pt x="12856" y="24916"/>
                  </a:lnTo>
                  <a:lnTo>
                    <a:pt x="12866" y="25167"/>
                  </a:lnTo>
                  <a:lnTo>
                    <a:pt x="12876" y="25409"/>
                  </a:lnTo>
                  <a:lnTo>
                    <a:pt x="12886" y="25841"/>
                  </a:lnTo>
                  <a:lnTo>
                    <a:pt x="12876" y="26203"/>
                  </a:lnTo>
                  <a:lnTo>
                    <a:pt x="12856" y="26474"/>
                  </a:lnTo>
                  <a:lnTo>
                    <a:pt x="12836" y="26705"/>
                  </a:lnTo>
                  <a:lnTo>
                    <a:pt x="14876" y="27580"/>
                  </a:lnTo>
                  <a:lnTo>
                    <a:pt x="14906" y="27519"/>
                  </a:lnTo>
                  <a:lnTo>
                    <a:pt x="14987" y="27338"/>
                  </a:lnTo>
                  <a:lnTo>
                    <a:pt x="15037" y="27198"/>
                  </a:lnTo>
                  <a:lnTo>
                    <a:pt x="15087" y="27037"/>
                  </a:lnTo>
                  <a:lnTo>
                    <a:pt x="15137" y="26846"/>
                  </a:lnTo>
                  <a:lnTo>
                    <a:pt x="15188" y="26625"/>
                  </a:lnTo>
                  <a:lnTo>
                    <a:pt x="15238" y="26384"/>
                  </a:lnTo>
                  <a:lnTo>
                    <a:pt x="15268" y="26112"/>
                  </a:lnTo>
                  <a:lnTo>
                    <a:pt x="15298" y="25811"/>
                  </a:lnTo>
                  <a:lnTo>
                    <a:pt x="15308" y="25489"/>
                  </a:lnTo>
                  <a:lnTo>
                    <a:pt x="15308" y="25137"/>
                  </a:lnTo>
                  <a:lnTo>
                    <a:pt x="15288" y="24755"/>
                  </a:lnTo>
                  <a:lnTo>
                    <a:pt x="15238" y="24353"/>
                  </a:lnTo>
                  <a:lnTo>
                    <a:pt x="15167" y="23931"/>
                  </a:lnTo>
                  <a:lnTo>
                    <a:pt x="15127" y="23720"/>
                  </a:lnTo>
                  <a:lnTo>
                    <a:pt x="15067" y="23509"/>
                  </a:lnTo>
                  <a:lnTo>
                    <a:pt x="15007" y="23308"/>
                  </a:lnTo>
                  <a:lnTo>
                    <a:pt x="14926" y="23117"/>
                  </a:lnTo>
                  <a:lnTo>
                    <a:pt x="14846" y="22926"/>
                  </a:lnTo>
                  <a:lnTo>
                    <a:pt x="14755" y="22745"/>
                  </a:lnTo>
                  <a:lnTo>
                    <a:pt x="14665" y="22564"/>
                  </a:lnTo>
                  <a:lnTo>
                    <a:pt x="14554" y="22393"/>
                  </a:lnTo>
                  <a:lnTo>
                    <a:pt x="14444" y="22223"/>
                  </a:lnTo>
                  <a:lnTo>
                    <a:pt x="14333" y="22062"/>
                  </a:lnTo>
                  <a:lnTo>
                    <a:pt x="14213" y="21901"/>
                  </a:lnTo>
                  <a:lnTo>
                    <a:pt x="14082" y="21750"/>
                  </a:lnTo>
                  <a:lnTo>
                    <a:pt x="13821" y="21449"/>
                  </a:lnTo>
                  <a:lnTo>
                    <a:pt x="13549" y="21157"/>
                  </a:lnTo>
                  <a:lnTo>
                    <a:pt x="13268" y="20876"/>
                  </a:lnTo>
                  <a:lnTo>
                    <a:pt x="12976" y="20594"/>
                  </a:lnTo>
                  <a:lnTo>
                    <a:pt x="12404" y="20032"/>
                  </a:lnTo>
                  <a:lnTo>
                    <a:pt x="12122" y="19750"/>
                  </a:lnTo>
                  <a:lnTo>
                    <a:pt x="11861" y="19449"/>
                  </a:lnTo>
                  <a:lnTo>
                    <a:pt x="11610" y="19147"/>
                  </a:lnTo>
                  <a:lnTo>
                    <a:pt x="11489" y="18986"/>
                  </a:lnTo>
                  <a:lnTo>
                    <a:pt x="11378" y="18825"/>
                  </a:lnTo>
                  <a:lnTo>
                    <a:pt x="11258" y="18655"/>
                  </a:lnTo>
                  <a:lnTo>
                    <a:pt x="11117" y="18484"/>
                  </a:lnTo>
                  <a:lnTo>
                    <a:pt x="10946" y="18313"/>
                  </a:lnTo>
                  <a:lnTo>
                    <a:pt x="10765" y="18132"/>
                  </a:lnTo>
                  <a:lnTo>
                    <a:pt x="10564" y="17941"/>
                  </a:lnTo>
                  <a:lnTo>
                    <a:pt x="10353" y="17760"/>
                  </a:lnTo>
                  <a:lnTo>
                    <a:pt x="10122" y="17569"/>
                  </a:lnTo>
                  <a:lnTo>
                    <a:pt x="9881" y="17378"/>
                  </a:lnTo>
                  <a:lnTo>
                    <a:pt x="9368" y="16996"/>
                  </a:lnTo>
                  <a:lnTo>
                    <a:pt x="8835" y="16624"/>
                  </a:lnTo>
                  <a:lnTo>
                    <a:pt x="8283" y="16262"/>
                  </a:lnTo>
                  <a:lnTo>
                    <a:pt x="7730" y="15911"/>
                  </a:lnTo>
                  <a:lnTo>
                    <a:pt x="7187" y="15579"/>
                  </a:lnTo>
                  <a:lnTo>
                    <a:pt x="6685" y="15267"/>
                  </a:lnTo>
                  <a:lnTo>
                    <a:pt x="5800" y="14765"/>
                  </a:lnTo>
                  <a:lnTo>
                    <a:pt x="5187" y="14423"/>
                  </a:lnTo>
                  <a:lnTo>
                    <a:pt x="4956" y="14303"/>
                  </a:lnTo>
                  <a:lnTo>
                    <a:pt x="4956" y="14303"/>
                  </a:lnTo>
                  <a:lnTo>
                    <a:pt x="5358" y="14313"/>
                  </a:lnTo>
                  <a:lnTo>
                    <a:pt x="5800" y="14323"/>
                  </a:lnTo>
                  <a:lnTo>
                    <a:pt x="6383" y="14323"/>
                  </a:lnTo>
                  <a:lnTo>
                    <a:pt x="7056" y="14292"/>
                  </a:lnTo>
                  <a:lnTo>
                    <a:pt x="7418" y="14272"/>
                  </a:lnTo>
                  <a:lnTo>
                    <a:pt x="7790" y="14242"/>
                  </a:lnTo>
                  <a:lnTo>
                    <a:pt x="8172" y="14202"/>
                  </a:lnTo>
                  <a:lnTo>
                    <a:pt x="8564" y="14152"/>
                  </a:lnTo>
                  <a:lnTo>
                    <a:pt x="8946" y="14081"/>
                  </a:lnTo>
                  <a:lnTo>
                    <a:pt x="9338" y="14011"/>
                  </a:lnTo>
                  <a:lnTo>
                    <a:pt x="9529" y="13961"/>
                  </a:lnTo>
                  <a:lnTo>
                    <a:pt x="9740" y="13900"/>
                  </a:lnTo>
                  <a:lnTo>
                    <a:pt x="9971" y="13820"/>
                  </a:lnTo>
                  <a:lnTo>
                    <a:pt x="10202" y="13730"/>
                  </a:lnTo>
                  <a:lnTo>
                    <a:pt x="10444" y="13629"/>
                  </a:lnTo>
                  <a:lnTo>
                    <a:pt x="10695" y="13519"/>
                  </a:lnTo>
                  <a:lnTo>
                    <a:pt x="11218" y="13267"/>
                  </a:lnTo>
                  <a:lnTo>
                    <a:pt x="11760" y="12986"/>
                  </a:lnTo>
                  <a:lnTo>
                    <a:pt x="12323" y="12684"/>
                  </a:lnTo>
                  <a:lnTo>
                    <a:pt x="12896" y="12363"/>
                  </a:lnTo>
                  <a:lnTo>
                    <a:pt x="13459" y="12041"/>
                  </a:lnTo>
                  <a:lnTo>
                    <a:pt x="14544" y="11398"/>
                  </a:lnTo>
                  <a:lnTo>
                    <a:pt x="15529" y="10805"/>
                  </a:lnTo>
                  <a:lnTo>
                    <a:pt x="15962" y="10564"/>
                  </a:lnTo>
                  <a:lnTo>
                    <a:pt x="16343" y="10353"/>
                  </a:lnTo>
                  <a:lnTo>
                    <a:pt x="16665" y="10182"/>
                  </a:lnTo>
                  <a:lnTo>
                    <a:pt x="16806" y="10121"/>
                  </a:lnTo>
                  <a:lnTo>
                    <a:pt x="16916" y="10071"/>
                  </a:lnTo>
                  <a:lnTo>
                    <a:pt x="17027" y="10031"/>
                  </a:lnTo>
                  <a:lnTo>
                    <a:pt x="17137" y="9981"/>
                  </a:lnTo>
                  <a:lnTo>
                    <a:pt x="17238" y="9920"/>
                  </a:lnTo>
                  <a:lnTo>
                    <a:pt x="17338" y="9860"/>
                  </a:lnTo>
                  <a:lnTo>
                    <a:pt x="17519" y="9729"/>
                  </a:lnTo>
                  <a:lnTo>
                    <a:pt x="17700" y="9579"/>
                  </a:lnTo>
                  <a:lnTo>
                    <a:pt x="17851" y="9408"/>
                  </a:lnTo>
                  <a:lnTo>
                    <a:pt x="17992" y="9237"/>
                  </a:lnTo>
                  <a:lnTo>
                    <a:pt x="18102" y="9046"/>
                  </a:lnTo>
                  <a:lnTo>
                    <a:pt x="18193" y="8845"/>
                  </a:lnTo>
                  <a:lnTo>
                    <a:pt x="18233" y="8744"/>
                  </a:lnTo>
                  <a:lnTo>
                    <a:pt x="18263" y="8644"/>
                  </a:lnTo>
                  <a:lnTo>
                    <a:pt x="18293" y="8543"/>
                  </a:lnTo>
                  <a:lnTo>
                    <a:pt x="18313" y="8443"/>
                  </a:lnTo>
                  <a:lnTo>
                    <a:pt x="18323" y="8342"/>
                  </a:lnTo>
                  <a:lnTo>
                    <a:pt x="18323" y="8242"/>
                  </a:lnTo>
                  <a:lnTo>
                    <a:pt x="18323" y="8141"/>
                  </a:lnTo>
                  <a:lnTo>
                    <a:pt x="18313" y="8041"/>
                  </a:lnTo>
                  <a:lnTo>
                    <a:pt x="18303" y="7940"/>
                  </a:lnTo>
                  <a:lnTo>
                    <a:pt x="18273" y="7840"/>
                  </a:lnTo>
                  <a:lnTo>
                    <a:pt x="18243" y="7749"/>
                  </a:lnTo>
                  <a:lnTo>
                    <a:pt x="18193" y="7649"/>
                  </a:lnTo>
                  <a:lnTo>
                    <a:pt x="18143" y="7558"/>
                  </a:lnTo>
                  <a:lnTo>
                    <a:pt x="18092" y="7468"/>
                  </a:lnTo>
                  <a:lnTo>
                    <a:pt x="18022" y="7388"/>
                  </a:lnTo>
                  <a:lnTo>
                    <a:pt x="17942" y="7297"/>
                  </a:lnTo>
                  <a:lnTo>
                    <a:pt x="17861" y="7217"/>
                  </a:lnTo>
                  <a:lnTo>
                    <a:pt x="17771" y="7146"/>
                  </a:lnTo>
                  <a:lnTo>
                    <a:pt x="17680" y="7086"/>
                  </a:lnTo>
                  <a:lnTo>
                    <a:pt x="17580" y="7036"/>
                  </a:lnTo>
                  <a:lnTo>
                    <a:pt x="17479" y="6986"/>
                  </a:lnTo>
                  <a:lnTo>
                    <a:pt x="17379" y="6945"/>
                  </a:lnTo>
                  <a:lnTo>
                    <a:pt x="17268" y="6915"/>
                  </a:lnTo>
                  <a:lnTo>
                    <a:pt x="17168" y="6885"/>
                  </a:lnTo>
                  <a:lnTo>
                    <a:pt x="16946" y="6845"/>
                  </a:lnTo>
                  <a:lnTo>
                    <a:pt x="16725" y="6825"/>
                  </a:lnTo>
                  <a:lnTo>
                    <a:pt x="16514" y="6815"/>
                  </a:lnTo>
                  <a:lnTo>
                    <a:pt x="16303" y="6825"/>
                  </a:lnTo>
                  <a:lnTo>
                    <a:pt x="16102" y="6845"/>
                  </a:lnTo>
                  <a:lnTo>
                    <a:pt x="15921" y="6865"/>
                  </a:lnTo>
                  <a:lnTo>
                    <a:pt x="15750" y="6895"/>
                  </a:lnTo>
                  <a:lnTo>
                    <a:pt x="15600" y="6925"/>
                  </a:lnTo>
                  <a:lnTo>
                    <a:pt x="15389" y="6986"/>
                  </a:lnTo>
                  <a:lnTo>
                    <a:pt x="15318" y="7006"/>
                  </a:lnTo>
                  <a:lnTo>
                    <a:pt x="15147" y="7187"/>
                  </a:lnTo>
                  <a:lnTo>
                    <a:pt x="14665" y="7669"/>
                  </a:lnTo>
                  <a:lnTo>
                    <a:pt x="13951" y="8373"/>
                  </a:lnTo>
                  <a:lnTo>
                    <a:pt x="13519" y="8775"/>
                  </a:lnTo>
                  <a:lnTo>
                    <a:pt x="13057" y="9217"/>
                  </a:lnTo>
                  <a:lnTo>
                    <a:pt x="12564" y="9669"/>
                  </a:lnTo>
                  <a:lnTo>
                    <a:pt x="12052" y="10121"/>
                  </a:lnTo>
                  <a:lnTo>
                    <a:pt x="11529" y="10574"/>
                  </a:lnTo>
                  <a:lnTo>
                    <a:pt x="11006" y="11006"/>
                  </a:lnTo>
                  <a:lnTo>
                    <a:pt x="10484" y="11418"/>
                  </a:lnTo>
                  <a:lnTo>
                    <a:pt x="9981" y="11800"/>
                  </a:lnTo>
                  <a:lnTo>
                    <a:pt x="9740" y="11971"/>
                  </a:lnTo>
                  <a:lnTo>
                    <a:pt x="9499" y="12132"/>
                  </a:lnTo>
                  <a:lnTo>
                    <a:pt x="9268" y="12272"/>
                  </a:lnTo>
                  <a:lnTo>
                    <a:pt x="9047" y="12403"/>
                  </a:lnTo>
                  <a:lnTo>
                    <a:pt x="8825" y="12513"/>
                  </a:lnTo>
                  <a:lnTo>
                    <a:pt x="8604" y="12614"/>
                  </a:lnTo>
                  <a:lnTo>
                    <a:pt x="8393" y="12684"/>
                  </a:lnTo>
                  <a:lnTo>
                    <a:pt x="8172" y="12735"/>
                  </a:lnTo>
                  <a:lnTo>
                    <a:pt x="7961" y="12775"/>
                  </a:lnTo>
                  <a:lnTo>
                    <a:pt x="7750" y="12795"/>
                  </a:lnTo>
                  <a:lnTo>
                    <a:pt x="7539" y="12805"/>
                  </a:lnTo>
                  <a:lnTo>
                    <a:pt x="7328" y="12795"/>
                  </a:lnTo>
                  <a:lnTo>
                    <a:pt x="7127" y="12785"/>
                  </a:lnTo>
                  <a:lnTo>
                    <a:pt x="6926" y="12755"/>
                  </a:lnTo>
                  <a:lnTo>
                    <a:pt x="6735" y="12704"/>
                  </a:lnTo>
                  <a:lnTo>
                    <a:pt x="6544" y="12654"/>
                  </a:lnTo>
                  <a:lnTo>
                    <a:pt x="6353" y="12604"/>
                  </a:lnTo>
                  <a:lnTo>
                    <a:pt x="6172" y="12534"/>
                  </a:lnTo>
                  <a:lnTo>
                    <a:pt x="6001" y="12463"/>
                  </a:lnTo>
                  <a:lnTo>
                    <a:pt x="5830" y="12383"/>
                  </a:lnTo>
                  <a:lnTo>
                    <a:pt x="5669" y="12302"/>
                  </a:lnTo>
                  <a:lnTo>
                    <a:pt x="5519" y="12222"/>
                  </a:lnTo>
                  <a:lnTo>
                    <a:pt x="5237" y="12051"/>
                  </a:lnTo>
                  <a:lnTo>
                    <a:pt x="4986" y="11880"/>
                  </a:lnTo>
                  <a:lnTo>
                    <a:pt x="4775" y="11730"/>
                  </a:lnTo>
                  <a:lnTo>
                    <a:pt x="4604" y="11589"/>
                  </a:lnTo>
                  <a:lnTo>
                    <a:pt x="4483" y="11478"/>
                  </a:lnTo>
                  <a:lnTo>
                    <a:pt x="4373" y="11388"/>
                  </a:lnTo>
                  <a:lnTo>
                    <a:pt x="4996" y="10966"/>
                  </a:lnTo>
                  <a:lnTo>
                    <a:pt x="5730" y="10463"/>
                  </a:lnTo>
                  <a:lnTo>
                    <a:pt x="6705" y="9780"/>
                  </a:lnTo>
                  <a:lnTo>
                    <a:pt x="6845" y="9679"/>
                  </a:lnTo>
                  <a:lnTo>
                    <a:pt x="6986" y="9559"/>
                  </a:lnTo>
                  <a:lnTo>
                    <a:pt x="7127" y="9438"/>
                  </a:lnTo>
                  <a:lnTo>
                    <a:pt x="7268" y="9307"/>
                  </a:lnTo>
                  <a:lnTo>
                    <a:pt x="7559" y="9006"/>
                  </a:lnTo>
                  <a:lnTo>
                    <a:pt x="7851" y="8684"/>
                  </a:lnTo>
                  <a:lnTo>
                    <a:pt x="8132" y="8342"/>
                  </a:lnTo>
                  <a:lnTo>
                    <a:pt x="8413" y="7991"/>
                  </a:lnTo>
                  <a:lnTo>
                    <a:pt x="8675" y="7639"/>
                  </a:lnTo>
                  <a:lnTo>
                    <a:pt x="8936" y="7277"/>
                  </a:lnTo>
                  <a:lnTo>
                    <a:pt x="9167" y="6935"/>
                  </a:lnTo>
                  <a:lnTo>
                    <a:pt x="9388" y="6614"/>
                  </a:lnTo>
                  <a:lnTo>
                    <a:pt x="9750" y="6061"/>
                  </a:lnTo>
                  <a:lnTo>
                    <a:pt x="9981" y="5689"/>
                  </a:lnTo>
                  <a:lnTo>
                    <a:pt x="10062" y="5548"/>
                  </a:lnTo>
                  <a:lnTo>
                    <a:pt x="10182" y="5387"/>
                  </a:lnTo>
                  <a:lnTo>
                    <a:pt x="10494" y="4955"/>
                  </a:lnTo>
                  <a:lnTo>
                    <a:pt x="10926" y="4322"/>
                  </a:lnTo>
                  <a:lnTo>
                    <a:pt x="11167" y="3950"/>
                  </a:lnTo>
                  <a:lnTo>
                    <a:pt x="11419" y="3558"/>
                  </a:lnTo>
                  <a:lnTo>
                    <a:pt x="11660" y="3146"/>
                  </a:lnTo>
                  <a:lnTo>
                    <a:pt x="11891" y="2734"/>
                  </a:lnTo>
                  <a:lnTo>
                    <a:pt x="12102" y="2322"/>
                  </a:lnTo>
                  <a:lnTo>
                    <a:pt x="12192" y="2121"/>
                  </a:lnTo>
                  <a:lnTo>
                    <a:pt x="12283" y="1920"/>
                  </a:lnTo>
                  <a:lnTo>
                    <a:pt x="12353" y="1719"/>
                  </a:lnTo>
                  <a:lnTo>
                    <a:pt x="12424" y="1538"/>
                  </a:lnTo>
                  <a:lnTo>
                    <a:pt x="12484" y="1347"/>
                  </a:lnTo>
                  <a:lnTo>
                    <a:pt x="12524" y="1176"/>
                  </a:lnTo>
                  <a:lnTo>
                    <a:pt x="12554" y="1015"/>
                  </a:lnTo>
                  <a:lnTo>
                    <a:pt x="12564" y="865"/>
                  </a:lnTo>
                  <a:lnTo>
                    <a:pt x="12564" y="714"/>
                  </a:lnTo>
                  <a:lnTo>
                    <a:pt x="12544" y="583"/>
                  </a:lnTo>
                  <a:lnTo>
                    <a:pt x="12514" y="473"/>
                  </a:lnTo>
                  <a:lnTo>
                    <a:pt x="12464" y="372"/>
                  </a:lnTo>
                  <a:lnTo>
                    <a:pt x="12414" y="282"/>
                  </a:lnTo>
                  <a:lnTo>
                    <a:pt x="12343" y="211"/>
                  </a:lnTo>
                  <a:lnTo>
                    <a:pt x="12273" y="151"/>
                  </a:lnTo>
                  <a:lnTo>
                    <a:pt x="12192" y="101"/>
                  </a:lnTo>
                  <a:lnTo>
                    <a:pt x="12102" y="60"/>
                  </a:lnTo>
                  <a:lnTo>
                    <a:pt x="12012" y="30"/>
                  </a:lnTo>
                  <a:lnTo>
                    <a:pt x="11911" y="20"/>
                  </a:lnTo>
                  <a:lnTo>
                    <a:pt x="11811" y="10"/>
                  </a:lnTo>
                  <a:lnTo>
                    <a:pt x="117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9E2528F2-53EA-C254-9941-A8F1E2D3005C}"/>
              </a:ext>
            </a:extLst>
          </p:cNvPr>
          <p:cNvSpPr/>
          <p:nvPr/>
        </p:nvSpPr>
        <p:spPr>
          <a:xfrm>
            <a:off x="289483" y="896875"/>
            <a:ext cx="8117572" cy="1232836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>
          <a:extLst>
            <a:ext uri="{FF2B5EF4-FFF2-40B4-BE49-F238E27FC236}">
              <a16:creationId xmlns:a16="http://schemas.microsoft.com/office/drawing/2014/main" id="{9A7AD658-F539-8E13-1A61-1F820C51A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>
            <a:extLst>
              <a:ext uri="{FF2B5EF4-FFF2-40B4-BE49-F238E27FC236}">
                <a16:creationId xmlns:a16="http://schemas.microsoft.com/office/drawing/2014/main" id="{81BACBD5-17BF-CA37-8B39-A481E9DEDC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61" name="Google Shape;61;p16">
            <a:extLst>
              <a:ext uri="{FF2B5EF4-FFF2-40B4-BE49-F238E27FC236}">
                <a16:creationId xmlns:a16="http://schemas.microsoft.com/office/drawing/2014/main" id="{D90EA5AB-8AAE-CFC3-DEF7-D58E6F898381}"/>
              </a:ext>
            </a:extLst>
          </p:cNvPr>
          <p:cNvSpPr txBox="1"/>
          <p:nvPr/>
        </p:nvSpPr>
        <p:spPr>
          <a:xfrm>
            <a:off x="2024717" y="1343888"/>
            <a:ext cx="6382338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The </a:t>
            </a:r>
            <a:r>
              <a:rPr lang="en-US" b="1" dirty="0"/>
              <a:t>early detection of PD</a:t>
            </a:r>
            <a:r>
              <a:rPr lang="en-US" dirty="0"/>
              <a:t> is a </a:t>
            </a:r>
            <a:r>
              <a:rPr lang="en-US" b="1" dirty="0"/>
              <a:t>growing priority </a:t>
            </a:r>
            <a:r>
              <a:rPr lang="en-US" dirty="0"/>
              <a:t>within both clinical practice and research. 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5B2D497-A30B-FC70-7FB0-6D2009FE717A}"/>
              </a:ext>
            </a:extLst>
          </p:cNvPr>
          <p:cNvSpPr txBox="1"/>
          <p:nvPr/>
        </p:nvSpPr>
        <p:spPr>
          <a:xfrm>
            <a:off x="2024717" y="2303601"/>
            <a:ext cx="666341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Many individuals remain undiagnosed until the disease has already progressed</a:t>
            </a:r>
            <a:r>
              <a:rPr lang="en-US" dirty="0"/>
              <a:t>, limiting the effectiveness of available therapeutic interventions. Consequently, </a:t>
            </a:r>
            <a:r>
              <a:rPr lang="en-US" b="1" dirty="0"/>
              <a:t>timely diagnosis</a:t>
            </a:r>
            <a:r>
              <a:rPr lang="en-US" dirty="0"/>
              <a:t> can significantly </a:t>
            </a:r>
            <a:r>
              <a:rPr lang="en-US" b="1" dirty="0"/>
              <a:t>influence patient outcomes and long-term quality of life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8F36A34-7F86-9B72-E7D5-88F89E56396F}"/>
              </a:ext>
            </a:extLst>
          </p:cNvPr>
          <p:cNvSpPr txBox="1"/>
          <p:nvPr/>
        </p:nvSpPr>
        <p:spPr>
          <a:xfrm>
            <a:off x="2024717" y="3734684"/>
            <a:ext cx="666341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Early identification could allow for </a:t>
            </a:r>
            <a:r>
              <a:rPr lang="en-US" b="1" dirty="0"/>
              <a:t>timelier monitoring, lifestyle adjustments, and targeted therapeutic strategies</a:t>
            </a:r>
            <a:r>
              <a:rPr lang="en-US" dirty="0"/>
              <a:t> that may slow </a:t>
            </a:r>
            <a:r>
              <a:rPr lang="en-US" b="1" dirty="0"/>
              <a:t>disease progression or improve quality of life</a:t>
            </a:r>
            <a:r>
              <a:rPr lang="en-US" dirty="0"/>
              <a:t>. </a:t>
            </a:r>
          </a:p>
        </p:txBody>
      </p:sp>
      <p:sp>
        <p:nvSpPr>
          <p:cNvPr id="18" name="Google Shape;601;p25">
            <a:extLst>
              <a:ext uri="{FF2B5EF4-FFF2-40B4-BE49-F238E27FC236}">
                <a16:creationId xmlns:a16="http://schemas.microsoft.com/office/drawing/2014/main" id="{353FDB8B-36C3-0434-756D-A1B3A0C5DDB3}"/>
              </a:ext>
            </a:extLst>
          </p:cNvPr>
          <p:cNvSpPr/>
          <p:nvPr/>
        </p:nvSpPr>
        <p:spPr>
          <a:xfrm>
            <a:off x="553316" y="957190"/>
            <a:ext cx="1165500" cy="1165500"/>
          </a:xfrm>
          <a:prstGeom prst="ellipse">
            <a:avLst/>
          </a:prstGeom>
          <a:solidFill>
            <a:srgbClr val="419AB0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605;p25">
            <a:extLst>
              <a:ext uri="{FF2B5EF4-FFF2-40B4-BE49-F238E27FC236}">
                <a16:creationId xmlns:a16="http://schemas.microsoft.com/office/drawing/2014/main" id="{29A7DD98-2AC3-78BA-8643-3216FE0050C1}"/>
              </a:ext>
            </a:extLst>
          </p:cNvPr>
          <p:cNvSpPr/>
          <p:nvPr/>
        </p:nvSpPr>
        <p:spPr>
          <a:xfrm>
            <a:off x="553316" y="2236689"/>
            <a:ext cx="1165500" cy="1165500"/>
          </a:xfrm>
          <a:prstGeom prst="ellipse">
            <a:avLst/>
          </a:prstGeom>
          <a:solidFill>
            <a:srgbClr val="366D8B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609;p25">
            <a:extLst>
              <a:ext uri="{FF2B5EF4-FFF2-40B4-BE49-F238E27FC236}">
                <a16:creationId xmlns:a16="http://schemas.microsoft.com/office/drawing/2014/main" id="{9927FBCC-F75D-81C5-A391-5166FBFD67A1}"/>
              </a:ext>
            </a:extLst>
          </p:cNvPr>
          <p:cNvSpPr/>
          <p:nvPr/>
        </p:nvSpPr>
        <p:spPr>
          <a:xfrm>
            <a:off x="553316" y="3516188"/>
            <a:ext cx="1165500" cy="1165500"/>
          </a:xfrm>
          <a:prstGeom prst="ellipse">
            <a:avLst/>
          </a:prstGeom>
          <a:solidFill>
            <a:srgbClr val="61C5FF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611;p25">
            <a:extLst>
              <a:ext uri="{FF2B5EF4-FFF2-40B4-BE49-F238E27FC236}">
                <a16:creationId xmlns:a16="http://schemas.microsoft.com/office/drawing/2014/main" id="{1EEFB087-8F57-C87C-7569-551214C5EE4A}"/>
              </a:ext>
            </a:extLst>
          </p:cNvPr>
          <p:cNvSpPr/>
          <p:nvPr/>
        </p:nvSpPr>
        <p:spPr>
          <a:xfrm>
            <a:off x="778828" y="2410530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612;p25">
            <a:extLst>
              <a:ext uri="{FF2B5EF4-FFF2-40B4-BE49-F238E27FC236}">
                <a16:creationId xmlns:a16="http://schemas.microsoft.com/office/drawing/2014/main" id="{BCAC66FD-46EA-3306-94BD-10F9EE24A18B}"/>
              </a:ext>
            </a:extLst>
          </p:cNvPr>
          <p:cNvGrpSpPr/>
          <p:nvPr/>
        </p:nvGrpSpPr>
        <p:grpSpPr>
          <a:xfrm>
            <a:off x="837877" y="1083583"/>
            <a:ext cx="596388" cy="912612"/>
            <a:chOff x="5403486" y="1078668"/>
            <a:chExt cx="596388" cy="912612"/>
          </a:xfrm>
        </p:grpSpPr>
        <p:sp>
          <p:nvSpPr>
            <p:cNvPr id="23" name="Google Shape;613;p25">
              <a:extLst>
                <a:ext uri="{FF2B5EF4-FFF2-40B4-BE49-F238E27FC236}">
                  <a16:creationId xmlns:a16="http://schemas.microsoft.com/office/drawing/2014/main" id="{58C8E489-B6B1-2556-8B1A-BFC7BD25C3A0}"/>
                </a:ext>
              </a:extLst>
            </p:cNvPr>
            <p:cNvSpPr/>
            <p:nvPr/>
          </p:nvSpPr>
          <p:spPr>
            <a:xfrm>
              <a:off x="5578589" y="1476621"/>
              <a:ext cx="53205" cy="101493"/>
            </a:xfrm>
            <a:custGeom>
              <a:avLst/>
              <a:gdLst/>
              <a:ahLst/>
              <a:cxnLst/>
              <a:rect l="l" t="t" r="r" b="b"/>
              <a:pathLst>
                <a:path w="4816" h="9187" extrusionOk="0">
                  <a:moveTo>
                    <a:pt x="2292" y="0"/>
                  </a:moveTo>
                  <a:lnTo>
                    <a:pt x="2172" y="10"/>
                  </a:lnTo>
                  <a:lnTo>
                    <a:pt x="2051" y="20"/>
                  </a:lnTo>
                  <a:lnTo>
                    <a:pt x="1930" y="40"/>
                  </a:lnTo>
                  <a:lnTo>
                    <a:pt x="1699" y="101"/>
                  </a:lnTo>
                  <a:lnTo>
                    <a:pt x="1478" y="191"/>
                  </a:lnTo>
                  <a:lnTo>
                    <a:pt x="1267" y="292"/>
                  </a:lnTo>
                  <a:lnTo>
                    <a:pt x="1066" y="412"/>
                  </a:lnTo>
                  <a:lnTo>
                    <a:pt x="885" y="543"/>
                  </a:lnTo>
                  <a:lnTo>
                    <a:pt x="714" y="704"/>
                  </a:lnTo>
                  <a:lnTo>
                    <a:pt x="553" y="875"/>
                  </a:lnTo>
                  <a:lnTo>
                    <a:pt x="413" y="1056"/>
                  </a:lnTo>
                  <a:lnTo>
                    <a:pt x="292" y="1257"/>
                  </a:lnTo>
                  <a:lnTo>
                    <a:pt x="192" y="1468"/>
                  </a:lnTo>
                  <a:lnTo>
                    <a:pt x="111" y="1689"/>
                  </a:lnTo>
                  <a:lnTo>
                    <a:pt x="51" y="1920"/>
                  </a:lnTo>
                  <a:lnTo>
                    <a:pt x="31" y="2041"/>
                  </a:lnTo>
                  <a:lnTo>
                    <a:pt x="21" y="2161"/>
                  </a:lnTo>
                  <a:lnTo>
                    <a:pt x="11" y="2282"/>
                  </a:lnTo>
                  <a:lnTo>
                    <a:pt x="1" y="2402"/>
                  </a:lnTo>
                  <a:lnTo>
                    <a:pt x="1" y="6785"/>
                  </a:lnTo>
                  <a:lnTo>
                    <a:pt x="11" y="6905"/>
                  </a:lnTo>
                  <a:lnTo>
                    <a:pt x="21" y="7026"/>
                  </a:lnTo>
                  <a:lnTo>
                    <a:pt x="31" y="7146"/>
                  </a:lnTo>
                  <a:lnTo>
                    <a:pt x="51" y="7267"/>
                  </a:lnTo>
                  <a:lnTo>
                    <a:pt x="111" y="7498"/>
                  </a:lnTo>
                  <a:lnTo>
                    <a:pt x="192" y="7719"/>
                  </a:lnTo>
                  <a:lnTo>
                    <a:pt x="292" y="7930"/>
                  </a:lnTo>
                  <a:lnTo>
                    <a:pt x="413" y="8121"/>
                  </a:lnTo>
                  <a:lnTo>
                    <a:pt x="553" y="8312"/>
                  </a:lnTo>
                  <a:lnTo>
                    <a:pt x="714" y="8483"/>
                  </a:lnTo>
                  <a:lnTo>
                    <a:pt x="885" y="8634"/>
                  </a:lnTo>
                  <a:lnTo>
                    <a:pt x="1066" y="8775"/>
                  </a:lnTo>
                  <a:lnTo>
                    <a:pt x="1267" y="8895"/>
                  </a:lnTo>
                  <a:lnTo>
                    <a:pt x="1478" y="8996"/>
                  </a:lnTo>
                  <a:lnTo>
                    <a:pt x="1699" y="9076"/>
                  </a:lnTo>
                  <a:lnTo>
                    <a:pt x="1930" y="9136"/>
                  </a:lnTo>
                  <a:lnTo>
                    <a:pt x="2051" y="9157"/>
                  </a:lnTo>
                  <a:lnTo>
                    <a:pt x="2172" y="9177"/>
                  </a:lnTo>
                  <a:lnTo>
                    <a:pt x="2292" y="9187"/>
                  </a:lnTo>
                  <a:lnTo>
                    <a:pt x="2534" y="9187"/>
                  </a:lnTo>
                  <a:lnTo>
                    <a:pt x="2654" y="9177"/>
                  </a:lnTo>
                  <a:lnTo>
                    <a:pt x="2775" y="9157"/>
                  </a:lnTo>
                  <a:lnTo>
                    <a:pt x="2895" y="9136"/>
                  </a:lnTo>
                  <a:lnTo>
                    <a:pt x="3127" y="9076"/>
                  </a:lnTo>
                  <a:lnTo>
                    <a:pt x="3348" y="8996"/>
                  </a:lnTo>
                  <a:lnTo>
                    <a:pt x="3559" y="8895"/>
                  </a:lnTo>
                  <a:lnTo>
                    <a:pt x="3760" y="8775"/>
                  </a:lnTo>
                  <a:lnTo>
                    <a:pt x="3941" y="8634"/>
                  </a:lnTo>
                  <a:lnTo>
                    <a:pt x="4111" y="8483"/>
                  </a:lnTo>
                  <a:lnTo>
                    <a:pt x="4272" y="8312"/>
                  </a:lnTo>
                  <a:lnTo>
                    <a:pt x="4403" y="8121"/>
                  </a:lnTo>
                  <a:lnTo>
                    <a:pt x="4524" y="7930"/>
                  </a:lnTo>
                  <a:lnTo>
                    <a:pt x="4634" y="7719"/>
                  </a:lnTo>
                  <a:lnTo>
                    <a:pt x="4715" y="7498"/>
                  </a:lnTo>
                  <a:lnTo>
                    <a:pt x="4775" y="7267"/>
                  </a:lnTo>
                  <a:lnTo>
                    <a:pt x="4795" y="7146"/>
                  </a:lnTo>
                  <a:lnTo>
                    <a:pt x="4805" y="7026"/>
                  </a:lnTo>
                  <a:lnTo>
                    <a:pt x="4815" y="6905"/>
                  </a:lnTo>
                  <a:lnTo>
                    <a:pt x="4815" y="6785"/>
                  </a:lnTo>
                  <a:lnTo>
                    <a:pt x="4815" y="2402"/>
                  </a:lnTo>
                  <a:lnTo>
                    <a:pt x="4815" y="2282"/>
                  </a:lnTo>
                  <a:lnTo>
                    <a:pt x="4805" y="2161"/>
                  </a:lnTo>
                  <a:lnTo>
                    <a:pt x="4795" y="2041"/>
                  </a:lnTo>
                  <a:lnTo>
                    <a:pt x="4775" y="1920"/>
                  </a:lnTo>
                  <a:lnTo>
                    <a:pt x="4715" y="1689"/>
                  </a:lnTo>
                  <a:lnTo>
                    <a:pt x="4634" y="1468"/>
                  </a:lnTo>
                  <a:lnTo>
                    <a:pt x="4524" y="1257"/>
                  </a:lnTo>
                  <a:lnTo>
                    <a:pt x="4403" y="1056"/>
                  </a:lnTo>
                  <a:lnTo>
                    <a:pt x="4272" y="875"/>
                  </a:lnTo>
                  <a:lnTo>
                    <a:pt x="4111" y="704"/>
                  </a:lnTo>
                  <a:lnTo>
                    <a:pt x="3941" y="543"/>
                  </a:lnTo>
                  <a:lnTo>
                    <a:pt x="3760" y="412"/>
                  </a:lnTo>
                  <a:lnTo>
                    <a:pt x="3559" y="292"/>
                  </a:lnTo>
                  <a:lnTo>
                    <a:pt x="3348" y="191"/>
                  </a:lnTo>
                  <a:lnTo>
                    <a:pt x="3127" y="101"/>
                  </a:lnTo>
                  <a:lnTo>
                    <a:pt x="2895" y="40"/>
                  </a:lnTo>
                  <a:lnTo>
                    <a:pt x="2775" y="20"/>
                  </a:lnTo>
                  <a:lnTo>
                    <a:pt x="2654" y="10"/>
                  </a:lnTo>
                  <a:lnTo>
                    <a:pt x="25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14;p25">
              <a:extLst>
                <a:ext uri="{FF2B5EF4-FFF2-40B4-BE49-F238E27FC236}">
                  <a16:creationId xmlns:a16="http://schemas.microsoft.com/office/drawing/2014/main" id="{F19ECDD4-B844-63F5-4090-3ACA8398D2BF}"/>
                </a:ext>
              </a:extLst>
            </p:cNvPr>
            <p:cNvSpPr/>
            <p:nvPr/>
          </p:nvSpPr>
          <p:spPr>
            <a:xfrm>
              <a:off x="5582588" y="1584434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1"/>
                  </a:moveTo>
                  <a:lnTo>
                    <a:pt x="2061" y="21"/>
                  </a:lnTo>
                  <a:lnTo>
                    <a:pt x="1940" y="41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9" y="141"/>
                  </a:lnTo>
                  <a:lnTo>
                    <a:pt x="1468" y="182"/>
                  </a:lnTo>
                  <a:lnTo>
                    <a:pt x="1357" y="232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74" y="634"/>
                  </a:lnTo>
                  <a:lnTo>
                    <a:pt x="604" y="805"/>
                  </a:lnTo>
                  <a:lnTo>
                    <a:pt x="463" y="986"/>
                  </a:lnTo>
                  <a:lnTo>
                    <a:pt x="332" y="1177"/>
                  </a:lnTo>
                  <a:lnTo>
                    <a:pt x="222" y="1378"/>
                  </a:lnTo>
                  <a:lnTo>
                    <a:pt x="141" y="1599"/>
                  </a:lnTo>
                  <a:lnTo>
                    <a:pt x="71" y="1820"/>
                  </a:lnTo>
                  <a:lnTo>
                    <a:pt x="21" y="2041"/>
                  </a:lnTo>
                  <a:lnTo>
                    <a:pt x="1" y="2282"/>
                  </a:lnTo>
                  <a:lnTo>
                    <a:pt x="1" y="2513"/>
                  </a:lnTo>
                  <a:lnTo>
                    <a:pt x="21" y="2755"/>
                  </a:lnTo>
                  <a:lnTo>
                    <a:pt x="41" y="2865"/>
                  </a:lnTo>
                  <a:lnTo>
                    <a:pt x="61" y="2986"/>
                  </a:lnTo>
                  <a:lnTo>
                    <a:pt x="101" y="3106"/>
                  </a:lnTo>
                  <a:lnTo>
                    <a:pt x="141" y="3217"/>
                  </a:lnTo>
                  <a:lnTo>
                    <a:pt x="1619" y="7338"/>
                  </a:lnTo>
                  <a:lnTo>
                    <a:pt x="1669" y="7458"/>
                  </a:lnTo>
                  <a:lnTo>
                    <a:pt x="1719" y="7569"/>
                  </a:lnTo>
                  <a:lnTo>
                    <a:pt x="1769" y="7669"/>
                  </a:lnTo>
                  <a:lnTo>
                    <a:pt x="1830" y="7780"/>
                  </a:lnTo>
                  <a:lnTo>
                    <a:pt x="1970" y="7971"/>
                  </a:lnTo>
                  <a:lnTo>
                    <a:pt x="2121" y="8152"/>
                  </a:lnTo>
                  <a:lnTo>
                    <a:pt x="2282" y="8313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695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896"/>
                  </a:lnTo>
                  <a:lnTo>
                    <a:pt x="3760" y="8926"/>
                  </a:lnTo>
                  <a:lnTo>
                    <a:pt x="4001" y="8926"/>
                  </a:lnTo>
                  <a:lnTo>
                    <a:pt x="4232" y="8906"/>
                  </a:lnTo>
                  <a:lnTo>
                    <a:pt x="4353" y="8886"/>
                  </a:lnTo>
                  <a:lnTo>
                    <a:pt x="4473" y="885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5"/>
                  </a:lnTo>
                  <a:lnTo>
                    <a:pt x="4935" y="8695"/>
                  </a:lnTo>
                  <a:lnTo>
                    <a:pt x="5036" y="8634"/>
                  </a:lnTo>
                  <a:lnTo>
                    <a:pt x="5147" y="8574"/>
                  </a:lnTo>
                  <a:lnTo>
                    <a:pt x="5338" y="8443"/>
                  </a:lnTo>
                  <a:lnTo>
                    <a:pt x="5518" y="8293"/>
                  </a:lnTo>
                  <a:lnTo>
                    <a:pt x="5679" y="8122"/>
                  </a:lnTo>
                  <a:lnTo>
                    <a:pt x="5830" y="7941"/>
                  </a:lnTo>
                  <a:lnTo>
                    <a:pt x="5961" y="7750"/>
                  </a:lnTo>
                  <a:lnTo>
                    <a:pt x="6061" y="7549"/>
                  </a:lnTo>
                  <a:lnTo>
                    <a:pt x="6152" y="7328"/>
                  </a:lnTo>
                  <a:lnTo>
                    <a:pt x="6222" y="7107"/>
                  </a:lnTo>
                  <a:lnTo>
                    <a:pt x="6262" y="6885"/>
                  </a:lnTo>
                  <a:lnTo>
                    <a:pt x="6292" y="6644"/>
                  </a:lnTo>
                  <a:lnTo>
                    <a:pt x="6292" y="6413"/>
                  </a:lnTo>
                  <a:lnTo>
                    <a:pt x="6272" y="6172"/>
                  </a:lnTo>
                  <a:lnTo>
                    <a:pt x="6252" y="6061"/>
                  </a:lnTo>
                  <a:lnTo>
                    <a:pt x="6222" y="5941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9"/>
                  </a:lnTo>
                  <a:lnTo>
                    <a:pt x="4624" y="1468"/>
                  </a:lnTo>
                  <a:lnTo>
                    <a:pt x="4574" y="1357"/>
                  </a:lnTo>
                  <a:lnTo>
                    <a:pt x="4513" y="1257"/>
                  </a:lnTo>
                  <a:lnTo>
                    <a:pt x="4453" y="1146"/>
                  </a:lnTo>
                  <a:lnTo>
                    <a:pt x="4322" y="955"/>
                  </a:lnTo>
                  <a:lnTo>
                    <a:pt x="4172" y="775"/>
                  </a:lnTo>
                  <a:lnTo>
                    <a:pt x="4001" y="614"/>
                  </a:lnTo>
                  <a:lnTo>
                    <a:pt x="3820" y="463"/>
                  </a:lnTo>
                  <a:lnTo>
                    <a:pt x="3629" y="332"/>
                  </a:lnTo>
                  <a:lnTo>
                    <a:pt x="3428" y="232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5" y="21"/>
                  </a:lnTo>
                  <a:lnTo>
                    <a:pt x="25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15;p25">
              <a:extLst>
                <a:ext uri="{FF2B5EF4-FFF2-40B4-BE49-F238E27FC236}">
                  <a16:creationId xmlns:a16="http://schemas.microsoft.com/office/drawing/2014/main" id="{B620FB2B-0F11-C52B-0185-FFBFD0F720C1}"/>
                </a:ext>
              </a:extLst>
            </p:cNvPr>
            <p:cNvSpPr/>
            <p:nvPr/>
          </p:nvSpPr>
          <p:spPr>
            <a:xfrm>
              <a:off x="5626115" y="1688368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0"/>
                  </a:moveTo>
                  <a:lnTo>
                    <a:pt x="2051" y="20"/>
                  </a:lnTo>
                  <a:lnTo>
                    <a:pt x="1940" y="40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8" y="141"/>
                  </a:lnTo>
                  <a:lnTo>
                    <a:pt x="1468" y="191"/>
                  </a:lnTo>
                  <a:lnTo>
                    <a:pt x="1357" y="241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64" y="643"/>
                  </a:lnTo>
                  <a:lnTo>
                    <a:pt x="603" y="804"/>
                  </a:lnTo>
                  <a:lnTo>
                    <a:pt x="463" y="985"/>
                  </a:lnTo>
                  <a:lnTo>
                    <a:pt x="332" y="1176"/>
                  </a:lnTo>
                  <a:lnTo>
                    <a:pt x="222" y="1387"/>
                  </a:lnTo>
                  <a:lnTo>
                    <a:pt x="141" y="1598"/>
                  </a:lnTo>
                  <a:lnTo>
                    <a:pt x="71" y="1819"/>
                  </a:lnTo>
                  <a:lnTo>
                    <a:pt x="21" y="2051"/>
                  </a:lnTo>
                  <a:lnTo>
                    <a:pt x="0" y="2282"/>
                  </a:lnTo>
                  <a:lnTo>
                    <a:pt x="0" y="2513"/>
                  </a:lnTo>
                  <a:lnTo>
                    <a:pt x="21" y="2754"/>
                  </a:lnTo>
                  <a:lnTo>
                    <a:pt x="41" y="2875"/>
                  </a:lnTo>
                  <a:lnTo>
                    <a:pt x="61" y="2985"/>
                  </a:lnTo>
                  <a:lnTo>
                    <a:pt x="101" y="3106"/>
                  </a:lnTo>
                  <a:lnTo>
                    <a:pt x="141" y="3226"/>
                  </a:lnTo>
                  <a:lnTo>
                    <a:pt x="1619" y="7337"/>
                  </a:lnTo>
                  <a:lnTo>
                    <a:pt x="1669" y="7458"/>
                  </a:lnTo>
                  <a:lnTo>
                    <a:pt x="1719" y="7568"/>
                  </a:lnTo>
                  <a:lnTo>
                    <a:pt x="1769" y="7679"/>
                  </a:lnTo>
                  <a:lnTo>
                    <a:pt x="1830" y="7780"/>
                  </a:lnTo>
                  <a:lnTo>
                    <a:pt x="1970" y="7981"/>
                  </a:lnTo>
                  <a:lnTo>
                    <a:pt x="2121" y="8161"/>
                  </a:lnTo>
                  <a:lnTo>
                    <a:pt x="2282" y="8322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704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905"/>
                  </a:lnTo>
                  <a:lnTo>
                    <a:pt x="3759" y="8925"/>
                  </a:lnTo>
                  <a:lnTo>
                    <a:pt x="4001" y="8925"/>
                  </a:lnTo>
                  <a:lnTo>
                    <a:pt x="4232" y="8905"/>
                  </a:lnTo>
                  <a:lnTo>
                    <a:pt x="4352" y="8885"/>
                  </a:lnTo>
                  <a:lnTo>
                    <a:pt x="4473" y="886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4"/>
                  </a:lnTo>
                  <a:lnTo>
                    <a:pt x="4935" y="8694"/>
                  </a:lnTo>
                  <a:lnTo>
                    <a:pt x="5036" y="8634"/>
                  </a:lnTo>
                  <a:lnTo>
                    <a:pt x="5146" y="8584"/>
                  </a:lnTo>
                  <a:lnTo>
                    <a:pt x="5337" y="8443"/>
                  </a:lnTo>
                  <a:lnTo>
                    <a:pt x="5518" y="8292"/>
                  </a:lnTo>
                  <a:lnTo>
                    <a:pt x="5679" y="8121"/>
                  </a:lnTo>
                  <a:lnTo>
                    <a:pt x="5830" y="7940"/>
                  </a:lnTo>
                  <a:lnTo>
                    <a:pt x="5951" y="7749"/>
                  </a:lnTo>
                  <a:lnTo>
                    <a:pt x="6061" y="7548"/>
                  </a:lnTo>
                  <a:lnTo>
                    <a:pt x="6152" y="7337"/>
                  </a:lnTo>
                  <a:lnTo>
                    <a:pt x="6222" y="7116"/>
                  </a:lnTo>
                  <a:lnTo>
                    <a:pt x="6262" y="6885"/>
                  </a:lnTo>
                  <a:lnTo>
                    <a:pt x="6292" y="6654"/>
                  </a:lnTo>
                  <a:lnTo>
                    <a:pt x="6292" y="6413"/>
                  </a:lnTo>
                  <a:lnTo>
                    <a:pt x="6272" y="6181"/>
                  </a:lnTo>
                  <a:lnTo>
                    <a:pt x="6252" y="6061"/>
                  </a:lnTo>
                  <a:lnTo>
                    <a:pt x="6222" y="5940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8"/>
                  </a:lnTo>
                  <a:lnTo>
                    <a:pt x="4624" y="1478"/>
                  </a:lnTo>
                  <a:lnTo>
                    <a:pt x="4574" y="1367"/>
                  </a:lnTo>
                  <a:lnTo>
                    <a:pt x="4513" y="1257"/>
                  </a:lnTo>
                  <a:lnTo>
                    <a:pt x="4453" y="1156"/>
                  </a:lnTo>
                  <a:lnTo>
                    <a:pt x="4322" y="955"/>
                  </a:lnTo>
                  <a:lnTo>
                    <a:pt x="4172" y="774"/>
                  </a:lnTo>
                  <a:lnTo>
                    <a:pt x="4001" y="613"/>
                  </a:lnTo>
                  <a:lnTo>
                    <a:pt x="3820" y="463"/>
                  </a:lnTo>
                  <a:lnTo>
                    <a:pt x="3629" y="342"/>
                  </a:lnTo>
                  <a:lnTo>
                    <a:pt x="3428" y="231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4" y="30"/>
                  </a:lnTo>
                  <a:lnTo>
                    <a:pt x="25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16;p25">
              <a:extLst>
                <a:ext uri="{FF2B5EF4-FFF2-40B4-BE49-F238E27FC236}">
                  <a16:creationId xmlns:a16="http://schemas.microsoft.com/office/drawing/2014/main" id="{FD2677A4-DC4A-491F-F63C-1D3DC1931A9A}"/>
                </a:ext>
              </a:extLst>
            </p:cNvPr>
            <p:cNvSpPr/>
            <p:nvPr/>
          </p:nvSpPr>
          <p:spPr>
            <a:xfrm>
              <a:off x="5684413" y="1776859"/>
              <a:ext cx="97936" cy="71632"/>
            </a:xfrm>
            <a:custGeom>
              <a:avLst/>
              <a:gdLst/>
              <a:ahLst/>
              <a:cxnLst/>
              <a:rect l="l" t="t" r="r" b="b"/>
              <a:pathLst>
                <a:path w="8865" h="6484" extrusionOk="0">
                  <a:moveTo>
                    <a:pt x="2392" y="1"/>
                  </a:moveTo>
                  <a:lnTo>
                    <a:pt x="2151" y="11"/>
                  </a:lnTo>
                  <a:lnTo>
                    <a:pt x="1930" y="51"/>
                  </a:lnTo>
                  <a:lnTo>
                    <a:pt x="1699" y="111"/>
                  </a:lnTo>
                  <a:lnTo>
                    <a:pt x="1488" y="192"/>
                  </a:lnTo>
                  <a:lnTo>
                    <a:pt x="1277" y="282"/>
                  </a:lnTo>
                  <a:lnTo>
                    <a:pt x="1076" y="403"/>
                  </a:lnTo>
                  <a:lnTo>
                    <a:pt x="885" y="543"/>
                  </a:lnTo>
                  <a:lnTo>
                    <a:pt x="714" y="694"/>
                  </a:lnTo>
                  <a:lnTo>
                    <a:pt x="553" y="875"/>
                  </a:lnTo>
                  <a:lnTo>
                    <a:pt x="412" y="1066"/>
                  </a:lnTo>
                  <a:lnTo>
                    <a:pt x="352" y="1167"/>
                  </a:lnTo>
                  <a:lnTo>
                    <a:pt x="292" y="1267"/>
                  </a:lnTo>
                  <a:lnTo>
                    <a:pt x="231" y="1378"/>
                  </a:lnTo>
                  <a:lnTo>
                    <a:pt x="181" y="1488"/>
                  </a:lnTo>
                  <a:lnTo>
                    <a:pt x="141" y="1609"/>
                  </a:lnTo>
                  <a:lnTo>
                    <a:pt x="101" y="1719"/>
                  </a:lnTo>
                  <a:lnTo>
                    <a:pt x="70" y="1840"/>
                  </a:lnTo>
                  <a:lnTo>
                    <a:pt x="40" y="1961"/>
                  </a:lnTo>
                  <a:lnTo>
                    <a:pt x="10" y="2192"/>
                  </a:lnTo>
                  <a:lnTo>
                    <a:pt x="0" y="2423"/>
                  </a:lnTo>
                  <a:lnTo>
                    <a:pt x="20" y="2664"/>
                  </a:lnTo>
                  <a:lnTo>
                    <a:pt x="50" y="2885"/>
                  </a:lnTo>
                  <a:lnTo>
                    <a:pt x="111" y="3116"/>
                  </a:lnTo>
                  <a:lnTo>
                    <a:pt x="191" y="3328"/>
                  </a:lnTo>
                  <a:lnTo>
                    <a:pt x="292" y="3539"/>
                  </a:lnTo>
                  <a:lnTo>
                    <a:pt x="402" y="3740"/>
                  </a:lnTo>
                  <a:lnTo>
                    <a:pt x="543" y="3931"/>
                  </a:lnTo>
                  <a:lnTo>
                    <a:pt x="704" y="4101"/>
                  </a:lnTo>
                  <a:lnTo>
                    <a:pt x="875" y="4262"/>
                  </a:lnTo>
                  <a:lnTo>
                    <a:pt x="1066" y="4403"/>
                  </a:lnTo>
                  <a:lnTo>
                    <a:pt x="1166" y="4473"/>
                  </a:lnTo>
                  <a:lnTo>
                    <a:pt x="1267" y="4524"/>
                  </a:lnTo>
                  <a:lnTo>
                    <a:pt x="1377" y="4584"/>
                  </a:lnTo>
                  <a:lnTo>
                    <a:pt x="1488" y="4634"/>
                  </a:lnTo>
                  <a:lnTo>
                    <a:pt x="5538" y="6303"/>
                  </a:lnTo>
                  <a:lnTo>
                    <a:pt x="5659" y="6343"/>
                  </a:lnTo>
                  <a:lnTo>
                    <a:pt x="5769" y="6383"/>
                  </a:lnTo>
                  <a:lnTo>
                    <a:pt x="5890" y="6413"/>
                  </a:lnTo>
                  <a:lnTo>
                    <a:pt x="6010" y="6443"/>
                  </a:lnTo>
                  <a:lnTo>
                    <a:pt x="6242" y="6473"/>
                  </a:lnTo>
                  <a:lnTo>
                    <a:pt x="6473" y="6483"/>
                  </a:lnTo>
                  <a:lnTo>
                    <a:pt x="6714" y="6463"/>
                  </a:lnTo>
                  <a:lnTo>
                    <a:pt x="6935" y="6433"/>
                  </a:lnTo>
                  <a:lnTo>
                    <a:pt x="7166" y="6373"/>
                  </a:lnTo>
                  <a:lnTo>
                    <a:pt x="7377" y="6293"/>
                  </a:lnTo>
                  <a:lnTo>
                    <a:pt x="7588" y="6192"/>
                  </a:lnTo>
                  <a:lnTo>
                    <a:pt x="7789" y="6071"/>
                  </a:lnTo>
                  <a:lnTo>
                    <a:pt x="7980" y="5941"/>
                  </a:lnTo>
                  <a:lnTo>
                    <a:pt x="8151" y="5780"/>
                  </a:lnTo>
                  <a:lnTo>
                    <a:pt x="8312" y="5609"/>
                  </a:lnTo>
                  <a:lnTo>
                    <a:pt x="8453" y="5418"/>
                  </a:lnTo>
                  <a:lnTo>
                    <a:pt x="8513" y="5318"/>
                  </a:lnTo>
                  <a:lnTo>
                    <a:pt x="8573" y="5217"/>
                  </a:lnTo>
                  <a:lnTo>
                    <a:pt x="8634" y="5107"/>
                  </a:lnTo>
                  <a:lnTo>
                    <a:pt x="8684" y="4986"/>
                  </a:lnTo>
                  <a:lnTo>
                    <a:pt x="8724" y="4875"/>
                  </a:lnTo>
                  <a:lnTo>
                    <a:pt x="8764" y="4755"/>
                  </a:lnTo>
                  <a:lnTo>
                    <a:pt x="8795" y="4644"/>
                  </a:lnTo>
                  <a:lnTo>
                    <a:pt x="8825" y="4524"/>
                  </a:lnTo>
                  <a:lnTo>
                    <a:pt x="8855" y="4292"/>
                  </a:lnTo>
                  <a:lnTo>
                    <a:pt x="8865" y="4051"/>
                  </a:lnTo>
                  <a:lnTo>
                    <a:pt x="8845" y="3820"/>
                  </a:lnTo>
                  <a:lnTo>
                    <a:pt x="8815" y="3589"/>
                  </a:lnTo>
                  <a:lnTo>
                    <a:pt x="8754" y="3368"/>
                  </a:lnTo>
                  <a:lnTo>
                    <a:pt x="8674" y="3147"/>
                  </a:lnTo>
                  <a:lnTo>
                    <a:pt x="8573" y="2936"/>
                  </a:lnTo>
                  <a:lnTo>
                    <a:pt x="8463" y="2745"/>
                  </a:lnTo>
                  <a:lnTo>
                    <a:pt x="8322" y="2554"/>
                  </a:lnTo>
                  <a:lnTo>
                    <a:pt x="8161" y="2383"/>
                  </a:lnTo>
                  <a:lnTo>
                    <a:pt x="7991" y="2222"/>
                  </a:lnTo>
                  <a:lnTo>
                    <a:pt x="7800" y="2081"/>
                  </a:lnTo>
                  <a:lnTo>
                    <a:pt x="7699" y="2011"/>
                  </a:lnTo>
                  <a:lnTo>
                    <a:pt x="7599" y="1951"/>
                  </a:lnTo>
                  <a:lnTo>
                    <a:pt x="7488" y="1900"/>
                  </a:lnTo>
                  <a:lnTo>
                    <a:pt x="7377" y="1850"/>
                  </a:lnTo>
                  <a:lnTo>
                    <a:pt x="3327" y="182"/>
                  </a:lnTo>
                  <a:lnTo>
                    <a:pt x="3206" y="141"/>
                  </a:lnTo>
                  <a:lnTo>
                    <a:pt x="3096" y="101"/>
                  </a:lnTo>
                  <a:lnTo>
                    <a:pt x="2975" y="71"/>
                  </a:lnTo>
                  <a:lnTo>
                    <a:pt x="2865" y="41"/>
                  </a:lnTo>
                  <a:lnTo>
                    <a:pt x="2623" y="11"/>
                  </a:lnTo>
                  <a:lnTo>
                    <a:pt x="23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17;p25">
              <a:extLst>
                <a:ext uri="{FF2B5EF4-FFF2-40B4-BE49-F238E27FC236}">
                  <a16:creationId xmlns:a16="http://schemas.microsoft.com/office/drawing/2014/main" id="{2645DBEF-6C77-073F-5224-6536C39D4DAF}"/>
                </a:ext>
              </a:extLst>
            </p:cNvPr>
            <p:cNvSpPr/>
            <p:nvPr/>
          </p:nvSpPr>
          <p:spPr>
            <a:xfrm>
              <a:off x="5675420" y="1078668"/>
              <a:ext cx="1447" cy="6783"/>
            </a:xfrm>
            <a:custGeom>
              <a:avLst/>
              <a:gdLst/>
              <a:ahLst/>
              <a:cxnLst/>
              <a:rect l="l" t="t" r="r" b="b"/>
              <a:pathLst>
                <a:path w="131" h="614" extrusionOk="0">
                  <a:moveTo>
                    <a:pt x="0" y="0"/>
                  </a:moveTo>
                  <a:lnTo>
                    <a:pt x="20" y="161"/>
                  </a:lnTo>
                  <a:lnTo>
                    <a:pt x="50" y="312"/>
                  </a:lnTo>
                  <a:lnTo>
                    <a:pt x="131" y="613"/>
                  </a:lnTo>
                  <a:lnTo>
                    <a:pt x="111" y="452"/>
                  </a:lnTo>
                  <a:lnTo>
                    <a:pt x="90" y="302"/>
                  </a:lnTo>
                  <a:lnTo>
                    <a:pt x="50" y="1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18;p25">
              <a:extLst>
                <a:ext uri="{FF2B5EF4-FFF2-40B4-BE49-F238E27FC236}">
                  <a16:creationId xmlns:a16="http://schemas.microsoft.com/office/drawing/2014/main" id="{BBE96F3C-E2AB-E6E4-7F3C-47B1B3796B48}"/>
                </a:ext>
              </a:extLst>
            </p:cNvPr>
            <p:cNvSpPr/>
            <p:nvPr/>
          </p:nvSpPr>
          <p:spPr>
            <a:xfrm>
              <a:off x="5557389" y="1210686"/>
              <a:ext cx="674" cy="342"/>
            </a:xfrm>
            <a:custGeom>
              <a:avLst/>
              <a:gdLst/>
              <a:ahLst/>
              <a:cxnLst/>
              <a:rect l="l" t="t" r="r" b="b"/>
              <a:pathLst>
                <a:path w="61" h="31" extrusionOk="0">
                  <a:moveTo>
                    <a:pt x="60" y="0"/>
                  </a:moveTo>
                  <a:lnTo>
                    <a:pt x="40" y="11"/>
                  </a:lnTo>
                  <a:lnTo>
                    <a:pt x="0" y="31"/>
                  </a:lnTo>
                  <a:lnTo>
                    <a:pt x="50" y="21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19;p25">
              <a:extLst>
                <a:ext uri="{FF2B5EF4-FFF2-40B4-BE49-F238E27FC236}">
                  <a16:creationId xmlns:a16="http://schemas.microsoft.com/office/drawing/2014/main" id="{36CD02EB-B21A-D279-0AC1-BF6368BD5B4B}"/>
                </a:ext>
              </a:extLst>
            </p:cNvPr>
            <p:cNvSpPr/>
            <p:nvPr/>
          </p:nvSpPr>
          <p:spPr>
            <a:xfrm>
              <a:off x="5403486" y="1085219"/>
              <a:ext cx="517443" cy="496232"/>
            </a:xfrm>
            <a:custGeom>
              <a:avLst/>
              <a:gdLst/>
              <a:ahLst/>
              <a:cxnLst/>
              <a:rect l="l" t="t" r="r" b="b"/>
              <a:pathLst>
                <a:path w="46838" h="44918" extrusionOk="0">
                  <a:moveTo>
                    <a:pt x="24203" y="19720"/>
                  </a:moveTo>
                  <a:lnTo>
                    <a:pt x="24404" y="19730"/>
                  </a:lnTo>
                  <a:lnTo>
                    <a:pt x="24605" y="19740"/>
                  </a:lnTo>
                  <a:lnTo>
                    <a:pt x="24796" y="19760"/>
                  </a:lnTo>
                  <a:lnTo>
                    <a:pt x="24987" y="19800"/>
                  </a:lnTo>
                  <a:lnTo>
                    <a:pt x="25168" y="19840"/>
                  </a:lnTo>
                  <a:lnTo>
                    <a:pt x="25359" y="19881"/>
                  </a:lnTo>
                  <a:lnTo>
                    <a:pt x="25540" y="19941"/>
                  </a:lnTo>
                  <a:lnTo>
                    <a:pt x="25711" y="20001"/>
                  </a:lnTo>
                  <a:lnTo>
                    <a:pt x="25881" y="20072"/>
                  </a:lnTo>
                  <a:lnTo>
                    <a:pt x="26052" y="20152"/>
                  </a:lnTo>
                  <a:lnTo>
                    <a:pt x="26213" y="20242"/>
                  </a:lnTo>
                  <a:lnTo>
                    <a:pt x="26364" y="20333"/>
                  </a:lnTo>
                  <a:lnTo>
                    <a:pt x="26515" y="20433"/>
                  </a:lnTo>
                  <a:lnTo>
                    <a:pt x="26665" y="20544"/>
                  </a:lnTo>
                  <a:lnTo>
                    <a:pt x="26806" y="20654"/>
                  </a:lnTo>
                  <a:lnTo>
                    <a:pt x="26937" y="20765"/>
                  </a:lnTo>
                  <a:lnTo>
                    <a:pt x="27067" y="20896"/>
                  </a:lnTo>
                  <a:lnTo>
                    <a:pt x="27188" y="21026"/>
                  </a:lnTo>
                  <a:lnTo>
                    <a:pt x="27299" y="21157"/>
                  </a:lnTo>
                  <a:lnTo>
                    <a:pt x="27409" y="21298"/>
                  </a:lnTo>
                  <a:lnTo>
                    <a:pt x="27510" y="21448"/>
                  </a:lnTo>
                  <a:lnTo>
                    <a:pt x="27600" y="21589"/>
                  </a:lnTo>
                  <a:lnTo>
                    <a:pt x="27691" y="21750"/>
                  </a:lnTo>
                  <a:lnTo>
                    <a:pt x="27771" y="21911"/>
                  </a:lnTo>
                  <a:lnTo>
                    <a:pt x="27841" y="22072"/>
                  </a:lnTo>
                  <a:lnTo>
                    <a:pt x="27902" y="22232"/>
                  </a:lnTo>
                  <a:lnTo>
                    <a:pt x="27952" y="22403"/>
                  </a:lnTo>
                  <a:lnTo>
                    <a:pt x="27992" y="22574"/>
                  </a:lnTo>
                  <a:lnTo>
                    <a:pt x="28022" y="22755"/>
                  </a:lnTo>
                  <a:lnTo>
                    <a:pt x="28052" y="22936"/>
                  </a:lnTo>
                  <a:lnTo>
                    <a:pt x="28062" y="23117"/>
                  </a:lnTo>
                  <a:lnTo>
                    <a:pt x="28072" y="23298"/>
                  </a:lnTo>
                  <a:lnTo>
                    <a:pt x="28062" y="23479"/>
                  </a:lnTo>
                  <a:lnTo>
                    <a:pt x="28052" y="23660"/>
                  </a:lnTo>
                  <a:lnTo>
                    <a:pt x="28022" y="23841"/>
                  </a:lnTo>
                  <a:lnTo>
                    <a:pt x="27992" y="24022"/>
                  </a:lnTo>
                  <a:lnTo>
                    <a:pt x="27952" y="24192"/>
                  </a:lnTo>
                  <a:lnTo>
                    <a:pt x="27902" y="24363"/>
                  </a:lnTo>
                  <a:lnTo>
                    <a:pt x="27841" y="24524"/>
                  </a:lnTo>
                  <a:lnTo>
                    <a:pt x="27771" y="24685"/>
                  </a:lnTo>
                  <a:lnTo>
                    <a:pt x="27691" y="24846"/>
                  </a:lnTo>
                  <a:lnTo>
                    <a:pt x="27600" y="24996"/>
                  </a:lnTo>
                  <a:lnTo>
                    <a:pt x="27510" y="25147"/>
                  </a:lnTo>
                  <a:lnTo>
                    <a:pt x="27409" y="25298"/>
                  </a:lnTo>
                  <a:lnTo>
                    <a:pt x="27299" y="25439"/>
                  </a:lnTo>
                  <a:lnTo>
                    <a:pt x="27188" y="25569"/>
                  </a:lnTo>
                  <a:lnTo>
                    <a:pt x="27067" y="25700"/>
                  </a:lnTo>
                  <a:lnTo>
                    <a:pt x="26937" y="25821"/>
                  </a:lnTo>
                  <a:lnTo>
                    <a:pt x="26806" y="25941"/>
                  </a:lnTo>
                  <a:lnTo>
                    <a:pt x="26665" y="26052"/>
                  </a:lnTo>
                  <a:lnTo>
                    <a:pt x="26515" y="26162"/>
                  </a:lnTo>
                  <a:lnTo>
                    <a:pt x="26364" y="26263"/>
                  </a:lnTo>
                  <a:lnTo>
                    <a:pt x="26213" y="26353"/>
                  </a:lnTo>
                  <a:lnTo>
                    <a:pt x="26052" y="26444"/>
                  </a:lnTo>
                  <a:lnTo>
                    <a:pt x="25881" y="26514"/>
                  </a:lnTo>
                  <a:lnTo>
                    <a:pt x="25711" y="26595"/>
                  </a:lnTo>
                  <a:lnTo>
                    <a:pt x="25540" y="26655"/>
                  </a:lnTo>
                  <a:lnTo>
                    <a:pt x="25359" y="26715"/>
                  </a:lnTo>
                  <a:lnTo>
                    <a:pt x="25168" y="26755"/>
                  </a:lnTo>
                  <a:lnTo>
                    <a:pt x="24987" y="26796"/>
                  </a:lnTo>
                  <a:lnTo>
                    <a:pt x="24796" y="26826"/>
                  </a:lnTo>
                  <a:lnTo>
                    <a:pt x="24605" y="26856"/>
                  </a:lnTo>
                  <a:lnTo>
                    <a:pt x="24404" y="26866"/>
                  </a:lnTo>
                  <a:lnTo>
                    <a:pt x="24203" y="26876"/>
                  </a:lnTo>
                  <a:lnTo>
                    <a:pt x="24002" y="26866"/>
                  </a:lnTo>
                  <a:lnTo>
                    <a:pt x="23811" y="26856"/>
                  </a:lnTo>
                  <a:lnTo>
                    <a:pt x="23620" y="26826"/>
                  </a:lnTo>
                  <a:lnTo>
                    <a:pt x="23429" y="26796"/>
                  </a:lnTo>
                  <a:lnTo>
                    <a:pt x="23238" y="26755"/>
                  </a:lnTo>
                  <a:lnTo>
                    <a:pt x="23057" y="26715"/>
                  </a:lnTo>
                  <a:lnTo>
                    <a:pt x="22876" y="26655"/>
                  </a:lnTo>
                  <a:lnTo>
                    <a:pt x="22705" y="26595"/>
                  </a:lnTo>
                  <a:lnTo>
                    <a:pt x="22524" y="26514"/>
                  </a:lnTo>
                  <a:lnTo>
                    <a:pt x="22364" y="26444"/>
                  </a:lnTo>
                  <a:lnTo>
                    <a:pt x="22203" y="26353"/>
                  </a:lnTo>
                  <a:lnTo>
                    <a:pt x="22042" y="26263"/>
                  </a:lnTo>
                  <a:lnTo>
                    <a:pt x="21891" y="26162"/>
                  </a:lnTo>
                  <a:lnTo>
                    <a:pt x="21751" y="26052"/>
                  </a:lnTo>
                  <a:lnTo>
                    <a:pt x="21610" y="25941"/>
                  </a:lnTo>
                  <a:lnTo>
                    <a:pt x="21469" y="25821"/>
                  </a:lnTo>
                  <a:lnTo>
                    <a:pt x="21348" y="25700"/>
                  </a:lnTo>
                  <a:lnTo>
                    <a:pt x="21218" y="25569"/>
                  </a:lnTo>
                  <a:lnTo>
                    <a:pt x="21107" y="25439"/>
                  </a:lnTo>
                  <a:lnTo>
                    <a:pt x="20997" y="25298"/>
                  </a:lnTo>
                  <a:lnTo>
                    <a:pt x="20896" y="25147"/>
                  </a:lnTo>
                  <a:lnTo>
                    <a:pt x="20806" y="24996"/>
                  </a:lnTo>
                  <a:lnTo>
                    <a:pt x="20725" y="24846"/>
                  </a:lnTo>
                  <a:lnTo>
                    <a:pt x="20645" y="24685"/>
                  </a:lnTo>
                  <a:lnTo>
                    <a:pt x="20575" y="24524"/>
                  </a:lnTo>
                  <a:lnTo>
                    <a:pt x="20514" y="24363"/>
                  </a:lnTo>
                  <a:lnTo>
                    <a:pt x="20464" y="24192"/>
                  </a:lnTo>
                  <a:lnTo>
                    <a:pt x="20414" y="24022"/>
                  </a:lnTo>
                  <a:lnTo>
                    <a:pt x="20384" y="23841"/>
                  </a:lnTo>
                  <a:lnTo>
                    <a:pt x="20364" y="23660"/>
                  </a:lnTo>
                  <a:lnTo>
                    <a:pt x="20343" y="23479"/>
                  </a:lnTo>
                  <a:lnTo>
                    <a:pt x="20343" y="23298"/>
                  </a:lnTo>
                  <a:lnTo>
                    <a:pt x="20343" y="23117"/>
                  </a:lnTo>
                  <a:lnTo>
                    <a:pt x="20364" y="22936"/>
                  </a:lnTo>
                  <a:lnTo>
                    <a:pt x="20384" y="22755"/>
                  </a:lnTo>
                  <a:lnTo>
                    <a:pt x="20414" y="22574"/>
                  </a:lnTo>
                  <a:lnTo>
                    <a:pt x="20464" y="22403"/>
                  </a:lnTo>
                  <a:lnTo>
                    <a:pt x="20514" y="22232"/>
                  </a:lnTo>
                  <a:lnTo>
                    <a:pt x="20575" y="22072"/>
                  </a:lnTo>
                  <a:lnTo>
                    <a:pt x="20645" y="21911"/>
                  </a:lnTo>
                  <a:lnTo>
                    <a:pt x="20725" y="21750"/>
                  </a:lnTo>
                  <a:lnTo>
                    <a:pt x="20806" y="21589"/>
                  </a:lnTo>
                  <a:lnTo>
                    <a:pt x="20896" y="21448"/>
                  </a:lnTo>
                  <a:lnTo>
                    <a:pt x="20997" y="21298"/>
                  </a:lnTo>
                  <a:lnTo>
                    <a:pt x="21107" y="21157"/>
                  </a:lnTo>
                  <a:lnTo>
                    <a:pt x="21218" y="21026"/>
                  </a:lnTo>
                  <a:lnTo>
                    <a:pt x="21348" y="20896"/>
                  </a:lnTo>
                  <a:lnTo>
                    <a:pt x="21469" y="20765"/>
                  </a:lnTo>
                  <a:lnTo>
                    <a:pt x="21610" y="20654"/>
                  </a:lnTo>
                  <a:lnTo>
                    <a:pt x="21751" y="20544"/>
                  </a:lnTo>
                  <a:lnTo>
                    <a:pt x="21891" y="20433"/>
                  </a:lnTo>
                  <a:lnTo>
                    <a:pt x="22042" y="20333"/>
                  </a:lnTo>
                  <a:lnTo>
                    <a:pt x="22203" y="20242"/>
                  </a:lnTo>
                  <a:lnTo>
                    <a:pt x="22364" y="20152"/>
                  </a:lnTo>
                  <a:lnTo>
                    <a:pt x="22524" y="20072"/>
                  </a:lnTo>
                  <a:lnTo>
                    <a:pt x="22705" y="20001"/>
                  </a:lnTo>
                  <a:lnTo>
                    <a:pt x="22876" y="19941"/>
                  </a:lnTo>
                  <a:lnTo>
                    <a:pt x="23057" y="19881"/>
                  </a:lnTo>
                  <a:lnTo>
                    <a:pt x="23238" y="19840"/>
                  </a:lnTo>
                  <a:lnTo>
                    <a:pt x="23429" y="19800"/>
                  </a:lnTo>
                  <a:lnTo>
                    <a:pt x="23620" y="19760"/>
                  </a:lnTo>
                  <a:lnTo>
                    <a:pt x="23811" y="19740"/>
                  </a:lnTo>
                  <a:lnTo>
                    <a:pt x="24002" y="19730"/>
                  </a:lnTo>
                  <a:lnTo>
                    <a:pt x="24203" y="19720"/>
                  </a:lnTo>
                  <a:close/>
                  <a:moveTo>
                    <a:pt x="36101" y="36254"/>
                  </a:moveTo>
                  <a:lnTo>
                    <a:pt x="36093" y="36364"/>
                  </a:lnTo>
                  <a:lnTo>
                    <a:pt x="36103" y="36273"/>
                  </a:lnTo>
                  <a:lnTo>
                    <a:pt x="36101" y="36254"/>
                  </a:lnTo>
                  <a:close/>
                  <a:moveTo>
                    <a:pt x="26816" y="0"/>
                  </a:moveTo>
                  <a:lnTo>
                    <a:pt x="26776" y="80"/>
                  </a:lnTo>
                  <a:lnTo>
                    <a:pt x="26736" y="171"/>
                  </a:lnTo>
                  <a:lnTo>
                    <a:pt x="26696" y="291"/>
                  </a:lnTo>
                  <a:lnTo>
                    <a:pt x="26655" y="432"/>
                  </a:lnTo>
                  <a:lnTo>
                    <a:pt x="26575" y="774"/>
                  </a:lnTo>
                  <a:lnTo>
                    <a:pt x="26495" y="1176"/>
                  </a:lnTo>
                  <a:lnTo>
                    <a:pt x="26324" y="2101"/>
                  </a:lnTo>
                  <a:lnTo>
                    <a:pt x="26233" y="2603"/>
                  </a:lnTo>
                  <a:lnTo>
                    <a:pt x="26123" y="3106"/>
                  </a:lnTo>
                  <a:lnTo>
                    <a:pt x="26012" y="3598"/>
                  </a:lnTo>
                  <a:lnTo>
                    <a:pt x="25891" y="4050"/>
                  </a:lnTo>
                  <a:lnTo>
                    <a:pt x="25831" y="4272"/>
                  </a:lnTo>
                  <a:lnTo>
                    <a:pt x="25761" y="4473"/>
                  </a:lnTo>
                  <a:lnTo>
                    <a:pt x="25690" y="4664"/>
                  </a:lnTo>
                  <a:lnTo>
                    <a:pt x="25620" y="4834"/>
                  </a:lnTo>
                  <a:lnTo>
                    <a:pt x="25540" y="4995"/>
                  </a:lnTo>
                  <a:lnTo>
                    <a:pt x="25459" y="5126"/>
                  </a:lnTo>
                  <a:lnTo>
                    <a:pt x="25369" y="5236"/>
                  </a:lnTo>
                  <a:lnTo>
                    <a:pt x="25278" y="5327"/>
                  </a:lnTo>
                  <a:lnTo>
                    <a:pt x="25238" y="5367"/>
                  </a:lnTo>
                  <a:lnTo>
                    <a:pt x="25188" y="5397"/>
                  </a:lnTo>
                  <a:lnTo>
                    <a:pt x="25138" y="5417"/>
                  </a:lnTo>
                  <a:lnTo>
                    <a:pt x="25087" y="5427"/>
                  </a:lnTo>
                  <a:lnTo>
                    <a:pt x="25037" y="5438"/>
                  </a:lnTo>
                  <a:lnTo>
                    <a:pt x="24987" y="5438"/>
                  </a:lnTo>
                  <a:lnTo>
                    <a:pt x="24927" y="5427"/>
                  </a:lnTo>
                  <a:lnTo>
                    <a:pt x="24876" y="5417"/>
                  </a:lnTo>
                  <a:lnTo>
                    <a:pt x="24796" y="5377"/>
                  </a:lnTo>
                  <a:lnTo>
                    <a:pt x="24736" y="5337"/>
                  </a:lnTo>
                  <a:lnTo>
                    <a:pt x="24675" y="5277"/>
                  </a:lnTo>
                  <a:lnTo>
                    <a:pt x="24625" y="5216"/>
                  </a:lnTo>
                  <a:lnTo>
                    <a:pt x="24595" y="5146"/>
                  </a:lnTo>
                  <a:lnTo>
                    <a:pt x="24565" y="5066"/>
                  </a:lnTo>
                  <a:lnTo>
                    <a:pt x="24545" y="4985"/>
                  </a:lnTo>
                  <a:lnTo>
                    <a:pt x="24525" y="4895"/>
                  </a:lnTo>
                  <a:lnTo>
                    <a:pt x="24525" y="4794"/>
                  </a:lnTo>
                  <a:lnTo>
                    <a:pt x="24525" y="4694"/>
                  </a:lnTo>
                  <a:lnTo>
                    <a:pt x="24545" y="4473"/>
                  </a:lnTo>
                  <a:lnTo>
                    <a:pt x="24585" y="4252"/>
                  </a:lnTo>
                  <a:lnTo>
                    <a:pt x="24635" y="4010"/>
                  </a:lnTo>
                  <a:lnTo>
                    <a:pt x="24705" y="3779"/>
                  </a:lnTo>
                  <a:lnTo>
                    <a:pt x="24776" y="3538"/>
                  </a:lnTo>
                  <a:lnTo>
                    <a:pt x="24937" y="3096"/>
                  </a:lnTo>
                  <a:lnTo>
                    <a:pt x="25067" y="2734"/>
                  </a:lnTo>
                  <a:lnTo>
                    <a:pt x="25118" y="2583"/>
                  </a:lnTo>
                  <a:lnTo>
                    <a:pt x="25148" y="2473"/>
                  </a:lnTo>
                  <a:lnTo>
                    <a:pt x="25178" y="2292"/>
                  </a:lnTo>
                  <a:lnTo>
                    <a:pt x="25198" y="2121"/>
                  </a:lnTo>
                  <a:lnTo>
                    <a:pt x="25208" y="1950"/>
                  </a:lnTo>
                  <a:lnTo>
                    <a:pt x="25208" y="1789"/>
                  </a:lnTo>
                  <a:lnTo>
                    <a:pt x="25198" y="1638"/>
                  </a:lnTo>
                  <a:lnTo>
                    <a:pt x="25178" y="1477"/>
                  </a:lnTo>
                  <a:lnTo>
                    <a:pt x="25148" y="1327"/>
                  </a:lnTo>
                  <a:lnTo>
                    <a:pt x="25118" y="1186"/>
                  </a:lnTo>
                  <a:lnTo>
                    <a:pt x="25027" y="895"/>
                  </a:lnTo>
                  <a:lnTo>
                    <a:pt x="24937" y="603"/>
                  </a:lnTo>
                  <a:lnTo>
                    <a:pt x="24836" y="322"/>
                  </a:lnTo>
                  <a:lnTo>
                    <a:pt x="24746" y="20"/>
                  </a:lnTo>
                  <a:lnTo>
                    <a:pt x="24756" y="191"/>
                  </a:lnTo>
                  <a:lnTo>
                    <a:pt x="24746" y="372"/>
                  </a:lnTo>
                  <a:lnTo>
                    <a:pt x="24736" y="543"/>
                  </a:lnTo>
                  <a:lnTo>
                    <a:pt x="24716" y="724"/>
                  </a:lnTo>
                  <a:lnTo>
                    <a:pt x="24695" y="905"/>
                  </a:lnTo>
                  <a:lnTo>
                    <a:pt x="24655" y="1085"/>
                  </a:lnTo>
                  <a:lnTo>
                    <a:pt x="24575" y="1447"/>
                  </a:lnTo>
                  <a:lnTo>
                    <a:pt x="24464" y="1809"/>
                  </a:lnTo>
                  <a:lnTo>
                    <a:pt x="24354" y="2161"/>
                  </a:lnTo>
                  <a:lnTo>
                    <a:pt x="24223" y="2493"/>
                  </a:lnTo>
                  <a:lnTo>
                    <a:pt x="24102" y="2814"/>
                  </a:lnTo>
                  <a:lnTo>
                    <a:pt x="24012" y="3066"/>
                  </a:lnTo>
                  <a:lnTo>
                    <a:pt x="23932" y="3307"/>
                  </a:lnTo>
                  <a:lnTo>
                    <a:pt x="23881" y="3548"/>
                  </a:lnTo>
                  <a:lnTo>
                    <a:pt x="23841" y="3789"/>
                  </a:lnTo>
                  <a:lnTo>
                    <a:pt x="23811" y="4020"/>
                  </a:lnTo>
                  <a:lnTo>
                    <a:pt x="23801" y="4252"/>
                  </a:lnTo>
                  <a:lnTo>
                    <a:pt x="23801" y="4493"/>
                  </a:lnTo>
                  <a:lnTo>
                    <a:pt x="23811" y="4724"/>
                  </a:lnTo>
                  <a:lnTo>
                    <a:pt x="23841" y="4965"/>
                  </a:lnTo>
                  <a:lnTo>
                    <a:pt x="23871" y="5196"/>
                  </a:lnTo>
                  <a:lnTo>
                    <a:pt x="23952" y="5689"/>
                  </a:lnTo>
                  <a:lnTo>
                    <a:pt x="24062" y="6211"/>
                  </a:lnTo>
                  <a:lnTo>
                    <a:pt x="24183" y="6764"/>
                  </a:lnTo>
                  <a:lnTo>
                    <a:pt x="24233" y="7026"/>
                  </a:lnTo>
                  <a:lnTo>
                    <a:pt x="24273" y="7287"/>
                  </a:lnTo>
                  <a:lnTo>
                    <a:pt x="24344" y="7810"/>
                  </a:lnTo>
                  <a:lnTo>
                    <a:pt x="24394" y="8332"/>
                  </a:lnTo>
                  <a:lnTo>
                    <a:pt x="24434" y="8865"/>
                  </a:lnTo>
                  <a:lnTo>
                    <a:pt x="24474" y="9257"/>
                  </a:lnTo>
                  <a:lnTo>
                    <a:pt x="24504" y="9659"/>
                  </a:lnTo>
                  <a:lnTo>
                    <a:pt x="24514" y="9860"/>
                  </a:lnTo>
                  <a:lnTo>
                    <a:pt x="24504" y="10061"/>
                  </a:lnTo>
                  <a:lnTo>
                    <a:pt x="24484" y="10252"/>
                  </a:lnTo>
                  <a:lnTo>
                    <a:pt x="24444" y="10453"/>
                  </a:lnTo>
                  <a:lnTo>
                    <a:pt x="24384" y="10644"/>
                  </a:lnTo>
                  <a:lnTo>
                    <a:pt x="24324" y="10825"/>
                  </a:lnTo>
                  <a:lnTo>
                    <a:pt x="24283" y="10915"/>
                  </a:lnTo>
                  <a:lnTo>
                    <a:pt x="24243" y="10996"/>
                  </a:lnTo>
                  <a:lnTo>
                    <a:pt x="24203" y="11056"/>
                  </a:lnTo>
                  <a:lnTo>
                    <a:pt x="24153" y="11116"/>
                  </a:lnTo>
                  <a:lnTo>
                    <a:pt x="24102" y="11166"/>
                  </a:lnTo>
                  <a:lnTo>
                    <a:pt x="24042" y="11197"/>
                  </a:lnTo>
                  <a:lnTo>
                    <a:pt x="23972" y="11207"/>
                  </a:lnTo>
                  <a:lnTo>
                    <a:pt x="23901" y="11207"/>
                  </a:lnTo>
                  <a:lnTo>
                    <a:pt x="23821" y="11177"/>
                  </a:lnTo>
                  <a:lnTo>
                    <a:pt x="23731" y="11136"/>
                  </a:lnTo>
                  <a:lnTo>
                    <a:pt x="23630" y="11066"/>
                  </a:lnTo>
                  <a:lnTo>
                    <a:pt x="23519" y="10976"/>
                  </a:lnTo>
                  <a:lnTo>
                    <a:pt x="23339" y="10795"/>
                  </a:lnTo>
                  <a:lnTo>
                    <a:pt x="23168" y="10604"/>
                  </a:lnTo>
                  <a:lnTo>
                    <a:pt x="23007" y="10403"/>
                  </a:lnTo>
                  <a:lnTo>
                    <a:pt x="22846" y="10202"/>
                  </a:lnTo>
                  <a:lnTo>
                    <a:pt x="22595" y="9890"/>
                  </a:lnTo>
                  <a:lnTo>
                    <a:pt x="22333" y="9589"/>
                  </a:lnTo>
                  <a:lnTo>
                    <a:pt x="22042" y="9287"/>
                  </a:lnTo>
                  <a:lnTo>
                    <a:pt x="21720" y="8985"/>
                  </a:lnTo>
                  <a:lnTo>
                    <a:pt x="21399" y="8674"/>
                  </a:lnTo>
                  <a:lnTo>
                    <a:pt x="21238" y="8513"/>
                  </a:lnTo>
                  <a:lnTo>
                    <a:pt x="21087" y="8352"/>
                  </a:lnTo>
                  <a:lnTo>
                    <a:pt x="20936" y="8181"/>
                  </a:lnTo>
                  <a:lnTo>
                    <a:pt x="20806" y="8011"/>
                  </a:lnTo>
                  <a:lnTo>
                    <a:pt x="20665" y="7840"/>
                  </a:lnTo>
                  <a:lnTo>
                    <a:pt x="20544" y="7659"/>
                  </a:lnTo>
                  <a:lnTo>
                    <a:pt x="20424" y="7478"/>
                  </a:lnTo>
                  <a:lnTo>
                    <a:pt x="20323" y="7307"/>
                  </a:lnTo>
                  <a:lnTo>
                    <a:pt x="20223" y="7146"/>
                  </a:lnTo>
                  <a:lnTo>
                    <a:pt x="20132" y="6975"/>
                  </a:lnTo>
                  <a:lnTo>
                    <a:pt x="20052" y="6804"/>
                  </a:lnTo>
                  <a:lnTo>
                    <a:pt x="19982" y="6644"/>
                  </a:lnTo>
                  <a:lnTo>
                    <a:pt x="19861" y="6312"/>
                  </a:lnTo>
                  <a:lnTo>
                    <a:pt x="19750" y="5970"/>
                  </a:lnTo>
                  <a:lnTo>
                    <a:pt x="19660" y="5618"/>
                  </a:lnTo>
                  <a:lnTo>
                    <a:pt x="19580" y="5257"/>
                  </a:lnTo>
                  <a:lnTo>
                    <a:pt x="19509" y="4865"/>
                  </a:lnTo>
                  <a:lnTo>
                    <a:pt x="19469" y="4704"/>
                  </a:lnTo>
                  <a:lnTo>
                    <a:pt x="19429" y="4543"/>
                  </a:lnTo>
                  <a:lnTo>
                    <a:pt x="19379" y="4382"/>
                  </a:lnTo>
                  <a:lnTo>
                    <a:pt x="19318" y="4231"/>
                  </a:lnTo>
                  <a:lnTo>
                    <a:pt x="19198" y="3920"/>
                  </a:lnTo>
                  <a:lnTo>
                    <a:pt x="19057" y="3618"/>
                  </a:lnTo>
                  <a:lnTo>
                    <a:pt x="18926" y="3317"/>
                  </a:lnTo>
                  <a:lnTo>
                    <a:pt x="18796" y="3015"/>
                  </a:lnTo>
                  <a:lnTo>
                    <a:pt x="18685" y="2704"/>
                  </a:lnTo>
                  <a:lnTo>
                    <a:pt x="18635" y="2553"/>
                  </a:lnTo>
                  <a:lnTo>
                    <a:pt x="18595" y="2392"/>
                  </a:lnTo>
                  <a:lnTo>
                    <a:pt x="18564" y="3176"/>
                  </a:lnTo>
                  <a:lnTo>
                    <a:pt x="18564" y="3588"/>
                  </a:lnTo>
                  <a:lnTo>
                    <a:pt x="18564" y="4000"/>
                  </a:lnTo>
                  <a:lnTo>
                    <a:pt x="18574" y="4412"/>
                  </a:lnTo>
                  <a:lnTo>
                    <a:pt x="18595" y="4814"/>
                  </a:lnTo>
                  <a:lnTo>
                    <a:pt x="18635" y="5216"/>
                  </a:lnTo>
                  <a:lnTo>
                    <a:pt x="18685" y="5598"/>
                  </a:lnTo>
                  <a:lnTo>
                    <a:pt x="18715" y="5699"/>
                  </a:lnTo>
                  <a:lnTo>
                    <a:pt x="18745" y="5819"/>
                  </a:lnTo>
                  <a:lnTo>
                    <a:pt x="18786" y="5930"/>
                  </a:lnTo>
                  <a:lnTo>
                    <a:pt x="18816" y="6051"/>
                  </a:lnTo>
                  <a:lnTo>
                    <a:pt x="18816" y="6101"/>
                  </a:lnTo>
                  <a:lnTo>
                    <a:pt x="18816" y="6151"/>
                  </a:lnTo>
                  <a:lnTo>
                    <a:pt x="18806" y="6201"/>
                  </a:lnTo>
                  <a:lnTo>
                    <a:pt x="18775" y="6242"/>
                  </a:lnTo>
                  <a:lnTo>
                    <a:pt x="18745" y="6282"/>
                  </a:lnTo>
                  <a:lnTo>
                    <a:pt x="18695" y="6322"/>
                  </a:lnTo>
                  <a:lnTo>
                    <a:pt x="18625" y="6342"/>
                  </a:lnTo>
                  <a:lnTo>
                    <a:pt x="18544" y="6372"/>
                  </a:lnTo>
                  <a:lnTo>
                    <a:pt x="18484" y="6372"/>
                  </a:lnTo>
                  <a:lnTo>
                    <a:pt x="18424" y="6362"/>
                  </a:lnTo>
                  <a:lnTo>
                    <a:pt x="18353" y="6352"/>
                  </a:lnTo>
                  <a:lnTo>
                    <a:pt x="18293" y="6322"/>
                  </a:lnTo>
                  <a:lnTo>
                    <a:pt x="18162" y="6252"/>
                  </a:lnTo>
                  <a:lnTo>
                    <a:pt x="18022" y="6161"/>
                  </a:lnTo>
                  <a:lnTo>
                    <a:pt x="17891" y="6061"/>
                  </a:lnTo>
                  <a:lnTo>
                    <a:pt x="17770" y="5970"/>
                  </a:lnTo>
                  <a:lnTo>
                    <a:pt x="17589" y="5809"/>
                  </a:lnTo>
                  <a:lnTo>
                    <a:pt x="17479" y="5709"/>
                  </a:lnTo>
                  <a:lnTo>
                    <a:pt x="17378" y="5618"/>
                  </a:lnTo>
                  <a:lnTo>
                    <a:pt x="17187" y="5407"/>
                  </a:lnTo>
                  <a:lnTo>
                    <a:pt x="17017" y="5196"/>
                  </a:lnTo>
                  <a:lnTo>
                    <a:pt x="16856" y="4965"/>
                  </a:lnTo>
                  <a:lnTo>
                    <a:pt x="16675" y="4714"/>
                  </a:lnTo>
                  <a:lnTo>
                    <a:pt x="16444" y="4372"/>
                  </a:lnTo>
                  <a:lnTo>
                    <a:pt x="16323" y="4191"/>
                  </a:lnTo>
                  <a:lnTo>
                    <a:pt x="16233" y="4020"/>
                  </a:lnTo>
                  <a:lnTo>
                    <a:pt x="16162" y="3880"/>
                  </a:lnTo>
                  <a:lnTo>
                    <a:pt x="16152" y="3819"/>
                  </a:lnTo>
                  <a:lnTo>
                    <a:pt x="16142" y="3769"/>
                  </a:lnTo>
                  <a:lnTo>
                    <a:pt x="16142" y="4010"/>
                  </a:lnTo>
                  <a:lnTo>
                    <a:pt x="16162" y="4252"/>
                  </a:lnTo>
                  <a:lnTo>
                    <a:pt x="16182" y="4493"/>
                  </a:lnTo>
                  <a:lnTo>
                    <a:pt x="16223" y="4724"/>
                  </a:lnTo>
                  <a:lnTo>
                    <a:pt x="16273" y="4955"/>
                  </a:lnTo>
                  <a:lnTo>
                    <a:pt x="16343" y="5176"/>
                  </a:lnTo>
                  <a:lnTo>
                    <a:pt x="16424" y="5397"/>
                  </a:lnTo>
                  <a:lnTo>
                    <a:pt x="16514" y="5618"/>
                  </a:lnTo>
                  <a:lnTo>
                    <a:pt x="16615" y="5829"/>
                  </a:lnTo>
                  <a:lnTo>
                    <a:pt x="16735" y="6031"/>
                  </a:lnTo>
                  <a:lnTo>
                    <a:pt x="16866" y="6232"/>
                  </a:lnTo>
                  <a:lnTo>
                    <a:pt x="17007" y="6433"/>
                  </a:lnTo>
                  <a:lnTo>
                    <a:pt x="17157" y="6634"/>
                  </a:lnTo>
                  <a:lnTo>
                    <a:pt x="17318" y="6825"/>
                  </a:lnTo>
                  <a:lnTo>
                    <a:pt x="17499" y="7005"/>
                  </a:lnTo>
                  <a:lnTo>
                    <a:pt x="17680" y="7196"/>
                  </a:lnTo>
                  <a:lnTo>
                    <a:pt x="17801" y="7297"/>
                  </a:lnTo>
                  <a:lnTo>
                    <a:pt x="17921" y="7397"/>
                  </a:lnTo>
                  <a:lnTo>
                    <a:pt x="18052" y="7488"/>
                  </a:lnTo>
                  <a:lnTo>
                    <a:pt x="18172" y="7578"/>
                  </a:lnTo>
                  <a:lnTo>
                    <a:pt x="18444" y="7739"/>
                  </a:lnTo>
                  <a:lnTo>
                    <a:pt x="18715" y="7890"/>
                  </a:lnTo>
                  <a:lnTo>
                    <a:pt x="19268" y="8181"/>
                  </a:lnTo>
                  <a:lnTo>
                    <a:pt x="19549" y="8322"/>
                  </a:lnTo>
                  <a:lnTo>
                    <a:pt x="19821" y="8483"/>
                  </a:lnTo>
                  <a:lnTo>
                    <a:pt x="19992" y="8604"/>
                  </a:lnTo>
                  <a:lnTo>
                    <a:pt x="20122" y="8694"/>
                  </a:lnTo>
                  <a:lnTo>
                    <a:pt x="20203" y="8784"/>
                  </a:lnTo>
                  <a:lnTo>
                    <a:pt x="20223" y="8825"/>
                  </a:lnTo>
                  <a:lnTo>
                    <a:pt x="20233" y="8865"/>
                  </a:lnTo>
                  <a:lnTo>
                    <a:pt x="20243" y="8895"/>
                  </a:lnTo>
                  <a:lnTo>
                    <a:pt x="20243" y="8925"/>
                  </a:lnTo>
                  <a:lnTo>
                    <a:pt x="20233" y="8955"/>
                  </a:lnTo>
                  <a:lnTo>
                    <a:pt x="20213" y="8985"/>
                  </a:lnTo>
                  <a:lnTo>
                    <a:pt x="20152" y="9026"/>
                  </a:lnTo>
                  <a:lnTo>
                    <a:pt x="20072" y="9076"/>
                  </a:lnTo>
                  <a:lnTo>
                    <a:pt x="19972" y="9106"/>
                  </a:lnTo>
                  <a:lnTo>
                    <a:pt x="19861" y="9136"/>
                  </a:lnTo>
                  <a:lnTo>
                    <a:pt x="19600" y="9186"/>
                  </a:lnTo>
                  <a:lnTo>
                    <a:pt x="19338" y="9237"/>
                  </a:lnTo>
                  <a:lnTo>
                    <a:pt x="19087" y="9277"/>
                  </a:lnTo>
                  <a:lnTo>
                    <a:pt x="18765" y="9347"/>
                  </a:lnTo>
                  <a:lnTo>
                    <a:pt x="18444" y="9408"/>
                  </a:lnTo>
                  <a:lnTo>
                    <a:pt x="18132" y="9448"/>
                  </a:lnTo>
                  <a:lnTo>
                    <a:pt x="17821" y="9468"/>
                  </a:lnTo>
                  <a:lnTo>
                    <a:pt x="17509" y="9468"/>
                  </a:lnTo>
                  <a:lnTo>
                    <a:pt x="17187" y="9448"/>
                  </a:lnTo>
                  <a:lnTo>
                    <a:pt x="16856" y="9408"/>
                  </a:lnTo>
                  <a:lnTo>
                    <a:pt x="16514" y="9347"/>
                  </a:lnTo>
                  <a:lnTo>
                    <a:pt x="15831" y="9207"/>
                  </a:lnTo>
                  <a:lnTo>
                    <a:pt x="15519" y="9156"/>
                  </a:lnTo>
                  <a:lnTo>
                    <a:pt x="15238" y="9116"/>
                  </a:lnTo>
                  <a:lnTo>
                    <a:pt x="14956" y="9076"/>
                  </a:lnTo>
                  <a:lnTo>
                    <a:pt x="14695" y="9056"/>
                  </a:lnTo>
                  <a:lnTo>
                    <a:pt x="14444" y="9046"/>
                  </a:lnTo>
                  <a:lnTo>
                    <a:pt x="14182" y="9046"/>
                  </a:lnTo>
                  <a:lnTo>
                    <a:pt x="13931" y="9056"/>
                  </a:lnTo>
                  <a:lnTo>
                    <a:pt x="13680" y="9066"/>
                  </a:lnTo>
                  <a:lnTo>
                    <a:pt x="13408" y="9096"/>
                  </a:lnTo>
                  <a:lnTo>
                    <a:pt x="13137" y="9146"/>
                  </a:lnTo>
                  <a:lnTo>
                    <a:pt x="12856" y="9197"/>
                  </a:lnTo>
                  <a:lnTo>
                    <a:pt x="12544" y="9257"/>
                  </a:lnTo>
                  <a:lnTo>
                    <a:pt x="12222" y="9337"/>
                  </a:lnTo>
                  <a:lnTo>
                    <a:pt x="11871" y="9428"/>
                  </a:lnTo>
                  <a:lnTo>
                    <a:pt x="12373" y="9428"/>
                  </a:lnTo>
                  <a:lnTo>
                    <a:pt x="12876" y="9438"/>
                  </a:lnTo>
                  <a:lnTo>
                    <a:pt x="13358" y="9478"/>
                  </a:lnTo>
                  <a:lnTo>
                    <a:pt x="13609" y="9508"/>
                  </a:lnTo>
                  <a:lnTo>
                    <a:pt x="13851" y="9538"/>
                  </a:lnTo>
                  <a:lnTo>
                    <a:pt x="14092" y="9578"/>
                  </a:lnTo>
                  <a:lnTo>
                    <a:pt x="14333" y="9619"/>
                  </a:lnTo>
                  <a:lnTo>
                    <a:pt x="14564" y="9679"/>
                  </a:lnTo>
                  <a:lnTo>
                    <a:pt x="14805" y="9739"/>
                  </a:lnTo>
                  <a:lnTo>
                    <a:pt x="15037" y="9810"/>
                  </a:lnTo>
                  <a:lnTo>
                    <a:pt x="15268" y="9880"/>
                  </a:lnTo>
                  <a:lnTo>
                    <a:pt x="15499" y="9970"/>
                  </a:lnTo>
                  <a:lnTo>
                    <a:pt x="15730" y="10061"/>
                  </a:lnTo>
                  <a:lnTo>
                    <a:pt x="15670" y="10182"/>
                  </a:lnTo>
                  <a:lnTo>
                    <a:pt x="15599" y="10282"/>
                  </a:lnTo>
                  <a:lnTo>
                    <a:pt x="15509" y="10383"/>
                  </a:lnTo>
                  <a:lnTo>
                    <a:pt x="15408" y="10463"/>
                  </a:lnTo>
                  <a:lnTo>
                    <a:pt x="15308" y="10543"/>
                  </a:lnTo>
                  <a:lnTo>
                    <a:pt x="15187" y="10614"/>
                  </a:lnTo>
                  <a:lnTo>
                    <a:pt x="14936" y="10754"/>
                  </a:lnTo>
                  <a:lnTo>
                    <a:pt x="14685" y="10885"/>
                  </a:lnTo>
                  <a:lnTo>
                    <a:pt x="14434" y="11026"/>
                  </a:lnTo>
                  <a:lnTo>
                    <a:pt x="14313" y="11096"/>
                  </a:lnTo>
                  <a:lnTo>
                    <a:pt x="14192" y="11177"/>
                  </a:lnTo>
                  <a:lnTo>
                    <a:pt x="14092" y="11267"/>
                  </a:lnTo>
                  <a:lnTo>
                    <a:pt x="13991" y="11357"/>
                  </a:lnTo>
                  <a:lnTo>
                    <a:pt x="13991" y="11357"/>
                  </a:lnTo>
                  <a:lnTo>
                    <a:pt x="14233" y="11297"/>
                  </a:lnTo>
                  <a:lnTo>
                    <a:pt x="14494" y="11247"/>
                  </a:lnTo>
                  <a:lnTo>
                    <a:pt x="15006" y="11177"/>
                  </a:lnTo>
                  <a:lnTo>
                    <a:pt x="15258" y="11136"/>
                  </a:lnTo>
                  <a:lnTo>
                    <a:pt x="15499" y="11076"/>
                  </a:lnTo>
                  <a:lnTo>
                    <a:pt x="15620" y="11046"/>
                  </a:lnTo>
                  <a:lnTo>
                    <a:pt x="15740" y="11006"/>
                  </a:lnTo>
                  <a:lnTo>
                    <a:pt x="15851" y="10955"/>
                  </a:lnTo>
                  <a:lnTo>
                    <a:pt x="15961" y="10905"/>
                  </a:lnTo>
                  <a:lnTo>
                    <a:pt x="16092" y="10825"/>
                  </a:lnTo>
                  <a:lnTo>
                    <a:pt x="16213" y="10744"/>
                  </a:lnTo>
                  <a:lnTo>
                    <a:pt x="16403" y="10594"/>
                  </a:lnTo>
                  <a:lnTo>
                    <a:pt x="16715" y="10332"/>
                  </a:lnTo>
                  <a:lnTo>
                    <a:pt x="16785" y="10272"/>
                  </a:lnTo>
                  <a:lnTo>
                    <a:pt x="16866" y="10222"/>
                  </a:lnTo>
                  <a:lnTo>
                    <a:pt x="16956" y="10171"/>
                  </a:lnTo>
                  <a:lnTo>
                    <a:pt x="17057" y="10121"/>
                  </a:lnTo>
                  <a:lnTo>
                    <a:pt x="17167" y="10081"/>
                  </a:lnTo>
                  <a:lnTo>
                    <a:pt x="17298" y="10041"/>
                  </a:lnTo>
                  <a:lnTo>
                    <a:pt x="17449" y="10001"/>
                  </a:lnTo>
                  <a:lnTo>
                    <a:pt x="17610" y="9970"/>
                  </a:lnTo>
                  <a:lnTo>
                    <a:pt x="17760" y="9960"/>
                  </a:lnTo>
                  <a:lnTo>
                    <a:pt x="17921" y="9940"/>
                  </a:lnTo>
                  <a:lnTo>
                    <a:pt x="18253" y="9930"/>
                  </a:lnTo>
                  <a:lnTo>
                    <a:pt x="18605" y="9950"/>
                  </a:lnTo>
                  <a:lnTo>
                    <a:pt x="18977" y="9980"/>
                  </a:lnTo>
                  <a:lnTo>
                    <a:pt x="19368" y="10021"/>
                  </a:lnTo>
                  <a:lnTo>
                    <a:pt x="19771" y="10091"/>
                  </a:lnTo>
                  <a:lnTo>
                    <a:pt x="20183" y="10171"/>
                  </a:lnTo>
                  <a:lnTo>
                    <a:pt x="20595" y="10262"/>
                  </a:lnTo>
                  <a:lnTo>
                    <a:pt x="20856" y="10332"/>
                  </a:lnTo>
                  <a:lnTo>
                    <a:pt x="21117" y="10423"/>
                  </a:lnTo>
                  <a:lnTo>
                    <a:pt x="21359" y="10533"/>
                  </a:lnTo>
                  <a:lnTo>
                    <a:pt x="21600" y="10654"/>
                  </a:lnTo>
                  <a:lnTo>
                    <a:pt x="21831" y="10795"/>
                  </a:lnTo>
                  <a:lnTo>
                    <a:pt x="22042" y="10945"/>
                  </a:lnTo>
                  <a:lnTo>
                    <a:pt x="22243" y="11116"/>
                  </a:lnTo>
                  <a:lnTo>
                    <a:pt x="22434" y="11297"/>
                  </a:lnTo>
                  <a:lnTo>
                    <a:pt x="22545" y="11418"/>
                  </a:lnTo>
                  <a:lnTo>
                    <a:pt x="22695" y="11589"/>
                  </a:lnTo>
                  <a:lnTo>
                    <a:pt x="22826" y="11780"/>
                  </a:lnTo>
                  <a:lnTo>
                    <a:pt x="22937" y="11971"/>
                  </a:lnTo>
                  <a:lnTo>
                    <a:pt x="23017" y="12162"/>
                  </a:lnTo>
                  <a:lnTo>
                    <a:pt x="23087" y="12373"/>
                  </a:lnTo>
                  <a:lnTo>
                    <a:pt x="23138" y="12574"/>
                  </a:lnTo>
                  <a:lnTo>
                    <a:pt x="23168" y="12785"/>
                  </a:lnTo>
                  <a:lnTo>
                    <a:pt x="23178" y="12996"/>
                  </a:lnTo>
                  <a:lnTo>
                    <a:pt x="23158" y="13197"/>
                  </a:lnTo>
                  <a:lnTo>
                    <a:pt x="23127" y="13408"/>
                  </a:lnTo>
                  <a:lnTo>
                    <a:pt x="23077" y="13619"/>
                  </a:lnTo>
                  <a:lnTo>
                    <a:pt x="23007" y="13820"/>
                  </a:lnTo>
                  <a:lnTo>
                    <a:pt x="22916" y="14011"/>
                  </a:lnTo>
                  <a:lnTo>
                    <a:pt x="22796" y="14202"/>
                  </a:lnTo>
                  <a:lnTo>
                    <a:pt x="22665" y="14383"/>
                  </a:lnTo>
                  <a:lnTo>
                    <a:pt x="22514" y="14564"/>
                  </a:lnTo>
                  <a:lnTo>
                    <a:pt x="22364" y="14714"/>
                  </a:lnTo>
                  <a:lnTo>
                    <a:pt x="22213" y="14855"/>
                  </a:lnTo>
                  <a:lnTo>
                    <a:pt x="22052" y="14986"/>
                  </a:lnTo>
                  <a:lnTo>
                    <a:pt x="21891" y="15116"/>
                  </a:lnTo>
                  <a:lnTo>
                    <a:pt x="21730" y="15237"/>
                  </a:lnTo>
                  <a:lnTo>
                    <a:pt x="21560" y="15348"/>
                  </a:lnTo>
                  <a:lnTo>
                    <a:pt x="21389" y="15448"/>
                  </a:lnTo>
                  <a:lnTo>
                    <a:pt x="21218" y="15549"/>
                  </a:lnTo>
                  <a:lnTo>
                    <a:pt x="21037" y="15639"/>
                  </a:lnTo>
                  <a:lnTo>
                    <a:pt x="20856" y="15730"/>
                  </a:lnTo>
                  <a:lnTo>
                    <a:pt x="20665" y="15810"/>
                  </a:lnTo>
                  <a:lnTo>
                    <a:pt x="20474" y="15880"/>
                  </a:lnTo>
                  <a:lnTo>
                    <a:pt x="20273" y="15951"/>
                  </a:lnTo>
                  <a:lnTo>
                    <a:pt x="20062" y="16011"/>
                  </a:lnTo>
                  <a:lnTo>
                    <a:pt x="19640" y="16132"/>
                  </a:lnTo>
                  <a:lnTo>
                    <a:pt x="19278" y="16212"/>
                  </a:lnTo>
                  <a:lnTo>
                    <a:pt x="18906" y="16282"/>
                  </a:lnTo>
                  <a:lnTo>
                    <a:pt x="18534" y="16343"/>
                  </a:lnTo>
                  <a:lnTo>
                    <a:pt x="18172" y="16393"/>
                  </a:lnTo>
                  <a:lnTo>
                    <a:pt x="17801" y="16433"/>
                  </a:lnTo>
                  <a:lnTo>
                    <a:pt x="17429" y="16473"/>
                  </a:lnTo>
                  <a:lnTo>
                    <a:pt x="16675" y="16534"/>
                  </a:lnTo>
                  <a:lnTo>
                    <a:pt x="16414" y="16554"/>
                  </a:lnTo>
                  <a:lnTo>
                    <a:pt x="16152" y="16564"/>
                  </a:lnTo>
                  <a:lnTo>
                    <a:pt x="15891" y="16574"/>
                  </a:lnTo>
                  <a:lnTo>
                    <a:pt x="15630" y="16564"/>
                  </a:lnTo>
                  <a:lnTo>
                    <a:pt x="15368" y="16554"/>
                  </a:lnTo>
                  <a:lnTo>
                    <a:pt x="15107" y="16534"/>
                  </a:lnTo>
                  <a:lnTo>
                    <a:pt x="14846" y="16503"/>
                  </a:lnTo>
                  <a:lnTo>
                    <a:pt x="14584" y="16473"/>
                  </a:lnTo>
                  <a:lnTo>
                    <a:pt x="14323" y="16423"/>
                  </a:lnTo>
                  <a:lnTo>
                    <a:pt x="14072" y="16373"/>
                  </a:lnTo>
                  <a:lnTo>
                    <a:pt x="13820" y="16313"/>
                  </a:lnTo>
                  <a:lnTo>
                    <a:pt x="13569" y="16242"/>
                  </a:lnTo>
                  <a:lnTo>
                    <a:pt x="13328" y="16162"/>
                  </a:lnTo>
                  <a:lnTo>
                    <a:pt x="13087" y="16081"/>
                  </a:lnTo>
                  <a:lnTo>
                    <a:pt x="12846" y="15981"/>
                  </a:lnTo>
                  <a:lnTo>
                    <a:pt x="12614" y="15870"/>
                  </a:lnTo>
                  <a:lnTo>
                    <a:pt x="12373" y="15760"/>
                  </a:lnTo>
                  <a:lnTo>
                    <a:pt x="12152" y="15629"/>
                  </a:lnTo>
                  <a:lnTo>
                    <a:pt x="11931" y="15498"/>
                  </a:lnTo>
                  <a:lnTo>
                    <a:pt x="11730" y="15348"/>
                  </a:lnTo>
                  <a:lnTo>
                    <a:pt x="11539" y="15197"/>
                  </a:lnTo>
                  <a:lnTo>
                    <a:pt x="11348" y="15026"/>
                  </a:lnTo>
                  <a:lnTo>
                    <a:pt x="11167" y="14855"/>
                  </a:lnTo>
                  <a:lnTo>
                    <a:pt x="11006" y="14664"/>
                  </a:lnTo>
                  <a:lnTo>
                    <a:pt x="10845" y="14463"/>
                  </a:lnTo>
                  <a:lnTo>
                    <a:pt x="10695" y="14242"/>
                  </a:lnTo>
                  <a:lnTo>
                    <a:pt x="10554" y="14011"/>
                  </a:lnTo>
                  <a:lnTo>
                    <a:pt x="10423" y="13770"/>
                  </a:lnTo>
                  <a:lnTo>
                    <a:pt x="10303" y="13508"/>
                  </a:lnTo>
                  <a:lnTo>
                    <a:pt x="10192" y="13227"/>
                  </a:lnTo>
                  <a:lnTo>
                    <a:pt x="10092" y="12935"/>
                  </a:lnTo>
                  <a:lnTo>
                    <a:pt x="9991" y="12624"/>
                  </a:lnTo>
                  <a:lnTo>
                    <a:pt x="9800" y="11971"/>
                  </a:lnTo>
                  <a:lnTo>
                    <a:pt x="9619" y="11347"/>
                  </a:lnTo>
                  <a:lnTo>
                    <a:pt x="9539" y="11036"/>
                  </a:lnTo>
                  <a:lnTo>
                    <a:pt x="9468" y="10724"/>
                  </a:lnTo>
                  <a:lnTo>
                    <a:pt x="9408" y="10423"/>
                  </a:lnTo>
                  <a:lnTo>
                    <a:pt x="9368" y="10121"/>
                  </a:lnTo>
                  <a:lnTo>
                    <a:pt x="9348" y="9810"/>
                  </a:lnTo>
                  <a:lnTo>
                    <a:pt x="9338" y="9659"/>
                  </a:lnTo>
                  <a:lnTo>
                    <a:pt x="9348" y="9508"/>
                  </a:lnTo>
                  <a:lnTo>
                    <a:pt x="9348" y="9357"/>
                  </a:lnTo>
                  <a:lnTo>
                    <a:pt x="9368" y="9207"/>
                  </a:lnTo>
                  <a:lnTo>
                    <a:pt x="9388" y="9046"/>
                  </a:lnTo>
                  <a:lnTo>
                    <a:pt x="9418" y="8895"/>
                  </a:lnTo>
                  <a:lnTo>
                    <a:pt x="9458" y="8734"/>
                  </a:lnTo>
                  <a:lnTo>
                    <a:pt x="9509" y="8583"/>
                  </a:lnTo>
                  <a:lnTo>
                    <a:pt x="9559" y="8423"/>
                  </a:lnTo>
                  <a:lnTo>
                    <a:pt x="9619" y="8272"/>
                  </a:lnTo>
                  <a:lnTo>
                    <a:pt x="9700" y="8111"/>
                  </a:lnTo>
                  <a:lnTo>
                    <a:pt x="9780" y="7950"/>
                  </a:lnTo>
                  <a:lnTo>
                    <a:pt x="9870" y="7789"/>
                  </a:lnTo>
                  <a:lnTo>
                    <a:pt x="9971" y="7619"/>
                  </a:lnTo>
                  <a:lnTo>
                    <a:pt x="9770" y="7719"/>
                  </a:lnTo>
                  <a:lnTo>
                    <a:pt x="9589" y="7830"/>
                  </a:lnTo>
                  <a:lnTo>
                    <a:pt x="9418" y="7930"/>
                  </a:lnTo>
                  <a:lnTo>
                    <a:pt x="9277" y="8051"/>
                  </a:lnTo>
                  <a:lnTo>
                    <a:pt x="9147" y="8161"/>
                  </a:lnTo>
                  <a:lnTo>
                    <a:pt x="9026" y="8282"/>
                  </a:lnTo>
                  <a:lnTo>
                    <a:pt x="8926" y="8413"/>
                  </a:lnTo>
                  <a:lnTo>
                    <a:pt x="8845" y="8543"/>
                  </a:lnTo>
                  <a:lnTo>
                    <a:pt x="8775" y="8674"/>
                  </a:lnTo>
                  <a:lnTo>
                    <a:pt x="8715" y="8805"/>
                  </a:lnTo>
                  <a:lnTo>
                    <a:pt x="8664" y="8945"/>
                  </a:lnTo>
                  <a:lnTo>
                    <a:pt x="8624" y="9086"/>
                  </a:lnTo>
                  <a:lnTo>
                    <a:pt x="8604" y="9227"/>
                  </a:lnTo>
                  <a:lnTo>
                    <a:pt x="8584" y="9377"/>
                  </a:lnTo>
                  <a:lnTo>
                    <a:pt x="8574" y="9528"/>
                  </a:lnTo>
                  <a:lnTo>
                    <a:pt x="8574" y="9679"/>
                  </a:lnTo>
                  <a:lnTo>
                    <a:pt x="8584" y="9991"/>
                  </a:lnTo>
                  <a:lnTo>
                    <a:pt x="8614" y="10302"/>
                  </a:lnTo>
                  <a:lnTo>
                    <a:pt x="8654" y="10624"/>
                  </a:lnTo>
                  <a:lnTo>
                    <a:pt x="8705" y="10945"/>
                  </a:lnTo>
                  <a:lnTo>
                    <a:pt x="8755" y="11277"/>
                  </a:lnTo>
                  <a:lnTo>
                    <a:pt x="8785" y="11609"/>
                  </a:lnTo>
                  <a:lnTo>
                    <a:pt x="8805" y="11930"/>
                  </a:lnTo>
                  <a:lnTo>
                    <a:pt x="8805" y="12101"/>
                  </a:lnTo>
                  <a:lnTo>
                    <a:pt x="8805" y="12262"/>
                  </a:lnTo>
                  <a:lnTo>
                    <a:pt x="8795" y="12292"/>
                  </a:lnTo>
                  <a:lnTo>
                    <a:pt x="8785" y="12312"/>
                  </a:lnTo>
                  <a:lnTo>
                    <a:pt x="8765" y="12322"/>
                  </a:lnTo>
                  <a:lnTo>
                    <a:pt x="8735" y="12332"/>
                  </a:lnTo>
                  <a:lnTo>
                    <a:pt x="8654" y="12342"/>
                  </a:lnTo>
                  <a:lnTo>
                    <a:pt x="8564" y="12332"/>
                  </a:lnTo>
                  <a:lnTo>
                    <a:pt x="8443" y="12312"/>
                  </a:lnTo>
                  <a:lnTo>
                    <a:pt x="8323" y="12282"/>
                  </a:lnTo>
                  <a:lnTo>
                    <a:pt x="8041" y="12192"/>
                  </a:lnTo>
                  <a:lnTo>
                    <a:pt x="7760" y="12081"/>
                  </a:lnTo>
                  <a:lnTo>
                    <a:pt x="7509" y="11971"/>
                  </a:lnTo>
                  <a:lnTo>
                    <a:pt x="7318" y="11880"/>
                  </a:lnTo>
                  <a:lnTo>
                    <a:pt x="7227" y="11830"/>
                  </a:lnTo>
                  <a:lnTo>
                    <a:pt x="7066" y="11709"/>
                  </a:lnTo>
                  <a:lnTo>
                    <a:pt x="6916" y="11589"/>
                  </a:lnTo>
                  <a:lnTo>
                    <a:pt x="6785" y="11458"/>
                  </a:lnTo>
                  <a:lnTo>
                    <a:pt x="6654" y="11327"/>
                  </a:lnTo>
                  <a:lnTo>
                    <a:pt x="6534" y="11197"/>
                  </a:lnTo>
                  <a:lnTo>
                    <a:pt x="6433" y="11046"/>
                  </a:lnTo>
                  <a:lnTo>
                    <a:pt x="6333" y="10895"/>
                  </a:lnTo>
                  <a:lnTo>
                    <a:pt x="6242" y="10734"/>
                  </a:lnTo>
                  <a:lnTo>
                    <a:pt x="5931" y="10071"/>
                  </a:lnTo>
                  <a:lnTo>
                    <a:pt x="5760" y="9749"/>
                  </a:lnTo>
                  <a:lnTo>
                    <a:pt x="5669" y="9599"/>
                  </a:lnTo>
                  <a:lnTo>
                    <a:pt x="5569" y="9448"/>
                  </a:lnTo>
                  <a:lnTo>
                    <a:pt x="5458" y="9297"/>
                  </a:lnTo>
                  <a:lnTo>
                    <a:pt x="5338" y="9166"/>
                  </a:lnTo>
                  <a:lnTo>
                    <a:pt x="5217" y="9036"/>
                  </a:lnTo>
                  <a:lnTo>
                    <a:pt x="5076" y="8915"/>
                  </a:lnTo>
                  <a:lnTo>
                    <a:pt x="4915" y="8805"/>
                  </a:lnTo>
                  <a:lnTo>
                    <a:pt x="4745" y="8704"/>
                  </a:lnTo>
                  <a:lnTo>
                    <a:pt x="4564" y="8624"/>
                  </a:lnTo>
                  <a:lnTo>
                    <a:pt x="4363" y="8553"/>
                  </a:lnTo>
                  <a:lnTo>
                    <a:pt x="4383" y="8634"/>
                  </a:lnTo>
                  <a:lnTo>
                    <a:pt x="4413" y="8724"/>
                  </a:lnTo>
                  <a:lnTo>
                    <a:pt x="4463" y="8805"/>
                  </a:lnTo>
                  <a:lnTo>
                    <a:pt x="4513" y="8895"/>
                  </a:lnTo>
                  <a:lnTo>
                    <a:pt x="4624" y="9056"/>
                  </a:lnTo>
                  <a:lnTo>
                    <a:pt x="4755" y="9217"/>
                  </a:lnTo>
                  <a:lnTo>
                    <a:pt x="4895" y="9377"/>
                  </a:lnTo>
                  <a:lnTo>
                    <a:pt x="5016" y="9548"/>
                  </a:lnTo>
                  <a:lnTo>
                    <a:pt x="5076" y="9629"/>
                  </a:lnTo>
                  <a:lnTo>
                    <a:pt x="5126" y="9719"/>
                  </a:lnTo>
                  <a:lnTo>
                    <a:pt x="5177" y="9810"/>
                  </a:lnTo>
                  <a:lnTo>
                    <a:pt x="5207" y="9900"/>
                  </a:lnTo>
                  <a:lnTo>
                    <a:pt x="5348" y="10312"/>
                  </a:lnTo>
                  <a:lnTo>
                    <a:pt x="5478" y="10734"/>
                  </a:lnTo>
                  <a:lnTo>
                    <a:pt x="5559" y="10935"/>
                  </a:lnTo>
                  <a:lnTo>
                    <a:pt x="5639" y="11146"/>
                  </a:lnTo>
                  <a:lnTo>
                    <a:pt x="5740" y="11337"/>
                  </a:lnTo>
                  <a:lnTo>
                    <a:pt x="5840" y="11518"/>
                  </a:lnTo>
                  <a:lnTo>
                    <a:pt x="5921" y="11629"/>
                  </a:lnTo>
                  <a:lnTo>
                    <a:pt x="6031" y="11759"/>
                  </a:lnTo>
                  <a:lnTo>
                    <a:pt x="6152" y="11910"/>
                  </a:lnTo>
                  <a:lnTo>
                    <a:pt x="6262" y="12071"/>
                  </a:lnTo>
                  <a:lnTo>
                    <a:pt x="6302" y="12151"/>
                  </a:lnTo>
                  <a:lnTo>
                    <a:pt x="6333" y="12232"/>
                  </a:lnTo>
                  <a:lnTo>
                    <a:pt x="6353" y="12302"/>
                  </a:lnTo>
                  <a:lnTo>
                    <a:pt x="6353" y="12373"/>
                  </a:lnTo>
                  <a:lnTo>
                    <a:pt x="6343" y="12443"/>
                  </a:lnTo>
                  <a:lnTo>
                    <a:pt x="6302" y="12503"/>
                  </a:lnTo>
                  <a:lnTo>
                    <a:pt x="6232" y="12564"/>
                  </a:lnTo>
                  <a:lnTo>
                    <a:pt x="6142" y="12614"/>
                  </a:lnTo>
                  <a:lnTo>
                    <a:pt x="6031" y="12644"/>
                  </a:lnTo>
                  <a:lnTo>
                    <a:pt x="5880" y="12674"/>
                  </a:lnTo>
                  <a:lnTo>
                    <a:pt x="5679" y="12684"/>
                  </a:lnTo>
                  <a:lnTo>
                    <a:pt x="5448" y="12694"/>
                  </a:lnTo>
                  <a:lnTo>
                    <a:pt x="5197" y="12694"/>
                  </a:lnTo>
                  <a:lnTo>
                    <a:pt x="4915" y="12684"/>
                  </a:lnTo>
                  <a:lnTo>
                    <a:pt x="4634" y="12674"/>
                  </a:lnTo>
                  <a:lnTo>
                    <a:pt x="4343" y="12654"/>
                  </a:lnTo>
                  <a:lnTo>
                    <a:pt x="4051" y="12624"/>
                  </a:lnTo>
                  <a:lnTo>
                    <a:pt x="3770" y="12584"/>
                  </a:lnTo>
                  <a:lnTo>
                    <a:pt x="3508" y="12543"/>
                  </a:lnTo>
                  <a:lnTo>
                    <a:pt x="3267" y="12493"/>
                  </a:lnTo>
                  <a:lnTo>
                    <a:pt x="3056" y="12433"/>
                  </a:lnTo>
                  <a:lnTo>
                    <a:pt x="2885" y="12363"/>
                  </a:lnTo>
                  <a:lnTo>
                    <a:pt x="2815" y="12332"/>
                  </a:lnTo>
                  <a:lnTo>
                    <a:pt x="2765" y="12292"/>
                  </a:lnTo>
                  <a:lnTo>
                    <a:pt x="2714" y="12252"/>
                  </a:lnTo>
                  <a:lnTo>
                    <a:pt x="2684" y="12212"/>
                  </a:lnTo>
                  <a:lnTo>
                    <a:pt x="2765" y="12342"/>
                  </a:lnTo>
                  <a:lnTo>
                    <a:pt x="2845" y="12463"/>
                  </a:lnTo>
                  <a:lnTo>
                    <a:pt x="2935" y="12564"/>
                  </a:lnTo>
                  <a:lnTo>
                    <a:pt x="3026" y="12654"/>
                  </a:lnTo>
                  <a:lnTo>
                    <a:pt x="3116" y="12744"/>
                  </a:lnTo>
                  <a:lnTo>
                    <a:pt x="3207" y="12815"/>
                  </a:lnTo>
                  <a:lnTo>
                    <a:pt x="3307" y="12875"/>
                  </a:lnTo>
                  <a:lnTo>
                    <a:pt x="3408" y="12935"/>
                  </a:lnTo>
                  <a:lnTo>
                    <a:pt x="3508" y="12976"/>
                  </a:lnTo>
                  <a:lnTo>
                    <a:pt x="3619" y="13016"/>
                  </a:lnTo>
                  <a:lnTo>
                    <a:pt x="3729" y="13046"/>
                  </a:lnTo>
                  <a:lnTo>
                    <a:pt x="3840" y="13076"/>
                  </a:lnTo>
                  <a:lnTo>
                    <a:pt x="4071" y="13106"/>
                  </a:lnTo>
                  <a:lnTo>
                    <a:pt x="4302" y="13126"/>
                  </a:lnTo>
                  <a:lnTo>
                    <a:pt x="5046" y="13126"/>
                  </a:lnTo>
                  <a:lnTo>
                    <a:pt x="5307" y="13136"/>
                  </a:lnTo>
                  <a:lnTo>
                    <a:pt x="5559" y="13147"/>
                  </a:lnTo>
                  <a:lnTo>
                    <a:pt x="5820" y="13177"/>
                  </a:lnTo>
                  <a:lnTo>
                    <a:pt x="5951" y="13207"/>
                  </a:lnTo>
                  <a:lnTo>
                    <a:pt x="6081" y="13227"/>
                  </a:lnTo>
                  <a:lnTo>
                    <a:pt x="6212" y="13267"/>
                  </a:lnTo>
                  <a:lnTo>
                    <a:pt x="6343" y="13307"/>
                  </a:lnTo>
                  <a:lnTo>
                    <a:pt x="6514" y="13378"/>
                  </a:lnTo>
                  <a:lnTo>
                    <a:pt x="6674" y="13448"/>
                  </a:lnTo>
                  <a:lnTo>
                    <a:pt x="6805" y="13508"/>
                  </a:lnTo>
                  <a:lnTo>
                    <a:pt x="6905" y="13579"/>
                  </a:lnTo>
                  <a:lnTo>
                    <a:pt x="6996" y="13639"/>
                  </a:lnTo>
                  <a:lnTo>
                    <a:pt x="7056" y="13699"/>
                  </a:lnTo>
                  <a:lnTo>
                    <a:pt x="7107" y="13760"/>
                  </a:lnTo>
                  <a:lnTo>
                    <a:pt x="7137" y="13810"/>
                  </a:lnTo>
                  <a:lnTo>
                    <a:pt x="7147" y="13870"/>
                  </a:lnTo>
                  <a:lnTo>
                    <a:pt x="7137" y="13920"/>
                  </a:lnTo>
                  <a:lnTo>
                    <a:pt x="7117" y="13981"/>
                  </a:lnTo>
                  <a:lnTo>
                    <a:pt x="7086" y="14031"/>
                  </a:lnTo>
                  <a:lnTo>
                    <a:pt x="7036" y="14081"/>
                  </a:lnTo>
                  <a:lnTo>
                    <a:pt x="6976" y="14131"/>
                  </a:lnTo>
                  <a:lnTo>
                    <a:pt x="6905" y="14182"/>
                  </a:lnTo>
                  <a:lnTo>
                    <a:pt x="6835" y="14232"/>
                  </a:lnTo>
                  <a:lnTo>
                    <a:pt x="6644" y="14333"/>
                  </a:lnTo>
                  <a:lnTo>
                    <a:pt x="6443" y="14423"/>
                  </a:lnTo>
                  <a:lnTo>
                    <a:pt x="5991" y="14614"/>
                  </a:lnTo>
                  <a:lnTo>
                    <a:pt x="5549" y="14805"/>
                  </a:lnTo>
                  <a:lnTo>
                    <a:pt x="5348" y="14895"/>
                  </a:lnTo>
                  <a:lnTo>
                    <a:pt x="5187" y="14996"/>
                  </a:lnTo>
                  <a:lnTo>
                    <a:pt x="5237" y="14976"/>
                  </a:lnTo>
                  <a:lnTo>
                    <a:pt x="5328" y="14976"/>
                  </a:lnTo>
                  <a:lnTo>
                    <a:pt x="5569" y="14986"/>
                  </a:lnTo>
                  <a:lnTo>
                    <a:pt x="5830" y="15006"/>
                  </a:lnTo>
                  <a:lnTo>
                    <a:pt x="6011" y="15006"/>
                  </a:lnTo>
                  <a:lnTo>
                    <a:pt x="6252" y="14976"/>
                  </a:lnTo>
                  <a:lnTo>
                    <a:pt x="6493" y="14936"/>
                  </a:lnTo>
                  <a:lnTo>
                    <a:pt x="6976" y="14835"/>
                  </a:lnTo>
                  <a:lnTo>
                    <a:pt x="7418" y="14745"/>
                  </a:lnTo>
                  <a:lnTo>
                    <a:pt x="7639" y="14714"/>
                  </a:lnTo>
                  <a:lnTo>
                    <a:pt x="7850" y="14684"/>
                  </a:lnTo>
                  <a:lnTo>
                    <a:pt x="8071" y="14674"/>
                  </a:lnTo>
                  <a:lnTo>
                    <a:pt x="8292" y="14674"/>
                  </a:lnTo>
                  <a:lnTo>
                    <a:pt x="8514" y="14694"/>
                  </a:lnTo>
                  <a:lnTo>
                    <a:pt x="8745" y="14724"/>
                  </a:lnTo>
                  <a:lnTo>
                    <a:pt x="8855" y="14755"/>
                  </a:lnTo>
                  <a:lnTo>
                    <a:pt x="8976" y="14805"/>
                  </a:lnTo>
                  <a:lnTo>
                    <a:pt x="9117" y="14865"/>
                  </a:lnTo>
                  <a:lnTo>
                    <a:pt x="9267" y="14946"/>
                  </a:lnTo>
                  <a:lnTo>
                    <a:pt x="9609" y="15147"/>
                  </a:lnTo>
                  <a:lnTo>
                    <a:pt x="10001" y="15398"/>
                  </a:lnTo>
                  <a:lnTo>
                    <a:pt x="10413" y="15689"/>
                  </a:lnTo>
                  <a:lnTo>
                    <a:pt x="10855" y="16011"/>
                  </a:lnTo>
                  <a:lnTo>
                    <a:pt x="11298" y="16353"/>
                  </a:lnTo>
                  <a:lnTo>
                    <a:pt x="11750" y="16704"/>
                  </a:lnTo>
                  <a:lnTo>
                    <a:pt x="12182" y="17056"/>
                  </a:lnTo>
                  <a:lnTo>
                    <a:pt x="12604" y="17408"/>
                  </a:lnTo>
                  <a:lnTo>
                    <a:pt x="12996" y="17740"/>
                  </a:lnTo>
                  <a:lnTo>
                    <a:pt x="13348" y="18041"/>
                  </a:lnTo>
                  <a:lnTo>
                    <a:pt x="13650" y="18313"/>
                  </a:lnTo>
                  <a:lnTo>
                    <a:pt x="13891" y="18544"/>
                  </a:lnTo>
                  <a:lnTo>
                    <a:pt x="14062" y="18715"/>
                  </a:lnTo>
                  <a:lnTo>
                    <a:pt x="14162" y="18825"/>
                  </a:lnTo>
                  <a:lnTo>
                    <a:pt x="14212" y="18906"/>
                  </a:lnTo>
                  <a:lnTo>
                    <a:pt x="14253" y="18996"/>
                  </a:lnTo>
                  <a:lnTo>
                    <a:pt x="14273" y="19097"/>
                  </a:lnTo>
                  <a:lnTo>
                    <a:pt x="14293" y="19197"/>
                  </a:lnTo>
                  <a:lnTo>
                    <a:pt x="14303" y="19288"/>
                  </a:lnTo>
                  <a:lnTo>
                    <a:pt x="14303" y="19398"/>
                  </a:lnTo>
                  <a:lnTo>
                    <a:pt x="14293" y="19499"/>
                  </a:lnTo>
                  <a:lnTo>
                    <a:pt x="14273" y="19599"/>
                  </a:lnTo>
                  <a:lnTo>
                    <a:pt x="14233" y="19810"/>
                  </a:lnTo>
                  <a:lnTo>
                    <a:pt x="14162" y="20011"/>
                  </a:lnTo>
                  <a:lnTo>
                    <a:pt x="14032" y="20373"/>
                  </a:lnTo>
                  <a:lnTo>
                    <a:pt x="13971" y="20524"/>
                  </a:lnTo>
                  <a:lnTo>
                    <a:pt x="13911" y="20665"/>
                  </a:lnTo>
                  <a:lnTo>
                    <a:pt x="13830" y="20805"/>
                  </a:lnTo>
                  <a:lnTo>
                    <a:pt x="13750" y="20936"/>
                  </a:lnTo>
                  <a:lnTo>
                    <a:pt x="13670" y="21057"/>
                  </a:lnTo>
                  <a:lnTo>
                    <a:pt x="13579" y="21177"/>
                  </a:lnTo>
                  <a:lnTo>
                    <a:pt x="13479" y="21288"/>
                  </a:lnTo>
                  <a:lnTo>
                    <a:pt x="13378" y="21398"/>
                  </a:lnTo>
                  <a:lnTo>
                    <a:pt x="13268" y="21499"/>
                  </a:lnTo>
                  <a:lnTo>
                    <a:pt x="13147" y="21599"/>
                  </a:lnTo>
                  <a:lnTo>
                    <a:pt x="13026" y="21690"/>
                  </a:lnTo>
                  <a:lnTo>
                    <a:pt x="12906" y="21780"/>
                  </a:lnTo>
                  <a:lnTo>
                    <a:pt x="12644" y="21941"/>
                  </a:lnTo>
                  <a:lnTo>
                    <a:pt x="12363" y="22092"/>
                  </a:lnTo>
                  <a:lnTo>
                    <a:pt x="12082" y="22222"/>
                  </a:lnTo>
                  <a:lnTo>
                    <a:pt x="11780" y="22343"/>
                  </a:lnTo>
                  <a:lnTo>
                    <a:pt x="11469" y="22454"/>
                  </a:lnTo>
                  <a:lnTo>
                    <a:pt x="11147" y="22544"/>
                  </a:lnTo>
                  <a:lnTo>
                    <a:pt x="10825" y="22624"/>
                  </a:lnTo>
                  <a:lnTo>
                    <a:pt x="10504" y="22695"/>
                  </a:lnTo>
                  <a:lnTo>
                    <a:pt x="10172" y="22765"/>
                  </a:lnTo>
                  <a:lnTo>
                    <a:pt x="9850" y="22825"/>
                  </a:lnTo>
                  <a:lnTo>
                    <a:pt x="9669" y="22815"/>
                  </a:lnTo>
                  <a:lnTo>
                    <a:pt x="9489" y="22795"/>
                  </a:lnTo>
                  <a:lnTo>
                    <a:pt x="9308" y="22765"/>
                  </a:lnTo>
                  <a:lnTo>
                    <a:pt x="9137" y="22725"/>
                  </a:lnTo>
                  <a:lnTo>
                    <a:pt x="8956" y="22665"/>
                  </a:lnTo>
                  <a:lnTo>
                    <a:pt x="8785" y="22604"/>
                  </a:lnTo>
                  <a:lnTo>
                    <a:pt x="8614" y="22534"/>
                  </a:lnTo>
                  <a:lnTo>
                    <a:pt x="8443" y="22444"/>
                  </a:lnTo>
                  <a:lnTo>
                    <a:pt x="8272" y="22353"/>
                  </a:lnTo>
                  <a:lnTo>
                    <a:pt x="8102" y="22263"/>
                  </a:lnTo>
                  <a:lnTo>
                    <a:pt x="7941" y="22152"/>
                  </a:lnTo>
                  <a:lnTo>
                    <a:pt x="7770" y="22041"/>
                  </a:lnTo>
                  <a:lnTo>
                    <a:pt x="7448" y="21800"/>
                  </a:lnTo>
                  <a:lnTo>
                    <a:pt x="7127" y="21549"/>
                  </a:lnTo>
                  <a:lnTo>
                    <a:pt x="6815" y="21288"/>
                  </a:lnTo>
                  <a:lnTo>
                    <a:pt x="6503" y="21016"/>
                  </a:lnTo>
                  <a:lnTo>
                    <a:pt x="5910" y="20484"/>
                  </a:lnTo>
                  <a:lnTo>
                    <a:pt x="5619" y="20232"/>
                  </a:lnTo>
                  <a:lnTo>
                    <a:pt x="5338" y="19991"/>
                  </a:lnTo>
                  <a:lnTo>
                    <a:pt x="5056" y="19780"/>
                  </a:lnTo>
                  <a:lnTo>
                    <a:pt x="4785" y="19599"/>
                  </a:lnTo>
                  <a:lnTo>
                    <a:pt x="4222" y="19247"/>
                  </a:lnTo>
                  <a:lnTo>
                    <a:pt x="3971" y="19076"/>
                  </a:lnTo>
                  <a:lnTo>
                    <a:pt x="3739" y="18906"/>
                  </a:lnTo>
                  <a:lnTo>
                    <a:pt x="3518" y="18715"/>
                  </a:lnTo>
                  <a:lnTo>
                    <a:pt x="3297" y="18494"/>
                  </a:lnTo>
                  <a:lnTo>
                    <a:pt x="3076" y="18252"/>
                  </a:lnTo>
                  <a:lnTo>
                    <a:pt x="2855" y="17961"/>
                  </a:lnTo>
                  <a:lnTo>
                    <a:pt x="2513" y="17468"/>
                  </a:lnTo>
                  <a:lnTo>
                    <a:pt x="2162" y="16976"/>
                  </a:lnTo>
                  <a:lnTo>
                    <a:pt x="1991" y="16735"/>
                  </a:lnTo>
                  <a:lnTo>
                    <a:pt x="1810" y="16503"/>
                  </a:lnTo>
                  <a:lnTo>
                    <a:pt x="1619" y="16272"/>
                  </a:lnTo>
                  <a:lnTo>
                    <a:pt x="1418" y="16051"/>
                  </a:lnTo>
                  <a:lnTo>
                    <a:pt x="1448" y="16101"/>
                  </a:lnTo>
                  <a:lnTo>
                    <a:pt x="1468" y="16192"/>
                  </a:lnTo>
                  <a:lnTo>
                    <a:pt x="1508" y="16403"/>
                  </a:lnTo>
                  <a:lnTo>
                    <a:pt x="1538" y="16624"/>
                  </a:lnTo>
                  <a:lnTo>
                    <a:pt x="1558" y="16725"/>
                  </a:lnTo>
                  <a:lnTo>
                    <a:pt x="1589" y="16795"/>
                  </a:lnTo>
                  <a:lnTo>
                    <a:pt x="1689" y="16996"/>
                  </a:lnTo>
                  <a:lnTo>
                    <a:pt x="1810" y="17197"/>
                  </a:lnTo>
                  <a:lnTo>
                    <a:pt x="1930" y="17388"/>
                  </a:lnTo>
                  <a:lnTo>
                    <a:pt x="2051" y="17589"/>
                  </a:lnTo>
                  <a:lnTo>
                    <a:pt x="2111" y="17720"/>
                  </a:lnTo>
                  <a:lnTo>
                    <a:pt x="2192" y="17880"/>
                  </a:lnTo>
                  <a:lnTo>
                    <a:pt x="2262" y="18061"/>
                  </a:lnTo>
                  <a:lnTo>
                    <a:pt x="2292" y="18162"/>
                  </a:lnTo>
                  <a:lnTo>
                    <a:pt x="2312" y="18252"/>
                  </a:lnTo>
                  <a:lnTo>
                    <a:pt x="2322" y="18343"/>
                  </a:lnTo>
                  <a:lnTo>
                    <a:pt x="2322" y="18433"/>
                  </a:lnTo>
                  <a:lnTo>
                    <a:pt x="2302" y="18514"/>
                  </a:lnTo>
                  <a:lnTo>
                    <a:pt x="2272" y="18594"/>
                  </a:lnTo>
                  <a:lnTo>
                    <a:pt x="2232" y="18654"/>
                  </a:lnTo>
                  <a:lnTo>
                    <a:pt x="2162" y="18715"/>
                  </a:lnTo>
                  <a:lnTo>
                    <a:pt x="2081" y="18755"/>
                  </a:lnTo>
                  <a:lnTo>
                    <a:pt x="1971" y="18775"/>
                  </a:lnTo>
                  <a:lnTo>
                    <a:pt x="1860" y="18785"/>
                  </a:lnTo>
                  <a:lnTo>
                    <a:pt x="1739" y="18775"/>
                  </a:lnTo>
                  <a:lnTo>
                    <a:pt x="1619" y="18755"/>
                  </a:lnTo>
                  <a:lnTo>
                    <a:pt x="1488" y="18715"/>
                  </a:lnTo>
                  <a:lnTo>
                    <a:pt x="1357" y="18654"/>
                  </a:lnTo>
                  <a:lnTo>
                    <a:pt x="1227" y="18594"/>
                  </a:lnTo>
                  <a:lnTo>
                    <a:pt x="1086" y="18524"/>
                  </a:lnTo>
                  <a:lnTo>
                    <a:pt x="955" y="18443"/>
                  </a:lnTo>
                  <a:lnTo>
                    <a:pt x="704" y="18272"/>
                  </a:lnTo>
                  <a:lnTo>
                    <a:pt x="463" y="18102"/>
                  </a:lnTo>
                  <a:lnTo>
                    <a:pt x="262" y="17941"/>
                  </a:lnTo>
                  <a:lnTo>
                    <a:pt x="111" y="17800"/>
                  </a:lnTo>
                  <a:lnTo>
                    <a:pt x="282" y="18061"/>
                  </a:lnTo>
                  <a:lnTo>
                    <a:pt x="443" y="18293"/>
                  </a:lnTo>
                  <a:lnTo>
                    <a:pt x="604" y="18504"/>
                  </a:lnTo>
                  <a:lnTo>
                    <a:pt x="764" y="18685"/>
                  </a:lnTo>
                  <a:lnTo>
                    <a:pt x="925" y="18855"/>
                  </a:lnTo>
                  <a:lnTo>
                    <a:pt x="1096" y="18996"/>
                  </a:lnTo>
                  <a:lnTo>
                    <a:pt x="1267" y="19127"/>
                  </a:lnTo>
                  <a:lnTo>
                    <a:pt x="1448" y="19237"/>
                  </a:lnTo>
                  <a:lnTo>
                    <a:pt x="1629" y="19328"/>
                  </a:lnTo>
                  <a:lnTo>
                    <a:pt x="1830" y="19418"/>
                  </a:lnTo>
                  <a:lnTo>
                    <a:pt x="2041" y="19489"/>
                  </a:lnTo>
                  <a:lnTo>
                    <a:pt x="2262" y="19549"/>
                  </a:lnTo>
                  <a:lnTo>
                    <a:pt x="2503" y="19609"/>
                  </a:lnTo>
                  <a:lnTo>
                    <a:pt x="2765" y="19659"/>
                  </a:lnTo>
                  <a:lnTo>
                    <a:pt x="3348" y="19750"/>
                  </a:lnTo>
                  <a:lnTo>
                    <a:pt x="3428" y="19770"/>
                  </a:lnTo>
                  <a:lnTo>
                    <a:pt x="3508" y="19800"/>
                  </a:lnTo>
                  <a:lnTo>
                    <a:pt x="3709" y="19871"/>
                  </a:lnTo>
                  <a:lnTo>
                    <a:pt x="3930" y="19991"/>
                  </a:lnTo>
                  <a:lnTo>
                    <a:pt x="4172" y="20132"/>
                  </a:lnTo>
                  <a:lnTo>
                    <a:pt x="4443" y="20303"/>
                  </a:lnTo>
                  <a:lnTo>
                    <a:pt x="4714" y="20484"/>
                  </a:lnTo>
                  <a:lnTo>
                    <a:pt x="5006" y="20695"/>
                  </a:lnTo>
                  <a:lnTo>
                    <a:pt x="5287" y="20906"/>
                  </a:lnTo>
                  <a:lnTo>
                    <a:pt x="5569" y="21127"/>
                  </a:lnTo>
                  <a:lnTo>
                    <a:pt x="5840" y="21348"/>
                  </a:lnTo>
                  <a:lnTo>
                    <a:pt x="6091" y="21559"/>
                  </a:lnTo>
                  <a:lnTo>
                    <a:pt x="6323" y="21770"/>
                  </a:lnTo>
                  <a:lnTo>
                    <a:pt x="6534" y="21971"/>
                  </a:lnTo>
                  <a:lnTo>
                    <a:pt x="6704" y="22142"/>
                  </a:lnTo>
                  <a:lnTo>
                    <a:pt x="6845" y="22303"/>
                  </a:lnTo>
                  <a:lnTo>
                    <a:pt x="6936" y="22433"/>
                  </a:lnTo>
                  <a:lnTo>
                    <a:pt x="6986" y="22524"/>
                  </a:lnTo>
                  <a:lnTo>
                    <a:pt x="7016" y="22614"/>
                  </a:lnTo>
                  <a:lnTo>
                    <a:pt x="7016" y="22705"/>
                  </a:lnTo>
                  <a:lnTo>
                    <a:pt x="7006" y="22775"/>
                  </a:lnTo>
                  <a:lnTo>
                    <a:pt x="6966" y="22846"/>
                  </a:lnTo>
                  <a:lnTo>
                    <a:pt x="6905" y="22916"/>
                  </a:lnTo>
                  <a:lnTo>
                    <a:pt x="6835" y="22966"/>
                  </a:lnTo>
                  <a:lnTo>
                    <a:pt x="6745" y="23016"/>
                  </a:lnTo>
                  <a:lnTo>
                    <a:pt x="6644" y="23067"/>
                  </a:lnTo>
                  <a:lnTo>
                    <a:pt x="6534" y="23107"/>
                  </a:lnTo>
                  <a:lnTo>
                    <a:pt x="6403" y="23137"/>
                  </a:lnTo>
                  <a:lnTo>
                    <a:pt x="6262" y="23167"/>
                  </a:lnTo>
                  <a:lnTo>
                    <a:pt x="5961" y="23217"/>
                  </a:lnTo>
                  <a:lnTo>
                    <a:pt x="5629" y="23248"/>
                  </a:lnTo>
                  <a:lnTo>
                    <a:pt x="5277" y="23268"/>
                  </a:lnTo>
                  <a:lnTo>
                    <a:pt x="4936" y="23278"/>
                  </a:lnTo>
                  <a:lnTo>
                    <a:pt x="4594" y="23278"/>
                  </a:lnTo>
                  <a:lnTo>
                    <a:pt x="4262" y="23268"/>
                  </a:lnTo>
                  <a:lnTo>
                    <a:pt x="3709" y="23248"/>
                  </a:lnTo>
                  <a:lnTo>
                    <a:pt x="3348" y="23227"/>
                  </a:lnTo>
                  <a:lnTo>
                    <a:pt x="3126" y="23217"/>
                  </a:lnTo>
                  <a:lnTo>
                    <a:pt x="2915" y="23187"/>
                  </a:lnTo>
                  <a:lnTo>
                    <a:pt x="2714" y="23147"/>
                  </a:lnTo>
                  <a:lnTo>
                    <a:pt x="2503" y="23107"/>
                  </a:lnTo>
                  <a:lnTo>
                    <a:pt x="2101" y="22996"/>
                  </a:lnTo>
                  <a:lnTo>
                    <a:pt x="1709" y="22886"/>
                  </a:lnTo>
                  <a:lnTo>
                    <a:pt x="1317" y="22765"/>
                  </a:lnTo>
                  <a:lnTo>
                    <a:pt x="1116" y="22715"/>
                  </a:lnTo>
                  <a:lnTo>
                    <a:pt x="915" y="22665"/>
                  </a:lnTo>
                  <a:lnTo>
                    <a:pt x="714" y="22624"/>
                  </a:lnTo>
                  <a:lnTo>
                    <a:pt x="513" y="22594"/>
                  </a:lnTo>
                  <a:lnTo>
                    <a:pt x="312" y="22574"/>
                  </a:lnTo>
                  <a:lnTo>
                    <a:pt x="101" y="22564"/>
                  </a:lnTo>
                  <a:lnTo>
                    <a:pt x="101" y="22564"/>
                  </a:lnTo>
                  <a:lnTo>
                    <a:pt x="171" y="22645"/>
                  </a:lnTo>
                  <a:lnTo>
                    <a:pt x="262" y="22715"/>
                  </a:lnTo>
                  <a:lnTo>
                    <a:pt x="362" y="22775"/>
                  </a:lnTo>
                  <a:lnTo>
                    <a:pt x="483" y="22846"/>
                  </a:lnTo>
                  <a:lnTo>
                    <a:pt x="614" y="22906"/>
                  </a:lnTo>
                  <a:lnTo>
                    <a:pt x="764" y="22976"/>
                  </a:lnTo>
                  <a:lnTo>
                    <a:pt x="1086" y="23087"/>
                  </a:lnTo>
                  <a:lnTo>
                    <a:pt x="1438" y="23207"/>
                  </a:lnTo>
                  <a:lnTo>
                    <a:pt x="1820" y="23318"/>
                  </a:lnTo>
                  <a:lnTo>
                    <a:pt x="2604" y="23519"/>
                  </a:lnTo>
                  <a:lnTo>
                    <a:pt x="2986" y="23630"/>
                  </a:lnTo>
                  <a:lnTo>
                    <a:pt x="3348" y="23730"/>
                  </a:lnTo>
                  <a:lnTo>
                    <a:pt x="3679" y="23841"/>
                  </a:lnTo>
                  <a:lnTo>
                    <a:pt x="3971" y="23951"/>
                  </a:lnTo>
                  <a:lnTo>
                    <a:pt x="4091" y="24011"/>
                  </a:lnTo>
                  <a:lnTo>
                    <a:pt x="4202" y="24062"/>
                  </a:lnTo>
                  <a:lnTo>
                    <a:pt x="4302" y="24122"/>
                  </a:lnTo>
                  <a:lnTo>
                    <a:pt x="4383" y="24192"/>
                  </a:lnTo>
                  <a:lnTo>
                    <a:pt x="4443" y="24253"/>
                  </a:lnTo>
                  <a:lnTo>
                    <a:pt x="4483" y="24323"/>
                  </a:lnTo>
                  <a:lnTo>
                    <a:pt x="4493" y="24393"/>
                  </a:lnTo>
                  <a:lnTo>
                    <a:pt x="4493" y="24464"/>
                  </a:lnTo>
                  <a:lnTo>
                    <a:pt x="4473" y="24514"/>
                  </a:lnTo>
                  <a:lnTo>
                    <a:pt x="4433" y="24574"/>
                  </a:lnTo>
                  <a:lnTo>
                    <a:pt x="4373" y="24635"/>
                  </a:lnTo>
                  <a:lnTo>
                    <a:pt x="4292" y="24695"/>
                  </a:lnTo>
                  <a:lnTo>
                    <a:pt x="4202" y="24755"/>
                  </a:lnTo>
                  <a:lnTo>
                    <a:pt x="4091" y="24816"/>
                  </a:lnTo>
                  <a:lnTo>
                    <a:pt x="3830" y="24936"/>
                  </a:lnTo>
                  <a:lnTo>
                    <a:pt x="3528" y="25067"/>
                  </a:lnTo>
                  <a:lnTo>
                    <a:pt x="3197" y="25197"/>
                  </a:lnTo>
                  <a:lnTo>
                    <a:pt x="2835" y="25318"/>
                  </a:lnTo>
                  <a:lnTo>
                    <a:pt x="2453" y="25449"/>
                  </a:lnTo>
                  <a:lnTo>
                    <a:pt x="976" y="25931"/>
                  </a:lnTo>
                  <a:lnTo>
                    <a:pt x="664" y="26042"/>
                  </a:lnTo>
                  <a:lnTo>
                    <a:pt x="383" y="26142"/>
                  </a:lnTo>
                  <a:lnTo>
                    <a:pt x="161" y="26233"/>
                  </a:lnTo>
                  <a:lnTo>
                    <a:pt x="1" y="26313"/>
                  </a:lnTo>
                  <a:lnTo>
                    <a:pt x="644" y="26233"/>
                  </a:lnTo>
                  <a:lnTo>
                    <a:pt x="1307" y="26142"/>
                  </a:lnTo>
                  <a:lnTo>
                    <a:pt x="2001" y="26032"/>
                  </a:lnTo>
                  <a:lnTo>
                    <a:pt x="2694" y="25901"/>
                  </a:lnTo>
                  <a:lnTo>
                    <a:pt x="3036" y="25831"/>
                  </a:lnTo>
                  <a:lnTo>
                    <a:pt x="3378" y="25760"/>
                  </a:lnTo>
                  <a:lnTo>
                    <a:pt x="3719" y="25670"/>
                  </a:lnTo>
                  <a:lnTo>
                    <a:pt x="4051" y="25579"/>
                  </a:lnTo>
                  <a:lnTo>
                    <a:pt x="4373" y="25479"/>
                  </a:lnTo>
                  <a:lnTo>
                    <a:pt x="4684" y="25378"/>
                  </a:lnTo>
                  <a:lnTo>
                    <a:pt x="4986" y="25258"/>
                  </a:lnTo>
                  <a:lnTo>
                    <a:pt x="5277" y="25137"/>
                  </a:lnTo>
                  <a:lnTo>
                    <a:pt x="5448" y="25057"/>
                  </a:lnTo>
                  <a:lnTo>
                    <a:pt x="5609" y="24966"/>
                  </a:lnTo>
                  <a:lnTo>
                    <a:pt x="5941" y="24785"/>
                  </a:lnTo>
                  <a:lnTo>
                    <a:pt x="6604" y="24393"/>
                  </a:lnTo>
                  <a:lnTo>
                    <a:pt x="6936" y="24202"/>
                  </a:lnTo>
                  <a:lnTo>
                    <a:pt x="7107" y="24122"/>
                  </a:lnTo>
                  <a:lnTo>
                    <a:pt x="7287" y="24032"/>
                  </a:lnTo>
                  <a:lnTo>
                    <a:pt x="7458" y="23961"/>
                  </a:lnTo>
                  <a:lnTo>
                    <a:pt x="7639" y="23891"/>
                  </a:lnTo>
                  <a:lnTo>
                    <a:pt x="7820" y="23831"/>
                  </a:lnTo>
                  <a:lnTo>
                    <a:pt x="8011" y="23780"/>
                  </a:lnTo>
                  <a:lnTo>
                    <a:pt x="8172" y="23750"/>
                  </a:lnTo>
                  <a:lnTo>
                    <a:pt x="8323" y="23720"/>
                  </a:lnTo>
                  <a:lnTo>
                    <a:pt x="8473" y="23720"/>
                  </a:lnTo>
                  <a:lnTo>
                    <a:pt x="8614" y="23730"/>
                  </a:lnTo>
                  <a:lnTo>
                    <a:pt x="8684" y="23740"/>
                  </a:lnTo>
                  <a:lnTo>
                    <a:pt x="8755" y="23750"/>
                  </a:lnTo>
                  <a:lnTo>
                    <a:pt x="8815" y="23780"/>
                  </a:lnTo>
                  <a:lnTo>
                    <a:pt x="8875" y="23810"/>
                  </a:lnTo>
                  <a:lnTo>
                    <a:pt x="8936" y="23851"/>
                  </a:lnTo>
                  <a:lnTo>
                    <a:pt x="8996" y="23891"/>
                  </a:lnTo>
                  <a:lnTo>
                    <a:pt x="9056" y="23941"/>
                  </a:lnTo>
                  <a:lnTo>
                    <a:pt x="9107" y="24001"/>
                  </a:lnTo>
                  <a:lnTo>
                    <a:pt x="9187" y="24122"/>
                  </a:lnTo>
                  <a:lnTo>
                    <a:pt x="9237" y="24233"/>
                  </a:lnTo>
                  <a:lnTo>
                    <a:pt x="9277" y="24353"/>
                  </a:lnTo>
                  <a:lnTo>
                    <a:pt x="9288" y="24464"/>
                  </a:lnTo>
                  <a:lnTo>
                    <a:pt x="9277" y="24574"/>
                  </a:lnTo>
                  <a:lnTo>
                    <a:pt x="9257" y="24675"/>
                  </a:lnTo>
                  <a:lnTo>
                    <a:pt x="9227" y="24785"/>
                  </a:lnTo>
                  <a:lnTo>
                    <a:pt x="9177" y="24896"/>
                  </a:lnTo>
                  <a:lnTo>
                    <a:pt x="9117" y="24996"/>
                  </a:lnTo>
                  <a:lnTo>
                    <a:pt x="9056" y="25097"/>
                  </a:lnTo>
                  <a:lnTo>
                    <a:pt x="8926" y="25308"/>
                  </a:lnTo>
                  <a:lnTo>
                    <a:pt x="8795" y="25519"/>
                  </a:lnTo>
                  <a:lnTo>
                    <a:pt x="8745" y="25630"/>
                  </a:lnTo>
                  <a:lnTo>
                    <a:pt x="8695" y="25730"/>
                  </a:lnTo>
                  <a:lnTo>
                    <a:pt x="8634" y="25881"/>
                  </a:lnTo>
                  <a:lnTo>
                    <a:pt x="8584" y="26032"/>
                  </a:lnTo>
                  <a:lnTo>
                    <a:pt x="8483" y="26353"/>
                  </a:lnTo>
                  <a:lnTo>
                    <a:pt x="8403" y="26685"/>
                  </a:lnTo>
                  <a:lnTo>
                    <a:pt x="8333" y="27027"/>
                  </a:lnTo>
                  <a:lnTo>
                    <a:pt x="8282" y="27378"/>
                  </a:lnTo>
                  <a:lnTo>
                    <a:pt x="8242" y="27710"/>
                  </a:lnTo>
                  <a:lnTo>
                    <a:pt x="8212" y="28032"/>
                  </a:lnTo>
                  <a:lnTo>
                    <a:pt x="8192" y="28323"/>
                  </a:lnTo>
                  <a:lnTo>
                    <a:pt x="8483" y="27781"/>
                  </a:lnTo>
                  <a:lnTo>
                    <a:pt x="8614" y="27509"/>
                  </a:lnTo>
                  <a:lnTo>
                    <a:pt x="8674" y="27368"/>
                  </a:lnTo>
                  <a:lnTo>
                    <a:pt x="8735" y="27228"/>
                  </a:lnTo>
                  <a:lnTo>
                    <a:pt x="8845" y="26896"/>
                  </a:lnTo>
                  <a:lnTo>
                    <a:pt x="8896" y="26725"/>
                  </a:lnTo>
                  <a:lnTo>
                    <a:pt x="8966" y="26554"/>
                  </a:lnTo>
                  <a:lnTo>
                    <a:pt x="9036" y="26383"/>
                  </a:lnTo>
                  <a:lnTo>
                    <a:pt x="9127" y="26233"/>
                  </a:lnTo>
                  <a:lnTo>
                    <a:pt x="9177" y="26152"/>
                  </a:lnTo>
                  <a:lnTo>
                    <a:pt x="9237" y="26082"/>
                  </a:lnTo>
                  <a:lnTo>
                    <a:pt x="9298" y="26022"/>
                  </a:lnTo>
                  <a:lnTo>
                    <a:pt x="9368" y="25961"/>
                  </a:lnTo>
                  <a:lnTo>
                    <a:pt x="9448" y="26012"/>
                  </a:lnTo>
                  <a:lnTo>
                    <a:pt x="9509" y="26072"/>
                  </a:lnTo>
                  <a:lnTo>
                    <a:pt x="9569" y="26142"/>
                  </a:lnTo>
                  <a:lnTo>
                    <a:pt x="9609" y="26223"/>
                  </a:lnTo>
                  <a:lnTo>
                    <a:pt x="9639" y="26303"/>
                  </a:lnTo>
                  <a:lnTo>
                    <a:pt x="9669" y="26394"/>
                  </a:lnTo>
                  <a:lnTo>
                    <a:pt x="9680" y="26484"/>
                  </a:lnTo>
                  <a:lnTo>
                    <a:pt x="9690" y="26584"/>
                  </a:lnTo>
                  <a:lnTo>
                    <a:pt x="9690" y="26775"/>
                  </a:lnTo>
                  <a:lnTo>
                    <a:pt x="9680" y="26976"/>
                  </a:lnTo>
                  <a:lnTo>
                    <a:pt x="9629" y="27308"/>
                  </a:lnTo>
                  <a:lnTo>
                    <a:pt x="9589" y="27489"/>
                  </a:lnTo>
                  <a:lnTo>
                    <a:pt x="9549" y="27680"/>
                  </a:lnTo>
                  <a:lnTo>
                    <a:pt x="9509" y="27861"/>
                  </a:lnTo>
                  <a:lnTo>
                    <a:pt x="9478" y="28052"/>
                  </a:lnTo>
                  <a:lnTo>
                    <a:pt x="9478" y="28162"/>
                  </a:lnTo>
                  <a:lnTo>
                    <a:pt x="9489" y="28283"/>
                  </a:lnTo>
                  <a:lnTo>
                    <a:pt x="9529" y="28544"/>
                  </a:lnTo>
                  <a:lnTo>
                    <a:pt x="9549" y="28685"/>
                  </a:lnTo>
                  <a:lnTo>
                    <a:pt x="9549" y="28806"/>
                  </a:lnTo>
                  <a:lnTo>
                    <a:pt x="9539" y="28926"/>
                  </a:lnTo>
                  <a:lnTo>
                    <a:pt x="9519" y="28987"/>
                  </a:lnTo>
                  <a:lnTo>
                    <a:pt x="9499" y="29037"/>
                  </a:lnTo>
                  <a:lnTo>
                    <a:pt x="9599" y="28836"/>
                  </a:lnTo>
                  <a:lnTo>
                    <a:pt x="9720" y="28625"/>
                  </a:lnTo>
                  <a:lnTo>
                    <a:pt x="9840" y="28404"/>
                  </a:lnTo>
                  <a:lnTo>
                    <a:pt x="9951" y="28173"/>
                  </a:lnTo>
                  <a:lnTo>
                    <a:pt x="10061" y="27931"/>
                  </a:lnTo>
                  <a:lnTo>
                    <a:pt x="10162" y="27690"/>
                  </a:lnTo>
                  <a:lnTo>
                    <a:pt x="10192" y="27569"/>
                  </a:lnTo>
                  <a:lnTo>
                    <a:pt x="10222" y="27459"/>
                  </a:lnTo>
                  <a:lnTo>
                    <a:pt x="10252" y="27338"/>
                  </a:lnTo>
                  <a:lnTo>
                    <a:pt x="10262" y="27218"/>
                  </a:lnTo>
                  <a:lnTo>
                    <a:pt x="10273" y="27007"/>
                  </a:lnTo>
                  <a:lnTo>
                    <a:pt x="10262" y="26796"/>
                  </a:lnTo>
                  <a:lnTo>
                    <a:pt x="10242" y="26584"/>
                  </a:lnTo>
                  <a:lnTo>
                    <a:pt x="10222" y="26383"/>
                  </a:lnTo>
                  <a:lnTo>
                    <a:pt x="10172" y="26002"/>
                  </a:lnTo>
                  <a:lnTo>
                    <a:pt x="10162" y="25811"/>
                  </a:lnTo>
                  <a:lnTo>
                    <a:pt x="10142" y="25630"/>
                  </a:lnTo>
                  <a:lnTo>
                    <a:pt x="10152" y="25439"/>
                  </a:lnTo>
                  <a:lnTo>
                    <a:pt x="10162" y="25258"/>
                  </a:lnTo>
                  <a:lnTo>
                    <a:pt x="10202" y="25077"/>
                  </a:lnTo>
                  <a:lnTo>
                    <a:pt x="10262" y="24896"/>
                  </a:lnTo>
                  <a:lnTo>
                    <a:pt x="10293" y="24805"/>
                  </a:lnTo>
                  <a:lnTo>
                    <a:pt x="10343" y="24705"/>
                  </a:lnTo>
                  <a:lnTo>
                    <a:pt x="10393" y="24615"/>
                  </a:lnTo>
                  <a:lnTo>
                    <a:pt x="10463" y="24524"/>
                  </a:lnTo>
                  <a:lnTo>
                    <a:pt x="10534" y="24434"/>
                  </a:lnTo>
                  <a:lnTo>
                    <a:pt x="10604" y="24343"/>
                  </a:lnTo>
                  <a:lnTo>
                    <a:pt x="10695" y="24243"/>
                  </a:lnTo>
                  <a:lnTo>
                    <a:pt x="10795" y="24152"/>
                  </a:lnTo>
                  <a:lnTo>
                    <a:pt x="10866" y="24092"/>
                  </a:lnTo>
                  <a:lnTo>
                    <a:pt x="10936" y="24042"/>
                  </a:lnTo>
                  <a:lnTo>
                    <a:pt x="11077" y="23951"/>
                  </a:lnTo>
                  <a:lnTo>
                    <a:pt x="11237" y="23891"/>
                  </a:lnTo>
                  <a:lnTo>
                    <a:pt x="11408" y="23841"/>
                  </a:lnTo>
                  <a:lnTo>
                    <a:pt x="11589" y="23810"/>
                  </a:lnTo>
                  <a:lnTo>
                    <a:pt x="11770" y="23800"/>
                  </a:lnTo>
                  <a:lnTo>
                    <a:pt x="11951" y="23800"/>
                  </a:lnTo>
                  <a:lnTo>
                    <a:pt x="12142" y="23820"/>
                  </a:lnTo>
                  <a:lnTo>
                    <a:pt x="12333" y="23851"/>
                  </a:lnTo>
                  <a:lnTo>
                    <a:pt x="12514" y="23901"/>
                  </a:lnTo>
                  <a:lnTo>
                    <a:pt x="12695" y="23961"/>
                  </a:lnTo>
                  <a:lnTo>
                    <a:pt x="12866" y="24032"/>
                  </a:lnTo>
                  <a:lnTo>
                    <a:pt x="13036" y="24112"/>
                  </a:lnTo>
                  <a:lnTo>
                    <a:pt x="13187" y="24202"/>
                  </a:lnTo>
                  <a:lnTo>
                    <a:pt x="13338" y="24303"/>
                  </a:lnTo>
                  <a:lnTo>
                    <a:pt x="13459" y="24413"/>
                  </a:lnTo>
                  <a:lnTo>
                    <a:pt x="13569" y="24524"/>
                  </a:lnTo>
                  <a:lnTo>
                    <a:pt x="13670" y="24635"/>
                  </a:lnTo>
                  <a:lnTo>
                    <a:pt x="13760" y="24745"/>
                  </a:lnTo>
                  <a:lnTo>
                    <a:pt x="13841" y="24866"/>
                  </a:lnTo>
                  <a:lnTo>
                    <a:pt x="14001" y="25107"/>
                  </a:lnTo>
                  <a:lnTo>
                    <a:pt x="14142" y="25358"/>
                  </a:lnTo>
                  <a:lnTo>
                    <a:pt x="14313" y="25700"/>
                  </a:lnTo>
                  <a:lnTo>
                    <a:pt x="14393" y="25871"/>
                  </a:lnTo>
                  <a:lnTo>
                    <a:pt x="14464" y="26042"/>
                  </a:lnTo>
                  <a:lnTo>
                    <a:pt x="14534" y="26213"/>
                  </a:lnTo>
                  <a:lnTo>
                    <a:pt x="14594" y="26394"/>
                  </a:lnTo>
                  <a:lnTo>
                    <a:pt x="14645" y="26574"/>
                  </a:lnTo>
                  <a:lnTo>
                    <a:pt x="14675" y="26765"/>
                  </a:lnTo>
                  <a:lnTo>
                    <a:pt x="14685" y="26785"/>
                  </a:lnTo>
                  <a:lnTo>
                    <a:pt x="14715" y="27007"/>
                  </a:lnTo>
                  <a:lnTo>
                    <a:pt x="14735" y="27228"/>
                  </a:lnTo>
                  <a:lnTo>
                    <a:pt x="14745" y="27459"/>
                  </a:lnTo>
                  <a:lnTo>
                    <a:pt x="14745" y="27680"/>
                  </a:lnTo>
                  <a:lnTo>
                    <a:pt x="14735" y="27901"/>
                  </a:lnTo>
                  <a:lnTo>
                    <a:pt x="14715" y="28132"/>
                  </a:lnTo>
                  <a:lnTo>
                    <a:pt x="14695" y="28353"/>
                  </a:lnTo>
                  <a:lnTo>
                    <a:pt x="14655" y="28575"/>
                  </a:lnTo>
                  <a:lnTo>
                    <a:pt x="14604" y="28796"/>
                  </a:lnTo>
                  <a:lnTo>
                    <a:pt x="14554" y="29017"/>
                  </a:lnTo>
                  <a:lnTo>
                    <a:pt x="14494" y="29238"/>
                  </a:lnTo>
                  <a:lnTo>
                    <a:pt x="14413" y="29449"/>
                  </a:lnTo>
                  <a:lnTo>
                    <a:pt x="14333" y="29670"/>
                  </a:lnTo>
                  <a:lnTo>
                    <a:pt x="14253" y="29881"/>
                  </a:lnTo>
                  <a:lnTo>
                    <a:pt x="14152" y="30092"/>
                  </a:lnTo>
                  <a:lnTo>
                    <a:pt x="14052" y="30293"/>
                  </a:lnTo>
                  <a:lnTo>
                    <a:pt x="13861" y="30645"/>
                  </a:lnTo>
                  <a:lnTo>
                    <a:pt x="13660" y="30997"/>
                  </a:lnTo>
                  <a:lnTo>
                    <a:pt x="13449" y="31349"/>
                  </a:lnTo>
                  <a:lnTo>
                    <a:pt x="13227" y="31690"/>
                  </a:lnTo>
                  <a:lnTo>
                    <a:pt x="13097" y="31791"/>
                  </a:lnTo>
                  <a:lnTo>
                    <a:pt x="12966" y="31891"/>
                  </a:lnTo>
                  <a:lnTo>
                    <a:pt x="12825" y="31992"/>
                  </a:lnTo>
                  <a:lnTo>
                    <a:pt x="12685" y="32072"/>
                  </a:lnTo>
                  <a:lnTo>
                    <a:pt x="12544" y="32163"/>
                  </a:lnTo>
                  <a:lnTo>
                    <a:pt x="12393" y="32243"/>
                  </a:lnTo>
                  <a:lnTo>
                    <a:pt x="12092" y="32384"/>
                  </a:lnTo>
                  <a:lnTo>
                    <a:pt x="11780" y="32504"/>
                  </a:lnTo>
                  <a:lnTo>
                    <a:pt x="11459" y="32615"/>
                  </a:lnTo>
                  <a:lnTo>
                    <a:pt x="11127" y="32705"/>
                  </a:lnTo>
                  <a:lnTo>
                    <a:pt x="10785" y="32786"/>
                  </a:lnTo>
                  <a:lnTo>
                    <a:pt x="10443" y="32856"/>
                  </a:lnTo>
                  <a:lnTo>
                    <a:pt x="10102" y="32917"/>
                  </a:lnTo>
                  <a:lnTo>
                    <a:pt x="9750" y="32967"/>
                  </a:lnTo>
                  <a:lnTo>
                    <a:pt x="9408" y="33017"/>
                  </a:lnTo>
                  <a:lnTo>
                    <a:pt x="8715" y="33087"/>
                  </a:lnTo>
                  <a:lnTo>
                    <a:pt x="8041" y="33148"/>
                  </a:lnTo>
                  <a:lnTo>
                    <a:pt x="7328" y="33228"/>
                  </a:lnTo>
                  <a:lnTo>
                    <a:pt x="6644" y="33319"/>
                  </a:lnTo>
                  <a:lnTo>
                    <a:pt x="5971" y="33409"/>
                  </a:lnTo>
                  <a:lnTo>
                    <a:pt x="5307" y="33479"/>
                  </a:lnTo>
                  <a:lnTo>
                    <a:pt x="4986" y="33510"/>
                  </a:lnTo>
                  <a:lnTo>
                    <a:pt x="4654" y="33530"/>
                  </a:lnTo>
                  <a:lnTo>
                    <a:pt x="4322" y="33540"/>
                  </a:lnTo>
                  <a:lnTo>
                    <a:pt x="3991" y="33540"/>
                  </a:lnTo>
                  <a:lnTo>
                    <a:pt x="3649" y="33520"/>
                  </a:lnTo>
                  <a:lnTo>
                    <a:pt x="3307" y="33489"/>
                  </a:lnTo>
                  <a:lnTo>
                    <a:pt x="2956" y="33439"/>
                  </a:lnTo>
                  <a:lnTo>
                    <a:pt x="2604" y="33369"/>
                  </a:lnTo>
                  <a:lnTo>
                    <a:pt x="2714" y="33399"/>
                  </a:lnTo>
                  <a:lnTo>
                    <a:pt x="2815" y="33439"/>
                  </a:lnTo>
                  <a:lnTo>
                    <a:pt x="3036" y="33550"/>
                  </a:lnTo>
                  <a:lnTo>
                    <a:pt x="3257" y="33660"/>
                  </a:lnTo>
                  <a:lnTo>
                    <a:pt x="3368" y="33711"/>
                  </a:lnTo>
                  <a:lnTo>
                    <a:pt x="3468" y="33751"/>
                  </a:lnTo>
                  <a:lnTo>
                    <a:pt x="3709" y="33811"/>
                  </a:lnTo>
                  <a:lnTo>
                    <a:pt x="3961" y="33871"/>
                  </a:lnTo>
                  <a:lnTo>
                    <a:pt x="4202" y="33912"/>
                  </a:lnTo>
                  <a:lnTo>
                    <a:pt x="4453" y="33952"/>
                  </a:lnTo>
                  <a:lnTo>
                    <a:pt x="4584" y="33972"/>
                  </a:lnTo>
                  <a:lnTo>
                    <a:pt x="4714" y="33972"/>
                  </a:lnTo>
                  <a:lnTo>
                    <a:pt x="4966" y="33982"/>
                  </a:lnTo>
                  <a:lnTo>
                    <a:pt x="5227" y="33962"/>
                  </a:lnTo>
                  <a:lnTo>
                    <a:pt x="5478" y="33942"/>
                  </a:lnTo>
                  <a:lnTo>
                    <a:pt x="5740" y="33932"/>
                  </a:lnTo>
                  <a:lnTo>
                    <a:pt x="5991" y="33912"/>
                  </a:lnTo>
                  <a:lnTo>
                    <a:pt x="6252" y="33912"/>
                  </a:lnTo>
                  <a:lnTo>
                    <a:pt x="6514" y="33932"/>
                  </a:lnTo>
                  <a:lnTo>
                    <a:pt x="6654" y="33962"/>
                  </a:lnTo>
                  <a:lnTo>
                    <a:pt x="6715" y="33982"/>
                  </a:lnTo>
                  <a:lnTo>
                    <a:pt x="6755" y="34002"/>
                  </a:lnTo>
                  <a:lnTo>
                    <a:pt x="6795" y="34032"/>
                  </a:lnTo>
                  <a:lnTo>
                    <a:pt x="6825" y="34052"/>
                  </a:lnTo>
                  <a:lnTo>
                    <a:pt x="6845" y="34082"/>
                  </a:lnTo>
                  <a:lnTo>
                    <a:pt x="6865" y="34123"/>
                  </a:lnTo>
                  <a:lnTo>
                    <a:pt x="6865" y="34153"/>
                  </a:lnTo>
                  <a:lnTo>
                    <a:pt x="6865" y="34193"/>
                  </a:lnTo>
                  <a:lnTo>
                    <a:pt x="6855" y="34263"/>
                  </a:lnTo>
                  <a:lnTo>
                    <a:pt x="6815" y="34354"/>
                  </a:lnTo>
                  <a:lnTo>
                    <a:pt x="6755" y="34434"/>
                  </a:lnTo>
                  <a:lnTo>
                    <a:pt x="6684" y="34525"/>
                  </a:lnTo>
                  <a:lnTo>
                    <a:pt x="6604" y="34605"/>
                  </a:lnTo>
                  <a:lnTo>
                    <a:pt x="6433" y="34776"/>
                  </a:lnTo>
                  <a:lnTo>
                    <a:pt x="6252" y="34917"/>
                  </a:lnTo>
                  <a:lnTo>
                    <a:pt x="6111" y="35027"/>
                  </a:lnTo>
                  <a:lnTo>
                    <a:pt x="6011" y="35098"/>
                  </a:lnTo>
                  <a:lnTo>
                    <a:pt x="5900" y="35168"/>
                  </a:lnTo>
                  <a:lnTo>
                    <a:pt x="5669" y="35299"/>
                  </a:lnTo>
                  <a:lnTo>
                    <a:pt x="5428" y="35439"/>
                  </a:lnTo>
                  <a:lnTo>
                    <a:pt x="5187" y="35580"/>
                  </a:lnTo>
                  <a:lnTo>
                    <a:pt x="5066" y="35660"/>
                  </a:lnTo>
                  <a:lnTo>
                    <a:pt x="4966" y="35741"/>
                  </a:lnTo>
                  <a:lnTo>
                    <a:pt x="4865" y="35821"/>
                  </a:lnTo>
                  <a:lnTo>
                    <a:pt x="4765" y="35912"/>
                  </a:lnTo>
                  <a:lnTo>
                    <a:pt x="4684" y="36002"/>
                  </a:lnTo>
                  <a:lnTo>
                    <a:pt x="4624" y="36103"/>
                  </a:lnTo>
                  <a:lnTo>
                    <a:pt x="4574" y="36213"/>
                  </a:lnTo>
                  <a:lnTo>
                    <a:pt x="4533" y="36324"/>
                  </a:lnTo>
                  <a:lnTo>
                    <a:pt x="4533" y="36324"/>
                  </a:lnTo>
                  <a:lnTo>
                    <a:pt x="4694" y="36284"/>
                  </a:lnTo>
                  <a:lnTo>
                    <a:pt x="4855" y="36233"/>
                  </a:lnTo>
                  <a:lnTo>
                    <a:pt x="5167" y="36113"/>
                  </a:lnTo>
                  <a:lnTo>
                    <a:pt x="5478" y="35972"/>
                  </a:lnTo>
                  <a:lnTo>
                    <a:pt x="5790" y="35821"/>
                  </a:lnTo>
                  <a:lnTo>
                    <a:pt x="6091" y="35650"/>
                  </a:lnTo>
                  <a:lnTo>
                    <a:pt x="6393" y="35469"/>
                  </a:lnTo>
                  <a:lnTo>
                    <a:pt x="6996" y="35098"/>
                  </a:lnTo>
                  <a:lnTo>
                    <a:pt x="7609" y="34716"/>
                  </a:lnTo>
                  <a:lnTo>
                    <a:pt x="7921" y="34535"/>
                  </a:lnTo>
                  <a:lnTo>
                    <a:pt x="8232" y="34354"/>
                  </a:lnTo>
                  <a:lnTo>
                    <a:pt x="8554" y="34193"/>
                  </a:lnTo>
                  <a:lnTo>
                    <a:pt x="8885" y="34042"/>
                  </a:lnTo>
                  <a:lnTo>
                    <a:pt x="9227" y="33922"/>
                  </a:lnTo>
                  <a:lnTo>
                    <a:pt x="9398" y="33861"/>
                  </a:lnTo>
                  <a:lnTo>
                    <a:pt x="9569" y="33811"/>
                  </a:lnTo>
                  <a:lnTo>
                    <a:pt x="9870" y="33731"/>
                  </a:lnTo>
                  <a:lnTo>
                    <a:pt x="10061" y="33680"/>
                  </a:lnTo>
                  <a:lnTo>
                    <a:pt x="10252" y="33640"/>
                  </a:lnTo>
                  <a:lnTo>
                    <a:pt x="10443" y="33610"/>
                  </a:lnTo>
                  <a:lnTo>
                    <a:pt x="10634" y="33600"/>
                  </a:lnTo>
                  <a:lnTo>
                    <a:pt x="10715" y="33610"/>
                  </a:lnTo>
                  <a:lnTo>
                    <a:pt x="10795" y="33620"/>
                  </a:lnTo>
                  <a:lnTo>
                    <a:pt x="10866" y="33640"/>
                  </a:lnTo>
                  <a:lnTo>
                    <a:pt x="10926" y="33670"/>
                  </a:lnTo>
                  <a:lnTo>
                    <a:pt x="10966" y="33700"/>
                  </a:lnTo>
                  <a:lnTo>
                    <a:pt x="11006" y="33741"/>
                  </a:lnTo>
                  <a:lnTo>
                    <a:pt x="11036" y="33781"/>
                  </a:lnTo>
                  <a:lnTo>
                    <a:pt x="11067" y="33821"/>
                  </a:lnTo>
                  <a:lnTo>
                    <a:pt x="11087" y="33861"/>
                  </a:lnTo>
                  <a:lnTo>
                    <a:pt x="11107" y="33912"/>
                  </a:lnTo>
                  <a:lnTo>
                    <a:pt x="11117" y="34012"/>
                  </a:lnTo>
                  <a:lnTo>
                    <a:pt x="11107" y="34113"/>
                  </a:lnTo>
                  <a:lnTo>
                    <a:pt x="11077" y="34233"/>
                  </a:lnTo>
                  <a:lnTo>
                    <a:pt x="11026" y="34354"/>
                  </a:lnTo>
                  <a:lnTo>
                    <a:pt x="10956" y="34484"/>
                  </a:lnTo>
                  <a:lnTo>
                    <a:pt x="10876" y="34615"/>
                  </a:lnTo>
                  <a:lnTo>
                    <a:pt x="10785" y="34756"/>
                  </a:lnTo>
                  <a:lnTo>
                    <a:pt x="10675" y="34897"/>
                  </a:lnTo>
                  <a:lnTo>
                    <a:pt x="10544" y="35037"/>
                  </a:lnTo>
                  <a:lnTo>
                    <a:pt x="10273" y="35339"/>
                  </a:lnTo>
                  <a:lnTo>
                    <a:pt x="9961" y="35630"/>
                  </a:lnTo>
                  <a:lnTo>
                    <a:pt x="9639" y="35932"/>
                  </a:lnTo>
                  <a:lnTo>
                    <a:pt x="9308" y="36213"/>
                  </a:lnTo>
                  <a:lnTo>
                    <a:pt x="8976" y="36475"/>
                  </a:lnTo>
                  <a:lnTo>
                    <a:pt x="8654" y="36726"/>
                  </a:lnTo>
                  <a:lnTo>
                    <a:pt x="8363" y="36937"/>
                  </a:lnTo>
                  <a:lnTo>
                    <a:pt x="8102" y="37118"/>
                  </a:lnTo>
                  <a:lnTo>
                    <a:pt x="7901" y="37248"/>
                  </a:lnTo>
                  <a:lnTo>
                    <a:pt x="7750" y="37339"/>
                  </a:lnTo>
                  <a:lnTo>
                    <a:pt x="7468" y="37480"/>
                  </a:lnTo>
                  <a:lnTo>
                    <a:pt x="7187" y="37610"/>
                  </a:lnTo>
                  <a:lnTo>
                    <a:pt x="6885" y="37741"/>
                  </a:lnTo>
                  <a:lnTo>
                    <a:pt x="6584" y="37862"/>
                  </a:lnTo>
                  <a:lnTo>
                    <a:pt x="6272" y="37972"/>
                  </a:lnTo>
                  <a:lnTo>
                    <a:pt x="5961" y="38073"/>
                  </a:lnTo>
                  <a:lnTo>
                    <a:pt x="5307" y="38274"/>
                  </a:lnTo>
                  <a:lnTo>
                    <a:pt x="4654" y="38455"/>
                  </a:lnTo>
                  <a:lnTo>
                    <a:pt x="4001" y="38625"/>
                  </a:lnTo>
                  <a:lnTo>
                    <a:pt x="3358" y="38796"/>
                  </a:lnTo>
                  <a:lnTo>
                    <a:pt x="2744" y="38967"/>
                  </a:lnTo>
                  <a:lnTo>
                    <a:pt x="2915" y="39017"/>
                  </a:lnTo>
                  <a:lnTo>
                    <a:pt x="3086" y="39058"/>
                  </a:lnTo>
                  <a:lnTo>
                    <a:pt x="3257" y="39088"/>
                  </a:lnTo>
                  <a:lnTo>
                    <a:pt x="3438" y="39108"/>
                  </a:lnTo>
                  <a:lnTo>
                    <a:pt x="3619" y="39118"/>
                  </a:lnTo>
                  <a:lnTo>
                    <a:pt x="3800" y="39118"/>
                  </a:lnTo>
                  <a:lnTo>
                    <a:pt x="3981" y="39108"/>
                  </a:lnTo>
                  <a:lnTo>
                    <a:pt x="4162" y="39098"/>
                  </a:lnTo>
                  <a:lnTo>
                    <a:pt x="4523" y="39058"/>
                  </a:lnTo>
                  <a:lnTo>
                    <a:pt x="4885" y="38987"/>
                  </a:lnTo>
                  <a:lnTo>
                    <a:pt x="5237" y="38917"/>
                  </a:lnTo>
                  <a:lnTo>
                    <a:pt x="5579" y="38836"/>
                  </a:lnTo>
                  <a:lnTo>
                    <a:pt x="5730" y="38806"/>
                  </a:lnTo>
                  <a:lnTo>
                    <a:pt x="5890" y="38786"/>
                  </a:lnTo>
                  <a:lnTo>
                    <a:pt x="6041" y="38766"/>
                  </a:lnTo>
                  <a:lnTo>
                    <a:pt x="6312" y="38766"/>
                  </a:lnTo>
                  <a:lnTo>
                    <a:pt x="6443" y="38786"/>
                  </a:lnTo>
                  <a:lnTo>
                    <a:pt x="6554" y="38806"/>
                  </a:lnTo>
                  <a:lnTo>
                    <a:pt x="6654" y="38847"/>
                  </a:lnTo>
                  <a:lnTo>
                    <a:pt x="6725" y="38887"/>
                  </a:lnTo>
                  <a:lnTo>
                    <a:pt x="6765" y="38917"/>
                  </a:lnTo>
                  <a:lnTo>
                    <a:pt x="6785" y="38947"/>
                  </a:lnTo>
                  <a:lnTo>
                    <a:pt x="6805" y="38987"/>
                  </a:lnTo>
                  <a:lnTo>
                    <a:pt x="6825" y="39027"/>
                  </a:lnTo>
                  <a:lnTo>
                    <a:pt x="6825" y="39068"/>
                  </a:lnTo>
                  <a:lnTo>
                    <a:pt x="6835" y="39108"/>
                  </a:lnTo>
                  <a:lnTo>
                    <a:pt x="6825" y="39158"/>
                  </a:lnTo>
                  <a:lnTo>
                    <a:pt x="6815" y="39218"/>
                  </a:lnTo>
                  <a:lnTo>
                    <a:pt x="6765" y="39329"/>
                  </a:lnTo>
                  <a:lnTo>
                    <a:pt x="6684" y="39460"/>
                  </a:lnTo>
                  <a:lnTo>
                    <a:pt x="6564" y="39610"/>
                  </a:lnTo>
                  <a:lnTo>
                    <a:pt x="6433" y="39751"/>
                  </a:lnTo>
                  <a:lnTo>
                    <a:pt x="6292" y="39882"/>
                  </a:lnTo>
                  <a:lnTo>
                    <a:pt x="6142" y="40012"/>
                  </a:lnTo>
                  <a:lnTo>
                    <a:pt x="5971" y="40133"/>
                  </a:lnTo>
                  <a:lnTo>
                    <a:pt x="5629" y="40384"/>
                  </a:lnTo>
                  <a:lnTo>
                    <a:pt x="5287" y="40626"/>
                  </a:lnTo>
                  <a:lnTo>
                    <a:pt x="5116" y="40746"/>
                  </a:lnTo>
                  <a:lnTo>
                    <a:pt x="4956" y="40877"/>
                  </a:lnTo>
                  <a:lnTo>
                    <a:pt x="4805" y="41017"/>
                  </a:lnTo>
                  <a:lnTo>
                    <a:pt x="4664" y="41158"/>
                  </a:lnTo>
                  <a:lnTo>
                    <a:pt x="4544" y="41299"/>
                  </a:lnTo>
                  <a:lnTo>
                    <a:pt x="4433" y="41460"/>
                  </a:lnTo>
                  <a:lnTo>
                    <a:pt x="4343" y="41631"/>
                  </a:lnTo>
                  <a:lnTo>
                    <a:pt x="4312" y="41711"/>
                  </a:lnTo>
                  <a:lnTo>
                    <a:pt x="4282" y="41801"/>
                  </a:lnTo>
                  <a:lnTo>
                    <a:pt x="4594" y="41621"/>
                  </a:lnTo>
                  <a:lnTo>
                    <a:pt x="4895" y="41430"/>
                  </a:lnTo>
                  <a:lnTo>
                    <a:pt x="5197" y="41239"/>
                  </a:lnTo>
                  <a:lnTo>
                    <a:pt x="5488" y="41028"/>
                  </a:lnTo>
                  <a:lnTo>
                    <a:pt x="5780" y="40806"/>
                  </a:lnTo>
                  <a:lnTo>
                    <a:pt x="6061" y="40585"/>
                  </a:lnTo>
                  <a:lnTo>
                    <a:pt x="6343" y="40354"/>
                  </a:lnTo>
                  <a:lnTo>
                    <a:pt x="6614" y="40123"/>
                  </a:lnTo>
                  <a:lnTo>
                    <a:pt x="7137" y="39630"/>
                  </a:lnTo>
                  <a:lnTo>
                    <a:pt x="7659" y="39138"/>
                  </a:lnTo>
                  <a:lnTo>
                    <a:pt x="8162" y="38635"/>
                  </a:lnTo>
                  <a:lnTo>
                    <a:pt x="8654" y="38143"/>
                  </a:lnTo>
                  <a:lnTo>
                    <a:pt x="8875" y="37902"/>
                  </a:lnTo>
                  <a:lnTo>
                    <a:pt x="9087" y="37661"/>
                  </a:lnTo>
                  <a:lnTo>
                    <a:pt x="9298" y="37409"/>
                  </a:lnTo>
                  <a:lnTo>
                    <a:pt x="9489" y="37158"/>
                  </a:lnTo>
                  <a:lnTo>
                    <a:pt x="9891" y="36645"/>
                  </a:lnTo>
                  <a:lnTo>
                    <a:pt x="10102" y="36394"/>
                  </a:lnTo>
                  <a:lnTo>
                    <a:pt x="10313" y="36153"/>
                  </a:lnTo>
                  <a:lnTo>
                    <a:pt x="10564" y="35871"/>
                  </a:lnTo>
                  <a:lnTo>
                    <a:pt x="10695" y="35731"/>
                  </a:lnTo>
                  <a:lnTo>
                    <a:pt x="10835" y="35590"/>
                  </a:lnTo>
                  <a:lnTo>
                    <a:pt x="10976" y="35459"/>
                  </a:lnTo>
                  <a:lnTo>
                    <a:pt x="11127" y="35339"/>
                  </a:lnTo>
                  <a:lnTo>
                    <a:pt x="11288" y="35228"/>
                  </a:lnTo>
                  <a:lnTo>
                    <a:pt x="11448" y="35128"/>
                  </a:lnTo>
                  <a:lnTo>
                    <a:pt x="11559" y="35077"/>
                  </a:lnTo>
                  <a:lnTo>
                    <a:pt x="11660" y="35047"/>
                  </a:lnTo>
                  <a:lnTo>
                    <a:pt x="11750" y="35037"/>
                  </a:lnTo>
                  <a:lnTo>
                    <a:pt x="11840" y="35047"/>
                  </a:lnTo>
                  <a:lnTo>
                    <a:pt x="11921" y="35067"/>
                  </a:lnTo>
                  <a:lnTo>
                    <a:pt x="12001" y="35098"/>
                  </a:lnTo>
                  <a:lnTo>
                    <a:pt x="12072" y="35148"/>
                  </a:lnTo>
                  <a:lnTo>
                    <a:pt x="12132" y="35198"/>
                  </a:lnTo>
                  <a:lnTo>
                    <a:pt x="12182" y="35268"/>
                  </a:lnTo>
                  <a:lnTo>
                    <a:pt x="12232" y="35339"/>
                  </a:lnTo>
                  <a:lnTo>
                    <a:pt x="12273" y="35419"/>
                  </a:lnTo>
                  <a:lnTo>
                    <a:pt x="12303" y="35500"/>
                  </a:lnTo>
                  <a:lnTo>
                    <a:pt x="12323" y="35590"/>
                  </a:lnTo>
                  <a:lnTo>
                    <a:pt x="12343" y="35680"/>
                  </a:lnTo>
                  <a:lnTo>
                    <a:pt x="12343" y="35771"/>
                  </a:lnTo>
                  <a:lnTo>
                    <a:pt x="12343" y="35861"/>
                  </a:lnTo>
                  <a:lnTo>
                    <a:pt x="12313" y="36022"/>
                  </a:lnTo>
                  <a:lnTo>
                    <a:pt x="12263" y="36173"/>
                  </a:lnTo>
                  <a:lnTo>
                    <a:pt x="12202" y="36314"/>
                  </a:lnTo>
                  <a:lnTo>
                    <a:pt x="12122" y="36464"/>
                  </a:lnTo>
                  <a:lnTo>
                    <a:pt x="12031" y="36605"/>
                  </a:lnTo>
                  <a:lnTo>
                    <a:pt x="11941" y="36736"/>
                  </a:lnTo>
                  <a:lnTo>
                    <a:pt x="11750" y="36987"/>
                  </a:lnTo>
                  <a:lnTo>
                    <a:pt x="11499" y="37289"/>
                  </a:lnTo>
                  <a:lnTo>
                    <a:pt x="11237" y="37610"/>
                  </a:lnTo>
                  <a:lnTo>
                    <a:pt x="11117" y="37771"/>
                  </a:lnTo>
                  <a:lnTo>
                    <a:pt x="11006" y="37932"/>
                  </a:lnTo>
                  <a:lnTo>
                    <a:pt x="10896" y="38093"/>
                  </a:lnTo>
                  <a:lnTo>
                    <a:pt x="10805" y="38264"/>
                  </a:lnTo>
                  <a:lnTo>
                    <a:pt x="10735" y="38414"/>
                  </a:lnTo>
                  <a:lnTo>
                    <a:pt x="10685" y="38565"/>
                  </a:lnTo>
                  <a:lnTo>
                    <a:pt x="10654" y="38726"/>
                  </a:lnTo>
                  <a:lnTo>
                    <a:pt x="10624" y="38887"/>
                  </a:lnTo>
                  <a:lnTo>
                    <a:pt x="10604" y="39218"/>
                  </a:lnTo>
                  <a:lnTo>
                    <a:pt x="10584" y="39379"/>
                  </a:lnTo>
                  <a:lnTo>
                    <a:pt x="10564" y="39530"/>
                  </a:lnTo>
                  <a:lnTo>
                    <a:pt x="10644" y="39369"/>
                  </a:lnTo>
                  <a:lnTo>
                    <a:pt x="10735" y="39208"/>
                  </a:lnTo>
                  <a:lnTo>
                    <a:pt x="10835" y="39048"/>
                  </a:lnTo>
                  <a:lnTo>
                    <a:pt x="10946" y="38887"/>
                  </a:lnTo>
                  <a:lnTo>
                    <a:pt x="11167" y="38585"/>
                  </a:lnTo>
                  <a:lnTo>
                    <a:pt x="11378" y="38314"/>
                  </a:lnTo>
                  <a:lnTo>
                    <a:pt x="11469" y="38203"/>
                  </a:lnTo>
                  <a:lnTo>
                    <a:pt x="11549" y="38113"/>
                  </a:lnTo>
                  <a:lnTo>
                    <a:pt x="11619" y="38042"/>
                  </a:lnTo>
                  <a:lnTo>
                    <a:pt x="11660" y="38022"/>
                  </a:lnTo>
                  <a:lnTo>
                    <a:pt x="11690" y="38012"/>
                  </a:lnTo>
                  <a:lnTo>
                    <a:pt x="11720" y="38012"/>
                  </a:lnTo>
                  <a:lnTo>
                    <a:pt x="11740" y="38022"/>
                  </a:lnTo>
                  <a:lnTo>
                    <a:pt x="11770" y="38042"/>
                  </a:lnTo>
                  <a:lnTo>
                    <a:pt x="11790" y="38073"/>
                  </a:lnTo>
                  <a:lnTo>
                    <a:pt x="11810" y="38113"/>
                  </a:lnTo>
                  <a:lnTo>
                    <a:pt x="11820" y="38163"/>
                  </a:lnTo>
                  <a:lnTo>
                    <a:pt x="11850" y="38304"/>
                  </a:lnTo>
                  <a:lnTo>
                    <a:pt x="11891" y="38676"/>
                  </a:lnTo>
                  <a:lnTo>
                    <a:pt x="11921" y="39068"/>
                  </a:lnTo>
                  <a:lnTo>
                    <a:pt x="11941" y="39460"/>
                  </a:lnTo>
                  <a:lnTo>
                    <a:pt x="11951" y="39842"/>
                  </a:lnTo>
                  <a:lnTo>
                    <a:pt x="11951" y="39671"/>
                  </a:lnTo>
                  <a:lnTo>
                    <a:pt x="11961" y="39490"/>
                  </a:lnTo>
                  <a:lnTo>
                    <a:pt x="11981" y="39299"/>
                  </a:lnTo>
                  <a:lnTo>
                    <a:pt x="12001" y="39118"/>
                  </a:lnTo>
                  <a:lnTo>
                    <a:pt x="12072" y="38746"/>
                  </a:lnTo>
                  <a:lnTo>
                    <a:pt x="12152" y="38364"/>
                  </a:lnTo>
                  <a:lnTo>
                    <a:pt x="12253" y="37992"/>
                  </a:lnTo>
                  <a:lnTo>
                    <a:pt x="12343" y="37620"/>
                  </a:lnTo>
                  <a:lnTo>
                    <a:pt x="12544" y="36907"/>
                  </a:lnTo>
                  <a:lnTo>
                    <a:pt x="12655" y="36475"/>
                  </a:lnTo>
                  <a:lnTo>
                    <a:pt x="12775" y="36042"/>
                  </a:lnTo>
                  <a:lnTo>
                    <a:pt x="12846" y="35831"/>
                  </a:lnTo>
                  <a:lnTo>
                    <a:pt x="12926" y="35620"/>
                  </a:lnTo>
                  <a:lnTo>
                    <a:pt x="13006" y="35409"/>
                  </a:lnTo>
                  <a:lnTo>
                    <a:pt x="13107" y="35208"/>
                  </a:lnTo>
                  <a:lnTo>
                    <a:pt x="13177" y="35108"/>
                  </a:lnTo>
                  <a:lnTo>
                    <a:pt x="13248" y="35007"/>
                  </a:lnTo>
                  <a:lnTo>
                    <a:pt x="13318" y="34917"/>
                  </a:lnTo>
                  <a:lnTo>
                    <a:pt x="13398" y="34846"/>
                  </a:lnTo>
                  <a:lnTo>
                    <a:pt x="13479" y="34776"/>
                  </a:lnTo>
                  <a:lnTo>
                    <a:pt x="13569" y="34736"/>
                  </a:lnTo>
                  <a:lnTo>
                    <a:pt x="13650" y="34696"/>
                  </a:lnTo>
                  <a:lnTo>
                    <a:pt x="13730" y="34685"/>
                  </a:lnTo>
                  <a:lnTo>
                    <a:pt x="13810" y="34685"/>
                  </a:lnTo>
                  <a:lnTo>
                    <a:pt x="13891" y="34706"/>
                  </a:lnTo>
                  <a:lnTo>
                    <a:pt x="13951" y="34746"/>
                  </a:lnTo>
                  <a:lnTo>
                    <a:pt x="14021" y="34806"/>
                  </a:lnTo>
                  <a:lnTo>
                    <a:pt x="14072" y="34886"/>
                  </a:lnTo>
                  <a:lnTo>
                    <a:pt x="14112" y="34997"/>
                  </a:lnTo>
                  <a:lnTo>
                    <a:pt x="14142" y="35118"/>
                  </a:lnTo>
                  <a:lnTo>
                    <a:pt x="14162" y="35278"/>
                  </a:lnTo>
                  <a:lnTo>
                    <a:pt x="14162" y="35399"/>
                  </a:lnTo>
                  <a:lnTo>
                    <a:pt x="14152" y="35530"/>
                  </a:lnTo>
                  <a:lnTo>
                    <a:pt x="14132" y="35660"/>
                  </a:lnTo>
                  <a:lnTo>
                    <a:pt x="14102" y="35791"/>
                  </a:lnTo>
                  <a:lnTo>
                    <a:pt x="14052" y="36052"/>
                  </a:lnTo>
                  <a:lnTo>
                    <a:pt x="14032" y="36183"/>
                  </a:lnTo>
                  <a:lnTo>
                    <a:pt x="14021" y="36314"/>
                  </a:lnTo>
                  <a:lnTo>
                    <a:pt x="14021" y="36424"/>
                  </a:lnTo>
                  <a:lnTo>
                    <a:pt x="14042" y="36545"/>
                  </a:lnTo>
                  <a:lnTo>
                    <a:pt x="14102" y="36776"/>
                  </a:lnTo>
                  <a:lnTo>
                    <a:pt x="14152" y="36997"/>
                  </a:lnTo>
                  <a:lnTo>
                    <a:pt x="14172" y="37108"/>
                  </a:lnTo>
                  <a:lnTo>
                    <a:pt x="14172" y="37218"/>
                  </a:lnTo>
                  <a:lnTo>
                    <a:pt x="14182" y="37068"/>
                  </a:lnTo>
                  <a:lnTo>
                    <a:pt x="14212" y="36937"/>
                  </a:lnTo>
                  <a:lnTo>
                    <a:pt x="14243" y="36796"/>
                  </a:lnTo>
                  <a:lnTo>
                    <a:pt x="14293" y="36665"/>
                  </a:lnTo>
                  <a:lnTo>
                    <a:pt x="14343" y="36535"/>
                  </a:lnTo>
                  <a:lnTo>
                    <a:pt x="14393" y="36404"/>
                  </a:lnTo>
                  <a:lnTo>
                    <a:pt x="14514" y="36153"/>
                  </a:lnTo>
                  <a:lnTo>
                    <a:pt x="14645" y="35902"/>
                  </a:lnTo>
                  <a:lnTo>
                    <a:pt x="14765" y="35640"/>
                  </a:lnTo>
                  <a:lnTo>
                    <a:pt x="14826" y="35510"/>
                  </a:lnTo>
                  <a:lnTo>
                    <a:pt x="14876" y="35369"/>
                  </a:lnTo>
                  <a:lnTo>
                    <a:pt x="14916" y="35228"/>
                  </a:lnTo>
                  <a:lnTo>
                    <a:pt x="14956" y="35087"/>
                  </a:lnTo>
                  <a:lnTo>
                    <a:pt x="14976" y="34927"/>
                  </a:lnTo>
                  <a:lnTo>
                    <a:pt x="14986" y="34766"/>
                  </a:lnTo>
                  <a:lnTo>
                    <a:pt x="14976" y="34625"/>
                  </a:lnTo>
                  <a:lnTo>
                    <a:pt x="14956" y="34474"/>
                  </a:lnTo>
                  <a:lnTo>
                    <a:pt x="14926" y="34344"/>
                  </a:lnTo>
                  <a:lnTo>
                    <a:pt x="14886" y="34203"/>
                  </a:lnTo>
                  <a:lnTo>
                    <a:pt x="14836" y="34082"/>
                  </a:lnTo>
                  <a:lnTo>
                    <a:pt x="14785" y="33952"/>
                  </a:lnTo>
                  <a:lnTo>
                    <a:pt x="14675" y="33700"/>
                  </a:lnTo>
                  <a:lnTo>
                    <a:pt x="14564" y="33449"/>
                  </a:lnTo>
                  <a:lnTo>
                    <a:pt x="14514" y="33329"/>
                  </a:lnTo>
                  <a:lnTo>
                    <a:pt x="14474" y="33198"/>
                  </a:lnTo>
                  <a:lnTo>
                    <a:pt x="14444" y="33057"/>
                  </a:lnTo>
                  <a:lnTo>
                    <a:pt x="14423" y="32927"/>
                  </a:lnTo>
                  <a:lnTo>
                    <a:pt x="14413" y="32786"/>
                  </a:lnTo>
                  <a:lnTo>
                    <a:pt x="14423" y="32645"/>
                  </a:lnTo>
                  <a:lnTo>
                    <a:pt x="14434" y="32514"/>
                  </a:lnTo>
                  <a:lnTo>
                    <a:pt x="14464" y="32374"/>
                  </a:lnTo>
                  <a:lnTo>
                    <a:pt x="14494" y="32263"/>
                  </a:lnTo>
                  <a:lnTo>
                    <a:pt x="14524" y="32153"/>
                  </a:lnTo>
                  <a:lnTo>
                    <a:pt x="14564" y="32052"/>
                  </a:lnTo>
                  <a:lnTo>
                    <a:pt x="14614" y="31952"/>
                  </a:lnTo>
                  <a:lnTo>
                    <a:pt x="14665" y="31851"/>
                  </a:lnTo>
                  <a:lnTo>
                    <a:pt x="14725" y="31761"/>
                  </a:lnTo>
                  <a:lnTo>
                    <a:pt x="14856" y="31580"/>
                  </a:lnTo>
                  <a:lnTo>
                    <a:pt x="15006" y="31409"/>
                  </a:lnTo>
                  <a:lnTo>
                    <a:pt x="15167" y="31248"/>
                  </a:lnTo>
                  <a:lnTo>
                    <a:pt x="15348" y="31107"/>
                  </a:lnTo>
                  <a:lnTo>
                    <a:pt x="15549" y="30987"/>
                  </a:lnTo>
                  <a:lnTo>
                    <a:pt x="15760" y="30866"/>
                  </a:lnTo>
                  <a:lnTo>
                    <a:pt x="15981" y="30776"/>
                  </a:lnTo>
                  <a:lnTo>
                    <a:pt x="16202" y="30695"/>
                  </a:lnTo>
                  <a:lnTo>
                    <a:pt x="16444" y="30625"/>
                  </a:lnTo>
                  <a:lnTo>
                    <a:pt x="16685" y="30585"/>
                  </a:lnTo>
                  <a:lnTo>
                    <a:pt x="16936" y="30555"/>
                  </a:lnTo>
                  <a:lnTo>
                    <a:pt x="17198" y="30545"/>
                  </a:lnTo>
                  <a:lnTo>
                    <a:pt x="17449" y="30555"/>
                  </a:lnTo>
                  <a:lnTo>
                    <a:pt x="17891" y="30595"/>
                  </a:lnTo>
                  <a:lnTo>
                    <a:pt x="18323" y="30645"/>
                  </a:lnTo>
                  <a:lnTo>
                    <a:pt x="18765" y="30705"/>
                  </a:lnTo>
                  <a:lnTo>
                    <a:pt x="19208" y="30776"/>
                  </a:lnTo>
                  <a:lnTo>
                    <a:pt x="19650" y="30866"/>
                  </a:lnTo>
                  <a:lnTo>
                    <a:pt x="20082" y="30957"/>
                  </a:lnTo>
                  <a:lnTo>
                    <a:pt x="20514" y="31067"/>
                  </a:lnTo>
                  <a:lnTo>
                    <a:pt x="20946" y="31178"/>
                  </a:lnTo>
                  <a:lnTo>
                    <a:pt x="21127" y="31238"/>
                  </a:lnTo>
                  <a:lnTo>
                    <a:pt x="21308" y="31298"/>
                  </a:lnTo>
                  <a:lnTo>
                    <a:pt x="21479" y="31369"/>
                  </a:lnTo>
                  <a:lnTo>
                    <a:pt x="21650" y="31449"/>
                  </a:lnTo>
                  <a:lnTo>
                    <a:pt x="21811" y="31529"/>
                  </a:lnTo>
                  <a:lnTo>
                    <a:pt x="21962" y="31620"/>
                  </a:lnTo>
                  <a:lnTo>
                    <a:pt x="22112" y="31710"/>
                  </a:lnTo>
                  <a:lnTo>
                    <a:pt x="22263" y="31811"/>
                  </a:lnTo>
                  <a:lnTo>
                    <a:pt x="22394" y="31921"/>
                  </a:lnTo>
                  <a:lnTo>
                    <a:pt x="22524" y="32032"/>
                  </a:lnTo>
                  <a:lnTo>
                    <a:pt x="22655" y="32143"/>
                  </a:lnTo>
                  <a:lnTo>
                    <a:pt x="22776" y="32263"/>
                  </a:lnTo>
                  <a:lnTo>
                    <a:pt x="22886" y="32394"/>
                  </a:lnTo>
                  <a:lnTo>
                    <a:pt x="22997" y="32525"/>
                  </a:lnTo>
                  <a:lnTo>
                    <a:pt x="23087" y="32655"/>
                  </a:lnTo>
                  <a:lnTo>
                    <a:pt x="23188" y="32796"/>
                  </a:lnTo>
                  <a:lnTo>
                    <a:pt x="23268" y="32937"/>
                  </a:lnTo>
                  <a:lnTo>
                    <a:pt x="23349" y="33077"/>
                  </a:lnTo>
                  <a:lnTo>
                    <a:pt x="23419" y="33228"/>
                  </a:lnTo>
                  <a:lnTo>
                    <a:pt x="23479" y="33379"/>
                  </a:lnTo>
                  <a:lnTo>
                    <a:pt x="23540" y="33530"/>
                  </a:lnTo>
                  <a:lnTo>
                    <a:pt x="23590" y="33690"/>
                  </a:lnTo>
                  <a:lnTo>
                    <a:pt x="23630" y="33841"/>
                  </a:lnTo>
                  <a:lnTo>
                    <a:pt x="23660" y="34002"/>
                  </a:lnTo>
                  <a:lnTo>
                    <a:pt x="23690" y="34163"/>
                  </a:lnTo>
                  <a:lnTo>
                    <a:pt x="23710" y="34334"/>
                  </a:lnTo>
                  <a:lnTo>
                    <a:pt x="23710" y="34494"/>
                  </a:lnTo>
                  <a:lnTo>
                    <a:pt x="23720" y="34665"/>
                  </a:lnTo>
                  <a:lnTo>
                    <a:pt x="23710" y="34826"/>
                  </a:lnTo>
                  <a:lnTo>
                    <a:pt x="23690" y="34997"/>
                  </a:lnTo>
                  <a:lnTo>
                    <a:pt x="23670" y="35158"/>
                  </a:lnTo>
                  <a:lnTo>
                    <a:pt x="23630" y="35329"/>
                  </a:lnTo>
                  <a:lnTo>
                    <a:pt x="23590" y="35550"/>
                  </a:lnTo>
                  <a:lnTo>
                    <a:pt x="23550" y="35771"/>
                  </a:lnTo>
                  <a:lnTo>
                    <a:pt x="23489" y="36143"/>
                  </a:lnTo>
                  <a:lnTo>
                    <a:pt x="23449" y="36505"/>
                  </a:lnTo>
                  <a:lnTo>
                    <a:pt x="23379" y="37218"/>
                  </a:lnTo>
                  <a:lnTo>
                    <a:pt x="23318" y="37912"/>
                  </a:lnTo>
                  <a:lnTo>
                    <a:pt x="23258" y="38605"/>
                  </a:lnTo>
                  <a:lnTo>
                    <a:pt x="23208" y="38947"/>
                  </a:lnTo>
                  <a:lnTo>
                    <a:pt x="23158" y="39279"/>
                  </a:lnTo>
                  <a:lnTo>
                    <a:pt x="23097" y="39620"/>
                  </a:lnTo>
                  <a:lnTo>
                    <a:pt x="23017" y="39962"/>
                  </a:lnTo>
                  <a:lnTo>
                    <a:pt x="22926" y="40304"/>
                  </a:lnTo>
                  <a:lnTo>
                    <a:pt x="22816" y="40646"/>
                  </a:lnTo>
                  <a:lnTo>
                    <a:pt x="22685" y="40997"/>
                  </a:lnTo>
                  <a:lnTo>
                    <a:pt x="22524" y="41339"/>
                  </a:lnTo>
                  <a:lnTo>
                    <a:pt x="22585" y="41239"/>
                  </a:lnTo>
                  <a:lnTo>
                    <a:pt x="22665" y="41138"/>
                  </a:lnTo>
                  <a:lnTo>
                    <a:pt x="22756" y="41048"/>
                  </a:lnTo>
                  <a:lnTo>
                    <a:pt x="22846" y="40957"/>
                  </a:lnTo>
                  <a:lnTo>
                    <a:pt x="22937" y="40867"/>
                  </a:lnTo>
                  <a:lnTo>
                    <a:pt x="23017" y="40776"/>
                  </a:lnTo>
                  <a:lnTo>
                    <a:pt x="23097" y="40676"/>
                  </a:lnTo>
                  <a:lnTo>
                    <a:pt x="23158" y="40575"/>
                  </a:lnTo>
                  <a:lnTo>
                    <a:pt x="23318" y="40244"/>
                  </a:lnTo>
                  <a:lnTo>
                    <a:pt x="23459" y="39892"/>
                  </a:lnTo>
                  <a:lnTo>
                    <a:pt x="23590" y="39540"/>
                  </a:lnTo>
                  <a:lnTo>
                    <a:pt x="23710" y="39198"/>
                  </a:lnTo>
                  <a:lnTo>
                    <a:pt x="23801" y="38957"/>
                  </a:lnTo>
                  <a:lnTo>
                    <a:pt x="23921" y="38666"/>
                  </a:lnTo>
                  <a:lnTo>
                    <a:pt x="23982" y="38515"/>
                  </a:lnTo>
                  <a:lnTo>
                    <a:pt x="24062" y="38374"/>
                  </a:lnTo>
                  <a:lnTo>
                    <a:pt x="24133" y="38254"/>
                  </a:lnTo>
                  <a:lnTo>
                    <a:pt x="24213" y="38143"/>
                  </a:lnTo>
                  <a:lnTo>
                    <a:pt x="24293" y="38052"/>
                  </a:lnTo>
                  <a:lnTo>
                    <a:pt x="24334" y="38022"/>
                  </a:lnTo>
                  <a:lnTo>
                    <a:pt x="24374" y="38002"/>
                  </a:lnTo>
                  <a:lnTo>
                    <a:pt x="24424" y="37982"/>
                  </a:lnTo>
                  <a:lnTo>
                    <a:pt x="24464" y="37972"/>
                  </a:lnTo>
                  <a:lnTo>
                    <a:pt x="24504" y="37982"/>
                  </a:lnTo>
                  <a:lnTo>
                    <a:pt x="24545" y="37992"/>
                  </a:lnTo>
                  <a:lnTo>
                    <a:pt x="24585" y="38022"/>
                  </a:lnTo>
                  <a:lnTo>
                    <a:pt x="24625" y="38063"/>
                  </a:lnTo>
                  <a:lnTo>
                    <a:pt x="24665" y="38113"/>
                  </a:lnTo>
                  <a:lnTo>
                    <a:pt x="24705" y="38173"/>
                  </a:lnTo>
                  <a:lnTo>
                    <a:pt x="24746" y="38254"/>
                  </a:lnTo>
                  <a:lnTo>
                    <a:pt x="24776" y="38354"/>
                  </a:lnTo>
                  <a:lnTo>
                    <a:pt x="24846" y="38595"/>
                  </a:lnTo>
                  <a:lnTo>
                    <a:pt x="24886" y="38766"/>
                  </a:lnTo>
                  <a:lnTo>
                    <a:pt x="24906" y="38947"/>
                  </a:lnTo>
                  <a:lnTo>
                    <a:pt x="24906" y="39128"/>
                  </a:lnTo>
                  <a:lnTo>
                    <a:pt x="24896" y="39319"/>
                  </a:lnTo>
                  <a:lnTo>
                    <a:pt x="24886" y="39510"/>
                  </a:lnTo>
                  <a:lnTo>
                    <a:pt x="24856" y="39701"/>
                  </a:lnTo>
                  <a:lnTo>
                    <a:pt x="24776" y="40083"/>
                  </a:lnTo>
                  <a:lnTo>
                    <a:pt x="24685" y="40475"/>
                  </a:lnTo>
                  <a:lnTo>
                    <a:pt x="24595" y="40857"/>
                  </a:lnTo>
                  <a:lnTo>
                    <a:pt x="24514" y="41229"/>
                  </a:lnTo>
                  <a:lnTo>
                    <a:pt x="24484" y="41409"/>
                  </a:lnTo>
                  <a:lnTo>
                    <a:pt x="24464" y="41590"/>
                  </a:lnTo>
                  <a:lnTo>
                    <a:pt x="24444" y="41801"/>
                  </a:lnTo>
                  <a:lnTo>
                    <a:pt x="24434" y="42023"/>
                  </a:lnTo>
                  <a:lnTo>
                    <a:pt x="24424" y="42244"/>
                  </a:lnTo>
                  <a:lnTo>
                    <a:pt x="24424" y="42475"/>
                  </a:lnTo>
                  <a:lnTo>
                    <a:pt x="24434" y="42706"/>
                  </a:lnTo>
                  <a:lnTo>
                    <a:pt x="24444" y="42947"/>
                  </a:lnTo>
                  <a:lnTo>
                    <a:pt x="24474" y="43178"/>
                  </a:lnTo>
                  <a:lnTo>
                    <a:pt x="24504" y="43410"/>
                  </a:lnTo>
                  <a:lnTo>
                    <a:pt x="24545" y="43631"/>
                  </a:lnTo>
                  <a:lnTo>
                    <a:pt x="24595" y="43852"/>
                  </a:lnTo>
                  <a:lnTo>
                    <a:pt x="24655" y="44063"/>
                  </a:lnTo>
                  <a:lnTo>
                    <a:pt x="24726" y="44264"/>
                  </a:lnTo>
                  <a:lnTo>
                    <a:pt x="24806" y="44445"/>
                  </a:lnTo>
                  <a:lnTo>
                    <a:pt x="24896" y="44616"/>
                  </a:lnTo>
                  <a:lnTo>
                    <a:pt x="24997" y="44777"/>
                  </a:lnTo>
                  <a:lnTo>
                    <a:pt x="25107" y="44917"/>
                  </a:lnTo>
                  <a:lnTo>
                    <a:pt x="25097" y="44666"/>
                  </a:lnTo>
                  <a:lnTo>
                    <a:pt x="25067" y="44405"/>
                  </a:lnTo>
                  <a:lnTo>
                    <a:pt x="24997" y="43862"/>
                  </a:lnTo>
                  <a:lnTo>
                    <a:pt x="24967" y="43591"/>
                  </a:lnTo>
                  <a:lnTo>
                    <a:pt x="24957" y="43460"/>
                  </a:lnTo>
                  <a:lnTo>
                    <a:pt x="24957" y="43319"/>
                  </a:lnTo>
                  <a:lnTo>
                    <a:pt x="24957" y="43199"/>
                  </a:lnTo>
                  <a:lnTo>
                    <a:pt x="24977" y="43068"/>
                  </a:lnTo>
                  <a:lnTo>
                    <a:pt x="24997" y="42947"/>
                  </a:lnTo>
                  <a:lnTo>
                    <a:pt x="25037" y="42837"/>
                  </a:lnTo>
                  <a:lnTo>
                    <a:pt x="25077" y="42726"/>
                  </a:lnTo>
                  <a:lnTo>
                    <a:pt x="25128" y="42646"/>
                  </a:lnTo>
                  <a:lnTo>
                    <a:pt x="25178" y="42585"/>
                  </a:lnTo>
                  <a:lnTo>
                    <a:pt x="25228" y="42545"/>
                  </a:lnTo>
                  <a:lnTo>
                    <a:pt x="25288" y="42525"/>
                  </a:lnTo>
                  <a:lnTo>
                    <a:pt x="25349" y="42525"/>
                  </a:lnTo>
                  <a:lnTo>
                    <a:pt x="25399" y="42535"/>
                  </a:lnTo>
                  <a:lnTo>
                    <a:pt x="25459" y="42565"/>
                  </a:lnTo>
                  <a:lnTo>
                    <a:pt x="25530" y="42606"/>
                  </a:lnTo>
                  <a:lnTo>
                    <a:pt x="25590" y="42656"/>
                  </a:lnTo>
                  <a:lnTo>
                    <a:pt x="25711" y="42786"/>
                  </a:lnTo>
                  <a:lnTo>
                    <a:pt x="25831" y="42937"/>
                  </a:lnTo>
                  <a:lnTo>
                    <a:pt x="25952" y="43108"/>
                  </a:lnTo>
                  <a:lnTo>
                    <a:pt x="26022" y="43209"/>
                  </a:lnTo>
                  <a:lnTo>
                    <a:pt x="26072" y="43319"/>
                  </a:lnTo>
                  <a:lnTo>
                    <a:pt x="26133" y="43440"/>
                  </a:lnTo>
                  <a:lnTo>
                    <a:pt x="26173" y="43570"/>
                  </a:lnTo>
                  <a:lnTo>
                    <a:pt x="26253" y="43832"/>
                  </a:lnTo>
                  <a:lnTo>
                    <a:pt x="26314" y="44093"/>
                  </a:lnTo>
                  <a:lnTo>
                    <a:pt x="26354" y="44334"/>
                  </a:lnTo>
                  <a:lnTo>
                    <a:pt x="26374" y="44535"/>
                  </a:lnTo>
                  <a:lnTo>
                    <a:pt x="26384" y="44686"/>
                  </a:lnTo>
                  <a:lnTo>
                    <a:pt x="26384" y="44777"/>
                  </a:lnTo>
                  <a:lnTo>
                    <a:pt x="26404" y="44656"/>
                  </a:lnTo>
                  <a:lnTo>
                    <a:pt x="26444" y="44545"/>
                  </a:lnTo>
                  <a:lnTo>
                    <a:pt x="26515" y="44304"/>
                  </a:lnTo>
                  <a:lnTo>
                    <a:pt x="26605" y="44063"/>
                  </a:lnTo>
                  <a:lnTo>
                    <a:pt x="26685" y="43812"/>
                  </a:lnTo>
                  <a:lnTo>
                    <a:pt x="26766" y="43560"/>
                  </a:lnTo>
                  <a:lnTo>
                    <a:pt x="26786" y="43440"/>
                  </a:lnTo>
                  <a:lnTo>
                    <a:pt x="26806" y="43309"/>
                  </a:lnTo>
                  <a:lnTo>
                    <a:pt x="26816" y="43188"/>
                  </a:lnTo>
                  <a:lnTo>
                    <a:pt x="26816" y="43068"/>
                  </a:lnTo>
                  <a:lnTo>
                    <a:pt x="26806" y="42957"/>
                  </a:lnTo>
                  <a:lnTo>
                    <a:pt x="26776" y="42837"/>
                  </a:lnTo>
                  <a:lnTo>
                    <a:pt x="26746" y="42746"/>
                  </a:lnTo>
                  <a:lnTo>
                    <a:pt x="26696" y="42656"/>
                  </a:lnTo>
                  <a:lnTo>
                    <a:pt x="26645" y="42565"/>
                  </a:lnTo>
                  <a:lnTo>
                    <a:pt x="26575" y="42475"/>
                  </a:lnTo>
                  <a:lnTo>
                    <a:pt x="26434" y="42314"/>
                  </a:lnTo>
                  <a:lnTo>
                    <a:pt x="26273" y="42153"/>
                  </a:lnTo>
                  <a:lnTo>
                    <a:pt x="26113" y="42002"/>
                  </a:lnTo>
                  <a:lnTo>
                    <a:pt x="25962" y="41842"/>
                  </a:lnTo>
                  <a:lnTo>
                    <a:pt x="25902" y="41751"/>
                  </a:lnTo>
                  <a:lnTo>
                    <a:pt x="25841" y="41661"/>
                  </a:lnTo>
                  <a:lnTo>
                    <a:pt x="25801" y="41570"/>
                  </a:lnTo>
                  <a:lnTo>
                    <a:pt x="25761" y="41480"/>
                  </a:lnTo>
                  <a:lnTo>
                    <a:pt x="25680" y="41219"/>
                  </a:lnTo>
                  <a:lnTo>
                    <a:pt x="25620" y="40947"/>
                  </a:lnTo>
                  <a:lnTo>
                    <a:pt x="25570" y="40676"/>
                  </a:lnTo>
                  <a:lnTo>
                    <a:pt x="25520" y="40394"/>
                  </a:lnTo>
                  <a:lnTo>
                    <a:pt x="25489" y="40113"/>
                  </a:lnTo>
                  <a:lnTo>
                    <a:pt x="25479" y="39842"/>
                  </a:lnTo>
                  <a:lnTo>
                    <a:pt x="25469" y="39560"/>
                  </a:lnTo>
                  <a:lnTo>
                    <a:pt x="25479" y="39299"/>
                  </a:lnTo>
                  <a:lnTo>
                    <a:pt x="25499" y="38937"/>
                  </a:lnTo>
                  <a:lnTo>
                    <a:pt x="25520" y="38716"/>
                  </a:lnTo>
                  <a:lnTo>
                    <a:pt x="25550" y="38485"/>
                  </a:lnTo>
                  <a:lnTo>
                    <a:pt x="25570" y="38374"/>
                  </a:lnTo>
                  <a:lnTo>
                    <a:pt x="25600" y="38274"/>
                  </a:lnTo>
                  <a:lnTo>
                    <a:pt x="25630" y="38173"/>
                  </a:lnTo>
                  <a:lnTo>
                    <a:pt x="25670" y="38073"/>
                  </a:lnTo>
                  <a:lnTo>
                    <a:pt x="25721" y="37992"/>
                  </a:lnTo>
                  <a:lnTo>
                    <a:pt x="25781" y="37922"/>
                  </a:lnTo>
                  <a:lnTo>
                    <a:pt x="25851" y="37862"/>
                  </a:lnTo>
                  <a:lnTo>
                    <a:pt x="25932" y="37821"/>
                  </a:lnTo>
                  <a:lnTo>
                    <a:pt x="26022" y="37791"/>
                  </a:lnTo>
                  <a:lnTo>
                    <a:pt x="26103" y="37781"/>
                  </a:lnTo>
                  <a:lnTo>
                    <a:pt x="26183" y="37791"/>
                  </a:lnTo>
                  <a:lnTo>
                    <a:pt x="26263" y="37811"/>
                  </a:lnTo>
                  <a:lnTo>
                    <a:pt x="26344" y="37851"/>
                  </a:lnTo>
                  <a:lnTo>
                    <a:pt x="26414" y="37902"/>
                  </a:lnTo>
                  <a:lnTo>
                    <a:pt x="26484" y="37962"/>
                  </a:lnTo>
                  <a:lnTo>
                    <a:pt x="26555" y="38022"/>
                  </a:lnTo>
                  <a:lnTo>
                    <a:pt x="26675" y="38173"/>
                  </a:lnTo>
                  <a:lnTo>
                    <a:pt x="26786" y="38334"/>
                  </a:lnTo>
                  <a:lnTo>
                    <a:pt x="26947" y="38605"/>
                  </a:lnTo>
                  <a:lnTo>
                    <a:pt x="27027" y="38776"/>
                  </a:lnTo>
                  <a:lnTo>
                    <a:pt x="27118" y="38947"/>
                  </a:lnTo>
                  <a:lnTo>
                    <a:pt x="27278" y="39329"/>
                  </a:lnTo>
                  <a:lnTo>
                    <a:pt x="27439" y="39721"/>
                  </a:lnTo>
                  <a:lnTo>
                    <a:pt x="27530" y="39922"/>
                  </a:lnTo>
                  <a:lnTo>
                    <a:pt x="27630" y="40113"/>
                  </a:lnTo>
                  <a:lnTo>
                    <a:pt x="27731" y="40304"/>
                  </a:lnTo>
                  <a:lnTo>
                    <a:pt x="27851" y="40485"/>
                  </a:lnTo>
                  <a:lnTo>
                    <a:pt x="27982" y="40656"/>
                  </a:lnTo>
                  <a:lnTo>
                    <a:pt x="28113" y="40806"/>
                  </a:lnTo>
                  <a:lnTo>
                    <a:pt x="28193" y="40877"/>
                  </a:lnTo>
                  <a:lnTo>
                    <a:pt x="28273" y="40947"/>
                  </a:lnTo>
                  <a:lnTo>
                    <a:pt x="28354" y="41007"/>
                  </a:lnTo>
                  <a:lnTo>
                    <a:pt x="28444" y="41068"/>
                  </a:lnTo>
                  <a:lnTo>
                    <a:pt x="28535" y="41118"/>
                  </a:lnTo>
                  <a:lnTo>
                    <a:pt x="28635" y="41158"/>
                  </a:lnTo>
                  <a:lnTo>
                    <a:pt x="28736" y="41198"/>
                  </a:lnTo>
                  <a:lnTo>
                    <a:pt x="28846" y="41229"/>
                  </a:lnTo>
                  <a:lnTo>
                    <a:pt x="28766" y="41158"/>
                  </a:lnTo>
                  <a:lnTo>
                    <a:pt x="28676" y="41068"/>
                  </a:lnTo>
                  <a:lnTo>
                    <a:pt x="28565" y="40957"/>
                  </a:lnTo>
                  <a:lnTo>
                    <a:pt x="28454" y="40827"/>
                  </a:lnTo>
                  <a:lnTo>
                    <a:pt x="28344" y="40676"/>
                  </a:lnTo>
                  <a:lnTo>
                    <a:pt x="28233" y="40515"/>
                  </a:lnTo>
                  <a:lnTo>
                    <a:pt x="28133" y="40354"/>
                  </a:lnTo>
                  <a:lnTo>
                    <a:pt x="28032" y="40183"/>
                  </a:lnTo>
                  <a:lnTo>
                    <a:pt x="27942" y="40002"/>
                  </a:lnTo>
                  <a:lnTo>
                    <a:pt x="27871" y="39842"/>
                  </a:lnTo>
                  <a:lnTo>
                    <a:pt x="27811" y="39671"/>
                  </a:lnTo>
                  <a:lnTo>
                    <a:pt x="27781" y="39520"/>
                  </a:lnTo>
                  <a:lnTo>
                    <a:pt x="27781" y="39440"/>
                  </a:lnTo>
                  <a:lnTo>
                    <a:pt x="27781" y="39369"/>
                  </a:lnTo>
                  <a:lnTo>
                    <a:pt x="27781" y="39309"/>
                  </a:lnTo>
                  <a:lnTo>
                    <a:pt x="27801" y="39238"/>
                  </a:lnTo>
                  <a:lnTo>
                    <a:pt x="27821" y="39188"/>
                  </a:lnTo>
                  <a:lnTo>
                    <a:pt x="27851" y="39138"/>
                  </a:lnTo>
                  <a:lnTo>
                    <a:pt x="27892" y="39088"/>
                  </a:lnTo>
                  <a:lnTo>
                    <a:pt x="27942" y="39048"/>
                  </a:lnTo>
                  <a:lnTo>
                    <a:pt x="28002" y="39007"/>
                  </a:lnTo>
                  <a:lnTo>
                    <a:pt x="28072" y="38977"/>
                  </a:lnTo>
                  <a:lnTo>
                    <a:pt x="28143" y="38947"/>
                  </a:lnTo>
                  <a:lnTo>
                    <a:pt x="28203" y="38937"/>
                  </a:lnTo>
                  <a:lnTo>
                    <a:pt x="28324" y="38937"/>
                  </a:lnTo>
                  <a:lnTo>
                    <a:pt x="28394" y="38947"/>
                  </a:lnTo>
                  <a:lnTo>
                    <a:pt x="28454" y="38967"/>
                  </a:lnTo>
                  <a:lnTo>
                    <a:pt x="28565" y="39017"/>
                  </a:lnTo>
                  <a:lnTo>
                    <a:pt x="28686" y="39088"/>
                  </a:lnTo>
                  <a:lnTo>
                    <a:pt x="28796" y="39188"/>
                  </a:lnTo>
                  <a:lnTo>
                    <a:pt x="28897" y="39299"/>
                  </a:lnTo>
                  <a:lnTo>
                    <a:pt x="28997" y="39409"/>
                  </a:lnTo>
                  <a:lnTo>
                    <a:pt x="29098" y="39530"/>
                  </a:lnTo>
                  <a:lnTo>
                    <a:pt x="29269" y="39781"/>
                  </a:lnTo>
                  <a:lnTo>
                    <a:pt x="29419" y="40012"/>
                  </a:lnTo>
                  <a:lnTo>
                    <a:pt x="29490" y="40103"/>
                  </a:lnTo>
                  <a:lnTo>
                    <a:pt x="29550" y="40173"/>
                  </a:lnTo>
                  <a:lnTo>
                    <a:pt x="29510" y="40123"/>
                  </a:lnTo>
                  <a:lnTo>
                    <a:pt x="29480" y="40073"/>
                  </a:lnTo>
                  <a:lnTo>
                    <a:pt x="29429" y="39952"/>
                  </a:lnTo>
                  <a:lnTo>
                    <a:pt x="29389" y="39811"/>
                  </a:lnTo>
                  <a:lnTo>
                    <a:pt x="29359" y="39671"/>
                  </a:lnTo>
                  <a:lnTo>
                    <a:pt x="29309" y="39389"/>
                  </a:lnTo>
                  <a:lnTo>
                    <a:pt x="29269" y="39259"/>
                  </a:lnTo>
                  <a:lnTo>
                    <a:pt x="29228" y="39138"/>
                  </a:lnTo>
                  <a:lnTo>
                    <a:pt x="29088" y="38877"/>
                  </a:lnTo>
                  <a:lnTo>
                    <a:pt x="28927" y="38615"/>
                  </a:lnTo>
                  <a:lnTo>
                    <a:pt x="28746" y="38364"/>
                  </a:lnTo>
                  <a:lnTo>
                    <a:pt x="28645" y="38243"/>
                  </a:lnTo>
                  <a:lnTo>
                    <a:pt x="28545" y="38123"/>
                  </a:lnTo>
                  <a:lnTo>
                    <a:pt x="28434" y="38012"/>
                  </a:lnTo>
                  <a:lnTo>
                    <a:pt x="28314" y="37912"/>
                  </a:lnTo>
                  <a:lnTo>
                    <a:pt x="28193" y="37811"/>
                  </a:lnTo>
                  <a:lnTo>
                    <a:pt x="28072" y="37711"/>
                  </a:lnTo>
                  <a:lnTo>
                    <a:pt x="27932" y="37630"/>
                  </a:lnTo>
                  <a:lnTo>
                    <a:pt x="27791" y="37550"/>
                  </a:lnTo>
                  <a:lnTo>
                    <a:pt x="27650" y="37480"/>
                  </a:lnTo>
                  <a:lnTo>
                    <a:pt x="27490" y="37419"/>
                  </a:lnTo>
                  <a:lnTo>
                    <a:pt x="26957" y="37248"/>
                  </a:lnTo>
                  <a:lnTo>
                    <a:pt x="26696" y="37148"/>
                  </a:lnTo>
                  <a:lnTo>
                    <a:pt x="26575" y="37088"/>
                  </a:lnTo>
                  <a:lnTo>
                    <a:pt x="26444" y="37027"/>
                  </a:lnTo>
                  <a:lnTo>
                    <a:pt x="26253" y="36907"/>
                  </a:lnTo>
                  <a:lnTo>
                    <a:pt x="26042" y="36756"/>
                  </a:lnTo>
                  <a:lnTo>
                    <a:pt x="25841" y="36585"/>
                  </a:lnTo>
                  <a:lnTo>
                    <a:pt x="25630" y="36404"/>
                  </a:lnTo>
                  <a:lnTo>
                    <a:pt x="25439" y="36223"/>
                  </a:lnTo>
                  <a:lnTo>
                    <a:pt x="25258" y="36032"/>
                  </a:lnTo>
                  <a:lnTo>
                    <a:pt x="25107" y="35841"/>
                  </a:lnTo>
                  <a:lnTo>
                    <a:pt x="24977" y="35670"/>
                  </a:lnTo>
                  <a:lnTo>
                    <a:pt x="24917" y="35570"/>
                  </a:lnTo>
                  <a:lnTo>
                    <a:pt x="24876" y="35469"/>
                  </a:lnTo>
                  <a:lnTo>
                    <a:pt x="24836" y="35349"/>
                  </a:lnTo>
                  <a:lnTo>
                    <a:pt x="24816" y="35228"/>
                  </a:lnTo>
                  <a:lnTo>
                    <a:pt x="24806" y="35108"/>
                  </a:lnTo>
                  <a:lnTo>
                    <a:pt x="24796" y="34977"/>
                  </a:lnTo>
                  <a:lnTo>
                    <a:pt x="24806" y="34846"/>
                  </a:lnTo>
                  <a:lnTo>
                    <a:pt x="24806" y="34716"/>
                  </a:lnTo>
                  <a:lnTo>
                    <a:pt x="24836" y="34444"/>
                  </a:lnTo>
                  <a:lnTo>
                    <a:pt x="24876" y="34183"/>
                  </a:lnTo>
                  <a:lnTo>
                    <a:pt x="24957" y="33711"/>
                  </a:lnTo>
                  <a:lnTo>
                    <a:pt x="25007" y="33489"/>
                  </a:lnTo>
                  <a:lnTo>
                    <a:pt x="25057" y="33268"/>
                  </a:lnTo>
                  <a:lnTo>
                    <a:pt x="25128" y="33047"/>
                  </a:lnTo>
                  <a:lnTo>
                    <a:pt x="25218" y="32836"/>
                  </a:lnTo>
                  <a:lnTo>
                    <a:pt x="25319" y="32625"/>
                  </a:lnTo>
                  <a:lnTo>
                    <a:pt x="25429" y="32414"/>
                  </a:lnTo>
                  <a:lnTo>
                    <a:pt x="25550" y="32223"/>
                  </a:lnTo>
                  <a:lnTo>
                    <a:pt x="25680" y="32022"/>
                  </a:lnTo>
                  <a:lnTo>
                    <a:pt x="25871" y="31781"/>
                  </a:lnTo>
                  <a:lnTo>
                    <a:pt x="26062" y="31550"/>
                  </a:lnTo>
                  <a:lnTo>
                    <a:pt x="26273" y="31318"/>
                  </a:lnTo>
                  <a:lnTo>
                    <a:pt x="26505" y="31107"/>
                  </a:lnTo>
                  <a:lnTo>
                    <a:pt x="26736" y="30896"/>
                  </a:lnTo>
                  <a:lnTo>
                    <a:pt x="26977" y="30695"/>
                  </a:lnTo>
                  <a:lnTo>
                    <a:pt x="27218" y="30494"/>
                  </a:lnTo>
                  <a:lnTo>
                    <a:pt x="27469" y="30303"/>
                  </a:lnTo>
                  <a:lnTo>
                    <a:pt x="27992" y="29931"/>
                  </a:lnTo>
                  <a:lnTo>
                    <a:pt x="28515" y="29580"/>
                  </a:lnTo>
                  <a:lnTo>
                    <a:pt x="29530" y="28916"/>
                  </a:lnTo>
                  <a:lnTo>
                    <a:pt x="29711" y="28806"/>
                  </a:lnTo>
                  <a:lnTo>
                    <a:pt x="29902" y="28705"/>
                  </a:lnTo>
                  <a:lnTo>
                    <a:pt x="30093" y="28615"/>
                  </a:lnTo>
                  <a:lnTo>
                    <a:pt x="30284" y="28534"/>
                  </a:lnTo>
                  <a:lnTo>
                    <a:pt x="30495" y="28464"/>
                  </a:lnTo>
                  <a:lnTo>
                    <a:pt x="30696" y="28394"/>
                  </a:lnTo>
                  <a:lnTo>
                    <a:pt x="30917" y="28343"/>
                  </a:lnTo>
                  <a:lnTo>
                    <a:pt x="31128" y="28303"/>
                  </a:lnTo>
                  <a:lnTo>
                    <a:pt x="31168" y="28293"/>
                  </a:lnTo>
                  <a:lnTo>
                    <a:pt x="31359" y="28263"/>
                  </a:lnTo>
                  <a:lnTo>
                    <a:pt x="31540" y="28243"/>
                  </a:lnTo>
                  <a:lnTo>
                    <a:pt x="31721" y="28233"/>
                  </a:lnTo>
                  <a:lnTo>
                    <a:pt x="31902" y="28243"/>
                  </a:lnTo>
                  <a:lnTo>
                    <a:pt x="32083" y="28263"/>
                  </a:lnTo>
                  <a:lnTo>
                    <a:pt x="32264" y="28293"/>
                  </a:lnTo>
                  <a:lnTo>
                    <a:pt x="32435" y="28343"/>
                  </a:lnTo>
                  <a:lnTo>
                    <a:pt x="32605" y="28404"/>
                  </a:lnTo>
                  <a:lnTo>
                    <a:pt x="32766" y="28474"/>
                  </a:lnTo>
                  <a:lnTo>
                    <a:pt x="32917" y="28554"/>
                  </a:lnTo>
                  <a:lnTo>
                    <a:pt x="33068" y="28645"/>
                  </a:lnTo>
                  <a:lnTo>
                    <a:pt x="33208" y="28755"/>
                  </a:lnTo>
                  <a:lnTo>
                    <a:pt x="33339" y="28866"/>
                  </a:lnTo>
                  <a:lnTo>
                    <a:pt x="33450" y="28987"/>
                  </a:lnTo>
                  <a:lnTo>
                    <a:pt x="33560" y="29127"/>
                  </a:lnTo>
                  <a:lnTo>
                    <a:pt x="33661" y="29268"/>
                  </a:lnTo>
                  <a:lnTo>
                    <a:pt x="33721" y="29359"/>
                  </a:lnTo>
                  <a:lnTo>
                    <a:pt x="33842" y="29489"/>
                  </a:lnTo>
                  <a:lnTo>
                    <a:pt x="34173" y="29851"/>
                  </a:lnTo>
                  <a:lnTo>
                    <a:pt x="34354" y="30042"/>
                  </a:lnTo>
                  <a:lnTo>
                    <a:pt x="34515" y="30243"/>
                  </a:lnTo>
                  <a:lnTo>
                    <a:pt x="34646" y="30414"/>
                  </a:lnTo>
                  <a:lnTo>
                    <a:pt x="34686" y="30494"/>
                  </a:lnTo>
                  <a:lnTo>
                    <a:pt x="34726" y="30565"/>
                  </a:lnTo>
                  <a:lnTo>
                    <a:pt x="34786" y="30735"/>
                  </a:lnTo>
                  <a:lnTo>
                    <a:pt x="34837" y="30906"/>
                  </a:lnTo>
                  <a:lnTo>
                    <a:pt x="34887" y="31087"/>
                  </a:lnTo>
                  <a:lnTo>
                    <a:pt x="34927" y="31268"/>
                  </a:lnTo>
                  <a:lnTo>
                    <a:pt x="34957" y="31459"/>
                  </a:lnTo>
                  <a:lnTo>
                    <a:pt x="34977" y="31640"/>
                  </a:lnTo>
                  <a:lnTo>
                    <a:pt x="34997" y="31831"/>
                  </a:lnTo>
                  <a:lnTo>
                    <a:pt x="35008" y="32022"/>
                  </a:lnTo>
                  <a:lnTo>
                    <a:pt x="35018" y="32404"/>
                  </a:lnTo>
                  <a:lnTo>
                    <a:pt x="35008" y="32776"/>
                  </a:lnTo>
                  <a:lnTo>
                    <a:pt x="34977" y="33148"/>
                  </a:lnTo>
                  <a:lnTo>
                    <a:pt x="34927" y="33510"/>
                  </a:lnTo>
                  <a:lnTo>
                    <a:pt x="34897" y="33650"/>
                  </a:lnTo>
                  <a:lnTo>
                    <a:pt x="34847" y="33811"/>
                  </a:lnTo>
                  <a:lnTo>
                    <a:pt x="34796" y="33962"/>
                  </a:lnTo>
                  <a:lnTo>
                    <a:pt x="34726" y="34123"/>
                  </a:lnTo>
                  <a:lnTo>
                    <a:pt x="34585" y="34424"/>
                  </a:lnTo>
                  <a:lnTo>
                    <a:pt x="34445" y="34706"/>
                  </a:lnTo>
                  <a:lnTo>
                    <a:pt x="34364" y="34836"/>
                  </a:lnTo>
                  <a:lnTo>
                    <a:pt x="34264" y="34967"/>
                  </a:lnTo>
                  <a:lnTo>
                    <a:pt x="34063" y="35208"/>
                  </a:lnTo>
                  <a:lnTo>
                    <a:pt x="33962" y="35329"/>
                  </a:lnTo>
                  <a:lnTo>
                    <a:pt x="33862" y="35459"/>
                  </a:lnTo>
                  <a:lnTo>
                    <a:pt x="33781" y="35580"/>
                  </a:lnTo>
                  <a:lnTo>
                    <a:pt x="33721" y="35711"/>
                  </a:lnTo>
                  <a:lnTo>
                    <a:pt x="33822" y="35650"/>
                  </a:lnTo>
                  <a:lnTo>
                    <a:pt x="33922" y="35570"/>
                  </a:lnTo>
                  <a:lnTo>
                    <a:pt x="34033" y="35469"/>
                  </a:lnTo>
                  <a:lnTo>
                    <a:pt x="34133" y="35359"/>
                  </a:lnTo>
                  <a:lnTo>
                    <a:pt x="34354" y="35138"/>
                  </a:lnTo>
                  <a:lnTo>
                    <a:pt x="34465" y="35027"/>
                  </a:lnTo>
                  <a:lnTo>
                    <a:pt x="34575" y="34927"/>
                  </a:lnTo>
                  <a:lnTo>
                    <a:pt x="34686" y="34836"/>
                  </a:lnTo>
                  <a:lnTo>
                    <a:pt x="34807" y="34756"/>
                  </a:lnTo>
                  <a:lnTo>
                    <a:pt x="34917" y="34696"/>
                  </a:lnTo>
                  <a:lnTo>
                    <a:pt x="34977" y="34675"/>
                  </a:lnTo>
                  <a:lnTo>
                    <a:pt x="35038" y="34665"/>
                  </a:lnTo>
                  <a:lnTo>
                    <a:pt x="35088" y="34655"/>
                  </a:lnTo>
                  <a:lnTo>
                    <a:pt x="35148" y="34655"/>
                  </a:lnTo>
                  <a:lnTo>
                    <a:pt x="35198" y="34665"/>
                  </a:lnTo>
                  <a:lnTo>
                    <a:pt x="35259" y="34675"/>
                  </a:lnTo>
                  <a:lnTo>
                    <a:pt x="35319" y="34706"/>
                  </a:lnTo>
                  <a:lnTo>
                    <a:pt x="35369" y="34736"/>
                  </a:lnTo>
                  <a:lnTo>
                    <a:pt x="35430" y="34776"/>
                  </a:lnTo>
                  <a:lnTo>
                    <a:pt x="35480" y="34836"/>
                  </a:lnTo>
                  <a:lnTo>
                    <a:pt x="35601" y="34977"/>
                  </a:lnTo>
                  <a:lnTo>
                    <a:pt x="35721" y="35158"/>
                  </a:lnTo>
                  <a:lnTo>
                    <a:pt x="35832" y="35349"/>
                  </a:lnTo>
                  <a:lnTo>
                    <a:pt x="35922" y="35560"/>
                  </a:lnTo>
                  <a:lnTo>
                    <a:pt x="36003" y="35771"/>
                  </a:lnTo>
                  <a:lnTo>
                    <a:pt x="36063" y="35982"/>
                  </a:lnTo>
                  <a:lnTo>
                    <a:pt x="36083" y="36083"/>
                  </a:lnTo>
                  <a:lnTo>
                    <a:pt x="36093" y="36183"/>
                  </a:lnTo>
                  <a:lnTo>
                    <a:pt x="36101" y="36254"/>
                  </a:lnTo>
                  <a:lnTo>
                    <a:pt x="36113" y="36083"/>
                  </a:lnTo>
                  <a:lnTo>
                    <a:pt x="36133" y="35791"/>
                  </a:lnTo>
                  <a:lnTo>
                    <a:pt x="36133" y="35510"/>
                  </a:lnTo>
                  <a:lnTo>
                    <a:pt x="36123" y="35218"/>
                  </a:lnTo>
                  <a:lnTo>
                    <a:pt x="36113" y="34937"/>
                  </a:lnTo>
                  <a:lnTo>
                    <a:pt x="36083" y="34645"/>
                  </a:lnTo>
                  <a:lnTo>
                    <a:pt x="36053" y="34364"/>
                  </a:lnTo>
                  <a:lnTo>
                    <a:pt x="36013" y="34082"/>
                  </a:lnTo>
                  <a:lnTo>
                    <a:pt x="35962" y="33912"/>
                  </a:lnTo>
                  <a:lnTo>
                    <a:pt x="35912" y="33721"/>
                  </a:lnTo>
                  <a:lnTo>
                    <a:pt x="35852" y="33520"/>
                  </a:lnTo>
                  <a:lnTo>
                    <a:pt x="35832" y="33419"/>
                  </a:lnTo>
                  <a:lnTo>
                    <a:pt x="35822" y="33319"/>
                  </a:lnTo>
                  <a:lnTo>
                    <a:pt x="35822" y="33228"/>
                  </a:lnTo>
                  <a:lnTo>
                    <a:pt x="35832" y="33148"/>
                  </a:lnTo>
                  <a:lnTo>
                    <a:pt x="35852" y="33067"/>
                  </a:lnTo>
                  <a:lnTo>
                    <a:pt x="35902" y="32997"/>
                  </a:lnTo>
                  <a:lnTo>
                    <a:pt x="35962" y="32937"/>
                  </a:lnTo>
                  <a:lnTo>
                    <a:pt x="36053" y="32896"/>
                  </a:lnTo>
                  <a:lnTo>
                    <a:pt x="36163" y="32866"/>
                  </a:lnTo>
                  <a:lnTo>
                    <a:pt x="36304" y="32846"/>
                  </a:lnTo>
                  <a:lnTo>
                    <a:pt x="36384" y="32846"/>
                  </a:lnTo>
                  <a:lnTo>
                    <a:pt x="36465" y="32856"/>
                  </a:lnTo>
                  <a:lnTo>
                    <a:pt x="36545" y="32876"/>
                  </a:lnTo>
                  <a:lnTo>
                    <a:pt x="36626" y="32896"/>
                  </a:lnTo>
                  <a:lnTo>
                    <a:pt x="36696" y="32927"/>
                  </a:lnTo>
                  <a:lnTo>
                    <a:pt x="36766" y="32967"/>
                  </a:lnTo>
                  <a:lnTo>
                    <a:pt x="36897" y="33047"/>
                  </a:lnTo>
                  <a:lnTo>
                    <a:pt x="37028" y="33148"/>
                  </a:lnTo>
                  <a:lnTo>
                    <a:pt x="37148" y="33248"/>
                  </a:lnTo>
                  <a:lnTo>
                    <a:pt x="37249" y="33359"/>
                  </a:lnTo>
                  <a:lnTo>
                    <a:pt x="37349" y="33459"/>
                  </a:lnTo>
                  <a:lnTo>
                    <a:pt x="37570" y="33731"/>
                  </a:lnTo>
                  <a:lnTo>
                    <a:pt x="37792" y="34012"/>
                  </a:lnTo>
                  <a:lnTo>
                    <a:pt x="37983" y="34314"/>
                  </a:lnTo>
                  <a:lnTo>
                    <a:pt x="38174" y="34615"/>
                  </a:lnTo>
                  <a:lnTo>
                    <a:pt x="38334" y="34917"/>
                  </a:lnTo>
                  <a:lnTo>
                    <a:pt x="38495" y="35228"/>
                  </a:lnTo>
                  <a:lnTo>
                    <a:pt x="38636" y="35550"/>
                  </a:lnTo>
                  <a:lnTo>
                    <a:pt x="38767" y="35861"/>
                  </a:lnTo>
                  <a:lnTo>
                    <a:pt x="39008" y="36444"/>
                  </a:lnTo>
                  <a:lnTo>
                    <a:pt x="39229" y="37007"/>
                  </a:lnTo>
                  <a:lnTo>
                    <a:pt x="39460" y="37540"/>
                  </a:lnTo>
                  <a:lnTo>
                    <a:pt x="39591" y="37791"/>
                  </a:lnTo>
                  <a:lnTo>
                    <a:pt x="39711" y="38042"/>
                  </a:lnTo>
                  <a:lnTo>
                    <a:pt x="39852" y="38294"/>
                  </a:lnTo>
                  <a:lnTo>
                    <a:pt x="39993" y="38535"/>
                  </a:lnTo>
                  <a:lnTo>
                    <a:pt x="40143" y="38766"/>
                  </a:lnTo>
                  <a:lnTo>
                    <a:pt x="40304" y="39007"/>
                  </a:lnTo>
                  <a:lnTo>
                    <a:pt x="40475" y="39238"/>
                  </a:lnTo>
                  <a:lnTo>
                    <a:pt x="40666" y="39460"/>
                  </a:lnTo>
                  <a:lnTo>
                    <a:pt x="40867" y="39691"/>
                  </a:lnTo>
                  <a:lnTo>
                    <a:pt x="41088" y="39912"/>
                  </a:lnTo>
                  <a:lnTo>
                    <a:pt x="40867" y="39329"/>
                  </a:lnTo>
                  <a:lnTo>
                    <a:pt x="40656" y="38746"/>
                  </a:lnTo>
                  <a:lnTo>
                    <a:pt x="40455" y="38163"/>
                  </a:lnTo>
                  <a:lnTo>
                    <a:pt x="40244" y="37580"/>
                  </a:lnTo>
                  <a:lnTo>
                    <a:pt x="40143" y="37349"/>
                  </a:lnTo>
                  <a:lnTo>
                    <a:pt x="40083" y="37178"/>
                  </a:lnTo>
                  <a:lnTo>
                    <a:pt x="40033" y="36997"/>
                  </a:lnTo>
                  <a:lnTo>
                    <a:pt x="40013" y="36917"/>
                  </a:lnTo>
                  <a:lnTo>
                    <a:pt x="40003" y="36836"/>
                  </a:lnTo>
                  <a:lnTo>
                    <a:pt x="40003" y="36776"/>
                  </a:lnTo>
                  <a:lnTo>
                    <a:pt x="40023" y="36726"/>
                  </a:lnTo>
                  <a:lnTo>
                    <a:pt x="40043" y="36706"/>
                  </a:lnTo>
                  <a:lnTo>
                    <a:pt x="40053" y="36696"/>
                  </a:lnTo>
                  <a:lnTo>
                    <a:pt x="40083" y="36686"/>
                  </a:lnTo>
                  <a:lnTo>
                    <a:pt x="40103" y="36686"/>
                  </a:lnTo>
                  <a:lnTo>
                    <a:pt x="40174" y="36696"/>
                  </a:lnTo>
                  <a:lnTo>
                    <a:pt x="40264" y="36736"/>
                  </a:lnTo>
                  <a:lnTo>
                    <a:pt x="40334" y="36776"/>
                  </a:lnTo>
                  <a:lnTo>
                    <a:pt x="40405" y="36836"/>
                  </a:lnTo>
                  <a:lnTo>
                    <a:pt x="40465" y="36907"/>
                  </a:lnTo>
                  <a:lnTo>
                    <a:pt x="40525" y="36987"/>
                  </a:lnTo>
                  <a:lnTo>
                    <a:pt x="40646" y="37168"/>
                  </a:lnTo>
                  <a:lnTo>
                    <a:pt x="40757" y="37369"/>
                  </a:lnTo>
                  <a:lnTo>
                    <a:pt x="40958" y="37781"/>
                  </a:lnTo>
                  <a:lnTo>
                    <a:pt x="41058" y="37962"/>
                  </a:lnTo>
                  <a:lnTo>
                    <a:pt x="41108" y="38032"/>
                  </a:lnTo>
                  <a:lnTo>
                    <a:pt x="41159" y="38103"/>
                  </a:lnTo>
                  <a:lnTo>
                    <a:pt x="41299" y="38264"/>
                  </a:lnTo>
                  <a:lnTo>
                    <a:pt x="41460" y="38424"/>
                  </a:lnTo>
                  <a:lnTo>
                    <a:pt x="41621" y="38585"/>
                  </a:lnTo>
                  <a:lnTo>
                    <a:pt x="41792" y="38726"/>
                  </a:lnTo>
                  <a:lnTo>
                    <a:pt x="41983" y="38857"/>
                  </a:lnTo>
                  <a:lnTo>
                    <a:pt x="42184" y="38957"/>
                  </a:lnTo>
                  <a:lnTo>
                    <a:pt x="42294" y="39007"/>
                  </a:lnTo>
                  <a:lnTo>
                    <a:pt x="42395" y="39048"/>
                  </a:lnTo>
                  <a:lnTo>
                    <a:pt x="42515" y="39088"/>
                  </a:lnTo>
                  <a:lnTo>
                    <a:pt x="42626" y="39118"/>
                  </a:lnTo>
                  <a:lnTo>
                    <a:pt x="42626" y="39118"/>
                  </a:lnTo>
                  <a:lnTo>
                    <a:pt x="42475" y="38957"/>
                  </a:lnTo>
                  <a:lnTo>
                    <a:pt x="42335" y="38786"/>
                  </a:lnTo>
                  <a:lnTo>
                    <a:pt x="42214" y="38615"/>
                  </a:lnTo>
                  <a:lnTo>
                    <a:pt x="42113" y="38434"/>
                  </a:lnTo>
                  <a:lnTo>
                    <a:pt x="42013" y="38254"/>
                  </a:lnTo>
                  <a:lnTo>
                    <a:pt x="41922" y="38063"/>
                  </a:lnTo>
                  <a:lnTo>
                    <a:pt x="41762" y="37681"/>
                  </a:lnTo>
                  <a:lnTo>
                    <a:pt x="41611" y="37299"/>
                  </a:lnTo>
                  <a:lnTo>
                    <a:pt x="41520" y="37108"/>
                  </a:lnTo>
                  <a:lnTo>
                    <a:pt x="41440" y="36917"/>
                  </a:lnTo>
                  <a:lnTo>
                    <a:pt x="41340" y="36736"/>
                  </a:lnTo>
                  <a:lnTo>
                    <a:pt x="41239" y="36555"/>
                  </a:lnTo>
                  <a:lnTo>
                    <a:pt x="41118" y="36384"/>
                  </a:lnTo>
                  <a:lnTo>
                    <a:pt x="40988" y="36223"/>
                  </a:lnTo>
                  <a:lnTo>
                    <a:pt x="40847" y="36072"/>
                  </a:lnTo>
                  <a:lnTo>
                    <a:pt x="40706" y="35932"/>
                  </a:lnTo>
                  <a:lnTo>
                    <a:pt x="40425" y="35670"/>
                  </a:lnTo>
                  <a:lnTo>
                    <a:pt x="40143" y="35429"/>
                  </a:lnTo>
                  <a:lnTo>
                    <a:pt x="39862" y="35188"/>
                  </a:lnTo>
                  <a:lnTo>
                    <a:pt x="39581" y="34957"/>
                  </a:lnTo>
                  <a:lnTo>
                    <a:pt x="39309" y="34706"/>
                  </a:lnTo>
                  <a:lnTo>
                    <a:pt x="39179" y="34575"/>
                  </a:lnTo>
                  <a:lnTo>
                    <a:pt x="39048" y="34434"/>
                  </a:lnTo>
                  <a:lnTo>
                    <a:pt x="38927" y="34283"/>
                  </a:lnTo>
                  <a:lnTo>
                    <a:pt x="38797" y="34123"/>
                  </a:lnTo>
                  <a:lnTo>
                    <a:pt x="38636" y="33922"/>
                  </a:lnTo>
                  <a:lnTo>
                    <a:pt x="38364" y="33630"/>
                  </a:lnTo>
                  <a:lnTo>
                    <a:pt x="38043" y="33258"/>
                  </a:lnTo>
                  <a:lnTo>
                    <a:pt x="37701" y="32866"/>
                  </a:lnTo>
                  <a:lnTo>
                    <a:pt x="37530" y="32655"/>
                  </a:lnTo>
                  <a:lnTo>
                    <a:pt x="37369" y="32454"/>
                  </a:lnTo>
                  <a:lnTo>
                    <a:pt x="37229" y="32263"/>
                  </a:lnTo>
                  <a:lnTo>
                    <a:pt x="37118" y="32092"/>
                  </a:lnTo>
                  <a:lnTo>
                    <a:pt x="37018" y="31921"/>
                  </a:lnTo>
                  <a:lnTo>
                    <a:pt x="36957" y="31781"/>
                  </a:lnTo>
                  <a:lnTo>
                    <a:pt x="36947" y="31720"/>
                  </a:lnTo>
                  <a:lnTo>
                    <a:pt x="36937" y="31670"/>
                  </a:lnTo>
                  <a:lnTo>
                    <a:pt x="36937" y="31620"/>
                  </a:lnTo>
                  <a:lnTo>
                    <a:pt x="36957" y="31580"/>
                  </a:lnTo>
                  <a:lnTo>
                    <a:pt x="36988" y="31529"/>
                  </a:lnTo>
                  <a:lnTo>
                    <a:pt x="37038" y="31489"/>
                  </a:lnTo>
                  <a:lnTo>
                    <a:pt x="37088" y="31459"/>
                  </a:lnTo>
                  <a:lnTo>
                    <a:pt x="37158" y="31439"/>
                  </a:lnTo>
                  <a:lnTo>
                    <a:pt x="37229" y="31419"/>
                  </a:lnTo>
                  <a:lnTo>
                    <a:pt x="37319" y="31409"/>
                  </a:lnTo>
                  <a:lnTo>
                    <a:pt x="37510" y="31409"/>
                  </a:lnTo>
                  <a:lnTo>
                    <a:pt x="37731" y="31439"/>
                  </a:lnTo>
                  <a:lnTo>
                    <a:pt x="37962" y="31479"/>
                  </a:lnTo>
                  <a:lnTo>
                    <a:pt x="38214" y="31529"/>
                  </a:lnTo>
                  <a:lnTo>
                    <a:pt x="38485" y="31600"/>
                  </a:lnTo>
                  <a:lnTo>
                    <a:pt x="39008" y="31741"/>
                  </a:lnTo>
                  <a:lnTo>
                    <a:pt x="39510" y="31891"/>
                  </a:lnTo>
                  <a:lnTo>
                    <a:pt x="39731" y="31952"/>
                  </a:lnTo>
                  <a:lnTo>
                    <a:pt x="39932" y="32002"/>
                  </a:lnTo>
                  <a:lnTo>
                    <a:pt x="40103" y="32032"/>
                  </a:lnTo>
                  <a:lnTo>
                    <a:pt x="40234" y="32042"/>
                  </a:lnTo>
                  <a:lnTo>
                    <a:pt x="39953" y="31932"/>
                  </a:lnTo>
                  <a:lnTo>
                    <a:pt x="39711" y="31811"/>
                  </a:lnTo>
                  <a:lnTo>
                    <a:pt x="39480" y="31680"/>
                  </a:lnTo>
                  <a:lnTo>
                    <a:pt x="39269" y="31550"/>
                  </a:lnTo>
                  <a:lnTo>
                    <a:pt x="39068" y="31409"/>
                  </a:lnTo>
                  <a:lnTo>
                    <a:pt x="38877" y="31278"/>
                  </a:lnTo>
                  <a:lnTo>
                    <a:pt x="38505" y="31017"/>
                  </a:lnTo>
                  <a:lnTo>
                    <a:pt x="38314" y="30886"/>
                  </a:lnTo>
                  <a:lnTo>
                    <a:pt x="38123" y="30766"/>
                  </a:lnTo>
                  <a:lnTo>
                    <a:pt x="37912" y="30655"/>
                  </a:lnTo>
                  <a:lnTo>
                    <a:pt x="37681" y="30545"/>
                  </a:lnTo>
                  <a:lnTo>
                    <a:pt x="37440" y="30454"/>
                  </a:lnTo>
                  <a:lnTo>
                    <a:pt x="37168" y="30374"/>
                  </a:lnTo>
                  <a:lnTo>
                    <a:pt x="36867" y="30313"/>
                  </a:lnTo>
                  <a:lnTo>
                    <a:pt x="36535" y="30263"/>
                  </a:lnTo>
                  <a:lnTo>
                    <a:pt x="36334" y="30223"/>
                  </a:lnTo>
                  <a:lnTo>
                    <a:pt x="36153" y="30183"/>
                  </a:lnTo>
                  <a:lnTo>
                    <a:pt x="35972" y="30132"/>
                  </a:lnTo>
                  <a:lnTo>
                    <a:pt x="35812" y="30072"/>
                  </a:lnTo>
                  <a:lnTo>
                    <a:pt x="35661" y="30002"/>
                  </a:lnTo>
                  <a:lnTo>
                    <a:pt x="35520" y="29921"/>
                  </a:lnTo>
                  <a:lnTo>
                    <a:pt x="35379" y="29831"/>
                  </a:lnTo>
                  <a:lnTo>
                    <a:pt x="35249" y="29730"/>
                  </a:lnTo>
                  <a:lnTo>
                    <a:pt x="35128" y="29630"/>
                  </a:lnTo>
                  <a:lnTo>
                    <a:pt x="35008" y="29529"/>
                  </a:lnTo>
                  <a:lnTo>
                    <a:pt x="34766" y="29298"/>
                  </a:lnTo>
                  <a:lnTo>
                    <a:pt x="34284" y="28806"/>
                  </a:lnTo>
                  <a:lnTo>
                    <a:pt x="34203" y="28725"/>
                  </a:lnTo>
                  <a:lnTo>
                    <a:pt x="34123" y="28625"/>
                  </a:lnTo>
                  <a:lnTo>
                    <a:pt x="34043" y="28524"/>
                  </a:lnTo>
                  <a:lnTo>
                    <a:pt x="33972" y="28414"/>
                  </a:lnTo>
                  <a:lnTo>
                    <a:pt x="33902" y="28303"/>
                  </a:lnTo>
                  <a:lnTo>
                    <a:pt x="33852" y="28183"/>
                  </a:lnTo>
                  <a:lnTo>
                    <a:pt x="33801" y="28072"/>
                  </a:lnTo>
                  <a:lnTo>
                    <a:pt x="33781" y="27961"/>
                  </a:lnTo>
                  <a:lnTo>
                    <a:pt x="33771" y="27851"/>
                  </a:lnTo>
                  <a:lnTo>
                    <a:pt x="33781" y="27740"/>
                  </a:lnTo>
                  <a:lnTo>
                    <a:pt x="33791" y="27690"/>
                  </a:lnTo>
                  <a:lnTo>
                    <a:pt x="33811" y="27640"/>
                  </a:lnTo>
                  <a:lnTo>
                    <a:pt x="33842" y="27600"/>
                  </a:lnTo>
                  <a:lnTo>
                    <a:pt x="33872" y="27549"/>
                  </a:lnTo>
                  <a:lnTo>
                    <a:pt x="33912" y="27509"/>
                  </a:lnTo>
                  <a:lnTo>
                    <a:pt x="33962" y="27469"/>
                  </a:lnTo>
                  <a:lnTo>
                    <a:pt x="34023" y="27439"/>
                  </a:lnTo>
                  <a:lnTo>
                    <a:pt x="34083" y="27409"/>
                  </a:lnTo>
                  <a:lnTo>
                    <a:pt x="34153" y="27378"/>
                  </a:lnTo>
                  <a:lnTo>
                    <a:pt x="34234" y="27348"/>
                  </a:lnTo>
                  <a:lnTo>
                    <a:pt x="34415" y="27308"/>
                  </a:lnTo>
                  <a:lnTo>
                    <a:pt x="34686" y="27308"/>
                  </a:lnTo>
                  <a:lnTo>
                    <a:pt x="34857" y="27318"/>
                  </a:lnTo>
                  <a:lnTo>
                    <a:pt x="35068" y="27348"/>
                  </a:lnTo>
                  <a:lnTo>
                    <a:pt x="35520" y="27419"/>
                  </a:lnTo>
                  <a:lnTo>
                    <a:pt x="36013" y="27509"/>
                  </a:lnTo>
                  <a:lnTo>
                    <a:pt x="36505" y="27600"/>
                  </a:lnTo>
                  <a:lnTo>
                    <a:pt x="36957" y="27700"/>
                  </a:lnTo>
                  <a:lnTo>
                    <a:pt x="37611" y="27841"/>
                  </a:lnTo>
                  <a:lnTo>
                    <a:pt x="37952" y="27901"/>
                  </a:lnTo>
                  <a:lnTo>
                    <a:pt x="38304" y="27982"/>
                  </a:lnTo>
                  <a:lnTo>
                    <a:pt x="38656" y="28072"/>
                  </a:lnTo>
                  <a:lnTo>
                    <a:pt x="39008" y="28173"/>
                  </a:lnTo>
                  <a:lnTo>
                    <a:pt x="39349" y="28293"/>
                  </a:lnTo>
                  <a:lnTo>
                    <a:pt x="39510" y="28353"/>
                  </a:lnTo>
                  <a:lnTo>
                    <a:pt x="39671" y="28434"/>
                  </a:lnTo>
                  <a:lnTo>
                    <a:pt x="39832" y="28514"/>
                  </a:lnTo>
                  <a:lnTo>
                    <a:pt x="39983" y="28595"/>
                  </a:lnTo>
                  <a:lnTo>
                    <a:pt x="40123" y="28695"/>
                  </a:lnTo>
                  <a:lnTo>
                    <a:pt x="40254" y="28796"/>
                  </a:lnTo>
                  <a:lnTo>
                    <a:pt x="40435" y="28946"/>
                  </a:lnTo>
                  <a:lnTo>
                    <a:pt x="40596" y="29097"/>
                  </a:lnTo>
                  <a:lnTo>
                    <a:pt x="40747" y="29268"/>
                  </a:lnTo>
                  <a:lnTo>
                    <a:pt x="40887" y="29439"/>
                  </a:lnTo>
                  <a:lnTo>
                    <a:pt x="41018" y="29610"/>
                  </a:lnTo>
                  <a:lnTo>
                    <a:pt x="41139" y="29791"/>
                  </a:lnTo>
                  <a:lnTo>
                    <a:pt x="41370" y="30142"/>
                  </a:lnTo>
                  <a:lnTo>
                    <a:pt x="41601" y="30514"/>
                  </a:lnTo>
                  <a:lnTo>
                    <a:pt x="41721" y="30695"/>
                  </a:lnTo>
                  <a:lnTo>
                    <a:pt x="41852" y="30866"/>
                  </a:lnTo>
                  <a:lnTo>
                    <a:pt x="41983" y="31047"/>
                  </a:lnTo>
                  <a:lnTo>
                    <a:pt x="42123" y="31218"/>
                  </a:lnTo>
                  <a:lnTo>
                    <a:pt x="42274" y="31389"/>
                  </a:lnTo>
                  <a:lnTo>
                    <a:pt x="42445" y="31550"/>
                  </a:lnTo>
                  <a:lnTo>
                    <a:pt x="42787" y="31871"/>
                  </a:lnTo>
                  <a:lnTo>
                    <a:pt x="43119" y="32193"/>
                  </a:lnTo>
                  <a:lnTo>
                    <a:pt x="43450" y="32525"/>
                  </a:lnTo>
                  <a:lnTo>
                    <a:pt x="43782" y="32836"/>
                  </a:lnTo>
                  <a:lnTo>
                    <a:pt x="44134" y="33148"/>
                  </a:lnTo>
                  <a:lnTo>
                    <a:pt x="44315" y="33288"/>
                  </a:lnTo>
                  <a:lnTo>
                    <a:pt x="44495" y="33429"/>
                  </a:lnTo>
                  <a:lnTo>
                    <a:pt x="44686" y="33570"/>
                  </a:lnTo>
                  <a:lnTo>
                    <a:pt x="44877" y="33700"/>
                  </a:lnTo>
                  <a:lnTo>
                    <a:pt x="45078" y="33821"/>
                  </a:lnTo>
                  <a:lnTo>
                    <a:pt x="45289" y="33932"/>
                  </a:lnTo>
                  <a:lnTo>
                    <a:pt x="45199" y="33711"/>
                  </a:lnTo>
                  <a:lnTo>
                    <a:pt x="45099" y="33499"/>
                  </a:lnTo>
                  <a:lnTo>
                    <a:pt x="44988" y="33288"/>
                  </a:lnTo>
                  <a:lnTo>
                    <a:pt x="44877" y="33087"/>
                  </a:lnTo>
                  <a:lnTo>
                    <a:pt x="44747" y="32886"/>
                  </a:lnTo>
                  <a:lnTo>
                    <a:pt x="44616" y="32695"/>
                  </a:lnTo>
                  <a:lnTo>
                    <a:pt x="44475" y="32504"/>
                  </a:lnTo>
                  <a:lnTo>
                    <a:pt x="44335" y="32313"/>
                  </a:lnTo>
                  <a:lnTo>
                    <a:pt x="44184" y="32133"/>
                  </a:lnTo>
                  <a:lnTo>
                    <a:pt x="44033" y="31952"/>
                  </a:lnTo>
                  <a:lnTo>
                    <a:pt x="43701" y="31590"/>
                  </a:lnTo>
                  <a:lnTo>
                    <a:pt x="43360" y="31248"/>
                  </a:lnTo>
                  <a:lnTo>
                    <a:pt x="43008" y="30906"/>
                  </a:lnTo>
                  <a:lnTo>
                    <a:pt x="42897" y="30806"/>
                  </a:lnTo>
                  <a:lnTo>
                    <a:pt x="42737" y="30675"/>
                  </a:lnTo>
                  <a:lnTo>
                    <a:pt x="42556" y="30534"/>
                  </a:lnTo>
                  <a:lnTo>
                    <a:pt x="42375" y="30374"/>
                  </a:lnTo>
                  <a:lnTo>
                    <a:pt x="42284" y="30293"/>
                  </a:lnTo>
                  <a:lnTo>
                    <a:pt x="42214" y="30213"/>
                  </a:lnTo>
                  <a:lnTo>
                    <a:pt x="42144" y="30122"/>
                  </a:lnTo>
                  <a:lnTo>
                    <a:pt x="42093" y="30042"/>
                  </a:lnTo>
                  <a:lnTo>
                    <a:pt x="42053" y="29962"/>
                  </a:lnTo>
                  <a:lnTo>
                    <a:pt x="42033" y="29881"/>
                  </a:lnTo>
                  <a:lnTo>
                    <a:pt x="42043" y="29811"/>
                  </a:lnTo>
                  <a:lnTo>
                    <a:pt x="42053" y="29771"/>
                  </a:lnTo>
                  <a:lnTo>
                    <a:pt x="42063" y="29730"/>
                  </a:lnTo>
                  <a:lnTo>
                    <a:pt x="42113" y="29660"/>
                  </a:lnTo>
                  <a:lnTo>
                    <a:pt x="42184" y="29610"/>
                  </a:lnTo>
                  <a:lnTo>
                    <a:pt x="42244" y="29580"/>
                  </a:lnTo>
                  <a:lnTo>
                    <a:pt x="42325" y="29560"/>
                  </a:lnTo>
                  <a:lnTo>
                    <a:pt x="42405" y="29560"/>
                  </a:lnTo>
                  <a:lnTo>
                    <a:pt x="42495" y="29570"/>
                  </a:lnTo>
                  <a:lnTo>
                    <a:pt x="42576" y="29590"/>
                  </a:lnTo>
                  <a:lnTo>
                    <a:pt x="42676" y="29610"/>
                  </a:lnTo>
                  <a:lnTo>
                    <a:pt x="42857" y="29680"/>
                  </a:lnTo>
                  <a:lnTo>
                    <a:pt x="43038" y="29750"/>
                  </a:lnTo>
                  <a:lnTo>
                    <a:pt x="43209" y="29811"/>
                  </a:lnTo>
                  <a:lnTo>
                    <a:pt x="43289" y="29831"/>
                  </a:lnTo>
                  <a:lnTo>
                    <a:pt x="43360" y="29841"/>
                  </a:lnTo>
                  <a:lnTo>
                    <a:pt x="43571" y="29841"/>
                  </a:lnTo>
                  <a:lnTo>
                    <a:pt x="43802" y="29831"/>
                  </a:lnTo>
                  <a:lnTo>
                    <a:pt x="44043" y="29811"/>
                  </a:lnTo>
                  <a:lnTo>
                    <a:pt x="44284" y="29771"/>
                  </a:lnTo>
                  <a:lnTo>
                    <a:pt x="44516" y="29710"/>
                  </a:lnTo>
                  <a:lnTo>
                    <a:pt x="44747" y="29650"/>
                  </a:lnTo>
                  <a:lnTo>
                    <a:pt x="44948" y="29580"/>
                  </a:lnTo>
                  <a:lnTo>
                    <a:pt x="45129" y="29499"/>
                  </a:lnTo>
                  <a:lnTo>
                    <a:pt x="44787" y="29399"/>
                  </a:lnTo>
                  <a:lnTo>
                    <a:pt x="44465" y="29298"/>
                  </a:lnTo>
                  <a:lnTo>
                    <a:pt x="44305" y="29248"/>
                  </a:lnTo>
                  <a:lnTo>
                    <a:pt x="44144" y="29208"/>
                  </a:lnTo>
                  <a:lnTo>
                    <a:pt x="43973" y="29178"/>
                  </a:lnTo>
                  <a:lnTo>
                    <a:pt x="43792" y="29157"/>
                  </a:lnTo>
                  <a:lnTo>
                    <a:pt x="43641" y="29137"/>
                  </a:lnTo>
                  <a:lnTo>
                    <a:pt x="43480" y="29107"/>
                  </a:lnTo>
                  <a:lnTo>
                    <a:pt x="43189" y="29027"/>
                  </a:lnTo>
                  <a:lnTo>
                    <a:pt x="42887" y="28946"/>
                  </a:lnTo>
                  <a:lnTo>
                    <a:pt x="42737" y="28916"/>
                  </a:lnTo>
                  <a:lnTo>
                    <a:pt x="42586" y="28886"/>
                  </a:lnTo>
                  <a:lnTo>
                    <a:pt x="42063" y="28786"/>
                  </a:lnTo>
                  <a:lnTo>
                    <a:pt x="41802" y="28735"/>
                  </a:lnTo>
                  <a:lnTo>
                    <a:pt x="41551" y="28675"/>
                  </a:lnTo>
                  <a:lnTo>
                    <a:pt x="41390" y="28625"/>
                  </a:lnTo>
                  <a:lnTo>
                    <a:pt x="41229" y="28554"/>
                  </a:lnTo>
                  <a:lnTo>
                    <a:pt x="41068" y="28484"/>
                  </a:lnTo>
                  <a:lnTo>
                    <a:pt x="40907" y="28394"/>
                  </a:lnTo>
                  <a:lnTo>
                    <a:pt x="40747" y="28303"/>
                  </a:lnTo>
                  <a:lnTo>
                    <a:pt x="40596" y="28193"/>
                  </a:lnTo>
                  <a:lnTo>
                    <a:pt x="40455" y="28082"/>
                  </a:lnTo>
                  <a:lnTo>
                    <a:pt x="40324" y="27951"/>
                  </a:lnTo>
                  <a:lnTo>
                    <a:pt x="40214" y="27831"/>
                  </a:lnTo>
                  <a:lnTo>
                    <a:pt x="40113" y="27690"/>
                  </a:lnTo>
                  <a:lnTo>
                    <a:pt x="40043" y="27549"/>
                  </a:lnTo>
                  <a:lnTo>
                    <a:pt x="40013" y="27469"/>
                  </a:lnTo>
                  <a:lnTo>
                    <a:pt x="39993" y="27399"/>
                  </a:lnTo>
                  <a:lnTo>
                    <a:pt x="39973" y="27328"/>
                  </a:lnTo>
                  <a:lnTo>
                    <a:pt x="39963" y="27248"/>
                  </a:lnTo>
                  <a:lnTo>
                    <a:pt x="39963" y="27167"/>
                  </a:lnTo>
                  <a:lnTo>
                    <a:pt x="39973" y="27097"/>
                  </a:lnTo>
                  <a:lnTo>
                    <a:pt x="39983" y="27017"/>
                  </a:lnTo>
                  <a:lnTo>
                    <a:pt x="40013" y="26936"/>
                  </a:lnTo>
                  <a:lnTo>
                    <a:pt x="40043" y="26856"/>
                  </a:lnTo>
                  <a:lnTo>
                    <a:pt x="40083" y="26775"/>
                  </a:lnTo>
                  <a:lnTo>
                    <a:pt x="40154" y="26655"/>
                  </a:lnTo>
                  <a:lnTo>
                    <a:pt x="40244" y="26554"/>
                  </a:lnTo>
                  <a:lnTo>
                    <a:pt x="40345" y="26444"/>
                  </a:lnTo>
                  <a:lnTo>
                    <a:pt x="40455" y="26353"/>
                  </a:lnTo>
                  <a:lnTo>
                    <a:pt x="40586" y="26263"/>
                  </a:lnTo>
                  <a:lnTo>
                    <a:pt x="40706" y="26182"/>
                  </a:lnTo>
                  <a:lnTo>
                    <a:pt x="40847" y="26112"/>
                  </a:lnTo>
                  <a:lnTo>
                    <a:pt x="40988" y="26042"/>
                  </a:lnTo>
                  <a:lnTo>
                    <a:pt x="41279" y="25911"/>
                  </a:lnTo>
                  <a:lnTo>
                    <a:pt x="41581" y="25790"/>
                  </a:lnTo>
                  <a:lnTo>
                    <a:pt x="42154" y="25599"/>
                  </a:lnTo>
                  <a:lnTo>
                    <a:pt x="42375" y="25529"/>
                  </a:lnTo>
                  <a:lnTo>
                    <a:pt x="42586" y="25469"/>
                  </a:lnTo>
                  <a:lnTo>
                    <a:pt x="42998" y="25358"/>
                  </a:lnTo>
                  <a:lnTo>
                    <a:pt x="43390" y="25278"/>
                  </a:lnTo>
                  <a:lnTo>
                    <a:pt x="43772" y="25177"/>
                  </a:lnTo>
                  <a:lnTo>
                    <a:pt x="43963" y="25127"/>
                  </a:lnTo>
                  <a:lnTo>
                    <a:pt x="44144" y="25057"/>
                  </a:lnTo>
                  <a:lnTo>
                    <a:pt x="44335" y="24986"/>
                  </a:lnTo>
                  <a:lnTo>
                    <a:pt x="44516" y="24896"/>
                  </a:lnTo>
                  <a:lnTo>
                    <a:pt x="44707" y="24805"/>
                  </a:lnTo>
                  <a:lnTo>
                    <a:pt x="44887" y="24685"/>
                  </a:lnTo>
                  <a:lnTo>
                    <a:pt x="45078" y="24544"/>
                  </a:lnTo>
                  <a:lnTo>
                    <a:pt x="45269" y="24393"/>
                  </a:lnTo>
                  <a:lnTo>
                    <a:pt x="45119" y="24413"/>
                  </a:lnTo>
                  <a:lnTo>
                    <a:pt x="44968" y="24444"/>
                  </a:lnTo>
                  <a:lnTo>
                    <a:pt x="44656" y="24514"/>
                  </a:lnTo>
                  <a:lnTo>
                    <a:pt x="44033" y="24675"/>
                  </a:lnTo>
                  <a:lnTo>
                    <a:pt x="43722" y="24755"/>
                  </a:lnTo>
                  <a:lnTo>
                    <a:pt x="43561" y="24785"/>
                  </a:lnTo>
                  <a:lnTo>
                    <a:pt x="43390" y="24805"/>
                  </a:lnTo>
                  <a:lnTo>
                    <a:pt x="43229" y="24826"/>
                  </a:lnTo>
                  <a:lnTo>
                    <a:pt x="42897" y="24826"/>
                  </a:lnTo>
                  <a:lnTo>
                    <a:pt x="42727" y="24805"/>
                  </a:lnTo>
                  <a:lnTo>
                    <a:pt x="42716" y="24745"/>
                  </a:lnTo>
                  <a:lnTo>
                    <a:pt x="42716" y="24685"/>
                  </a:lnTo>
                  <a:lnTo>
                    <a:pt x="42716" y="24615"/>
                  </a:lnTo>
                  <a:lnTo>
                    <a:pt x="42727" y="24554"/>
                  </a:lnTo>
                  <a:lnTo>
                    <a:pt x="42767" y="24434"/>
                  </a:lnTo>
                  <a:lnTo>
                    <a:pt x="42817" y="24323"/>
                  </a:lnTo>
                  <a:lnTo>
                    <a:pt x="42887" y="24212"/>
                  </a:lnTo>
                  <a:lnTo>
                    <a:pt x="42978" y="24102"/>
                  </a:lnTo>
                  <a:lnTo>
                    <a:pt x="43078" y="23991"/>
                  </a:lnTo>
                  <a:lnTo>
                    <a:pt x="43189" y="23891"/>
                  </a:lnTo>
                  <a:lnTo>
                    <a:pt x="43430" y="23690"/>
                  </a:lnTo>
                  <a:lnTo>
                    <a:pt x="43671" y="23489"/>
                  </a:lnTo>
                  <a:lnTo>
                    <a:pt x="43892" y="23298"/>
                  </a:lnTo>
                  <a:lnTo>
                    <a:pt x="44003" y="23207"/>
                  </a:lnTo>
                  <a:lnTo>
                    <a:pt x="44093" y="23107"/>
                  </a:lnTo>
                  <a:lnTo>
                    <a:pt x="43872" y="23187"/>
                  </a:lnTo>
                  <a:lnTo>
                    <a:pt x="43661" y="23278"/>
                  </a:lnTo>
                  <a:lnTo>
                    <a:pt x="43440" y="23378"/>
                  </a:lnTo>
                  <a:lnTo>
                    <a:pt x="43229" y="23489"/>
                  </a:lnTo>
                  <a:lnTo>
                    <a:pt x="43008" y="23619"/>
                  </a:lnTo>
                  <a:lnTo>
                    <a:pt x="42797" y="23750"/>
                  </a:lnTo>
                  <a:lnTo>
                    <a:pt x="42365" y="24032"/>
                  </a:lnTo>
                  <a:lnTo>
                    <a:pt x="41922" y="24333"/>
                  </a:lnTo>
                  <a:lnTo>
                    <a:pt x="41490" y="24645"/>
                  </a:lnTo>
                  <a:lnTo>
                    <a:pt x="41048" y="24956"/>
                  </a:lnTo>
                  <a:lnTo>
                    <a:pt x="40596" y="25248"/>
                  </a:lnTo>
                  <a:lnTo>
                    <a:pt x="40375" y="25388"/>
                  </a:lnTo>
                  <a:lnTo>
                    <a:pt x="40154" y="25529"/>
                  </a:lnTo>
                  <a:lnTo>
                    <a:pt x="39922" y="25650"/>
                  </a:lnTo>
                  <a:lnTo>
                    <a:pt x="39691" y="25770"/>
                  </a:lnTo>
                  <a:lnTo>
                    <a:pt x="39460" y="25881"/>
                  </a:lnTo>
                  <a:lnTo>
                    <a:pt x="39229" y="25971"/>
                  </a:lnTo>
                  <a:lnTo>
                    <a:pt x="38988" y="26052"/>
                  </a:lnTo>
                  <a:lnTo>
                    <a:pt x="38756" y="26122"/>
                  </a:lnTo>
                  <a:lnTo>
                    <a:pt x="38515" y="26172"/>
                  </a:lnTo>
                  <a:lnTo>
                    <a:pt x="38274" y="26213"/>
                  </a:lnTo>
                  <a:lnTo>
                    <a:pt x="38023" y="26233"/>
                  </a:lnTo>
                  <a:lnTo>
                    <a:pt x="37782" y="26233"/>
                  </a:lnTo>
                  <a:lnTo>
                    <a:pt x="37530" y="26213"/>
                  </a:lnTo>
                  <a:lnTo>
                    <a:pt x="37279" y="26162"/>
                  </a:lnTo>
                  <a:lnTo>
                    <a:pt x="37028" y="26102"/>
                  </a:lnTo>
                  <a:lnTo>
                    <a:pt x="36766" y="26012"/>
                  </a:lnTo>
                  <a:lnTo>
                    <a:pt x="36575" y="25931"/>
                  </a:lnTo>
                  <a:lnTo>
                    <a:pt x="36405" y="25851"/>
                  </a:lnTo>
                  <a:lnTo>
                    <a:pt x="36244" y="25750"/>
                  </a:lnTo>
                  <a:lnTo>
                    <a:pt x="36083" y="25660"/>
                  </a:lnTo>
                  <a:lnTo>
                    <a:pt x="35942" y="25549"/>
                  </a:lnTo>
                  <a:lnTo>
                    <a:pt x="35802" y="25439"/>
                  </a:lnTo>
                  <a:lnTo>
                    <a:pt x="35671" y="25328"/>
                  </a:lnTo>
                  <a:lnTo>
                    <a:pt x="35560" y="25208"/>
                  </a:lnTo>
                  <a:lnTo>
                    <a:pt x="35450" y="25077"/>
                  </a:lnTo>
                  <a:lnTo>
                    <a:pt x="35339" y="24946"/>
                  </a:lnTo>
                  <a:lnTo>
                    <a:pt x="35249" y="24805"/>
                  </a:lnTo>
                  <a:lnTo>
                    <a:pt x="35158" y="24655"/>
                  </a:lnTo>
                  <a:lnTo>
                    <a:pt x="35078" y="24514"/>
                  </a:lnTo>
                  <a:lnTo>
                    <a:pt x="35008" y="24353"/>
                  </a:lnTo>
                  <a:lnTo>
                    <a:pt x="34947" y="24202"/>
                  </a:lnTo>
                  <a:lnTo>
                    <a:pt x="34877" y="24032"/>
                  </a:lnTo>
                  <a:lnTo>
                    <a:pt x="34827" y="23871"/>
                  </a:lnTo>
                  <a:lnTo>
                    <a:pt x="34776" y="23690"/>
                  </a:lnTo>
                  <a:lnTo>
                    <a:pt x="34696" y="23338"/>
                  </a:lnTo>
                  <a:lnTo>
                    <a:pt x="34626" y="22966"/>
                  </a:lnTo>
                  <a:lnTo>
                    <a:pt x="34575" y="22584"/>
                  </a:lnTo>
                  <a:lnTo>
                    <a:pt x="34545" y="22182"/>
                  </a:lnTo>
                  <a:lnTo>
                    <a:pt x="34515" y="21770"/>
                  </a:lnTo>
                  <a:lnTo>
                    <a:pt x="34495" y="21348"/>
                  </a:lnTo>
                  <a:lnTo>
                    <a:pt x="34485" y="20916"/>
                  </a:lnTo>
                  <a:lnTo>
                    <a:pt x="34475" y="20725"/>
                  </a:lnTo>
                  <a:lnTo>
                    <a:pt x="34485" y="20544"/>
                  </a:lnTo>
                  <a:lnTo>
                    <a:pt x="34495" y="20373"/>
                  </a:lnTo>
                  <a:lnTo>
                    <a:pt x="34515" y="20192"/>
                  </a:lnTo>
                  <a:lnTo>
                    <a:pt x="34535" y="20021"/>
                  </a:lnTo>
                  <a:lnTo>
                    <a:pt x="34565" y="19860"/>
                  </a:lnTo>
                  <a:lnTo>
                    <a:pt x="34595" y="19700"/>
                  </a:lnTo>
                  <a:lnTo>
                    <a:pt x="34636" y="19539"/>
                  </a:lnTo>
                  <a:lnTo>
                    <a:pt x="34686" y="19388"/>
                  </a:lnTo>
                  <a:lnTo>
                    <a:pt x="34736" y="19237"/>
                  </a:lnTo>
                  <a:lnTo>
                    <a:pt x="34796" y="19097"/>
                  </a:lnTo>
                  <a:lnTo>
                    <a:pt x="34857" y="18956"/>
                  </a:lnTo>
                  <a:lnTo>
                    <a:pt x="34927" y="18815"/>
                  </a:lnTo>
                  <a:lnTo>
                    <a:pt x="35008" y="18685"/>
                  </a:lnTo>
                  <a:lnTo>
                    <a:pt x="35078" y="18554"/>
                  </a:lnTo>
                  <a:lnTo>
                    <a:pt x="35168" y="18433"/>
                  </a:lnTo>
                  <a:lnTo>
                    <a:pt x="35249" y="18313"/>
                  </a:lnTo>
                  <a:lnTo>
                    <a:pt x="35349" y="18202"/>
                  </a:lnTo>
                  <a:lnTo>
                    <a:pt x="35440" y="18092"/>
                  </a:lnTo>
                  <a:lnTo>
                    <a:pt x="35550" y="17991"/>
                  </a:lnTo>
                  <a:lnTo>
                    <a:pt x="35651" y="17880"/>
                  </a:lnTo>
                  <a:lnTo>
                    <a:pt x="35761" y="17790"/>
                  </a:lnTo>
                  <a:lnTo>
                    <a:pt x="36003" y="17609"/>
                  </a:lnTo>
                  <a:lnTo>
                    <a:pt x="36244" y="17448"/>
                  </a:lnTo>
                  <a:lnTo>
                    <a:pt x="36515" y="17297"/>
                  </a:lnTo>
                  <a:lnTo>
                    <a:pt x="36797" y="17177"/>
                  </a:lnTo>
                  <a:lnTo>
                    <a:pt x="37088" y="17066"/>
                  </a:lnTo>
                  <a:lnTo>
                    <a:pt x="37299" y="17006"/>
                  </a:lnTo>
                  <a:lnTo>
                    <a:pt x="37540" y="16936"/>
                  </a:lnTo>
                  <a:lnTo>
                    <a:pt x="37792" y="16885"/>
                  </a:lnTo>
                  <a:lnTo>
                    <a:pt x="38013" y="16845"/>
                  </a:lnTo>
                  <a:lnTo>
                    <a:pt x="38354" y="16805"/>
                  </a:lnTo>
                  <a:lnTo>
                    <a:pt x="38696" y="16775"/>
                  </a:lnTo>
                  <a:lnTo>
                    <a:pt x="39048" y="16755"/>
                  </a:lnTo>
                  <a:lnTo>
                    <a:pt x="39410" y="16735"/>
                  </a:lnTo>
                  <a:lnTo>
                    <a:pt x="40123" y="16725"/>
                  </a:lnTo>
                  <a:lnTo>
                    <a:pt x="40827" y="16715"/>
                  </a:lnTo>
                  <a:lnTo>
                    <a:pt x="41179" y="16704"/>
                  </a:lnTo>
                  <a:lnTo>
                    <a:pt x="41531" y="16694"/>
                  </a:lnTo>
                  <a:lnTo>
                    <a:pt x="41882" y="16674"/>
                  </a:lnTo>
                  <a:lnTo>
                    <a:pt x="42214" y="16644"/>
                  </a:lnTo>
                  <a:lnTo>
                    <a:pt x="42556" y="16604"/>
                  </a:lnTo>
                  <a:lnTo>
                    <a:pt x="42877" y="16544"/>
                  </a:lnTo>
                  <a:lnTo>
                    <a:pt x="43199" y="16473"/>
                  </a:lnTo>
                  <a:lnTo>
                    <a:pt x="43511" y="16383"/>
                  </a:lnTo>
                  <a:lnTo>
                    <a:pt x="43440" y="16373"/>
                  </a:lnTo>
                  <a:lnTo>
                    <a:pt x="43299" y="16343"/>
                  </a:lnTo>
                  <a:lnTo>
                    <a:pt x="42907" y="16222"/>
                  </a:lnTo>
                  <a:lnTo>
                    <a:pt x="42485" y="16091"/>
                  </a:lnTo>
                  <a:lnTo>
                    <a:pt x="42314" y="16041"/>
                  </a:lnTo>
                  <a:lnTo>
                    <a:pt x="42214" y="16021"/>
                  </a:lnTo>
                  <a:lnTo>
                    <a:pt x="41983" y="16001"/>
                  </a:lnTo>
                  <a:lnTo>
                    <a:pt x="41762" y="15991"/>
                  </a:lnTo>
                  <a:lnTo>
                    <a:pt x="41309" y="15981"/>
                  </a:lnTo>
                  <a:lnTo>
                    <a:pt x="40405" y="15981"/>
                  </a:lnTo>
                  <a:lnTo>
                    <a:pt x="40093" y="15991"/>
                  </a:lnTo>
                  <a:lnTo>
                    <a:pt x="39932" y="15991"/>
                  </a:lnTo>
                  <a:lnTo>
                    <a:pt x="39782" y="15981"/>
                  </a:lnTo>
                  <a:lnTo>
                    <a:pt x="39631" y="15961"/>
                  </a:lnTo>
                  <a:lnTo>
                    <a:pt x="39571" y="15941"/>
                  </a:lnTo>
                  <a:lnTo>
                    <a:pt x="39500" y="15910"/>
                  </a:lnTo>
                  <a:lnTo>
                    <a:pt x="39440" y="15880"/>
                  </a:lnTo>
                  <a:lnTo>
                    <a:pt x="39380" y="15840"/>
                  </a:lnTo>
                  <a:lnTo>
                    <a:pt x="39329" y="15790"/>
                  </a:lnTo>
                  <a:lnTo>
                    <a:pt x="39279" y="15730"/>
                  </a:lnTo>
                  <a:lnTo>
                    <a:pt x="39229" y="15639"/>
                  </a:lnTo>
                  <a:lnTo>
                    <a:pt x="39199" y="15559"/>
                  </a:lnTo>
                  <a:lnTo>
                    <a:pt x="39179" y="15468"/>
                  </a:lnTo>
                  <a:lnTo>
                    <a:pt x="39179" y="15388"/>
                  </a:lnTo>
                  <a:lnTo>
                    <a:pt x="39199" y="15317"/>
                  </a:lnTo>
                  <a:lnTo>
                    <a:pt x="39229" y="15247"/>
                  </a:lnTo>
                  <a:lnTo>
                    <a:pt x="39259" y="15177"/>
                  </a:lnTo>
                  <a:lnTo>
                    <a:pt x="39309" y="15106"/>
                  </a:lnTo>
                  <a:lnTo>
                    <a:pt x="39370" y="15046"/>
                  </a:lnTo>
                  <a:lnTo>
                    <a:pt x="39440" y="14986"/>
                  </a:lnTo>
                  <a:lnTo>
                    <a:pt x="39581" y="14885"/>
                  </a:lnTo>
                  <a:lnTo>
                    <a:pt x="39741" y="14785"/>
                  </a:lnTo>
                  <a:lnTo>
                    <a:pt x="39892" y="14704"/>
                  </a:lnTo>
                  <a:lnTo>
                    <a:pt x="40214" y="14554"/>
                  </a:lnTo>
                  <a:lnTo>
                    <a:pt x="40546" y="14423"/>
                  </a:lnTo>
                  <a:lnTo>
                    <a:pt x="40867" y="14312"/>
                  </a:lnTo>
                  <a:lnTo>
                    <a:pt x="41199" y="14202"/>
                  </a:lnTo>
                  <a:lnTo>
                    <a:pt x="41531" y="14111"/>
                  </a:lnTo>
                  <a:lnTo>
                    <a:pt x="41862" y="14031"/>
                  </a:lnTo>
                  <a:lnTo>
                    <a:pt x="42566" y="13870"/>
                  </a:lnTo>
                  <a:lnTo>
                    <a:pt x="42847" y="13810"/>
                  </a:lnTo>
                  <a:lnTo>
                    <a:pt x="43129" y="13740"/>
                  </a:lnTo>
                  <a:lnTo>
                    <a:pt x="43400" y="13659"/>
                  </a:lnTo>
                  <a:lnTo>
                    <a:pt x="43681" y="13579"/>
                  </a:lnTo>
                  <a:lnTo>
                    <a:pt x="44214" y="13398"/>
                  </a:lnTo>
                  <a:lnTo>
                    <a:pt x="44747" y="13207"/>
                  </a:lnTo>
                  <a:lnTo>
                    <a:pt x="45792" y="12795"/>
                  </a:lnTo>
                  <a:lnTo>
                    <a:pt x="46315" y="12584"/>
                  </a:lnTo>
                  <a:lnTo>
                    <a:pt x="46837" y="12393"/>
                  </a:lnTo>
                  <a:lnTo>
                    <a:pt x="46646" y="12393"/>
                  </a:lnTo>
                  <a:lnTo>
                    <a:pt x="46395" y="12423"/>
                  </a:lnTo>
                  <a:lnTo>
                    <a:pt x="46104" y="12463"/>
                  </a:lnTo>
                  <a:lnTo>
                    <a:pt x="45762" y="12523"/>
                  </a:lnTo>
                  <a:lnTo>
                    <a:pt x="45008" y="12664"/>
                  </a:lnTo>
                  <a:lnTo>
                    <a:pt x="44616" y="12734"/>
                  </a:lnTo>
                  <a:lnTo>
                    <a:pt x="44234" y="12795"/>
                  </a:lnTo>
                  <a:lnTo>
                    <a:pt x="43862" y="12845"/>
                  </a:lnTo>
                  <a:lnTo>
                    <a:pt x="43531" y="12875"/>
                  </a:lnTo>
                  <a:lnTo>
                    <a:pt x="43229" y="12875"/>
                  </a:lnTo>
                  <a:lnTo>
                    <a:pt x="43098" y="12865"/>
                  </a:lnTo>
                  <a:lnTo>
                    <a:pt x="42978" y="12845"/>
                  </a:lnTo>
                  <a:lnTo>
                    <a:pt x="42877" y="12815"/>
                  </a:lnTo>
                  <a:lnTo>
                    <a:pt x="42797" y="12775"/>
                  </a:lnTo>
                  <a:lnTo>
                    <a:pt x="42727" y="12724"/>
                  </a:lnTo>
                  <a:lnTo>
                    <a:pt x="42686" y="12674"/>
                  </a:lnTo>
                  <a:lnTo>
                    <a:pt x="42676" y="12634"/>
                  </a:lnTo>
                  <a:lnTo>
                    <a:pt x="42666" y="12594"/>
                  </a:lnTo>
                  <a:lnTo>
                    <a:pt x="42666" y="12513"/>
                  </a:lnTo>
                  <a:lnTo>
                    <a:pt x="42686" y="12413"/>
                  </a:lnTo>
                  <a:lnTo>
                    <a:pt x="42737" y="12302"/>
                  </a:lnTo>
                  <a:lnTo>
                    <a:pt x="42777" y="12242"/>
                  </a:lnTo>
                  <a:lnTo>
                    <a:pt x="42827" y="12182"/>
                  </a:lnTo>
                  <a:lnTo>
                    <a:pt x="42887" y="12111"/>
                  </a:lnTo>
                  <a:lnTo>
                    <a:pt x="42968" y="12051"/>
                  </a:lnTo>
                  <a:lnTo>
                    <a:pt x="43149" y="11910"/>
                  </a:lnTo>
                  <a:lnTo>
                    <a:pt x="43360" y="11780"/>
                  </a:lnTo>
                  <a:lnTo>
                    <a:pt x="43611" y="11639"/>
                  </a:lnTo>
                  <a:lnTo>
                    <a:pt x="43872" y="11498"/>
                  </a:lnTo>
                  <a:lnTo>
                    <a:pt x="44455" y="11227"/>
                  </a:lnTo>
                  <a:lnTo>
                    <a:pt x="45048" y="10955"/>
                  </a:lnTo>
                  <a:lnTo>
                    <a:pt x="45611" y="10694"/>
                  </a:lnTo>
                  <a:lnTo>
                    <a:pt x="45872" y="10573"/>
                  </a:lnTo>
                  <a:lnTo>
                    <a:pt x="46094" y="10443"/>
                  </a:lnTo>
                  <a:lnTo>
                    <a:pt x="46295" y="10332"/>
                  </a:lnTo>
                  <a:lnTo>
                    <a:pt x="46445" y="10222"/>
                  </a:lnTo>
                  <a:lnTo>
                    <a:pt x="46023" y="10282"/>
                  </a:lnTo>
                  <a:lnTo>
                    <a:pt x="45601" y="10352"/>
                  </a:lnTo>
                  <a:lnTo>
                    <a:pt x="45179" y="10443"/>
                  </a:lnTo>
                  <a:lnTo>
                    <a:pt x="44757" y="10543"/>
                  </a:lnTo>
                  <a:lnTo>
                    <a:pt x="44345" y="10654"/>
                  </a:lnTo>
                  <a:lnTo>
                    <a:pt x="43933" y="10785"/>
                  </a:lnTo>
                  <a:lnTo>
                    <a:pt x="43531" y="10925"/>
                  </a:lnTo>
                  <a:lnTo>
                    <a:pt x="43139" y="11086"/>
                  </a:lnTo>
                  <a:lnTo>
                    <a:pt x="42747" y="11257"/>
                  </a:lnTo>
                  <a:lnTo>
                    <a:pt x="42365" y="11448"/>
                  </a:lnTo>
                  <a:lnTo>
                    <a:pt x="41983" y="11639"/>
                  </a:lnTo>
                  <a:lnTo>
                    <a:pt x="41621" y="11860"/>
                  </a:lnTo>
                  <a:lnTo>
                    <a:pt x="41259" y="12081"/>
                  </a:lnTo>
                  <a:lnTo>
                    <a:pt x="40917" y="12322"/>
                  </a:lnTo>
                  <a:lnTo>
                    <a:pt x="40586" y="12584"/>
                  </a:lnTo>
                  <a:lnTo>
                    <a:pt x="40254" y="12855"/>
                  </a:lnTo>
                  <a:lnTo>
                    <a:pt x="40103" y="12996"/>
                  </a:lnTo>
                  <a:lnTo>
                    <a:pt x="39942" y="13136"/>
                  </a:lnTo>
                  <a:lnTo>
                    <a:pt x="39651" y="13438"/>
                  </a:lnTo>
                  <a:lnTo>
                    <a:pt x="39370" y="13750"/>
                  </a:lnTo>
                  <a:lnTo>
                    <a:pt x="39078" y="14061"/>
                  </a:lnTo>
                  <a:lnTo>
                    <a:pt x="38797" y="14363"/>
                  </a:lnTo>
                  <a:lnTo>
                    <a:pt x="38495" y="14664"/>
                  </a:lnTo>
                  <a:lnTo>
                    <a:pt x="38344" y="14805"/>
                  </a:lnTo>
                  <a:lnTo>
                    <a:pt x="38184" y="14946"/>
                  </a:lnTo>
                  <a:lnTo>
                    <a:pt x="38023" y="15086"/>
                  </a:lnTo>
                  <a:lnTo>
                    <a:pt x="37852" y="15217"/>
                  </a:lnTo>
                  <a:lnTo>
                    <a:pt x="37721" y="15317"/>
                  </a:lnTo>
                  <a:lnTo>
                    <a:pt x="37611" y="15418"/>
                  </a:lnTo>
                  <a:lnTo>
                    <a:pt x="37390" y="15609"/>
                  </a:lnTo>
                  <a:lnTo>
                    <a:pt x="37269" y="15689"/>
                  </a:lnTo>
                  <a:lnTo>
                    <a:pt x="37148" y="15760"/>
                  </a:lnTo>
                  <a:lnTo>
                    <a:pt x="37008" y="15810"/>
                  </a:lnTo>
                  <a:lnTo>
                    <a:pt x="36927" y="15840"/>
                  </a:lnTo>
                  <a:lnTo>
                    <a:pt x="36847" y="15850"/>
                  </a:lnTo>
                  <a:lnTo>
                    <a:pt x="36766" y="15860"/>
                  </a:lnTo>
                  <a:lnTo>
                    <a:pt x="36636" y="15860"/>
                  </a:lnTo>
                  <a:lnTo>
                    <a:pt x="36565" y="15850"/>
                  </a:lnTo>
                  <a:lnTo>
                    <a:pt x="36505" y="15830"/>
                  </a:lnTo>
                  <a:lnTo>
                    <a:pt x="36445" y="15800"/>
                  </a:lnTo>
                  <a:lnTo>
                    <a:pt x="36384" y="15770"/>
                  </a:lnTo>
                  <a:lnTo>
                    <a:pt x="36334" y="15740"/>
                  </a:lnTo>
                  <a:lnTo>
                    <a:pt x="36284" y="15699"/>
                  </a:lnTo>
                  <a:lnTo>
                    <a:pt x="36244" y="15659"/>
                  </a:lnTo>
                  <a:lnTo>
                    <a:pt x="36204" y="15609"/>
                  </a:lnTo>
                  <a:lnTo>
                    <a:pt x="36163" y="15559"/>
                  </a:lnTo>
                  <a:lnTo>
                    <a:pt x="36143" y="15498"/>
                  </a:lnTo>
                  <a:lnTo>
                    <a:pt x="36123" y="15448"/>
                  </a:lnTo>
                  <a:lnTo>
                    <a:pt x="36103" y="15388"/>
                  </a:lnTo>
                  <a:lnTo>
                    <a:pt x="36103" y="15317"/>
                  </a:lnTo>
                  <a:lnTo>
                    <a:pt x="36103" y="15197"/>
                  </a:lnTo>
                  <a:lnTo>
                    <a:pt x="36113" y="15066"/>
                  </a:lnTo>
                  <a:lnTo>
                    <a:pt x="36133" y="14956"/>
                  </a:lnTo>
                  <a:lnTo>
                    <a:pt x="36153" y="14835"/>
                  </a:lnTo>
                  <a:lnTo>
                    <a:pt x="36194" y="14724"/>
                  </a:lnTo>
                  <a:lnTo>
                    <a:pt x="36234" y="14614"/>
                  </a:lnTo>
                  <a:lnTo>
                    <a:pt x="36334" y="14393"/>
                  </a:lnTo>
                  <a:lnTo>
                    <a:pt x="36445" y="14182"/>
                  </a:lnTo>
                  <a:lnTo>
                    <a:pt x="36565" y="13971"/>
                  </a:lnTo>
                  <a:lnTo>
                    <a:pt x="36676" y="13750"/>
                  </a:lnTo>
                  <a:lnTo>
                    <a:pt x="36787" y="13528"/>
                  </a:lnTo>
                  <a:lnTo>
                    <a:pt x="36867" y="13348"/>
                  </a:lnTo>
                  <a:lnTo>
                    <a:pt x="36957" y="13177"/>
                  </a:lnTo>
                  <a:lnTo>
                    <a:pt x="37048" y="12996"/>
                  </a:lnTo>
                  <a:lnTo>
                    <a:pt x="37148" y="12825"/>
                  </a:lnTo>
                  <a:lnTo>
                    <a:pt x="37259" y="12664"/>
                  </a:lnTo>
                  <a:lnTo>
                    <a:pt x="37380" y="12503"/>
                  </a:lnTo>
                  <a:lnTo>
                    <a:pt x="37510" y="12352"/>
                  </a:lnTo>
                  <a:lnTo>
                    <a:pt x="37661" y="12212"/>
                  </a:lnTo>
                  <a:lnTo>
                    <a:pt x="37832" y="12041"/>
                  </a:lnTo>
                  <a:lnTo>
                    <a:pt x="37993" y="11870"/>
                  </a:lnTo>
                  <a:lnTo>
                    <a:pt x="38143" y="11689"/>
                  </a:lnTo>
                  <a:lnTo>
                    <a:pt x="38274" y="11508"/>
                  </a:lnTo>
                  <a:lnTo>
                    <a:pt x="38405" y="11327"/>
                  </a:lnTo>
                  <a:lnTo>
                    <a:pt x="38525" y="11136"/>
                  </a:lnTo>
                  <a:lnTo>
                    <a:pt x="38746" y="10744"/>
                  </a:lnTo>
                  <a:lnTo>
                    <a:pt x="39179" y="9970"/>
                  </a:lnTo>
                  <a:lnTo>
                    <a:pt x="39410" y="9589"/>
                  </a:lnTo>
                  <a:lnTo>
                    <a:pt x="39530" y="9398"/>
                  </a:lnTo>
                  <a:lnTo>
                    <a:pt x="39651" y="9217"/>
                  </a:lnTo>
                  <a:lnTo>
                    <a:pt x="39500" y="9307"/>
                  </a:lnTo>
                  <a:lnTo>
                    <a:pt x="39349" y="9408"/>
                  </a:lnTo>
                  <a:lnTo>
                    <a:pt x="39199" y="9518"/>
                  </a:lnTo>
                  <a:lnTo>
                    <a:pt x="39058" y="9639"/>
                  </a:lnTo>
                  <a:lnTo>
                    <a:pt x="38917" y="9769"/>
                  </a:lnTo>
                  <a:lnTo>
                    <a:pt x="38777" y="9900"/>
                  </a:lnTo>
                  <a:lnTo>
                    <a:pt x="38515" y="10182"/>
                  </a:lnTo>
                  <a:lnTo>
                    <a:pt x="38264" y="10473"/>
                  </a:lnTo>
                  <a:lnTo>
                    <a:pt x="38033" y="10775"/>
                  </a:lnTo>
                  <a:lnTo>
                    <a:pt x="37611" y="11347"/>
                  </a:lnTo>
                  <a:lnTo>
                    <a:pt x="37470" y="11548"/>
                  </a:lnTo>
                  <a:lnTo>
                    <a:pt x="37410" y="11629"/>
                  </a:lnTo>
                  <a:lnTo>
                    <a:pt x="37369" y="11659"/>
                  </a:lnTo>
                  <a:lnTo>
                    <a:pt x="37339" y="11679"/>
                  </a:lnTo>
                  <a:lnTo>
                    <a:pt x="37299" y="11699"/>
                  </a:lnTo>
                  <a:lnTo>
                    <a:pt x="37269" y="11709"/>
                  </a:lnTo>
                  <a:lnTo>
                    <a:pt x="37229" y="11699"/>
                  </a:lnTo>
                  <a:lnTo>
                    <a:pt x="37189" y="11689"/>
                  </a:lnTo>
                  <a:lnTo>
                    <a:pt x="37148" y="11659"/>
                  </a:lnTo>
                  <a:lnTo>
                    <a:pt x="37108" y="11619"/>
                  </a:lnTo>
                  <a:lnTo>
                    <a:pt x="37068" y="11558"/>
                  </a:lnTo>
                  <a:lnTo>
                    <a:pt x="37018" y="11488"/>
                  </a:lnTo>
                  <a:lnTo>
                    <a:pt x="36977" y="11388"/>
                  </a:lnTo>
                  <a:lnTo>
                    <a:pt x="36957" y="11287"/>
                  </a:lnTo>
                  <a:lnTo>
                    <a:pt x="36937" y="11166"/>
                  </a:lnTo>
                  <a:lnTo>
                    <a:pt x="36937" y="11046"/>
                  </a:lnTo>
                  <a:lnTo>
                    <a:pt x="36937" y="10925"/>
                  </a:lnTo>
                  <a:lnTo>
                    <a:pt x="36947" y="10805"/>
                  </a:lnTo>
                  <a:lnTo>
                    <a:pt x="36988" y="10594"/>
                  </a:lnTo>
                  <a:lnTo>
                    <a:pt x="37068" y="10242"/>
                  </a:lnTo>
                  <a:lnTo>
                    <a:pt x="37168" y="9890"/>
                  </a:lnTo>
                  <a:lnTo>
                    <a:pt x="37369" y="9186"/>
                  </a:lnTo>
                  <a:lnTo>
                    <a:pt x="37470" y="8835"/>
                  </a:lnTo>
                  <a:lnTo>
                    <a:pt x="37550" y="8483"/>
                  </a:lnTo>
                  <a:lnTo>
                    <a:pt x="37581" y="8302"/>
                  </a:lnTo>
                  <a:lnTo>
                    <a:pt x="37601" y="8121"/>
                  </a:lnTo>
                  <a:lnTo>
                    <a:pt x="37621" y="7940"/>
                  </a:lnTo>
                  <a:lnTo>
                    <a:pt x="37631" y="7759"/>
                  </a:lnTo>
                  <a:lnTo>
                    <a:pt x="37460" y="7970"/>
                  </a:lnTo>
                  <a:lnTo>
                    <a:pt x="37309" y="8181"/>
                  </a:lnTo>
                  <a:lnTo>
                    <a:pt x="37168" y="8403"/>
                  </a:lnTo>
                  <a:lnTo>
                    <a:pt x="37048" y="8624"/>
                  </a:lnTo>
                  <a:lnTo>
                    <a:pt x="36927" y="8855"/>
                  </a:lnTo>
                  <a:lnTo>
                    <a:pt x="36817" y="9086"/>
                  </a:lnTo>
                  <a:lnTo>
                    <a:pt x="36716" y="9327"/>
                  </a:lnTo>
                  <a:lnTo>
                    <a:pt x="36626" y="9558"/>
                  </a:lnTo>
                  <a:lnTo>
                    <a:pt x="36545" y="9800"/>
                  </a:lnTo>
                  <a:lnTo>
                    <a:pt x="36475" y="10051"/>
                  </a:lnTo>
                  <a:lnTo>
                    <a:pt x="36334" y="10543"/>
                  </a:lnTo>
                  <a:lnTo>
                    <a:pt x="36224" y="11036"/>
                  </a:lnTo>
                  <a:lnTo>
                    <a:pt x="36123" y="11538"/>
                  </a:lnTo>
                  <a:lnTo>
                    <a:pt x="35932" y="12543"/>
                  </a:lnTo>
                  <a:lnTo>
                    <a:pt x="35832" y="13046"/>
                  </a:lnTo>
                  <a:lnTo>
                    <a:pt x="35721" y="13528"/>
                  </a:lnTo>
                  <a:lnTo>
                    <a:pt x="35601" y="14011"/>
                  </a:lnTo>
                  <a:lnTo>
                    <a:pt x="35520" y="14242"/>
                  </a:lnTo>
                  <a:lnTo>
                    <a:pt x="35450" y="14473"/>
                  </a:lnTo>
                  <a:lnTo>
                    <a:pt x="35359" y="14704"/>
                  </a:lnTo>
                  <a:lnTo>
                    <a:pt x="35269" y="14926"/>
                  </a:lnTo>
                  <a:lnTo>
                    <a:pt x="35168" y="15137"/>
                  </a:lnTo>
                  <a:lnTo>
                    <a:pt x="35058" y="15358"/>
                  </a:lnTo>
                  <a:lnTo>
                    <a:pt x="34927" y="15559"/>
                  </a:lnTo>
                  <a:lnTo>
                    <a:pt x="34786" y="15740"/>
                  </a:lnTo>
                  <a:lnTo>
                    <a:pt x="34626" y="15921"/>
                  </a:lnTo>
                  <a:lnTo>
                    <a:pt x="34455" y="16081"/>
                  </a:lnTo>
                  <a:lnTo>
                    <a:pt x="34264" y="16222"/>
                  </a:lnTo>
                  <a:lnTo>
                    <a:pt x="34063" y="16353"/>
                  </a:lnTo>
                  <a:lnTo>
                    <a:pt x="33842" y="16463"/>
                  </a:lnTo>
                  <a:lnTo>
                    <a:pt x="33621" y="16564"/>
                  </a:lnTo>
                  <a:lnTo>
                    <a:pt x="33389" y="16644"/>
                  </a:lnTo>
                  <a:lnTo>
                    <a:pt x="33148" y="16704"/>
                  </a:lnTo>
                  <a:lnTo>
                    <a:pt x="32897" y="16745"/>
                  </a:lnTo>
                  <a:lnTo>
                    <a:pt x="32646" y="16775"/>
                  </a:lnTo>
                  <a:lnTo>
                    <a:pt x="32394" y="16775"/>
                  </a:lnTo>
                  <a:lnTo>
                    <a:pt x="32143" y="16765"/>
                  </a:lnTo>
                  <a:lnTo>
                    <a:pt x="31882" y="16735"/>
                  </a:lnTo>
                  <a:lnTo>
                    <a:pt x="31630" y="16684"/>
                  </a:lnTo>
                  <a:lnTo>
                    <a:pt x="31088" y="16544"/>
                  </a:lnTo>
                  <a:lnTo>
                    <a:pt x="30545" y="16403"/>
                  </a:lnTo>
                  <a:lnTo>
                    <a:pt x="30002" y="16252"/>
                  </a:lnTo>
                  <a:lnTo>
                    <a:pt x="29459" y="16091"/>
                  </a:lnTo>
                  <a:lnTo>
                    <a:pt x="28927" y="15921"/>
                  </a:lnTo>
                  <a:lnTo>
                    <a:pt x="28404" y="15740"/>
                  </a:lnTo>
                  <a:lnTo>
                    <a:pt x="27902" y="15539"/>
                  </a:lnTo>
                  <a:lnTo>
                    <a:pt x="27409" y="15328"/>
                  </a:lnTo>
                  <a:lnTo>
                    <a:pt x="27258" y="15257"/>
                  </a:lnTo>
                  <a:lnTo>
                    <a:pt x="27108" y="15177"/>
                  </a:lnTo>
                  <a:lnTo>
                    <a:pt x="26967" y="15096"/>
                  </a:lnTo>
                  <a:lnTo>
                    <a:pt x="26826" y="15006"/>
                  </a:lnTo>
                  <a:lnTo>
                    <a:pt x="26685" y="14915"/>
                  </a:lnTo>
                  <a:lnTo>
                    <a:pt x="26555" y="14815"/>
                  </a:lnTo>
                  <a:lnTo>
                    <a:pt x="26424" y="14704"/>
                  </a:lnTo>
                  <a:lnTo>
                    <a:pt x="26304" y="14594"/>
                  </a:lnTo>
                  <a:lnTo>
                    <a:pt x="26193" y="14483"/>
                  </a:lnTo>
                  <a:lnTo>
                    <a:pt x="26082" y="14363"/>
                  </a:lnTo>
                  <a:lnTo>
                    <a:pt x="25982" y="14242"/>
                  </a:lnTo>
                  <a:lnTo>
                    <a:pt x="25881" y="14111"/>
                  </a:lnTo>
                  <a:lnTo>
                    <a:pt x="25801" y="13991"/>
                  </a:lnTo>
                  <a:lnTo>
                    <a:pt x="25711" y="13850"/>
                  </a:lnTo>
                  <a:lnTo>
                    <a:pt x="25640" y="13719"/>
                  </a:lnTo>
                  <a:lnTo>
                    <a:pt x="25580" y="13579"/>
                  </a:lnTo>
                  <a:lnTo>
                    <a:pt x="25520" y="13438"/>
                  </a:lnTo>
                  <a:lnTo>
                    <a:pt x="25469" y="13297"/>
                  </a:lnTo>
                  <a:lnTo>
                    <a:pt x="25429" y="13157"/>
                  </a:lnTo>
                  <a:lnTo>
                    <a:pt x="25399" y="13006"/>
                  </a:lnTo>
                  <a:lnTo>
                    <a:pt x="25379" y="12865"/>
                  </a:lnTo>
                  <a:lnTo>
                    <a:pt x="25369" y="12714"/>
                  </a:lnTo>
                  <a:lnTo>
                    <a:pt x="25369" y="12564"/>
                  </a:lnTo>
                  <a:lnTo>
                    <a:pt x="25379" y="12413"/>
                  </a:lnTo>
                  <a:lnTo>
                    <a:pt x="25399" y="12262"/>
                  </a:lnTo>
                  <a:lnTo>
                    <a:pt x="25429" y="12111"/>
                  </a:lnTo>
                  <a:lnTo>
                    <a:pt x="25469" y="11971"/>
                  </a:lnTo>
                  <a:lnTo>
                    <a:pt x="25520" y="11820"/>
                  </a:lnTo>
                  <a:lnTo>
                    <a:pt x="25590" y="11669"/>
                  </a:lnTo>
                  <a:lnTo>
                    <a:pt x="25670" y="11518"/>
                  </a:lnTo>
                  <a:lnTo>
                    <a:pt x="25761" y="11378"/>
                  </a:lnTo>
                  <a:lnTo>
                    <a:pt x="25861" y="11227"/>
                  </a:lnTo>
                  <a:lnTo>
                    <a:pt x="26223" y="10764"/>
                  </a:lnTo>
                  <a:lnTo>
                    <a:pt x="26404" y="10533"/>
                  </a:lnTo>
                  <a:lnTo>
                    <a:pt x="26595" y="10302"/>
                  </a:lnTo>
                  <a:lnTo>
                    <a:pt x="26786" y="10081"/>
                  </a:lnTo>
                  <a:lnTo>
                    <a:pt x="26997" y="9870"/>
                  </a:lnTo>
                  <a:lnTo>
                    <a:pt x="27208" y="9679"/>
                  </a:lnTo>
                  <a:lnTo>
                    <a:pt x="27309" y="9599"/>
                  </a:lnTo>
                  <a:lnTo>
                    <a:pt x="27429" y="9518"/>
                  </a:lnTo>
                  <a:lnTo>
                    <a:pt x="27550" y="9438"/>
                  </a:lnTo>
                  <a:lnTo>
                    <a:pt x="27680" y="9367"/>
                  </a:lnTo>
                  <a:lnTo>
                    <a:pt x="27932" y="9237"/>
                  </a:lnTo>
                  <a:lnTo>
                    <a:pt x="28183" y="9136"/>
                  </a:lnTo>
                  <a:lnTo>
                    <a:pt x="28434" y="9036"/>
                  </a:lnTo>
                  <a:lnTo>
                    <a:pt x="28696" y="8925"/>
                  </a:lnTo>
                  <a:lnTo>
                    <a:pt x="28816" y="8865"/>
                  </a:lnTo>
                  <a:lnTo>
                    <a:pt x="28947" y="8794"/>
                  </a:lnTo>
                  <a:lnTo>
                    <a:pt x="29068" y="8724"/>
                  </a:lnTo>
                  <a:lnTo>
                    <a:pt x="29198" y="8634"/>
                  </a:lnTo>
                  <a:lnTo>
                    <a:pt x="29319" y="8543"/>
                  </a:lnTo>
                  <a:lnTo>
                    <a:pt x="29449" y="8433"/>
                  </a:lnTo>
                  <a:lnTo>
                    <a:pt x="29681" y="8212"/>
                  </a:lnTo>
                  <a:lnTo>
                    <a:pt x="29902" y="7990"/>
                  </a:lnTo>
                  <a:lnTo>
                    <a:pt x="30354" y="7518"/>
                  </a:lnTo>
                  <a:lnTo>
                    <a:pt x="30786" y="7046"/>
                  </a:lnTo>
                  <a:lnTo>
                    <a:pt x="31218" y="6593"/>
                  </a:lnTo>
                  <a:lnTo>
                    <a:pt x="31168" y="6644"/>
                  </a:lnTo>
                  <a:lnTo>
                    <a:pt x="31108" y="6694"/>
                  </a:lnTo>
                  <a:lnTo>
                    <a:pt x="30957" y="6784"/>
                  </a:lnTo>
                  <a:lnTo>
                    <a:pt x="30796" y="6875"/>
                  </a:lnTo>
                  <a:lnTo>
                    <a:pt x="30615" y="6965"/>
                  </a:lnTo>
                  <a:lnTo>
                    <a:pt x="30264" y="7136"/>
                  </a:lnTo>
                  <a:lnTo>
                    <a:pt x="30103" y="7227"/>
                  </a:lnTo>
                  <a:lnTo>
                    <a:pt x="29962" y="7317"/>
                  </a:lnTo>
                  <a:lnTo>
                    <a:pt x="29681" y="7538"/>
                  </a:lnTo>
                  <a:lnTo>
                    <a:pt x="29409" y="7759"/>
                  </a:lnTo>
                  <a:lnTo>
                    <a:pt x="29138" y="7990"/>
                  </a:lnTo>
                  <a:lnTo>
                    <a:pt x="28856" y="8212"/>
                  </a:lnTo>
                  <a:lnTo>
                    <a:pt x="28655" y="8362"/>
                  </a:lnTo>
                  <a:lnTo>
                    <a:pt x="28565" y="8423"/>
                  </a:lnTo>
                  <a:lnTo>
                    <a:pt x="28475" y="8463"/>
                  </a:lnTo>
                  <a:lnTo>
                    <a:pt x="28424" y="8483"/>
                  </a:lnTo>
                  <a:lnTo>
                    <a:pt x="28374" y="8483"/>
                  </a:lnTo>
                  <a:lnTo>
                    <a:pt x="28324" y="8493"/>
                  </a:lnTo>
                  <a:lnTo>
                    <a:pt x="28273" y="8483"/>
                  </a:lnTo>
                  <a:lnTo>
                    <a:pt x="28213" y="8473"/>
                  </a:lnTo>
                  <a:lnTo>
                    <a:pt x="28163" y="8443"/>
                  </a:lnTo>
                  <a:lnTo>
                    <a:pt x="28103" y="8413"/>
                  </a:lnTo>
                  <a:lnTo>
                    <a:pt x="28032" y="8372"/>
                  </a:lnTo>
                  <a:lnTo>
                    <a:pt x="27962" y="8312"/>
                  </a:lnTo>
                  <a:lnTo>
                    <a:pt x="27912" y="8252"/>
                  </a:lnTo>
                  <a:lnTo>
                    <a:pt x="27871" y="8191"/>
                  </a:lnTo>
                  <a:lnTo>
                    <a:pt x="27851" y="8131"/>
                  </a:lnTo>
                  <a:lnTo>
                    <a:pt x="27831" y="8071"/>
                  </a:lnTo>
                  <a:lnTo>
                    <a:pt x="27831" y="8011"/>
                  </a:lnTo>
                  <a:lnTo>
                    <a:pt x="27841" y="7950"/>
                  </a:lnTo>
                  <a:lnTo>
                    <a:pt x="27851" y="7890"/>
                  </a:lnTo>
                  <a:lnTo>
                    <a:pt x="27902" y="7759"/>
                  </a:lnTo>
                  <a:lnTo>
                    <a:pt x="27962" y="7629"/>
                  </a:lnTo>
                  <a:lnTo>
                    <a:pt x="28022" y="7508"/>
                  </a:lnTo>
                  <a:lnTo>
                    <a:pt x="28072" y="7377"/>
                  </a:lnTo>
                  <a:lnTo>
                    <a:pt x="28123" y="7227"/>
                  </a:lnTo>
                  <a:lnTo>
                    <a:pt x="28153" y="7076"/>
                  </a:lnTo>
                  <a:lnTo>
                    <a:pt x="28183" y="6915"/>
                  </a:lnTo>
                  <a:lnTo>
                    <a:pt x="28203" y="6754"/>
                  </a:lnTo>
                  <a:lnTo>
                    <a:pt x="28213" y="6422"/>
                  </a:lnTo>
                  <a:lnTo>
                    <a:pt x="28213" y="6111"/>
                  </a:lnTo>
                  <a:lnTo>
                    <a:pt x="28203" y="5990"/>
                  </a:lnTo>
                  <a:lnTo>
                    <a:pt x="28173" y="5840"/>
                  </a:lnTo>
                  <a:lnTo>
                    <a:pt x="28072" y="5508"/>
                  </a:lnTo>
                  <a:lnTo>
                    <a:pt x="28032" y="5347"/>
                  </a:lnTo>
                  <a:lnTo>
                    <a:pt x="27992" y="5196"/>
                  </a:lnTo>
                  <a:lnTo>
                    <a:pt x="27972" y="5066"/>
                  </a:lnTo>
                  <a:lnTo>
                    <a:pt x="27972" y="5005"/>
                  </a:lnTo>
                  <a:lnTo>
                    <a:pt x="27982" y="4965"/>
                  </a:lnTo>
                  <a:lnTo>
                    <a:pt x="27932" y="5136"/>
                  </a:lnTo>
                  <a:lnTo>
                    <a:pt x="27882" y="5307"/>
                  </a:lnTo>
                  <a:lnTo>
                    <a:pt x="27811" y="5649"/>
                  </a:lnTo>
                  <a:lnTo>
                    <a:pt x="27751" y="6000"/>
                  </a:lnTo>
                  <a:lnTo>
                    <a:pt x="27691" y="6342"/>
                  </a:lnTo>
                  <a:lnTo>
                    <a:pt x="27590" y="7046"/>
                  </a:lnTo>
                  <a:lnTo>
                    <a:pt x="27530" y="7387"/>
                  </a:lnTo>
                  <a:lnTo>
                    <a:pt x="27449" y="7739"/>
                  </a:lnTo>
                  <a:lnTo>
                    <a:pt x="27379" y="8000"/>
                  </a:lnTo>
                  <a:lnTo>
                    <a:pt x="27258" y="8332"/>
                  </a:lnTo>
                  <a:lnTo>
                    <a:pt x="27188" y="8513"/>
                  </a:lnTo>
                  <a:lnTo>
                    <a:pt x="27098" y="8694"/>
                  </a:lnTo>
                  <a:lnTo>
                    <a:pt x="27007" y="8875"/>
                  </a:lnTo>
                  <a:lnTo>
                    <a:pt x="26907" y="9056"/>
                  </a:lnTo>
                  <a:lnTo>
                    <a:pt x="26796" y="9227"/>
                  </a:lnTo>
                  <a:lnTo>
                    <a:pt x="26665" y="9387"/>
                  </a:lnTo>
                  <a:lnTo>
                    <a:pt x="26535" y="9528"/>
                  </a:lnTo>
                  <a:lnTo>
                    <a:pt x="26464" y="9589"/>
                  </a:lnTo>
                  <a:lnTo>
                    <a:pt x="26394" y="9639"/>
                  </a:lnTo>
                  <a:lnTo>
                    <a:pt x="26324" y="9689"/>
                  </a:lnTo>
                  <a:lnTo>
                    <a:pt x="26243" y="9739"/>
                  </a:lnTo>
                  <a:lnTo>
                    <a:pt x="26173" y="9769"/>
                  </a:lnTo>
                  <a:lnTo>
                    <a:pt x="26092" y="9790"/>
                  </a:lnTo>
                  <a:lnTo>
                    <a:pt x="26002" y="9810"/>
                  </a:lnTo>
                  <a:lnTo>
                    <a:pt x="25922" y="9820"/>
                  </a:lnTo>
                  <a:lnTo>
                    <a:pt x="25831" y="9820"/>
                  </a:lnTo>
                  <a:lnTo>
                    <a:pt x="25741" y="9800"/>
                  </a:lnTo>
                  <a:lnTo>
                    <a:pt x="25630" y="9779"/>
                  </a:lnTo>
                  <a:lnTo>
                    <a:pt x="25540" y="9729"/>
                  </a:lnTo>
                  <a:lnTo>
                    <a:pt x="25449" y="9679"/>
                  </a:lnTo>
                  <a:lnTo>
                    <a:pt x="25369" y="9619"/>
                  </a:lnTo>
                  <a:lnTo>
                    <a:pt x="25309" y="9538"/>
                  </a:lnTo>
                  <a:lnTo>
                    <a:pt x="25248" y="9458"/>
                  </a:lnTo>
                  <a:lnTo>
                    <a:pt x="25208" y="9367"/>
                  </a:lnTo>
                  <a:lnTo>
                    <a:pt x="25168" y="9267"/>
                  </a:lnTo>
                  <a:lnTo>
                    <a:pt x="25138" y="9156"/>
                  </a:lnTo>
                  <a:lnTo>
                    <a:pt x="25107" y="9046"/>
                  </a:lnTo>
                  <a:lnTo>
                    <a:pt x="25097" y="8925"/>
                  </a:lnTo>
                  <a:lnTo>
                    <a:pt x="25087" y="8794"/>
                  </a:lnTo>
                  <a:lnTo>
                    <a:pt x="25087" y="8664"/>
                  </a:lnTo>
                  <a:lnTo>
                    <a:pt x="25087" y="8533"/>
                  </a:lnTo>
                  <a:lnTo>
                    <a:pt x="25107" y="8262"/>
                  </a:lnTo>
                  <a:lnTo>
                    <a:pt x="25158" y="7990"/>
                  </a:lnTo>
                  <a:lnTo>
                    <a:pt x="25208" y="7719"/>
                  </a:lnTo>
                  <a:lnTo>
                    <a:pt x="25278" y="7448"/>
                  </a:lnTo>
                  <a:lnTo>
                    <a:pt x="25359" y="7196"/>
                  </a:lnTo>
                  <a:lnTo>
                    <a:pt x="25439" y="6965"/>
                  </a:lnTo>
                  <a:lnTo>
                    <a:pt x="25520" y="6764"/>
                  </a:lnTo>
                  <a:lnTo>
                    <a:pt x="25590" y="6583"/>
                  </a:lnTo>
                  <a:lnTo>
                    <a:pt x="25660" y="6453"/>
                  </a:lnTo>
                  <a:lnTo>
                    <a:pt x="25851" y="6141"/>
                  </a:lnTo>
                  <a:lnTo>
                    <a:pt x="26042" y="5829"/>
                  </a:lnTo>
                  <a:lnTo>
                    <a:pt x="26243" y="5508"/>
                  </a:lnTo>
                  <a:lnTo>
                    <a:pt x="26424" y="5186"/>
                  </a:lnTo>
                  <a:lnTo>
                    <a:pt x="26595" y="4865"/>
                  </a:lnTo>
                  <a:lnTo>
                    <a:pt x="26675" y="4704"/>
                  </a:lnTo>
                  <a:lnTo>
                    <a:pt x="26746" y="4533"/>
                  </a:lnTo>
                  <a:lnTo>
                    <a:pt x="26806" y="4362"/>
                  </a:lnTo>
                  <a:lnTo>
                    <a:pt x="26866" y="4191"/>
                  </a:lnTo>
                  <a:lnTo>
                    <a:pt x="26907" y="4020"/>
                  </a:lnTo>
                  <a:lnTo>
                    <a:pt x="26947" y="3839"/>
                  </a:lnTo>
                  <a:lnTo>
                    <a:pt x="26977" y="3598"/>
                  </a:lnTo>
                  <a:lnTo>
                    <a:pt x="26997" y="3357"/>
                  </a:lnTo>
                  <a:lnTo>
                    <a:pt x="27007" y="3116"/>
                  </a:lnTo>
                  <a:lnTo>
                    <a:pt x="27007" y="2875"/>
                  </a:lnTo>
                  <a:lnTo>
                    <a:pt x="26997" y="2633"/>
                  </a:lnTo>
                  <a:lnTo>
                    <a:pt x="26977" y="2392"/>
                  </a:lnTo>
                  <a:lnTo>
                    <a:pt x="26927" y="1910"/>
                  </a:lnTo>
                  <a:lnTo>
                    <a:pt x="26876" y="1437"/>
                  </a:lnTo>
                  <a:lnTo>
                    <a:pt x="26836" y="955"/>
                  </a:lnTo>
                  <a:lnTo>
                    <a:pt x="26816" y="714"/>
                  </a:lnTo>
                  <a:lnTo>
                    <a:pt x="26806" y="482"/>
                  </a:lnTo>
                  <a:lnTo>
                    <a:pt x="26806" y="241"/>
                  </a:lnTo>
                  <a:lnTo>
                    <a:pt x="268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20;p25">
              <a:extLst>
                <a:ext uri="{FF2B5EF4-FFF2-40B4-BE49-F238E27FC236}">
                  <a16:creationId xmlns:a16="http://schemas.microsoft.com/office/drawing/2014/main" id="{2C4223D7-CEE5-3B83-9FA1-91F72B8692F3}"/>
                </a:ext>
              </a:extLst>
            </p:cNvPr>
            <p:cNvSpPr/>
            <p:nvPr/>
          </p:nvSpPr>
          <p:spPr>
            <a:xfrm>
              <a:off x="5797440" y="1681817"/>
              <a:ext cx="202434" cy="309463"/>
            </a:xfrm>
            <a:custGeom>
              <a:avLst/>
              <a:gdLst/>
              <a:ahLst/>
              <a:cxnLst/>
              <a:rect l="l" t="t" r="r" b="b"/>
              <a:pathLst>
                <a:path w="18324" h="28012" extrusionOk="0">
                  <a:moveTo>
                    <a:pt x="11700" y="0"/>
                  </a:moveTo>
                  <a:lnTo>
                    <a:pt x="11589" y="10"/>
                  </a:lnTo>
                  <a:lnTo>
                    <a:pt x="11358" y="40"/>
                  </a:lnTo>
                  <a:lnTo>
                    <a:pt x="11117" y="91"/>
                  </a:lnTo>
                  <a:lnTo>
                    <a:pt x="10896" y="161"/>
                  </a:lnTo>
                  <a:lnTo>
                    <a:pt x="10675" y="241"/>
                  </a:lnTo>
                  <a:lnTo>
                    <a:pt x="10464" y="322"/>
                  </a:lnTo>
                  <a:lnTo>
                    <a:pt x="10283" y="402"/>
                  </a:lnTo>
                  <a:lnTo>
                    <a:pt x="10021" y="533"/>
                  </a:lnTo>
                  <a:lnTo>
                    <a:pt x="9921" y="583"/>
                  </a:lnTo>
                  <a:lnTo>
                    <a:pt x="9891" y="704"/>
                  </a:lnTo>
                  <a:lnTo>
                    <a:pt x="9790" y="1035"/>
                  </a:lnTo>
                  <a:lnTo>
                    <a:pt x="9629" y="1578"/>
                  </a:lnTo>
                  <a:lnTo>
                    <a:pt x="9509" y="1930"/>
                  </a:lnTo>
                  <a:lnTo>
                    <a:pt x="9368" y="2322"/>
                  </a:lnTo>
                  <a:lnTo>
                    <a:pt x="9207" y="2764"/>
                  </a:lnTo>
                  <a:lnTo>
                    <a:pt x="9016" y="3247"/>
                  </a:lnTo>
                  <a:lnTo>
                    <a:pt x="8805" y="3769"/>
                  </a:lnTo>
                  <a:lnTo>
                    <a:pt x="8564" y="4342"/>
                  </a:lnTo>
                  <a:lnTo>
                    <a:pt x="8293" y="4955"/>
                  </a:lnTo>
                  <a:lnTo>
                    <a:pt x="7991" y="5598"/>
                  </a:lnTo>
                  <a:lnTo>
                    <a:pt x="7660" y="6282"/>
                  </a:lnTo>
                  <a:lnTo>
                    <a:pt x="7288" y="7006"/>
                  </a:lnTo>
                  <a:lnTo>
                    <a:pt x="7197" y="7187"/>
                  </a:lnTo>
                  <a:lnTo>
                    <a:pt x="7097" y="7367"/>
                  </a:lnTo>
                  <a:lnTo>
                    <a:pt x="6986" y="7538"/>
                  </a:lnTo>
                  <a:lnTo>
                    <a:pt x="6876" y="7709"/>
                  </a:lnTo>
                  <a:lnTo>
                    <a:pt x="6644" y="8031"/>
                  </a:lnTo>
                  <a:lnTo>
                    <a:pt x="6393" y="8332"/>
                  </a:lnTo>
                  <a:lnTo>
                    <a:pt x="6132" y="8614"/>
                  </a:lnTo>
                  <a:lnTo>
                    <a:pt x="5860" y="8885"/>
                  </a:lnTo>
                  <a:lnTo>
                    <a:pt x="5579" y="9136"/>
                  </a:lnTo>
                  <a:lnTo>
                    <a:pt x="5288" y="9378"/>
                  </a:lnTo>
                  <a:lnTo>
                    <a:pt x="4996" y="9599"/>
                  </a:lnTo>
                  <a:lnTo>
                    <a:pt x="4695" y="9800"/>
                  </a:lnTo>
                  <a:lnTo>
                    <a:pt x="4393" y="9991"/>
                  </a:lnTo>
                  <a:lnTo>
                    <a:pt x="4092" y="10172"/>
                  </a:lnTo>
                  <a:lnTo>
                    <a:pt x="3780" y="10332"/>
                  </a:lnTo>
                  <a:lnTo>
                    <a:pt x="3478" y="10483"/>
                  </a:lnTo>
                  <a:lnTo>
                    <a:pt x="3177" y="10624"/>
                  </a:lnTo>
                  <a:lnTo>
                    <a:pt x="2875" y="10745"/>
                  </a:lnTo>
                  <a:lnTo>
                    <a:pt x="2584" y="10855"/>
                  </a:lnTo>
                  <a:lnTo>
                    <a:pt x="2302" y="10966"/>
                  </a:lnTo>
                  <a:lnTo>
                    <a:pt x="2031" y="11056"/>
                  </a:lnTo>
                  <a:lnTo>
                    <a:pt x="1770" y="11137"/>
                  </a:lnTo>
                  <a:lnTo>
                    <a:pt x="1277" y="11277"/>
                  </a:lnTo>
                  <a:lnTo>
                    <a:pt x="855" y="11378"/>
                  </a:lnTo>
                  <a:lnTo>
                    <a:pt x="493" y="11448"/>
                  </a:lnTo>
                  <a:lnTo>
                    <a:pt x="232" y="11498"/>
                  </a:lnTo>
                  <a:lnTo>
                    <a:pt x="1" y="11528"/>
                  </a:lnTo>
                  <a:lnTo>
                    <a:pt x="292" y="13720"/>
                  </a:lnTo>
                  <a:lnTo>
                    <a:pt x="2333" y="17077"/>
                  </a:lnTo>
                  <a:lnTo>
                    <a:pt x="5539" y="28012"/>
                  </a:lnTo>
                  <a:lnTo>
                    <a:pt x="8604" y="27871"/>
                  </a:lnTo>
                  <a:lnTo>
                    <a:pt x="8373" y="27238"/>
                  </a:lnTo>
                  <a:lnTo>
                    <a:pt x="8112" y="26544"/>
                  </a:lnTo>
                  <a:lnTo>
                    <a:pt x="7770" y="25680"/>
                  </a:lnTo>
                  <a:lnTo>
                    <a:pt x="7569" y="25208"/>
                  </a:lnTo>
                  <a:lnTo>
                    <a:pt x="7348" y="24705"/>
                  </a:lnTo>
                  <a:lnTo>
                    <a:pt x="7127" y="24193"/>
                  </a:lnTo>
                  <a:lnTo>
                    <a:pt x="6886" y="23680"/>
                  </a:lnTo>
                  <a:lnTo>
                    <a:pt x="6634" y="23177"/>
                  </a:lnTo>
                  <a:lnTo>
                    <a:pt x="6373" y="22675"/>
                  </a:lnTo>
                  <a:lnTo>
                    <a:pt x="6102" y="22192"/>
                  </a:lnTo>
                  <a:lnTo>
                    <a:pt x="5830" y="21740"/>
                  </a:lnTo>
                  <a:lnTo>
                    <a:pt x="5700" y="21519"/>
                  </a:lnTo>
                  <a:lnTo>
                    <a:pt x="5579" y="21298"/>
                  </a:lnTo>
                  <a:lnTo>
                    <a:pt x="5458" y="21067"/>
                  </a:lnTo>
                  <a:lnTo>
                    <a:pt x="5348" y="20826"/>
                  </a:lnTo>
                  <a:lnTo>
                    <a:pt x="5237" y="20594"/>
                  </a:lnTo>
                  <a:lnTo>
                    <a:pt x="5147" y="20353"/>
                  </a:lnTo>
                  <a:lnTo>
                    <a:pt x="5056" y="20112"/>
                  </a:lnTo>
                  <a:lnTo>
                    <a:pt x="4966" y="19871"/>
                  </a:lnTo>
                  <a:lnTo>
                    <a:pt x="4815" y="19388"/>
                  </a:lnTo>
                  <a:lnTo>
                    <a:pt x="4685" y="18916"/>
                  </a:lnTo>
                  <a:lnTo>
                    <a:pt x="4574" y="18454"/>
                  </a:lnTo>
                  <a:lnTo>
                    <a:pt x="4483" y="18021"/>
                  </a:lnTo>
                  <a:lnTo>
                    <a:pt x="4413" y="17609"/>
                  </a:lnTo>
                  <a:lnTo>
                    <a:pt x="4353" y="17237"/>
                  </a:lnTo>
                  <a:lnTo>
                    <a:pt x="4303" y="16906"/>
                  </a:lnTo>
                  <a:lnTo>
                    <a:pt x="4272" y="16614"/>
                  </a:lnTo>
                  <a:lnTo>
                    <a:pt x="4242" y="16202"/>
                  </a:lnTo>
                  <a:lnTo>
                    <a:pt x="4232" y="16051"/>
                  </a:lnTo>
                  <a:lnTo>
                    <a:pt x="4473" y="16202"/>
                  </a:lnTo>
                  <a:lnTo>
                    <a:pt x="5328" y="16705"/>
                  </a:lnTo>
                  <a:lnTo>
                    <a:pt x="6936" y="17649"/>
                  </a:lnTo>
                  <a:lnTo>
                    <a:pt x="9479" y="19117"/>
                  </a:lnTo>
                  <a:lnTo>
                    <a:pt x="9670" y="19227"/>
                  </a:lnTo>
                  <a:lnTo>
                    <a:pt x="9851" y="19348"/>
                  </a:lnTo>
                  <a:lnTo>
                    <a:pt x="10021" y="19459"/>
                  </a:lnTo>
                  <a:lnTo>
                    <a:pt x="10192" y="19589"/>
                  </a:lnTo>
                  <a:lnTo>
                    <a:pt x="10353" y="19710"/>
                  </a:lnTo>
                  <a:lnTo>
                    <a:pt x="10504" y="19841"/>
                  </a:lnTo>
                  <a:lnTo>
                    <a:pt x="10655" y="19971"/>
                  </a:lnTo>
                  <a:lnTo>
                    <a:pt x="10795" y="20112"/>
                  </a:lnTo>
                  <a:lnTo>
                    <a:pt x="10936" y="20253"/>
                  </a:lnTo>
                  <a:lnTo>
                    <a:pt x="11067" y="20393"/>
                  </a:lnTo>
                  <a:lnTo>
                    <a:pt x="11308" y="20685"/>
                  </a:lnTo>
                  <a:lnTo>
                    <a:pt x="11529" y="20976"/>
                  </a:lnTo>
                  <a:lnTo>
                    <a:pt x="11730" y="21288"/>
                  </a:lnTo>
                  <a:lnTo>
                    <a:pt x="11911" y="21599"/>
                  </a:lnTo>
                  <a:lnTo>
                    <a:pt x="12072" y="21911"/>
                  </a:lnTo>
                  <a:lnTo>
                    <a:pt x="12213" y="22223"/>
                  </a:lnTo>
                  <a:lnTo>
                    <a:pt x="12333" y="22544"/>
                  </a:lnTo>
                  <a:lnTo>
                    <a:pt x="12444" y="22856"/>
                  </a:lnTo>
                  <a:lnTo>
                    <a:pt x="12544" y="23167"/>
                  </a:lnTo>
                  <a:lnTo>
                    <a:pt x="12625" y="23479"/>
                  </a:lnTo>
                  <a:lnTo>
                    <a:pt x="12695" y="23780"/>
                  </a:lnTo>
                  <a:lnTo>
                    <a:pt x="12745" y="24082"/>
                  </a:lnTo>
                  <a:lnTo>
                    <a:pt x="12796" y="24373"/>
                  </a:lnTo>
                  <a:lnTo>
                    <a:pt x="12826" y="24645"/>
                  </a:lnTo>
                  <a:lnTo>
                    <a:pt x="12856" y="24916"/>
                  </a:lnTo>
                  <a:lnTo>
                    <a:pt x="12866" y="25167"/>
                  </a:lnTo>
                  <a:lnTo>
                    <a:pt x="12876" y="25409"/>
                  </a:lnTo>
                  <a:lnTo>
                    <a:pt x="12886" y="25841"/>
                  </a:lnTo>
                  <a:lnTo>
                    <a:pt x="12876" y="26203"/>
                  </a:lnTo>
                  <a:lnTo>
                    <a:pt x="12856" y="26474"/>
                  </a:lnTo>
                  <a:lnTo>
                    <a:pt x="12836" y="26705"/>
                  </a:lnTo>
                  <a:lnTo>
                    <a:pt x="14876" y="27580"/>
                  </a:lnTo>
                  <a:lnTo>
                    <a:pt x="14906" y="27519"/>
                  </a:lnTo>
                  <a:lnTo>
                    <a:pt x="14987" y="27338"/>
                  </a:lnTo>
                  <a:lnTo>
                    <a:pt x="15037" y="27198"/>
                  </a:lnTo>
                  <a:lnTo>
                    <a:pt x="15087" y="27037"/>
                  </a:lnTo>
                  <a:lnTo>
                    <a:pt x="15137" y="26846"/>
                  </a:lnTo>
                  <a:lnTo>
                    <a:pt x="15188" y="26625"/>
                  </a:lnTo>
                  <a:lnTo>
                    <a:pt x="15238" y="26384"/>
                  </a:lnTo>
                  <a:lnTo>
                    <a:pt x="15268" y="26112"/>
                  </a:lnTo>
                  <a:lnTo>
                    <a:pt x="15298" y="25811"/>
                  </a:lnTo>
                  <a:lnTo>
                    <a:pt x="15308" y="25489"/>
                  </a:lnTo>
                  <a:lnTo>
                    <a:pt x="15308" y="25137"/>
                  </a:lnTo>
                  <a:lnTo>
                    <a:pt x="15288" y="24755"/>
                  </a:lnTo>
                  <a:lnTo>
                    <a:pt x="15238" y="24353"/>
                  </a:lnTo>
                  <a:lnTo>
                    <a:pt x="15167" y="23931"/>
                  </a:lnTo>
                  <a:lnTo>
                    <a:pt x="15127" y="23720"/>
                  </a:lnTo>
                  <a:lnTo>
                    <a:pt x="15067" y="23509"/>
                  </a:lnTo>
                  <a:lnTo>
                    <a:pt x="15007" y="23308"/>
                  </a:lnTo>
                  <a:lnTo>
                    <a:pt x="14926" y="23117"/>
                  </a:lnTo>
                  <a:lnTo>
                    <a:pt x="14846" y="22926"/>
                  </a:lnTo>
                  <a:lnTo>
                    <a:pt x="14755" y="22745"/>
                  </a:lnTo>
                  <a:lnTo>
                    <a:pt x="14665" y="22564"/>
                  </a:lnTo>
                  <a:lnTo>
                    <a:pt x="14554" y="22393"/>
                  </a:lnTo>
                  <a:lnTo>
                    <a:pt x="14444" y="22223"/>
                  </a:lnTo>
                  <a:lnTo>
                    <a:pt x="14333" y="22062"/>
                  </a:lnTo>
                  <a:lnTo>
                    <a:pt x="14213" y="21901"/>
                  </a:lnTo>
                  <a:lnTo>
                    <a:pt x="14082" y="21750"/>
                  </a:lnTo>
                  <a:lnTo>
                    <a:pt x="13821" y="21449"/>
                  </a:lnTo>
                  <a:lnTo>
                    <a:pt x="13549" y="21157"/>
                  </a:lnTo>
                  <a:lnTo>
                    <a:pt x="13268" y="20876"/>
                  </a:lnTo>
                  <a:lnTo>
                    <a:pt x="12976" y="20594"/>
                  </a:lnTo>
                  <a:lnTo>
                    <a:pt x="12404" y="20032"/>
                  </a:lnTo>
                  <a:lnTo>
                    <a:pt x="12122" y="19750"/>
                  </a:lnTo>
                  <a:lnTo>
                    <a:pt x="11861" y="19449"/>
                  </a:lnTo>
                  <a:lnTo>
                    <a:pt x="11610" y="19147"/>
                  </a:lnTo>
                  <a:lnTo>
                    <a:pt x="11489" y="18986"/>
                  </a:lnTo>
                  <a:lnTo>
                    <a:pt x="11378" y="18825"/>
                  </a:lnTo>
                  <a:lnTo>
                    <a:pt x="11258" y="18655"/>
                  </a:lnTo>
                  <a:lnTo>
                    <a:pt x="11117" y="18484"/>
                  </a:lnTo>
                  <a:lnTo>
                    <a:pt x="10946" y="18313"/>
                  </a:lnTo>
                  <a:lnTo>
                    <a:pt x="10765" y="18132"/>
                  </a:lnTo>
                  <a:lnTo>
                    <a:pt x="10564" y="17941"/>
                  </a:lnTo>
                  <a:lnTo>
                    <a:pt x="10353" y="17760"/>
                  </a:lnTo>
                  <a:lnTo>
                    <a:pt x="10122" y="17569"/>
                  </a:lnTo>
                  <a:lnTo>
                    <a:pt x="9881" y="17378"/>
                  </a:lnTo>
                  <a:lnTo>
                    <a:pt x="9368" y="16996"/>
                  </a:lnTo>
                  <a:lnTo>
                    <a:pt x="8835" y="16624"/>
                  </a:lnTo>
                  <a:lnTo>
                    <a:pt x="8283" y="16262"/>
                  </a:lnTo>
                  <a:lnTo>
                    <a:pt x="7730" y="15911"/>
                  </a:lnTo>
                  <a:lnTo>
                    <a:pt x="7187" y="15579"/>
                  </a:lnTo>
                  <a:lnTo>
                    <a:pt x="6685" y="15267"/>
                  </a:lnTo>
                  <a:lnTo>
                    <a:pt x="5800" y="14765"/>
                  </a:lnTo>
                  <a:lnTo>
                    <a:pt x="5187" y="14423"/>
                  </a:lnTo>
                  <a:lnTo>
                    <a:pt x="4956" y="14303"/>
                  </a:lnTo>
                  <a:lnTo>
                    <a:pt x="4956" y="14303"/>
                  </a:lnTo>
                  <a:lnTo>
                    <a:pt x="5358" y="14313"/>
                  </a:lnTo>
                  <a:lnTo>
                    <a:pt x="5800" y="14323"/>
                  </a:lnTo>
                  <a:lnTo>
                    <a:pt x="6383" y="14323"/>
                  </a:lnTo>
                  <a:lnTo>
                    <a:pt x="7056" y="14292"/>
                  </a:lnTo>
                  <a:lnTo>
                    <a:pt x="7418" y="14272"/>
                  </a:lnTo>
                  <a:lnTo>
                    <a:pt x="7790" y="14242"/>
                  </a:lnTo>
                  <a:lnTo>
                    <a:pt x="8172" y="14202"/>
                  </a:lnTo>
                  <a:lnTo>
                    <a:pt x="8564" y="14152"/>
                  </a:lnTo>
                  <a:lnTo>
                    <a:pt x="8946" y="14081"/>
                  </a:lnTo>
                  <a:lnTo>
                    <a:pt x="9338" y="14011"/>
                  </a:lnTo>
                  <a:lnTo>
                    <a:pt x="9529" y="13961"/>
                  </a:lnTo>
                  <a:lnTo>
                    <a:pt x="9740" y="13900"/>
                  </a:lnTo>
                  <a:lnTo>
                    <a:pt x="9971" y="13820"/>
                  </a:lnTo>
                  <a:lnTo>
                    <a:pt x="10202" y="13730"/>
                  </a:lnTo>
                  <a:lnTo>
                    <a:pt x="10444" y="13629"/>
                  </a:lnTo>
                  <a:lnTo>
                    <a:pt x="10695" y="13519"/>
                  </a:lnTo>
                  <a:lnTo>
                    <a:pt x="11218" y="13267"/>
                  </a:lnTo>
                  <a:lnTo>
                    <a:pt x="11760" y="12986"/>
                  </a:lnTo>
                  <a:lnTo>
                    <a:pt x="12323" y="12684"/>
                  </a:lnTo>
                  <a:lnTo>
                    <a:pt x="12896" y="12363"/>
                  </a:lnTo>
                  <a:lnTo>
                    <a:pt x="13459" y="12041"/>
                  </a:lnTo>
                  <a:lnTo>
                    <a:pt x="14544" y="11398"/>
                  </a:lnTo>
                  <a:lnTo>
                    <a:pt x="15529" y="10805"/>
                  </a:lnTo>
                  <a:lnTo>
                    <a:pt x="15962" y="10564"/>
                  </a:lnTo>
                  <a:lnTo>
                    <a:pt x="16343" y="10353"/>
                  </a:lnTo>
                  <a:lnTo>
                    <a:pt x="16665" y="10182"/>
                  </a:lnTo>
                  <a:lnTo>
                    <a:pt x="16806" y="10121"/>
                  </a:lnTo>
                  <a:lnTo>
                    <a:pt x="16916" y="10071"/>
                  </a:lnTo>
                  <a:lnTo>
                    <a:pt x="17027" y="10031"/>
                  </a:lnTo>
                  <a:lnTo>
                    <a:pt x="17137" y="9981"/>
                  </a:lnTo>
                  <a:lnTo>
                    <a:pt x="17238" y="9920"/>
                  </a:lnTo>
                  <a:lnTo>
                    <a:pt x="17338" y="9860"/>
                  </a:lnTo>
                  <a:lnTo>
                    <a:pt x="17519" y="9729"/>
                  </a:lnTo>
                  <a:lnTo>
                    <a:pt x="17700" y="9579"/>
                  </a:lnTo>
                  <a:lnTo>
                    <a:pt x="17851" y="9408"/>
                  </a:lnTo>
                  <a:lnTo>
                    <a:pt x="17992" y="9237"/>
                  </a:lnTo>
                  <a:lnTo>
                    <a:pt x="18102" y="9046"/>
                  </a:lnTo>
                  <a:lnTo>
                    <a:pt x="18193" y="8845"/>
                  </a:lnTo>
                  <a:lnTo>
                    <a:pt x="18233" y="8744"/>
                  </a:lnTo>
                  <a:lnTo>
                    <a:pt x="18263" y="8644"/>
                  </a:lnTo>
                  <a:lnTo>
                    <a:pt x="18293" y="8543"/>
                  </a:lnTo>
                  <a:lnTo>
                    <a:pt x="18313" y="8443"/>
                  </a:lnTo>
                  <a:lnTo>
                    <a:pt x="18323" y="8342"/>
                  </a:lnTo>
                  <a:lnTo>
                    <a:pt x="18323" y="8242"/>
                  </a:lnTo>
                  <a:lnTo>
                    <a:pt x="18323" y="8141"/>
                  </a:lnTo>
                  <a:lnTo>
                    <a:pt x="18313" y="8041"/>
                  </a:lnTo>
                  <a:lnTo>
                    <a:pt x="18303" y="7940"/>
                  </a:lnTo>
                  <a:lnTo>
                    <a:pt x="18273" y="7840"/>
                  </a:lnTo>
                  <a:lnTo>
                    <a:pt x="18243" y="7749"/>
                  </a:lnTo>
                  <a:lnTo>
                    <a:pt x="18193" y="7649"/>
                  </a:lnTo>
                  <a:lnTo>
                    <a:pt x="18143" y="7558"/>
                  </a:lnTo>
                  <a:lnTo>
                    <a:pt x="18092" y="7468"/>
                  </a:lnTo>
                  <a:lnTo>
                    <a:pt x="18022" y="7388"/>
                  </a:lnTo>
                  <a:lnTo>
                    <a:pt x="17942" y="7297"/>
                  </a:lnTo>
                  <a:lnTo>
                    <a:pt x="17861" y="7217"/>
                  </a:lnTo>
                  <a:lnTo>
                    <a:pt x="17771" y="7146"/>
                  </a:lnTo>
                  <a:lnTo>
                    <a:pt x="17680" y="7086"/>
                  </a:lnTo>
                  <a:lnTo>
                    <a:pt x="17580" y="7036"/>
                  </a:lnTo>
                  <a:lnTo>
                    <a:pt x="17479" y="6986"/>
                  </a:lnTo>
                  <a:lnTo>
                    <a:pt x="17379" y="6945"/>
                  </a:lnTo>
                  <a:lnTo>
                    <a:pt x="17268" y="6915"/>
                  </a:lnTo>
                  <a:lnTo>
                    <a:pt x="17168" y="6885"/>
                  </a:lnTo>
                  <a:lnTo>
                    <a:pt x="16946" y="6845"/>
                  </a:lnTo>
                  <a:lnTo>
                    <a:pt x="16725" y="6825"/>
                  </a:lnTo>
                  <a:lnTo>
                    <a:pt x="16514" y="6815"/>
                  </a:lnTo>
                  <a:lnTo>
                    <a:pt x="16303" y="6825"/>
                  </a:lnTo>
                  <a:lnTo>
                    <a:pt x="16102" y="6845"/>
                  </a:lnTo>
                  <a:lnTo>
                    <a:pt x="15921" y="6865"/>
                  </a:lnTo>
                  <a:lnTo>
                    <a:pt x="15750" y="6895"/>
                  </a:lnTo>
                  <a:lnTo>
                    <a:pt x="15600" y="6925"/>
                  </a:lnTo>
                  <a:lnTo>
                    <a:pt x="15389" y="6986"/>
                  </a:lnTo>
                  <a:lnTo>
                    <a:pt x="15318" y="7006"/>
                  </a:lnTo>
                  <a:lnTo>
                    <a:pt x="15147" y="7187"/>
                  </a:lnTo>
                  <a:lnTo>
                    <a:pt x="14665" y="7669"/>
                  </a:lnTo>
                  <a:lnTo>
                    <a:pt x="13951" y="8373"/>
                  </a:lnTo>
                  <a:lnTo>
                    <a:pt x="13519" y="8775"/>
                  </a:lnTo>
                  <a:lnTo>
                    <a:pt x="13057" y="9217"/>
                  </a:lnTo>
                  <a:lnTo>
                    <a:pt x="12564" y="9669"/>
                  </a:lnTo>
                  <a:lnTo>
                    <a:pt x="12052" y="10121"/>
                  </a:lnTo>
                  <a:lnTo>
                    <a:pt x="11529" y="10574"/>
                  </a:lnTo>
                  <a:lnTo>
                    <a:pt x="11006" y="11006"/>
                  </a:lnTo>
                  <a:lnTo>
                    <a:pt x="10484" y="11418"/>
                  </a:lnTo>
                  <a:lnTo>
                    <a:pt x="9981" y="11800"/>
                  </a:lnTo>
                  <a:lnTo>
                    <a:pt x="9740" y="11971"/>
                  </a:lnTo>
                  <a:lnTo>
                    <a:pt x="9499" y="12132"/>
                  </a:lnTo>
                  <a:lnTo>
                    <a:pt x="9268" y="12272"/>
                  </a:lnTo>
                  <a:lnTo>
                    <a:pt x="9047" y="12403"/>
                  </a:lnTo>
                  <a:lnTo>
                    <a:pt x="8825" y="12513"/>
                  </a:lnTo>
                  <a:lnTo>
                    <a:pt x="8604" y="12614"/>
                  </a:lnTo>
                  <a:lnTo>
                    <a:pt x="8393" y="12684"/>
                  </a:lnTo>
                  <a:lnTo>
                    <a:pt x="8172" y="12735"/>
                  </a:lnTo>
                  <a:lnTo>
                    <a:pt x="7961" y="12775"/>
                  </a:lnTo>
                  <a:lnTo>
                    <a:pt x="7750" y="12795"/>
                  </a:lnTo>
                  <a:lnTo>
                    <a:pt x="7539" y="12805"/>
                  </a:lnTo>
                  <a:lnTo>
                    <a:pt x="7328" y="12795"/>
                  </a:lnTo>
                  <a:lnTo>
                    <a:pt x="7127" y="12785"/>
                  </a:lnTo>
                  <a:lnTo>
                    <a:pt x="6926" y="12755"/>
                  </a:lnTo>
                  <a:lnTo>
                    <a:pt x="6735" y="12704"/>
                  </a:lnTo>
                  <a:lnTo>
                    <a:pt x="6544" y="12654"/>
                  </a:lnTo>
                  <a:lnTo>
                    <a:pt x="6353" y="12604"/>
                  </a:lnTo>
                  <a:lnTo>
                    <a:pt x="6172" y="12534"/>
                  </a:lnTo>
                  <a:lnTo>
                    <a:pt x="6001" y="12463"/>
                  </a:lnTo>
                  <a:lnTo>
                    <a:pt x="5830" y="12383"/>
                  </a:lnTo>
                  <a:lnTo>
                    <a:pt x="5669" y="12302"/>
                  </a:lnTo>
                  <a:lnTo>
                    <a:pt x="5519" y="12222"/>
                  </a:lnTo>
                  <a:lnTo>
                    <a:pt x="5237" y="12051"/>
                  </a:lnTo>
                  <a:lnTo>
                    <a:pt x="4986" y="11880"/>
                  </a:lnTo>
                  <a:lnTo>
                    <a:pt x="4775" y="11730"/>
                  </a:lnTo>
                  <a:lnTo>
                    <a:pt x="4604" y="11589"/>
                  </a:lnTo>
                  <a:lnTo>
                    <a:pt x="4483" y="11478"/>
                  </a:lnTo>
                  <a:lnTo>
                    <a:pt x="4373" y="11388"/>
                  </a:lnTo>
                  <a:lnTo>
                    <a:pt x="4996" y="10966"/>
                  </a:lnTo>
                  <a:lnTo>
                    <a:pt x="5730" y="10463"/>
                  </a:lnTo>
                  <a:lnTo>
                    <a:pt x="6705" y="9780"/>
                  </a:lnTo>
                  <a:lnTo>
                    <a:pt x="6845" y="9679"/>
                  </a:lnTo>
                  <a:lnTo>
                    <a:pt x="6986" y="9559"/>
                  </a:lnTo>
                  <a:lnTo>
                    <a:pt x="7127" y="9438"/>
                  </a:lnTo>
                  <a:lnTo>
                    <a:pt x="7268" y="9307"/>
                  </a:lnTo>
                  <a:lnTo>
                    <a:pt x="7559" y="9006"/>
                  </a:lnTo>
                  <a:lnTo>
                    <a:pt x="7851" y="8684"/>
                  </a:lnTo>
                  <a:lnTo>
                    <a:pt x="8132" y="8342"/>
                  </a:lnTo>
                  <a:lnTo>
                    <a:pt x="8413" y="7991"/>
                  </a:lnTo>
                  <a:lnTo>
                    <a:pt x="8675" y="7639"/>
                  </a:lnTo>
                  <a:lnTo>
                    <a:pt x="8936" y="7277"/>
                  </a:lnTo>
                  <a:lnTo>
                    <a:pt x="9167" y="6935"/>
                  </a:lnTo>
                  <a:lnTo>
                    <a:pt x="9388" y="6614"/>
                  </a:lnTo>
                  <a:lnTo>
                    <a:pt x="9750" y="6061"/>
                  </a:lnTo>
                  <a:lnTo>
                    <a:pt x="9981" y="5689"/>
                  </a:lnTo>
                  <a:lnTo>
                    <a:pt x="10062" y="5548"/>
                  </a:lnTo>
                  <a:lnTo>
                    <a:pt x="10182" y="5387"/>
                  </a:lnTo>
                  <a:lnTo>
                    <a:pt x="10494" y="4955"/>
                  </a:lnTo>
                  <a:lnTo>
                    <a:pt x="10926" y="4322"/>
                  </a:lnTo>
                  <a:lnTo>
                    <a:pt x="11167" y="3950"/>
                  </a:lnTo>
                  <a:lnTo>
                    <a:pt x="11419" y="3558"/>
                  </a:lnTo>
                  <a:lnTo>
                    <a:pt x="11660" y="3146"/>
                  </a:lnTo>
                  <a:lnTo>
                    <a:pt x="11891" y="2734"/>
                  </a:lnTo>
                  <a:lnTo>
                    <a:pt x="12102" y="2322"/>
                  </a:lnTo>
                  <a:lnTo>
                    <a:pt x="12192" y="2121"/>
                  </a:lnTo>
                  <a:lnTo>
                    <a:pt x="12283" y="1920"/>
                  </a:lnTo>
                  <a:lnTo>
                    <a:pt x="12353" y="1719"/>
                  </a:lnTo>
                  <a:lnTo>
                    <a:pt x="12424" y="1538"/>
                  </a:lnTo>
                  <a:lnTo>
                    <a:pt x="12484" y="1347"/>
                  </a:lnTo>
                  <a:lnTo>
                    <a:pt x="12524" y="1176"/>
                  </a:lnTo>
                  <a:lnTo>
                    <a:pt x="12554" y="1015"/>
                  </a:lnTo>
                  <a:lnTo>
                    <a:pt x="12564" y="865"/>
                  </a:lnTo>
                  <a:lnTo>
                    <a:pt x="12564" y="714"/>
                  </a:lnTo>
                  <a:lnTo>
                    <a:pt x="12544" y="583"/>
                  </a:lnTo>
                  <a:lnTo>
                    <a:pt x="12514" y="473"/>
                  </a:lnTo>
                  <a:lnTo>
                    <a:pt x="12464" y="372"/>
                  </a:lnTo>
                  <a:lnTo>
                    <a:pt x="12414" y="282"/>
                  </a:lnTo>
                  <a:lnTo>
                    <a:pt x="12343" y="211"/>
                  </a:lnTo>
                  <a:lnTo>
                    <a:pt x="12273" y="151"/>
                  </a:lnTo>
                  <a:lnTo>
                    <a:pt x="12192" y="101"/>
                  </a:lnTo>
                  <a:lnTo>
                    <a:pt x="12102" y="60"/>
                  </a:lnTo>
                  <a:lnTo>
                    <a:pt x="12012" y="30"/>
                  </a:lnTo>
                  <a:lnTo>
                    <a:pt x="11911" y="20"/>
                  </a:lnTo>
                  <a:lnTo>
                    <a:pt x="11811" y="10"/>
                  </a:lnTo>
                  <a:lnTo>
                    <a:pt x="117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" name="Google Shape;621;p25">
            <a:extLst>
              <a:ext uri="{FF2B5EF4-FFF2-40B4-BE49-F238E27FC236}">
                <a16:creationId xmlns:a16="http://schemas.microsoft.com/office/drawing/2014/main" id="{1EB60EC7-EB5E-5C27-9401-FD6D906CE4A9}"/>
              </a:ext>
            </a:extLst>
          </p:cNvPr>
          <p:cNvSpPr/>
          <p:nvPr/>
        </p:nvSpPr>
        <p:spPr>
          <a:xfrm>
            <a:off x="778790" y="3704056"/>
            <a:ext cx="746204" cy="789743"/>
          </a:xfrm>
          <a:custGeom>
            <a:avLst/>
            <a:gdLst/>
            <a:ahLst/>
            <a:cxnLst/>
            <a:rect l="l" t="t" r="r" b="b"/>
            <a:pathLst>
              <a:path w="60105" h="63612" extrusionOk="0">
                <a:moveTo>
                  <a:pt x="29068" y="29620"/>
                </a:moveTo>
                <a:lnTo>
                  <a:pt x="29249" y="29640"/>
                </a:lnTo>
                <a:lnTo>
                  <a:pt x="29420" y="29660"/>
                </a:lnTo>
                <a:lnTo>
                  <a:pt x="29591" y="29690"/>
                </a:lnTo>
                <a:lnTo>
                  <a:pt x="29761" y="29730"/>
                </a:lnTo>
                <a:lnTo>
                  <a:pt x="29932" y="29771"/>
                </a:lnTo>
                <a:lnTo>
                  <a:pt x="30093" y="29831"/>
                </a:lnTo>
                <a:lnTo>
                  <a:pt x="30254" y="29891"/>
                </a:lnTo>
                <a:lnTo>
                  <a:pt x="30405" y="29962"/>
                </a:lnTo>
                <a:lnTo>
                  <a:pt x="30555" y="30042"/>
                </a:lnTo>
                <a:lnTo>
                  <a:pt x="30706" y="30122"/>
                </a:lnTo>
                <a:lnTo>
                  <a:pt x="30847" y="30213"/>
                </a:lnTo>
                <a:lnTo>
                  <a:pt x="30988" y="30313"/>
                </a:lnTo>
                <a:lnTo>
                  <a:pt x="31118" y="30414"/>
                </a:lnTo>
                <a:lnTo>
                  <a:pt x="31239" y="30524"/>
                </a:lnTo>
                <a:lnTo>
                  <a:pt x="31359" y="30645"/>
                </a:lnTo>
                <a:lnTo>
                  <a:pt x="31480" y="30766"/>
                </a:lnTo>
                <a:lnTo>
                  <a:pt x="31591" y="30896"/>
                </a:lnTo>
                <a:lnTo>
                  <a:pt x="31691" y="31027"/>
                </a:lnTo>
                <a:lnTo>
                  <a:pt x="31792" y="31158"/>
                </a:lnTo>
                <a:lnTo>
                  <a:pt x="31882" y="31308"/>
                </a:lnTo>
                <a:lnTo>
                  <a:pt x="31963" y="31449"/>
                </a:lnTo>
                <a:lnTo>
                  <a:pt x="32043" y="31600"/>
                </a:lnTo>
                <a:lnTo>
                  <a:pt x="32113" y="31761"/>
                </a:lnTo>
                <a:lnTo>
                  <a:pt x="32174" y="31912"/>
                </a:lnTo>
                <a:lnTo>
                  <a:pt x="32234" y="32082"/>
                </a:lnTo>
                <a:lnTo>
                  <a:pt x="32284" y="32243"/>
                </a:lnTo>
                <a:lnTo>
                  <a:pt x="32314" y="32414"/>
                </a:lnTo>
                <a:lnTo>
                  <a:pt x="32355" y="32585"/>
                </a:lnTo>
                <a:lnTo>
                  <a:pt x="32375" y="32766"/>
                </a:lnTo>
                <a:lnTo>
                  <a:pt x="32385" y="32937"/>
                </a:lnTo>
                <a:lnTo>
                  <a:pt x="32395" y="33118"/>
                </a:lnTo>
                <a:lnTo>
                  <a:pt x="32385" y="33299"/>
                </a:lnTo>
                <a:lnTo>
                  <a:pt x="32375" y="33479"/>
                </a:lnTo>
                <a:lnTo>
                  <a:pt x="32355" y="33650"/>
                </a:lnTo>
                <a:lnTo>
                  <a:pt x="32314" y="33821"/>
                </a:lnTo>
                <a:lnTo>
                  <a:pt x="32284" y="33992"/>
                </a:lnTo>
                <a:lnTo>
                  <a:pt x="32234" y="34163"/>
                </a:lnTo>
                <a:lnTo>
                  <a:pt x="32174" y="34324"/>
                </a:lnTo>
                <a:lnTo>
                  <a:pt x="32113" y="34485"/>
                </a:lnTo>
                <a:lnTo>
                  <a:pt x="32043" y="34635"/>
                </a:lnTo>
                <a:lnTo>
                  <a:pt x="31963" y="34786"/>
                </a:lnTo>
                <a:lnTo>
                  <a:pt x="31882" y="34937"/>
                </a:lnTo>
                <a:lnTo>
                  <a:pt x="31792" y="35078"/>
                </a:lnTo>
                <a:lnTo>
                  <a:pt x="31691" y="35218"/>
                </a:lnTo>
                <a:lnTo>
                  <a:pt x="31591" y="35349"/>
                </a:lnTo>
                <a:lnTo>
                  <a:pt x="31480" y="35470"/>
                </a:lnTo>
                <a:lnTo>
                  <a:pt x="31359" y="35590"/>
                </a:lnTo>
                <a:lnTo>
                  <a:pt x="31239" y="35711"/>
                </a:lnTo>
                <a:lnTo>
                  <a:pt x="31118" y="35821"/>
                </a:lnTo>
                <a:lnTo>
                  <a:pt x="30988" y="35922"/>
                </a:lnTo>
                <a:lnTo>
                  <a:pt x="30847" y="36022"/>
                </a:lnTo>
                <a:lnTo>
                  <a:pt x="30706" y="36113"/>
                </a:lnTo>
                <a:lnTo>
                  <a:pt x="30555" y="36193"/>
                </a:lnTo>
                <a:lnTo>
                  <a:pt x="30405" y="36274"/>
                </a:lnTo>
                <a:lnTo>
                  <a:pt x="30254" y="36344"/>
                </a:lnTo>
                <a:lnTo>
                  <a:pt x="30093" y="36404"/>
                </a:lnTo>
                <a:lnTo>
                  <a:pt x="29932" y="36465"/>
                </a:lnTo>
                <a:lnTo>
                  <a:pt x="29761" y="36515"/>
                </a:lnTo>
                <a:lnTo>
                  <a:pt x="29591" y="36545"/>
                </a:lnTo>
                <a:lnTo>
                  <a:pt x="29420" y="36585"/>
                </a:lnTo>
                <a:lnTo>
                  <a:pt x="29249" y="36605"/>
                </a:lnTo>
                <a:lnTo>
                  <a:pt x="29068" y="36615"/>
                </a:lnTo>
                <a:lnTo>
                  <a:pt x="28887" y="36625"/>
                </a:lnTo>
                <a:lnTo>
                  <a:pt x="28706" y="36615"/>
                </a:lnTo>
                <a:lnTo>
                  <a:pt x="28535" y="36605"/>
                </a:lnTo>
                <a:lnTo>
                  <a:pt x="28354" y="36585"/>
                </a:lnTo>
                <a:lnTo>
                  <a:pt x="28183" y="36545"/>
                </a:lnTo>
                <a:lnTo>
                  <a:pt x="28013" y="36515"/>
                </a:lnTo>
                <a:lnTo>
                  <a:pt x="27852" y="36465"/>
                </a:lnTo>
                <a:lnTo>
                  <a:pt x="27681" y="36404"/>
                </a:lnTo>
                <a:lnTo>
                  <a:pt x="27530" y="36344"/>
                </a:lnTo>
                <a:lnTo>
                  <a:pt x="27369" y="36274"/>
                </a:lnTo>
                <a:lnTo>
                  <a:pt x="27219" y="36193"/>
                </a:lnTo>
                <a:lnTo>
                  <a:pt x="27078" y="36113"/>
                </a:lnTo>
                <a:lnTo>
                  <a:pt x="26927" y="36022"/>
                </a:lnTo>
                <a:lnTo>
                  <a:pt x="26796" y="35922"/>
                </a:lnTo>
                <a:lnTo>
                  <a:pt x="26666" y="35821"/>
                </a:lnTo>
                <a:lnTo>
                  <a:pt x="26535" y="35711"/>
                </a:lnTo>
                <a:lnTo>
                  <a:pt x="26414" y="35590"/>
                </a:lnTo>
                <a:lnTo>
                  <a:pt x="26294" y="35470"/>
                </a:lnTo>
                <a:lnTo>
                  <a:pt x="26183" y="35349"/>
                </a:lnTo>
                <a:lnTo>
                  <a:pt x="26083" y="35218"/>
                </a:lnTo>
                <a:lnTo>
                  <a:pt x="25982" y="35078"/>
                </a:lnTo>
                <a:lnTo>
                  <a:pt x="25892" y="34937"/>
                </a:lnTo>
                <a:lnTo>
                  <a:pt x="25811" y="34786"/>
                </a:lnTo>
                <a:lnTo>
                  <a:pt x="25731" y="34635"/>
                </a:lnTo>
                <a:lnTo>
                  <a:pt x="25661" y="34485"/>
                </a:lnTo>
                <a:lnTo>
                  <a:pt x="25600" y="34324"/>
                </a:lnTo>
                <a:lnTo>
                  <a:pt x="25540" y="34163"/>
                </a:lnTo>
                <a:lnTo>
                  <a:pt x="25500" y="33992"/>
                </a:lnTo>
                <a:lnTo>
                  <a:pt x="25460" y="33821"/>
                </a:lnTo>
                <a:lnTo>
                  <a:pt x="25430" y="33650"/>
                </a:lnTo>
                <a:lnTo>
                  <a:pt x="25409" y="33479"/>
                </a:lnTo>
                <a:lnTo>
                  <a:pt x="25389" y="33299"/>
                </a:lnTo>
                <a:lnTo>
                  <a:pt x="25389" y="33118"/>
                </a:lnTo>
                <a:lnTo>
                  <a:pt x="25389" y="32937"/>
                </a:lnTo>
                <a:lnTo>
                  <a:pt x="25409" y="32766"/>
                </a:lnTo>
                <a:lnTo>
                  <a:pt x="25430" y="32585"/>
                </a:lnTo>
                <a:lnTo>
                  <a:pt x="25460" y="32414"/>
                </a:lnTo>
                <a:lnTo>
                  <a:pt x="25500" y="32243"/>
                </a:lnTo>
                <a:lnTo>
                  <a:pt x="25540" y="32082"/>
                </a:lnTo>
                <a:lnTo>
                  <a:pt x="25600" y="31912"/>
                </a:lnTo>
                <a:lnTo>
                  <a:pt x="25661" y="31761"/>
                </a:lnTo>
                <a:lnTo>
                  <a:pt x="25731" y="31600"/>
                </a:lnTo>
                <a:lnTo>
                  <a:pt x="25811" y="31449"/>
                </a:lnTo>
                <a:lnTo>
                  <a:pt x="25892" y="31308"/>
                </a:lnTo>
                <a:lnTo>
                  <a:pt x="25982" y="31158"/>
                </a:lnTo>
                <a:lnTo>
                  <a:pt x="26083" y="31027"/>
                </a:lnTo>
                <a:lnTo>
                  <a:pt x="26183" y="30896"/>
                </a:lnTo>
                <a:lnTo>
                  <a:pt x="26294" y="30766"/>
                </a:lnTo>
                <a:lnTo>
                  <a:pt x="26414" y="30645"/>
                </a:lnTo>
                <a:lnTo>
                  <a:pt x="26535" y="30524"/>
                </a:lnTo>
                <a:lnTo>
                  <a:pt x="26666" y="30414"/>
                </a:lnTo>
                <a:lnTo>
                  <a:pt x="26796" y="30313"/>
                </a:lnTo>
                <a:lnTo>
                  <a:pt x="26927" y="30213"/>
                </a:lnTo>
                <a:lnTo>
                  <a:pt x="27078" y="30122"/>
                </a:lnTo>
                <a:lnTo>
                  <a:pt x="27219" y="30042"/>
                </a:lnTo>
                <a:lnTo>
                  <a:pt x="27369" y="29962"/>
                </a:lnTo>
                <a:lnTo>
                  <a:pt x="27530" y="29891"/>
                </a:lnTo>
                <a:lnTo>
                  <a:pt x="27681" y="29831"/>
                </a:lnTo>
                <a:lnTo>
                  <a:pt x="27852" y="29771"/>
                </a:lnTo>
                <a:lnTo>
                  <a:pt x="28013" y="29730"/>
                </a:lnTo>
                <a:lnTo>
                  <a:pt x="28183" y="29690"/>
                </a:lnTo>
                <a:lnTo>
                  <a:pt x="28354" y="29660"/>
                </a:lnTo>
                <a:lnTo>
                  <a:pt x="28535" y="29640"/>
                </a:lnTo>
                <a:lnTo>
                  <a:pt x="28706" y="29620"/>
                </a:lnTo>
                <a:close/>
                <a:moveTo>
                  <a:pt x="50396" y="38806"/>
                </a:moveTo>
                <a:lnTo>
                  <a:pt x="50395" y="38815"/>
                </a:lnTo>
                <a:lnTo>
                  <a:pt x="50395" y="38815"/>
                </a:lnTo>
                <a:lnTo>
                  <a:pt x="50406" y="38816"/>
                </a:lnTo>
                <a:lnTo>
                  <a:pt x="50396" y="38806"/>
                </a:lnTo>
                <a:close/>
                <a:moveTo>
                  <a:pt x="21118" y="0"/>
                </a:moveTo>
                <a:lnTo>
                  <a:pt x="20977" y="10"/>
                </a:lnTo>
                <a:lnTo>
                  <a:pt x="20836" y="40"/>
                </a:lnTo>
                <a:lnTo>
                  <a:pt x="20706" y="70"/>
                </a:lnTo>
                <a:lnTo>
                  <a:pt x="20565" y="131"/>
                </a:lnTo>
                <a:lnTo>
                  <a:pt x="20434" y="191"/>
                </a:lnTo>
                <a:lnTo>
                  <a:pt x="20304" y="271"/>
                </a:lnTo>
                <a:lnTo>
                  <a:pt x="20193" y="362"/>
                </a:lnTo>
                <a:lnTo>
                  <a:pt x="20082" y="472"/>
                </a:lnTo>
                <a:lnTo>
                  <a:pt x="19992" y="573"/>
                </a:lnTo>
                <a:lnTo>
                  <a:pt x="19912" y="694"/>
                </a:lnTo>
                <a:lnTo>
                  <a:pt x="19851" y="814"/>
                </a:lnTo>
                <a:lnTo>
                  <a:pt x="19791" y="945"/>
                </a:lnTo>
                <a:lnTo>
                  <a:pt x="19751" y="1076"/>
                </a:lnTo>
                <a:lnTo>
                  <a:pt x="19721" y="1216"/>
                </a:lnTo>
                <a:lnTo>
                  <a:pt x="19701" y="1357"/>
                </a:lnTo>
                <a:lnTo>
                  <a:pt x="19701" y="1498"/>
                </a:lnTo>
                <a:lnTo>
                  <a:pt x="19711" y="1638"/>
                </a:lnTo>
                <a:lnTo>
                  <a:pt x="19731" y="1779"/>
                </a:lnTo>
                <a:lnTo>
                  <a:pt x="19771" y="1920"/>
                </a:lnTo>
                <a:lnTo>
                  <a:pt x="19821" y="2050"/>
                </a:lnTo>
                <a:lnTo>
                  <a:pt x="19892" y="2191"/>
                </a:lnTo>
                <a:lnTo>
                  <a:pt x="20062" y="2493"/>
                </a:lnTo>
                <a:lnTo>
                  <a:pt x="20213" y="2804"/>
                </a:lnTo>
                <a:lnTo>
                  <a:pt x="20344" y="3106"/>
                </a:lnTo>
                <a:lnTo>
                  <a:pt x="20454" y="3407"/>
                </a:lnTo>
                <a:lnTo>
                  <a:pt x="20555" y="3699"/>
                </a:lnTo>
                <a:lnTo>
                  <a:pt x="20635" y="4000"/>
                </a:lnTo>
                <a:lnTo>
                  <a:pt x="20706" y="4292"/>
                </a:lnTo>
                <a:lnTo>
                  <a:pt x="20756" y="4583"/>
                </a:lnTo>
                <a:lnTo>
                  <a:pt x="20796" y="4875"/>
                </a:lnTo>
                <a:lnTo>
                  <a:pt x="20816" y="5166"/>
                </a:lnTo>
                <a:lnTo>
                  <a:pt x="20836" y="5458"/>
                </a:lnTo>
                <a:lnTo>
                  <a:pt x="20836" y="5749"/>
                </a:lnTo>
                <a:lnTo>
                  <a:pt x="20826" y="6041"/>
                </a:lnTo>
                <a:lnTo>
                  <a:pt x="20806" y="6332"/>
                </a:lnTo>
                <a:lnTo>
                  <a:pt x="20776" y="6624"/>
                </a:lnTo>
                <a:lnTo>
                  <a:pt x="20746" y="6925"/>
                </a:lnTo>
                <a:lnTo>
                  <a:pt x="16726" y="2704"/>
                </a:lnTo>
                <a:lnTo>
                  <a:pt x="16665" y="2654"/>
                </a:lnTo>
                <a:lnTo>
                  <a:pt x="16615" y="2613"/>
                </a:lnTo>
                <a:lnTo>
                  <a:pt x="16555" y="2573"/>
                </a:lnTo>
                <a:lnTo>
                  <a:pt x="16484" y="2543"/>
                </a:lnTo>
                <a:lnTo>
                  <a:pt x="16424" y="2513"/>
                </a:lnTo>
                <a:lnTo>
                  <a:pt x="16354" y="2503"/>
                </a:lnTo>
                <a:lnTo>
                  <a:pt x="16283" y="2483"/>
                </a:lnTo>
                <a:lnTo>
                  <a:pt x="16143" y="2483"/>
                </a:lnTo>
                <a:lnTo>
                  <a:pt x="16072" y="2493"/>
                </a:lnTo>
                <a:lnTo>
                  <a:pt x="16002" y="2503"/>
                </a:lnTo>
                <a:lnTo>
                  <a:pt x="15942" y="2533"/>
                </a:lnTo>
                <a:lnTo>
                  <a:pt x="15871" y="2553"/>
                </a:lnTo>
                <a:lnTo>
                  <a:pt x="15811" y="2593"/>
                </a:lnTo>
                <a:lnTo>
                  <a:pt x="15751" y="2633"/>
                </a:lnTo>
                <a:lnTo>
                  <a:pt x="15690" y="2684"/>
                </a:lnTo>
                <a:lnTo>
                  <a:pt x="15640" y="2734"/>
                </a:lnTo>
                <a:lnTo>
                  <a:pt x="15600" y="2794"/>
                </a:lnTo>
                <a:lnTo>
                  <a:pt x="15560" y="2855"/>
                </a:lnTo>
                <a:lnTo>
                  <a:pt x="15529" y="2925"/>
                </a:lnTo>
                <a:lnTo>
                  <a:pt x="15499" y="2985"/>
                </a:lnTo>
                <a:lnTo>
                  <a:pt x="15479" y="3056"/>
                </a:lnTo>
                <a:lnTo>
                  <a:pt x="15469" y="3126"/>
                </a:lnTo>
                <a:lnTo>
                  <a:pt x="15469" y="3196"/>
                </a:lnTo>
                <a:lnTo>
                  <a:pt x="15469" y="3267"/>
                </a:lnTo>
                <a:lnTo>
                  <a:pt x="15479" y="3337"/>
                </a:lnTo>
                <a:lnTo>
                  <a:pt x="15489" y="3407"/>
                </a:lnTo>
                <a:lnTo>
                  <a:pt x="15509" y="3468"/>
                </a:lnTo>
                <a:lnTo>
                  <a:pt x="15540" y="3538"/>
                </a:lnTo>
                <a:lnTo>
                  <a:pt x="15580" y="3598"/>
                </a:lnTo>
                <a:lnTo>
                  <a:pt x="15620" y="3659"/>
                </a:lnTo>
                <a:lnTo>
                  <a:pt x="15670" y="3719"/>
                </a:lnTo>
                <a:lnTo>
                  <a:pt x="20394" y="8674"/>
                </a:lnTo>
                <a:lnTo>
                  <a:pt x="20133" y="9749"/>
                </a:lnTo>
                <a:lnTo>
                  <a:pt x="19922" y="10584"/>
                </a:lnTo>
                <a:lnTo>
                  <a:pt x="19721" y="11448"/>
                </a:lnTo>
                <a:lnTo>
                  <a:pt x="19630" y="11900"/>
                </a:lnTo>
                <a:lnTo>
                  <a:pt x="19540" y="12343"/>
                </a:lnTo>
                <a:lnTo>
                  <a:pt x="19469" y="12805"/>
                </a:lnTo>
                <a:lnTo>
                  <a:pt x="19399" y="13277"/>
                </a:lnTo>
                <a:lnTo>
                  <a:pt x="19339" y="13750"/>
                </a:lnTo>
                <a:lnTo>
                  <a:pt x="19299" y="14232"/>
                </a:lnTo>
                <a:lnTo>
                  <a:pt x="19268" y="14725"/>
                </a:lnTo>
                <a:lnTo>
                  <a:pt x="19258" y="15227"/>
                </a:lnTo>
                <a:lnTo>
                  <a:pt x="19268" y="15740"/>
                </a:lnTo>
                <a:lnTo>
                  <a:pt x="19299" y="16262"/>
                </a:lnTo>
                <a:lnTo>
                  <a:pt x="19349" y="16795"/>
                </a:lnTo>
                <a:lnTo>
                  <a:pt x="19429" y="17328"/>
                </a:lnTo>
                <a:lnTo>
                  <a:pt x="19479" y="17649"/>
                </a:lnTo>
                <a:lnTo>
                  <a:pt x="19138" y="17448"/>
                </a:lnTo>
                <a:lnTo>
                  <a:pt x="18776" y="17257"/>
                </a:lnTo>
                <a:lnTo>
                  <a:pt x="18424" y="17066"/>
                </a:lnTo>
                <a:lnTo>
                  <a:pt x="18052" y="16886"/>
                </a:lnTo>
                <a:lnTo>
                  <a:pt x="17690" y="16715"/>
                </a:lnTo>
                <a:lnTo>
                  <a:pt x="17319" y="16544"/>
                </a:lnTo>
                <a:lnTo>
                  <a:pt x="16937" y="16383"/>
                </a:lnTo>
                <a:lnTo>
                  <a:pt x="16555" y="16232"/>
                </a:lnTo>
                <a:lnTo>
                  <a:pt x="14404" y="10262"/>
                </a:lnTo>
                <a:lnTo>
                  <a:pt x="14374" y="10192"/>
                </a:lnTo>
                <a:lnTo>
                  <a:pt x="14343" y="10121"/>
                </a:lnTo>
                <a:lnTo>
                  <a:pt x="14293" y="10061"/>
                </a:lnTo>
                <a:lnTo>
                  <a:pt x="14253" y="10011"/>
                </a:lnTo>
                <a:lnTo>
                  <a:pt x="14203" y="9960"/>
                </a:lnTo>
                <a:lnTo>
                  <a:pt x="14142" y="9920"/>
                </a:lnTo>
                <a:lnTo>
                  <a:pt x="14092" y="9880"/>
                </a:lnTo>
                <a:lnTo>
                  <a:pt x="14022" y="9850"/>
                </a:lnTo>
                <a:lnTo>
                  <a:pt x="13962" y="9820"/>
                </a:lnTo>
                <a:lnTo>
                  <a:pt x="13891" y="9800"/>
                </a:lnTo>
                <a:lnTo>
                  <a:pt x="13831" y="9790"/>
                </a:lnTo>
                <a:lnTo>
                  <a:pt x="13761" y="9780"/>
                </a:lnTo>
                <a:lnTo>
                  <a:pt x="13610" y="9780"/>
                </a:lnTo>
                <a:lnTo>
                  <a:pt x="13539" y="9800"/>
                </a:lnTo>
                <a:lnTo>
                  <a:pt x="13469" y="9820"/>
                </a:lnTo>
                <a:lnTo>
                  <a:pt x="13399" y="9850"/>
                </a:lnTo>
                <a:lnTo>
                  <a:pt x="13338" y="9880"/>
                </a:lnTo>
                <a:lnTo>
                  <a:pt x="13278" y="9920"/>
                </a:lnTo>
                <a:lnTo>
                  <a:pt x="13218" y="9971"/>
                </a:lnTo>
                <a:lnTo>
                  <a:pt x="13168" y="10021"/>
                </a:lnTo>
                <a:lnTo>
                  <a:pt x="13127" y="10071"/>
                </a:lnTo>
                <a:lnTo>
                  <a:pt x="13087" y="10131"/>
                </a:lnTo>
                <a:lnTo>
                  <a:pt x="13057" y="10192"/>
                </a:lnTo>
                <a:lnTo>
                  <a:pt x="13027" y="10262"/>
                </a:lnTo>
                <a:lnTo>
                  <a:pt x="13007" y="10322"/>
                </a:lnTo>
                <a:lnTo>
                  <a:pt x="12997" y="10393"/>
                </a:lnTo>
                <a:lnTo>
                  <a:pt x="12987" y="10463"/>
                </a:lnTo>
                <a:lnTo>
                  <a:pt x="12987" y="10533"/>
                </a:lnTo>
                <a:lnTo>
                  <a:pt x="12997" y="10614"/>
                </a:lnTo>
                <a:lnTo>
                  <a:pt x="13007" y="10684"/>
                </a:lnTo>
                <a:lnTo>
                  <a:pt x="13027" y="10754"/>
                </a:lnTo>
                <a:lnTo>
                  <a:pt x="14776" y="15599"/>
                </a:lnTo>
                <a:lnTo>
                  <a:pt x="14273" y="15448"/>
                </a:lnTo>
                <a:lnTo>
                  <a:pt x="13781" y="15318"/>
                </a:lnTo>
                <a:lnTo>
                  <a:pt x="13318" y="15197"/>
                </a:lnTo>
                <a:lnTo>
                  <a:pt x="12866" y="15096"/>
                </a:lnTo>
                <a:lnTo>
                  <a:pt x="9368" y="9669"/>
                </a:lnTo>
                <a:lnTo>
                  <a:pt x="9328" y="9609"/>
                </a:lnTo>
                <a:lnTo>
                  <a:pt x="9278" y="9558"/>
                </a:lnTo>
                <a:lnTo>
                  <a:pt x="9228" y="9508"/>
                </a:lnTo>
                <a:lnTo>
                  <a:pt x="9167" y="9468"/>
                </a:lnTo>
                <a:lnTo>
                  <a:pt x="9107" y="9428"/>
                </a:lnTo>
                <a:lnTo>
                  <a:pt x="9047" y="9398"/>
                </a:lnTo>
                <a:lnTo>
                  <a:pt x="8976" y="9378"/>
                </a:lnTo>
                <a:lnTo>
                  <a:pt x="8906" y="9357"/>
                </a:lnTo>
                <a:lnTo>
                  <a:pt x="8846" y="9347"/>
                </a:lnTo>
                <a:lnTo>
                  <a:pt x="8775" y="9337"/>
                </a:lnTo>
                <a:lnTo>
                  <a:pt x="8705" y="9337"/>
                </a:lnTo>
                <a:lnTo>
                  <a:pt x="8635" y="9347"/>
                </a:lnTo>
                <a:lnTo>
                  <a:pt x="8564" y="9367"/>
                </a:lnTo>
                <a:lnTo>
                  <a:pt x="8494" y="9388"/>
                </a:lnTo>
                <a:lnTo>
                  <a:pt x="8424" y="9418"/>
                </a:lnTo>
                <a:lnTo>
                  <a:pt x="8363" y="9458"/>
                </a:lnTo>
                <a:lnTo>
                  <a:pt x="8303" y="9498"/>
                </a:lnTo>
                <a:lnTo>
                  <a:pt x="8243" y="9548"/>
                </a:lnTo>
                <a:lnTo>
                  <a:pt x="8192" y="9599"/>
                </a:lnTo>
                <a:lnTo>
                  <a:pt x="8152" y="9659"/>
                </a:lnTo>
                <a:lnTo>
                  <a:pt x="8112" y="9719"/>
                </a:lnTo>
                <a:lnTo>
                  <a:pt x="8082" y="9780"/>
                </a:lnTo>
                <a:lnTo>
                  <a:pt x="8062" y="9850"/>
                </a:lnTo>
                <a:lnTo>
                  <a:pt x="8042" y="9910"/>
                </a:lnTo>
                <a:lnTo>
                  <a:pt x="8032" y="9981"/>
                </a:lnTo>
                <a:lnTo>
                  <a:pt x="8022" y="10051"/>
                </a:lnTo>
                <a:lnTo>
                  <a:pt x="8032" y="10121"/>
                </a:lnTo>
                <a:lnTo>
                  <a:pt x="8042" y="10192"/>
                </a:lnTo>
                <a:lnTo>
                  <a:pt x="8052" y="10262"/>
                </a:lnTo>
                <a:lnTo>
                  <a:pt x="8072" y="10332"/>
                </a:lnTo>
                <a:lnTo>
                  <a:pt x="8102" y="10403"/>
                </a:lnTo>
                <a:lnTo>
                  <a:pt x="8142" y="10463"/>
                </a:lnTo>
                <a:lnTo>
                  <a:pt x="10896" y="14735"/>
                </a:lnTo>
                <a:lnTo>
                  <a:pt x="10283" y="14664"/>
                </a:lnTo>
                <a:lnTo>
                  <a:pt x="9821" y="14614"/>
                </a:lnTo>
                <a:lnTo>
                  <a:pt x="9509" y="14594"/>
                </a:lnTo>
                <a:lnTo>
                  <a:pt x="9238" y="14594"/>
                </a:lnTo>
                <a:lnTo>
                  <a:pt x="9087" y="14614"/>
                </a:lnTo>
                <a:lnTo>
                  <a:pt x="8946" y="14644"/>
                </a:lnTo>
                <a:lnTo>
                  <a:pt x="8816" y="14684"/>
                </a:lnTo>
                <a:lnTo>
                  <a:pt x="8685" y="14745"/>
                </a:lnTo>
                <a:lnTo>
                  <a:pt x="8564" y="14815"/>
                </a:lnTo>
                <a:lnTo>
                  <a:pt x="8444" y="14895"/>
                </a:lnTo>
                <a:lnTo>
                  <a:pt x="8343" y="14986"/>
                </a:lnTo>
                <a:lnTo>
                  <a:pt x="8243" y="15086"/>
                </a:lnTo>
                <a:lnTo>
                  <a:pt x="8152" y="15197"/>
                </a:lnTo>
                <a:lnTo>
                  <a:pt x="8082" y="15318"/>
                </a:lnTo>
                <a:lnTo>
                  <a:pt x="8011" y="15438"/>
                </a:lnTo>
                <a:lnTo>
                  <a:pt x="7961" y="15569"/>
                </a:lnTo>
                <a:lnTo>
                  <a:pt x="7921" y="15710"/>
                </a:lnTo>
                <a:lnTo>
                  <a:pt x="7891" y="15860"/>
                </a:lnTo>
                <a:lnTo>
                  <a:pt x="7881" y="16001"/>
                </a:lnTo>
                <a:lnTo>
                  <a:pt x="7881" y="16152"/>
                </a:lnTo>
                <a:lnTo>
                  <a:pt x="7901" y="16303"/>
                </a:lnTo>
                <a:lnTo>
                  <a:pt x="7931" y="16443"/>
                </a:lnTo>
                <a:lnTo>
                  <a:pt x="7981" y="16574"/>
                </a:lnTo>
                <a:lnTo>
                  <a:pt x="8032" y="16705"/>
                </a:lnTo>
                <a:lnTo>
                  <a:pt x="8102" y="16825"/>
                </a:lnTo>
                <a:lnTo>
                  <a:pt x="8182" y="16946"/>
                </a:lnTo>
                <a:lnTo>
                  <a:pt x="8273" y="17046"/>
                </a:lnTo>
                <a:lnTo>
                  <a:pt x="8373" y="17147"/>
                </a:lnTo>
                <a:lnTo>
                  <a:pt x="8484" y="17237"/>
                </a:lnTo>
                <a:lnTo>
                  <a:pt x="8604" y="17308"/>
                </a:lnTo>
                <a:lnTo>
                  <a:pt x="8735" y="17378"/>
                </a:lnTo>
                <a:lnTo>
                  <a:pt x="8866" y="17428"/>
                </a:lnTo>
                <a:lnTo>
                  <a:pt x="9007" y="17468"/>
                </a:lnTo>
                <a:lnTo>
                  <a:pt x="9147" y="17499"/>
                </a:lnTo>
                <a:lnTo>
                  <a:pt x="9298" y="17509"/>
                </a:lnTo>
                <a:lnTo>
                  <a:pt x="9509" y="17519"/>
                </a:lnTo>
                <a:lnTo>
                  <a:pt x="9750" y="17539"/>
                </a:lnTo>
                <a:lnTo>
                  <a:pt x="10072" y="17569"/>
                </a:lnTo>
                <a:lnTo>
                  <a:pt x="6916" y="19509"/>
                </a:lnTo>
                <a:lnTo>
                  <a:pt x="6856" y="19559"/>
                </a:lnTo>
                <a:lnTo>
                  <a:pt x="6795" y="19599"/>
                </a:lnTo>
                <a:lnTo>
                  <a:pt x="6745" y="19660"/>
                </a:lnTo>
                <a:lnTo>
                  <a:pt x="6705" y="19710"/>
                </a:lnTo>
                <a:lnTo>
                  <a:pt x="6665" y="19770"/>
                </a:lnTo>
                <a:lnTo>
                  <a:pt x="6635" y="19830"/>
                </a:lnTo>
                <a:lnTo>
                  <a:pt x="6604" y="19901"/>
                </a:lnTo>
                <a:lnTo>
                  <a:pt x="6584" y="19961"/>
                </a:lnTo>
                <a:lnTo>
                  <a:pt x="6574" y="20031"/>
                </a:lnTo>
                <a:lnTo>
                  <a:pt x="6564" y="20102"/>
                </a:lnTo>
                <a:lnTo>
                  <a:pt x="6564" y="20172"/>
                </a:lnTo>
                <a:lnTo>
                  <a:pt x="6574" y="20242"/>
                </a:lnTo>
                <a:lnTo>
                  <a:pt x="6594" y="20313"/>
                </a:lnTo>
                <a:lnTo>
                  <a:pt x="6614" y="20383"/>
                </a:lnTo>
                <a:lnTo>
                  <a:pt x="6645" y="20454"/>
                </a:lnTo>
                <a:lnTo>
                  <a:pt x="6675" y="20514"/>
                </a:lnTo>
                <a:lnTo>
                  <a:pt x="6735" y="20594"/>
                </a:lnTo>
                <a:lnTo>
                  <a:pt x="6795" y="20665"/>
                </a:lnTo>
                <a:lnTo>
                  <a:pt x="6866" y="20725"/>
                </a:lnTo>
                <a:lnTo>
                  <a:pt x="6946" y="20775"/>
                </a:lnTo>
                <a:lnTo>
                  <a:pt x="7026" y="20815"/>
                </a:lnTo>
                <a:lnTo>
                  <a:pt x="7117" y="20846"/>
                </a:lnTo>
                <a:lnTo>
                  <a:pt x="7207" y="20856"/>
                </a:lnTo>
                <a:lnTo>
                  <a:pt x="7298" y="20866"/>
                </a:lnTo>
                <a:lnTo>
                  <a:pt x="7398" y="20856"/>
                </a:lnTo>
                <a:lnTo>
                  <a:pt x="7489" y="20835"/>
                </a:lnTo>
                <a:lnTo>
                  <a:pt x="7589" y="20805"/>
                </a:lnTo>
                <a:lnTo>
                  <a:pt x="7680" y="20755"/>
                </a:lnTo>
                <a:lnTo>
                  <a:pt x="12243" y="17951"/>
                </a:lnTo>
                <a:lnTo>
                  <a:pt x="12745" y="18061"/>
                </a:lnTo>
                <a:lnTo>
                  <a:pt x="13278" y="18202"/>
                </a:lnTo>
                <a:lnTo>
                  <a:pt x="13831" y="18363"/>
                </a:lnTo>
                <a:lnTo>
                  <a:pt x="14404" y="18544"/>
                </a:lnTo>
                <a:lnTo>
                  <a:pt x="14987" y="18755"/>
                </a:lnTo>
                <a:lnTo>
                  <a:pt x="15590" y="18986"/>
                </a:lnTo>
                <a:lnTo>
                  <a:pt x="16203" y="19247"/>
                </a:lnTo>
                <a:lnTo>
                  <a:pt x="16514" y="19388"/>
                </a:lnTo>
                <a:lnTo>
                  <a:pt x="16826" y="19529"/>
                </a:lnTo>
                <a:lnTo>
                  <a:pt x="17138" y="19690"/>
                </a:lnTo>
                <a:lnTo>
                  <a:pt x="17449" y="19850"/>
                </a:lnTo>
                <a:lnTo>
                  <a:pt x="17761" y="20021"/>
                </a:lnTo>
                <a:lnTo>
                  <a:pt x="18072" y="20202"/>
                </a:lnTo>
                <a:lnTo>
                  <a:pt x="18384" y="20383"/>
                </a:lnTo>
                <a:lnTo>
                  <a:pt x="18695" y="20584"/>
                </a:lnTo>
                <a:lnTo>
                  <a:pt x="19007" y="20785"/>
                </a:lnTo>
                <a:lnTo>
                  <a:pt x="19319" y="20996"/>
                </a:lnTo>
                <a:lnTo>
                  <a:pt x="19630" y="21217"/>
                </a:lnTo>
                <a:lnTo>
                  <a:pt x="19932" y="21449"/>
                </a:lnTo>
                <a:lnTo>
                  <a:pt x="20243" y="21690"/>
                </a:lnTo>
                <a:lnTo>
                  <a:pt x="20535" y="21941"/>
                </a:lnTo>
                <a:lnTo>
                  <a:pt x="20836" y="22202"/>
                </a:lnTo>
                <a:lnTo>
                  <a:pt x="21128" y="22474"/>
                </a:lnTo>
                <a:lnTo>
                  <a:pt x="21419" y="22755"/>
                </a:lnTo>
                <a:lnTo>
                  <a:pt x="21701" y="23037"/>
                </a:lnTo>
                <a:lnTo>
                  <a:pt x="18967" y="32324"/>
                </a:lnTo>
                <a:lnTo>
                  <a:pt x="18223" y="32464"/>
                </a:lnTo>
                <a:lnTo>
                  <a:pt x="14836" y="29851"/>
                </a:lnTo>
                <a:lnTo>
                  <a:pt x="14153" y="23408"/>
                </a:lnTo>
                <a:lnTo>
                  <a:pt x="14142" y="23338"/>
                </a:lnTo>
                <a:lnTo>
                  <a:pt x="14122" y="23268"/>
                </a:lnTo>
                <a:lnTo>
                  <a:pt x="14092" y="23197"/>
                </a:lnTo>
                <a:lnTo>
                  <a:pt x="14062" y="23137"/>
                </a:lnTo>
                <a:lnTo>
                  <a:pt x="14022" y="23077"/>
                </a:lnTo>
                <a:lnTo>
                  <a:pt x="13982" y="23017"/>
                </a:lnTo>
                <a:lnTo>
                  <a:pt x="13931" y="22966"/>
                </a:lnTo>
                <a:lnTo>
                  <a:pt x="13881" y="22926"/>
                </a:lnTo>
                <a:lnTo>
                  <a:pt x="13831" y="22886"/>
                </a:lnTo>
                <a:lnTo>
                  <a:pt x="13771" y="22846"/>
                </a:lnTo>
                <a:lnTo>
                  <a:pt x="13700" y="22815"/>
                </a:lnTo>
                <a:lnTo>
                  <a:pt x="13640" y="22795"/>
                </a:lnTo>
                <a:lnTo>
                  <a:pt x="13570" y="22775"/>
                </a:lnTo>
                <a:lnTo>
                  <a:pt x="13499" y="22765"/>
                </a:lnTo>
                <a:lnTo>
                  <a:pt x="13348" y="22765"/>
                </a:lnTo>
                <a:lnTo>
                  <a:pt x="13278" y="22775"/>
                </a:lnTo>
                <a:lnTo>
                  <a:pt x="13198" y="22795"/>
                </a:lnTo>
                <a:lnTo>
                  <a:pt x="13137" y="22815"/>
                </a:lnTo>
                <a:lnTo>
                  <a:pt x="13067" y="22856"/>
                </a:lnTo>
                <a:lnTo>
                  <a:pt x="13007" y="22886"/>
                </a:lnTo>
                <a:lnTo>
                  <a:pt x="12956" y="22936"/>
                </a:lnTo>
                <a:lnTo>
                  <a:pt x="12906" y="22976"/>
                </a:lnTo>
                <a:lnTo>
                  <a:pt x="12856" y="23037"/>
                </a:lnTo>
                <a:lnTo>
                  <a:pt x="12816" y="23087"/>
                </a:lnTo>
                <a:lnTo>
                  <a:pt x="12776" y="23147"/>
                </a:lnTo>
                <a:lnTo>
                  <a:pt x="12745" y="23207"/>
                </a:lnTo>
                <a:lnTo>
                  <a:pt x="12725" y="23278"/>
                </a:lnTo>
                <a:lnTo>
                  <a:pt x="12705" y="23348"/>
                </a:lnTo>
                <a:lnTo>
                  <a:pt x="12695" y="23419"/>
                </a:lnTo>
                <a:lnTo>
                  <a:pt x="12695" y="23489"/>
                </a:lnTo>
                <a:lnTo>
                  <a:pt x="12695" y="23569"/>
                </a:lnTo>
                <a:lnTo>
                  <a:pt x="13238" y="28625"/>
                </a:lnTo>
                <a:lnTo>
                  <a:pt x="10363" y="26414"/>
                </a:lnTo>
                <a:lnTo>
                  <a:pt x="10303" y="26373"/>
                </a:lnTo>
                <a:lnTo>
                  <a:pt x="10243" y="26333"/>
                </a:lnTo>
                <a:lnTo>
                  <a:pt x="10172" y="26303"/>
                </a:lnTo>
                <a:lnTo>
                  <a:pt x="10112" y="26283"/>
                </a:lnTo>
                <a:lnTo>
                  <a:pt x="10042" y="26273"/>
                </a:lnTo>
                <a:lnTo>
                  <a:pt x="9971" y="26263"/>
                </a:lnTo>
                <a:lnTo>
                  <a:pt x="9901" y="26263"/>
                </a:lnTo>
                <a:lnTo>
                  <a:pt x="9831" y="26273"/>
                </a:lnTo>
                <a:lnTo>
                  <a:pt x="9760" y="26283"/>
                </a:lnTo>
                <a:lnTo>
                  <a:pt x="9690" y="26303"/>
                </a:lnTo>
                <a:lnTo>
                  <a:pt x="9630" y="26323"/>
                </a:lnTo>
                <a:lnTo>
                  <a:pt x="9559" y="26353"/>
                </a:lnTo>
                <a:lnTo>
                  <a:pt x="9499" y="26394"/>
                </a:lnTo>
                <a:lnTo>
                  <a:pt x="9449" y="26444"/>
                </a:lnTo>
                <a:lnTo>
                  <a:pt x="9398" y="26494"/>
                </a:lnTo>
                <a:lnTo>
                  <a:pt x="9348" y="26544"/>
                </a:lnTo>
                <a:lnTo>
                  <a:pt x="9298" y="26605"/>
                </a:lnTo>
                <a:lnTo>
                  <a:pt x="9268" y="26675"/>
                </a:lnTo>
                <a:lnTo>
                  <a:pt x="9238" y="26735"/>
                </a:lnTo>
                <a:lnTo>
                  <a:pt x="9218" y="26806"/>
                </a:lnTo>
                <a:lnTo>
                  <a:pt x="9208" y="26876"/>
                </a:lnTo>
                <a:lnTo>
                  <a:pt x="9197" y="26946"/>
                </a:lnTo>
                <a:lnTo>
                  <a:pt x="9197" y="27017"/>
                </a:lnTo>
                <a:lnTo>
                  <a:pt x="9197" y="27087"/>
                </a:lnTo>
                <a:lnTo>
                  <a:pt x="9208" y="27157"/>
                </a:lnTo>
                <a:lnTo>
                  <a:pt x="9228" y="27218"/>
                </a:lnTo>
                <a:lnTo>
                  <a:pt x="9258" y="27288"/>
                </a:lnTo>
                <a:lnTo>
                  <a:pt x="9288" y="27348"/>
                </a:lnTo>
                <a:lnTo>
                  <a:pt x="9328" y="27409"/>
                </a:lnTo>
                <a:lnTo>
                  <a:pt x="9368" y="27469"/>
                </a:lnTo>
                <a:lnTo>
                  <a:pt x="9419" y="27519"/>
                </a:lnTo>
                <a:lnTo>
                  <a:pt x="9479" y="27570"/>
                </a:lnTo>
                <a:lnTo>
                  <a:pt x="13499" y="30665"/>
                </a:lnTo>
                <a:lnTo>
                  <a:pt x="13539" y="30746"/>
                </a:lnTo>
                <a:lnTo>
                  <a:pt x="13590" y="30806"/>
                </a:lnTo>
                <a:lnTo>
                  <a:pt x="13650" y="30866"/>
                </a:lnTo>
                <a:lnTo>
                  <a:pt x="13710" y="30927"/>
                </a:lnTo>
                <a:lnTo>
                  <a:pt x="13781" y="30967"/>
                </a:lnTo>
                <a:lnTo>
                  <a:pt x="13851" y="31007"/>
                </a:lnTo>
                <a:lnTo>
                  <a:pt x="13931" y="31037"/>
                </a:lnTo>
                <a:lnTo>
                  <a:pt x="14012" y="31067"/>
                </a:lnTo>
                <a:lnTo>
                  <a:pt x="16293" y="32816"/>
                </a:lnTo>
                <a:lnTo>
                  <a:pt x="14816" y="33087"/>
                </a:lnTo>
                <a:lnTo>
                  <a:pt x="13509" y="33299"/>
                </a:lnTo>
                <a:lnTo>
                  <a:pt x="12936" y="33389"/>
                </a:lnTo>
                <a:lnTo>
                  <a:pt x="12414" y="33469"/>
                </a:lnTo>
                <a:lnTo>
                  <a:pt x="11951" y="33520"/>
                </a:lnTo>
                <a:lnTo>
                  <a:pt x="11549" y="33560"/>
                </a:lnTo>
                <a:lnTo>
                  <a:pt x="11298" y="33580"/>
                </a:lnTo>
                <a:lnTo>
                  <a:pt x="11057" y="33580"/>
                </a:lnTo>
                <a:lnTo>
                  <a:pt x="10806" y="33570"/>
                </a:lnTo>
                <a:lnTo>
                  <a:pt x="10554" y="33550"/>
                </a:lnTo>
                <a:lnTo>
                  <a:pt x="10303" y="33520"/>
                </a:lnTo>
                <a:lnTo>
                  <a:pt x="10052" y="33479"/>
                </a:lnTo>
                <a:lnTo>
                  <a:pt x="9811" y="33439"/>
                </a:lnTo>
                <a:lnTo>
                  <a:pt x="9559" y="33379"/>
                </a:lnTo>
                <a:lnTo>
                  <a:pt x="9318" y="33309"/>
                </a:lnTo>
                <a:lnTo>
                  <a:pt x="9077" y="33238"/>
                </a:lnTo>
                <a:lnTo>
                  <a:pt x="8836" y="33158"/>
                </a:lnTo>
                <a:lnTo>
                  <a:pt x="8594" y="33067"/>
                </a:lnTo>
                <a:lnTo>
                  <a:pt x="8353" y="32967"/>
                </a:lnTo>
                <a:lnTo>
                  <a:pt x="8122" y="32866"/>
                </a:lnTo>
                <a:lnTo>
                  <a:pt x="7891" y="32756"/>
                </a:lnTo>
                <a:lnTo>
                  <a:pt x="7660" y="32635"/>
                </a:lnTo>
                <a:lnTo>
                  <a:pt x="7660" y="32404"/>
                </a:lnTo>
                <a:lnTo>
                  <a:pt x="7640" y="32153"/>
                </a:lnTo>
                <a:lnTo>
                  <a:pt x="7619" y="31901"/>
                </a:lnTo>
                <a:lnTo>
                  <a:pt x="7579" y="31650"/>
                </a:lnTo>
                <a:lnTo>
                  <a:pt x="7529" y="31389"/>
                </a:lnTo>
                <a:lnTo>
                  <a:pt x="7469" y="31117"/>
                </a:lnTo>
                <a:lnTo>
                  <a:pt x="7398" y="30856"/>
                </a:lnTo>
                <a:lnTo>
                  <a:pt x="7318" y="30585"/>
                </a:lnTo>
                <a:lnTo>
                  <a:pt x="7228" y="30313"/>
                </a:lnTo>
                <a:lnTo>
                  <a:pt x="7137" y="30052"/>
                </a:lnTo>
                <a:lnTo>
                  <a:pt x="6926" y="29519"/>
                </a:lnTo>
                <a:lnTo>
                  <a:pt x="6705" y="28987"/>
                </a:lnTo>
                <a:lnTo>
                  <a:pt x="6464" y="28484"/>
                </a:lnTo>
                <a:lnTo>
                  <a:pt x="6222" y="28002"/>
                </a:lnTo>
                <a:lnTo>
                  <a:pt x="5991" y="27549"/>
                </a:lnTo>
                <a:lnTo>
                  <a:pt x="5760" y="27137"/>
                </a:lnTo>
                <a:lnTo>
                  <a:pt x="5549" y="26765"/>
                </a:lnTo>
                <a:lnTo>
                  <a:pt x="5197" y="26183"/>
                </a:lnTo>
                <a:lnTo>
                  <a:pt x="4986" y="25861"/>
                </a:lnTo>
                <a:lnTo>
                  <a:pt x="4946" y="25801"/>
                </a:lnTo>
                <a:lnTo>
                  <a:pt x="4896" y="25750"/>
                </a:lnTo>
                <a:lnTo>
                  <a:pt x="4845" y="25700"/>
                </a:lnTo>
                <a:lnTo>
                  <a:pt x="4785" y="25660"/>
                </a:lnTo>
                <a:lnTo>
                  <a:pt x="4725" y="25620"/>
                </a:lnTo>
                <a:lnTo>
                  <a:pt x="4665" y="25590"/>
                </a:lnTo>
                <a:lnTo>
                  <a:pt x="4594" y="25569"/>
                </a:lnTo>
                <a:lnTo>
                  <a:pt x="4524" y="25549"/>
                </a:lnTo>
                <a:lnTo>
                  <a:pt x="4453" y="25539"/>
                </a:lnTo>
                <a:lnTo>
                  <a:pt x="4393" y="25529"/>
                </a:lnTo>
                <a:lnTo>
                  <a:pt x="4323" y="25539"/>
                </a:lnTo>
                <a:lnTo>
                  <a:pt x="4252" y="25549"/>
                </a:lnTo>
                <a:lnTo>
                  <a:pt x="4182" y="25559"/>
                </a:lnTo>
                <a:lnTo>
                  <a:pt x="4112" y="25579"/>
                </a:lnTo>
                <a:lnTo>
                  <a:pt x="4041" y="25610"/>
                </a:lnTo>
                <a:lnTo>
                  <a:pt x="3981" y="25650"/>
                </a:lnTo>
                <a:lnTo>
                  <a:pt x="3921" y="25700"/>
                </a:lnTo>
                <a:lnTo>
                  <a:pt x="3860" y="25750"/>
                </a:lnTo>
                <a:lnTo>
                  <a:pt x="3820" y="25801"/>
                </a:lnTo>
                <a:lnTo>
                  <a:pt x="3770" y="25861"/>
                </a:lnTo>
                <a:lnTo>
                  <a:pt x="3740" y="25921"/>
                </a:lnTo>
                <a:lnTo>
                  <a:pt x="3710" y="25982"/>
                </a:lnTo>
                <a:lnTo>
                  <a:pt x="3680" y="26042"/>
                </a:lnTo>
                <a:lnTo>
                  <a:pt x="3670" y="26112"/>
                </a:lnTo>
                <a:lnTo>
                  <a:pt x="3649" y="26183"/>
                </a:lnTo>
                <a:lnTo>
                  <a:pt x="3649" y="26253"/>
                </a:lnTo>
                <a:lnTo>
                  <a:pt x="3649" y="26323"/>
                </a:lnTo>
                <a:lnTo>
                  <a:pt x="3659" y="26394"/>
                </a:lnTo>
                <a:lnTo>
                  <a:pt x="3680" y="26464"/>
                </a:lnTo>
                <a:lnTo>
                  <a:pt x="3700" y="26534"/>
                </a:lnTo>
                <a:lnTo>
                  <a:pt x="3730" y="26595"/>
                </a:lnTo>
                <a:lnTo>
                  <a:pt x="3770" y="26665"/>
                </a:lnTo>
                <a:lnTo>
                  <a:pt x="4102" y="27188"/>
                </a:lnTo>
                <a:lnTo>
                  <a:pt x="4453" y="27781"/>
                </a:lnTo>
                <a:lnTo>
                  <a:pt x="4795" y="28414"/>
                </a:lnTo>
                <a:lnTo>
                  <a:pt x="4966" y="28745"/>
                </a:lnTo>
                <a:lnTo>
                  <a:pt x="5137" y="29087"/>
                </a:lnTo>
                <a:lnTo>
                  <a:pt x="5298" y="29429"/>
                </a:lnTo>
                <a:lnTo>
                  <a:pt x="5449" y="29771"/>
                </a:lnTo>
                <a:lnTo>
                  <a:pt x="5589" y="30112"/>
                </a:lnTo>
                <a:lnTo>
                  <a:pt x="5730" y="30444"/>
                </a:lnTo>
                <a:lnTo>
                  <a:pt x="5841" y="30776"/>
                </a:lnTo>
                <a:lnTo>
                  <a:pt x="5951" y="31097"/>
                </a:lnTo>
                <a:lnTo>
                  <a:pt x="6042" y="31409"/>
                </a:lnTo>
                <a:lnTo>
                  <a:pt x="6112" y="31710"/>
                </a:lnTo>
                <a:lnTo>
                  <a:pt x="6112" y="31710"/>
                </a:lnTo>
                <a:lnTo>
                  <a:pt x="5730" y="31439"/>
                </a:lnTo>
                <a:lnTo>
                  <a:pt x="5368" y="31168"/>
                </a:lnTo>
                <a:lnTo>
                  <a:pt x="5026" y="30886"/>
                </a:lnTo>
                <a:lnTo>
                  <a:pt x="4695" y="30615"/>
                </a:lnTo>
                <a:lnTo>
                  <a:pt x="4393" y="30354"/>
                </a:lnTo>
                <a:lnTo>
                  <a:pt x="4102" y="30092"/>
                </a:lnTo>
                <a:lnTo>
                  <a:pt x="3830" y="29841"/>
                </a:lnTo>
                <a:lnTo>
                  <a:pt x="3589" y="29600"/>
                </a:lnTo>
                <a:lnTo>
                  <a:pt x="3167" y="29178"/>
                </a:lnTo>
                <a:lnTo>
                  <a:pt x="2855" y="28846"/>
                </a:lnTo>
                <a:lnTo>
                  <a:pt x="2584" y="28534"/>
                </a:lnTo>
                <a:lnTo>
                  <a:pt x="2484" y="28434"/>
                </a:lnTo>
                <a:lnTo>
                  <a:pt x="2373" y="28333"/>
                </a:lnTo>
                <a:lnTo>
                  <a:pt x="2252" y="28243"/>
                </a:lnTo>
                <a:lnTo>
                  <a:pt x="2132" y="28173"/>
                </a:lnTo>
                <a:lnTo>
                  <a:pt x="2001" y="28112"/>
                </a:lnTo>
                <a:lnTo>
                  <a:pt x="1870" y="28072"/>
                </a:lnTo>
                <a:lnTo>
                  <a:pt x="1730" y="28042"/>
                </a:lnTo>
                <a:lnTo>
                  <a:pt x="1599" y="28022"/>
                </a:lnTo>
                <a:lnTo>
                  <a:pt x="1458" y="28012"/>
                </a:lnTo>
                <a:lnTo>
                  <a:pt x="1318" y="28022"/>
                </a:lnTo>
                <a:lnTo>
                  <a:pt x="1177" y="28042"/>
                </a:lnTo>
                <a:lnTo>
                  <a:pt x="1036" y="28072"/>
                </a:lnTo>
                <a:lnTo>
                  <a:pt x="906" y="28122"/>
                </a:lnTo>
                <a:lnTo>
                  <a:pt x="775" y="28183"/>
                </a:lnTo>
                <a:lnTo>
                  <a:pt x="654" y="28263"/>
                </a:lnTo>
                <a:lnTo>
                  <a:pt x="534" y="28354"/>
                </a:lnTo>
                <a:lnTo>
                  <a:pt x="423" y="28454"/>
                </a:lnTo>
                <a:lnTo>
                  <a:pt x="323" y="28555"/>
                </a:lnTo>
                <a:lnTo>
                  <a:pt x="242" y="28675"/>
                </a:lnTo>
                <a:lnTo>
                  <a:pt x="162" y="28796"/>
                </a:lnTo>
                <a:lnTo>
                  <a:pt x="112" y="28926"/>
                </a:lnTo>
                <a:lnTo>
                  <a:pt x="61" y="29057"/>
                </a:lnTo>
                <a:lnTo>
                  <a:pt x="31" y="29198"/>
                </a:lnTo>
                <a:lnTo>
                  <a:pt x="11" y="29338"/>
                </a:lnTo>
                <a:lnTo>
                  <a:pt x="1" y="29479"/>
                </a:lnTo>
                <a:lnTo>
                  <a:pt x="11" y="29620"/>
                </a:lnTo>
                <a:lnTo>
                  <a:pt x="31" y="29751"/>
                </a:lnTo>
                <a:lnTo>
                  <a:pt x="61" y="29891"/>
                </a:lnTo>
                <a:lnTo>
                  <a:pt x="112" y="30032"/>
                </a:lnTo>
                <a:lnTo>
                  <a:pt x="172" y="30163"/>
                </a:lnTo>
                <a:lnTo>
                  <a:pt x="252" y="30283"/>
                </a:lnTo>
                <a:lnTo>
                  <a:pt x="343" y="30404"/>
                </a:lnTo>
                <a:lnTo>
                  <a:pt x="463" y="30555"/>
                </a:lnTo>
                <a:lnTo>
                  <a:pt x="735" y="30856"/>
                </a:lnTo>
                <a:lnTo>
                  <a:pt x="1157" y="31298"/>
                </a:lnTo>
                <a:lnTo>
                  <a:pt x="1408" y="31560"/>
                </a:lnTo>
                <a:lnTo>
                  <a:pt x="1700" y="31841"/>
                </a:lnTo>
                <a:lnTo>
                  <a:pt x="2011" y="32143"/>
                </a:lnTo>
                <a:lnTo>
                  <a:pt x="2363" y="32454"/>
                </a:lnTo>
                <a:lnTo>
                  <a:pt x="2735" y="32776"/>
                </a:lnTo>
                <a:lnTo>
                  <a:pt x="3127" y="33108"/>
                </a:lnTo>
                <a:lnTo>
                  <a:pt x="3559" y="33449"/>
                </a:lnTo>
                <a:lnTo>
                  <a:pt x="4001" y="33781"/>
                </a:lnTo>
                <a:lnTo>
                  <a:pt x="4474" y="34113"/>
                </a:lnTo>
                <a:lnTo>
                  <a:pt x="4956" y="34434"/>
                </a:lnTo>
                <a:lnTo>
                  <a:pt x="4725" y="34605"/>
                </a:lnTo>
                <a:lnTo>
                  <a:pt x="4484" y="34766"/>
                </a:lnTo>
                <a:lnTo>
                  <a:pt x="4212" y="34927"/>
                </a:lnTo>
                <a:lnTo>
                  <a:pt x="3931" y="35078"/>
                </a:lnTo>
                <a:lnTo>
                  <a:pt x="3529" y="35289"/>
                </a:lnTo>
                <a:lnTo>
                  <a:pt x="3117" y="35470"/>
                </a:lnTo>
                <a:lnTo>
                  <a:pt x="2695" y="35640"/>
                </a:lnTo>
                <a:lnTo>
                  <a:pt x="2293" y="35791"/>
                </a:lnTo>
                <a:lnTo>
                  <a:pt x="1901" y="35922"/>
                </a:lnTo>
                <a:lnTo>
                  <a:pt x="1529" y="36042"/>
                </a:lnTo>
                <a:lnTo>
                  <a:pt x="1187" y="36133"/>
                </a:lnTo>
                <a:lnTo>
                  <a:pt x="885" y="36193"/>
                </a:lnTo>
                <a:lnTo>
                  <a:pt x="805" y="36213"/>
                </a:lnTo>
                <a:lnTo>
                  <a:pt x="735" y="36243"/>
                </a:lnTo>
                <a:lnTo>
                  <a:pt x="674" y="36274"/>
                </a:lnTo>
                <a:lnTo>
                  <a:pt x="614" y="36314"/>
                </a:lnTo>
                <a:lnTo>
                  <a:pt x="554" y="36354"/>
                </a:lnTo>
                <a:lnTo>
                  <a:pt x="504" y="36394"/>
                </a:lnTo>
                <a:lnTo>
                  <a:pt x="453" y="36454"/>
                </a:lnTo>
                <a:lnTo>
                  <a:pt x="413" y="36505"/>
                </a:lnTo>
                <a:lnTo>
                  <a:pt x="383" y="36565"/>
                </a:lnTo>
                <a:lnTo>
                  <a:pt x="353" y="36635"/>
                </a:lnTo>
                <a:lnTo>
                  <a:pt x="323" y="36696"/>
                </a:lnTo>
                <a:lnTo>
                  <a:pt x="313" y="36766"/>
                </a:lnTo>
                <a:lnTo>
                  <a:pt x="303" y="36836"/>
                </a:lnTo>
                <a:lnTo>
                  <a:pt x="292" y="36907"/>
                </a:lnTo>
                <a:lnTo>
                  <a:pt x="292" y="36977"/>
                </a:lnTo>
                <a:lnTo>
                  <a:pt x="313" y="37058"/>
                </a:lnTo>
                <a:lnTo>
                  <a:pt x="343" y="37178"/>
                </a:lnTo>
                <a:lnTo>
                  <a:pt x="403" y="37289"/>
                </a:lnTo>
                <a:lnTo>
                  <a:pt x="473" y="37389"/>
                </a:lnTo>
                <a:lnTo>
                  <a:pt x="564" y="37480"/>
                </a:lnTo>
                <a:lnTo>
                  <a:pt x="664" y="37550"/>
                </a:lnTo>
                <a:lnTo>
                  <a:pt x="775" y="37600"/>
                </a:lnTo>
                <a:lnTo>
                  <a:pt x="896" y="37630"/>
                </a:lnTo>
                <a:lnTo>
                  <a:pt x="1026" y="37640"/>
                </a:lnTo>
                <a:lnTo>
                  <a:pt x="1097" y="37640"/>
                </a:lnTo>
                <a:lnTo>
                  <a:pt x="1167" y="37630"/>
                </a:lnTo>
                <a:lnTo>
                  <a:pt x="1489" y="37560"/>
                </a:lnTo>
                <a:lnTo>
                  <a:pt x="1860" y="37460"/>
                </a:lnTo>
                <a:lnTo>
                  <a:pt x="2272" y="37339"/>
                </a:lnTo>
                <a:lnTo>
                  <a:pt x="2715" y="37188"/>
                </a:lnTo>
                <a:lnTo>
                  <a:pt x="3177" y="37017"/>
                </a:lnTo>
                <a:lnTo>
                  <a:pt x="3649" y="36826"/>
                </a:lnTo>
                <a:lnTo>
                  <a:pt x="4132" y="36615"/>
                </a:lnTo>
                <a:lnTo>
                  <a:pt x="4373" y="36495"/>
                </a:lnTo>
                <a:lnTo>
                  <a:pt x="4614" y="36374"/>
                </a:lnTo>
                <a:lnTo>
                  <a:pt x="4856" y="36233"/>
                </a:lnTo>
                <a:lnTo>
                  <a:pt x="5097" y="36093"/>
                </a:lnTo>
                <a:lnTo>
                  <a:pt x="5328" y="35952"/>
                </a:lnTo>
                <a:lnTo>
                  <a:pt x="5539" y="35811"/>
                </a:lnTo>
                <a:lnTo>
                  <a:pt x="5750" y="35671"/>
                </a:lnTo>
                <a:lnTo>
                  <a:pt x="5951" y="35520"/>
                </a:lnTo>
                <a:lnTo>
                  <a:pt x="6132" y="35369"/>
                </a:lnTo>
                <a:lnTo>
                  <a:pt x="6313" y="35218"/>
                </a:lnTo>
                <a:lnTo>
                  <a:pt x="6594" y="35359"/>
                </a:lnTo>
                <a:lnTo>
                  <a:pt x="6896" y="35500"/>
                </a:lnTo>
                <a:lnTo>
                  <a:pt x="7197" y="35630"/>
                </a:lnTo>
                <a:lnTo>
                  <a:pt x="7499" y="35751"/>
                </a:lnTo>
                <a:lnTo>
                  <a:pt x="7800" y="35872"/>
                </a:lnTo>
                <a:lnTo>
                  <a:pt x="8112" y="35982"/>
                </a:lnTo>
                <a:lnTo>
                  <a:pt x="8424" y="36083"/>
                </a:lnTo>
                <a:lnTo>
                  <a:pt x="8745" y="36173"/>
                </a:lnTo>
                <a:lnTo>
                  <a:pt x="9067" y="36253"/>
                </a:lnTo>
                <a:lnTo>
                  <a:pt x="9388" y="36324"/>
                </a:lnTo>
                <a:lnTo>
                  <a:pt x="9720" y="36384"/>
                </a:lnTo>
                <a:lnTo>
                  <a:pt x="10042" y="36424"/>
                </a:lnTo>
                <a:lnTo>
                  <a:pt x="10373" y="36465"/>
                </a:lnTo>
                <a:lnTo>
                  <a:pt x="10705" y="36485"/>
                </a:lnTo>
                <a:lnTo>
                  <a:pt x="11047" y="36495"/>
                </a:lnTo>
                <a:lnTo>
                  <a:pt x="11378" y="36495"/>
                </a:lnTo>
                <a:lnTo>
                  <a:pt x="10796" y="36967"/>
                </a:lnTo>
                <a:lnTo>
                  <a:pt x="10504" y="37208"/>
                </a:lnTo>
                <a:lnTo>
                  <a:pt x="10213" y="37460"/>
                </a:lnTo>
                <a:lnTo>
                  <a:pt x="9931" y="37721"/>
                </a:lnTo>
                <a:lnTo>
                  <a:pt x="9650" y="37972"/>
                </a:lnTo>
                <a:lnTo>
                  <a:pt x="9388" y="38244"/>
                </a:lnTo>
                <a:lnTo>
                  <a:pt x="9127" y="38505"/>
                </a:lnTo>
                <a:lnTo>
                  <a:pt x="8816" y="38696"/>
                </a:lnTo>
                <a:lnTo>
                  <a:pt x="8504" y="38867"/>
                </a:lnTo>
                <a:lnTo>
                  <a:pt x="8192" y="39028"/>
                </a:lnTo>
                <a:lnTo>
                  <a:pt x="7881" y="39168"/>
                </a:lnTo>
                <a:lnTo>
                  <a:pt x="7569" y="39299"/>
                </a:lnTo>
                <a:lnTo>
                  <a:pt x="7258" y="39419"/>
                </a:lnTo>
                <a:lnTo>
                  <a:pt x="6946" y="39520"/>
                </a:lnTo>
                <a:lnTo>
                  <a:pt x="6645" y="39610"/>
                </a:lnTo>
                <a:lnTo>
                  <a:pt x="6333" y="39691"/>
                </a:lnTo>
                <a:lnTo>
                  <a:pt x="6042" y="39751"/>
                </a:lnTo>
                <a:lnTo>
                  <a:pt x="5740" y="39811"/>
                </a:lnTo>
                <a:lnTo>
                  <a:pt x="5459" y="39862"/>
                </a:lnTo>
                <a:lnTo>
                  <a:pt x="5177" y="39902"/>
                </a:lnTo>
                <a:lnTo>
                  <a:pt x="4896" y="39932"/>
                </a:lnTo>
                <a:lnTo>
                  <a:pt x="4634" y="39952"/>
                </a:lnTo>
                <a:lnTo>
                  <a:pt x="4373" y="39972"/>
                </a:lnTo>
                <a:lnTo>
                  <a:pt x="3891" y="39992"/>
                </a:lnTo>
                <a:lnTo>
                  <a:pt x="3448" y="39982"/>
                </a:lnTo>
                <a:lnTo>
                  <a:pt x="3056" y="39962"/>
                </a:lnTo>
                <a:lnTo>
                  <a:pt x="2715" y="39942"/>
                </a:lnTo>
                <a:lnTo>
                  <a:pt x="2443" y="39912"/>
                </a:lnTo>
                <a:lnTo>
                  <a:pt x="2242" y="39882"/>
                </a:lnTo>
                <a:lnTo>
                  <a:pt x="2051" y="39852"/>
                </a:lnTo>
                <a:lnTo>
                  <a:pt x="1981" y="39832"/>
                </a:lnTo>
                <a:lnTo>
                  <a:pt x="1830" y="39832"/>
                </a:lnTo>
                <a:lnTo>
                  <a:pt x="1760" y="39842"/>
                </a:lnTo>
                <a:lnTo>
                  <a:pt x="1700" y="39862"/>
                </a:lnTo>
                <a:lnTo>
                  <a:pt x="1629" y="39882"/>
                </a:lnTo>
                <a:lnTo>
                  <a:pt x="1569" y="39912"/>
                </a:lnTo>
                <a:lnTo>
                  <a:pt x="1509" y="39942"/>
                </a:lnTo>
                <a:lnTo>
                  <a:pt x="1448" y="39982"/>
                </a:lnTo>
                <a:lnTo>
                  <a:pt x="1398" y="40033"/>
                </a:lnTo>
                <a:lnTo>
                  <a:pt x="1348" y="40083"/>
                </a:lnTo>
                <a:lnTo>
                  <a:pt x="1308" y="40143"/>
                </a:lnTo>
                <a:lnTo>
                  <a:pt x="1267" y="40203"/>
                </a:lnTo>
                <a:lnTo>
                  <a:pt x="1227" y="40264"/>
                </a:lnTo>
                <a:lnTo>
                  <a:pt x="1207" y="40334"/>
                </a:lnTo>
                <a:lnTo>
                  <a:pt x="1187" y="40404"/>
                </a:lnTo>
                <a:lnTo>
                  <a:pt x="1177" y="40475"/>
                </a:lnTo>
                <a:lnTo>
                  <a:pt x="1167" y="40555"/>
                </a:lnTo>
                <a:lnTo>
                  <a:pt x="1177" y="40626"/>
                </a:lnTo>
                <a:lnTo>
                  <a:pt x="1177" y="40696"/>
                </a:lnTo>
                <a:lnTo>
                  <a:pt x="1197" y="40766"/>
                </a:lnTo>
                <a:lnTo>
                  <a:pt x="1217" y="40827"/>
                </a:lnTo>
                <a:lnTo>
                  <a:pt x="1247" y="40897"/>
                </a:lnTo>
                <a:lnTo>
                  <a:pt x="1287" y="40957"/>
                </a:lnTo>
                <a:lnTo>
                  <a:pt x="1328" y="41008"/>
                </a:lnTo>
                <a:lnTo>
                  <a:pt x="1368" y="41068"/>
                </a:lnTo>
                <a:lnTo>
                  <a:pt x="1418" y="41108"/>
                </a:lnTo>
                <a:lnTo>
                  <a:pt x="1478" y="41158"/>
                </a:lnTo>
                <a:lnTo>
                  <a:pt x="1539" y="41198"/>
                </a:lnTo>
                <a:lnTo>
                  <a:pt x="1599" y="41229"/>
                </a:lnTo>
                <a:lnTo>
                  <a:pt x="1669" y="41249"/>
                </a:lnTo>
                <a:lnTo>
                  <a:pt x="1740" y="41269"/>
                </a:lnTo>
                <a:lnTo>
                  <a:pt x="1931" y="41309"/>
                </a:lnTo>
                <a:lnTo>
                  <a:pt x="2122" y="41339"/>
                </a:lnTo>
                <a:lnTo>
                  <a:pt x="2363" y="41369"/>
                </a:lnTo>
                <a:lnTo>
                  <a:pt x="2654" y="41400"/>
                </a:lnTo>
                <a:lnTo>
                  <a:pt x="2996" y="41430"/>
                </a:lnTo>
                <a:lnTo>
                  <a:pt x="3378" y="41450"/>
                </a:lnTo>
                <a:lnTo>
                  <a:pt x="3800" y="41460"/>
                </a:lnTo>
                <a:lnTo>
                  <a:pt x="4212" y="41450"/>
                </a:lnTo>
                <a:lnTo>
                  <a:pt x="4644" y="41430"/>
                </a:lnTo>
                <a:lnTo>
                  <a:pt x="5107" y="41389"/>
                </a:lnTo>
                <a:lnTo>
                  <a:pt x="5589" y="41329"/>
                </a:lnTo>
                <a:lnTo>
                  <a:pt x="6092" y="41239"/>
                </a:lnTo>
                <a:lnTo>
                  <a:pt x="6343" y="41188"/>
                </a:lnTo>
                <a:lnTo>
                  <a:pt x="6604" y="41128"/>
                </a:lnTo>
                <a:lnTo>
                  <a:pt x="6866" y="41068"/>
                </a:lnTo>
                <a:lnTo>
                  <a:pt x="7127" y="40997"/>
                </a:lnTo>
                <a:lnTo>
                  <a:pt x="7398" y="40917"/>
                </a:lnTo>
                <a:lnTo>
                  <a:pt x="7670" y="40827"/>
                </a:lnTo>
                <a:lnTo>
                  <a:pt x="7599" y="41038"/>
                </a:lnTo>
                <a:lnTo>
                  <a:pt x="7529" y="41259"/>
                </a:lnTo>
                <a:lnTo>
                  <a:pt x="7479" y="41470"/>
                </a:lnTo>
                <a:lnTo>
                  <a:pt x="7429" y="41691"/>
                </a:lnTo>
                <a:lnTo>
                  <a:pt x="7388" y="41902"/>
                </a:lnTo>
                <a:lnTo>
                  <a:pt x="7348" y="42113"/>
                </a:lnTo>
                <a:lnTo>
                  <a:pt x="7298" y="42535"/>
                </a:lnTo>
                <a:lnTo>
                  <a:pt x="7258" y="42947"/>
                </a:lnTo>
                <a:lnTo>
                  <a:pt x="7238" y="43339"/>
                </a:lnTo>
                <a:lnTo>
                  <a:pt x="7238" y="43711"/>
                </a:lnTo>
                <a:lnTo>
                  <a:pt x="7258" y="44073"/>
                </a:lnTo>
                <a:lnTo>
                  <a:pt x="7278" y="44395"/>
                </a:lnTo>
                <a:lnTo>
                  <a:pt x="7298" y="44696"/>
                </a:lnTo>
                <a:lnTo>
                  <a:pt x="7338" y="44968"/>
                </a:lnTo>
                <a:lnTo>
                  <a:pt x="7368" y="45199"/>
                </a:lnTo>
                <a:lnTo>
                  <a:pt x="7429" y="45540"/>
                </a:lnTo>
                <a:lnTo>
                  <a:pt x="7459" y="45691"/>
                </a:lnTo>
                <a:lnTo>
                  <a:pt x="7499" y="45812"/>
                </a:lnTo>
                <a:lnTo>
                  <a:pt x="7559" y="45922"/>
                </a:lnTo>
                <a:lnTo>
                  <a:pt x="7640" y="46013"/>
                </a:lnTo>
                <a:lnTo>
                  <a:pt x="7720" y="46093"/>
                </a:lnTo>
                <a:lnTo>
                  <a:pt x="7821" y="46164"/>
                </a:lnTo>
                <a:lnTo>
                  <a:pt x="7931" y="46214"/>
                </a:lnTo>
                <a:lnTo>
                  <a:pt x="8052" y="46244"/>
                </a:lnTo>
                <a:lnTo>
                  <a:pt x="8172" y="46254"/>
                </a:lnTo>
                <a:lnTo>
                  <a:pt x="8253" y="46244"/>
                </a:lnTo>
                <a:lnTo>
                  <a:pt x="8343" y="46234"/>
                </a:lnTo>
                <a:lnTo>
                  <a:pt x="8414" y="46204"/>
                </a:lnTo>
                <a:lnTo>
                  <a:pt x="8484" y="46184"/>
                </a:lnTo>
                <a:lnTo>
                  <a:pt x="8544" y="46144"/>
                </a:lnTo>
                <a:lnTo>
                  <a:pt x="8604" y="46103"/>
                </a:lnTo>
                <a:lnTo>
                  <a:pt x="8665" y="46063"/>
                </a:lnTo>
                <a:lnTo>
                  <a:pt x="8705" y="46013"/>
                </a:lnTo>
                <a:lnTo>
                  <a:pt x="8755" y="45963"/>
                </a:lnTo>
                <a:lnTo>
                  <a:pt x="8795" y="45902"/>
                </a:lnTo>
                <a:lnTo>
                  <a:pt x="8826" y="45842"/>
                </a:lnTo>
                <a:lnTo>
                  <a:pt x="8856" y="45772"/>
                </a:lnTo>
                <a:lnTo>
                  <a:pt x="8876" y="45711"/>
                </a:lnTo>
                <a:lnTo>
                  <a:pt x="8896" y="45641"/>
                </a:lnTo>
                <a:lnTo>
                  <a:pt x="8896" y="45571"/>
                </a:lnTo>
                <a:lnTo>
                  <a:pt x="8906" y="45500"/>
                </a:lnTo>
                <a:lnTo>
                  <a:pt x="8896" y="45420"/>
                </a:lnTo>
                <a:lnTo>
                  <a:pt x="8886" y="45349"/>
                </a:lnTo>
                <a:lnTo>
                  <a:pt x="8846" y="45199"/>
                </a:lnTo>
                <a:lnTo>
                  <a:pt x="8816" y="45028"/>
                </a:lnTo>
                <a:lnTo>
                  <a:pt x="8785" y="44787"/>
                </a:lnTo>
                <a:lnTo>
                  <a:pt x="8755" y="44505"/>
                </a:lnTo>
                <a:lnTo>
                  <a:pt x="8725" y="44184"/>
                </a:lnTo>
                <a:lnTo>
                  <a:pt x="8705" y="43812"/>
                </a:lnTo>
                <a:lnTo>
                  <a:pt x="8705" y="43420"/>
                </a:lnTo>
                <a:lnTo>
                  <a:pt x="8715" y="43028"/>
                </a:lnTo>
                <a:lnTo>
                  <a:pt x="8755" y="42616"/>
                </a:lnTo>
                <a:lnTo>
                  <a:pt x="8785" y="42395"/>
                </a:lnTo>
                <a:lnTo>
                  <a:pt x="8816" y="42173"/>
                </a:lnTo>
                <a:lnTo>
                  <a:pt x="8866" y="41952"/>
                </a:lnTo>
                <a:lnTo>
                  <a:pt x="8916" y="41731"/>
                </a:lnTo>
                <a:lnTo>
                  <a:pt x="8986" y="41500"/>
                </a:lnTo>
                <a:lnTo>
                  <a:pt x="9057" y="41279"/>
                </a:lnTo>
                <a:lnTo>
                  <a:pt x="9137" y="41058"/>
                </a:lnTo>
                <a:lnTo>
                  <a:pt x="9238" y="40837"/>
                </a:lnTo>
                <a:lnTo>
                  <a:pt x="9348" y="40616"/>
                </a:lnTo>
                <a:lnTo>
                  <a:pt x="9469" y="40404"/>
                </a:lnTo>
                <a:lnTo>
                  <a:pt x="9610" y="40193"/>
                </a:lnTo>
                <a:lnTo>
                  <a:pt x="9760" y="40002"/>
                </a:lnTo>
                <a:lnTo>
                  <a:pt x="9911" y="39811"/>
                </a:lnTo>
                <a:lnTo>
                  <a:pt x="10072" y="39631"/>
                </a:lnTo>
                <a:lnTo>
                  <a:pt x="10454" y="39369"/>
                </a:lnTo>
                <a:lnTo>
                  <a:pt x="10816" y="39088"/>
                </a:lnTo>
                <a:lnTo>
                  <a:pt x="11439" y="38585"/>
                </a:lnTo>
                <a:lnTo>
                  <a:pt x="12042" y="38123"/>
                </a:lnTo>
                <a:lnTo>
                  <a:pt x="12615" y="37691"/>
                </a:lnTo>
                <a:lnTo>
                  <a:pt x="13168" y="37289"/>
                </a:lnTo>
                <a:lnTo>
                  <a:pt x="13690" y="36927"/>
                </a:lnTo>
                <a:lnTo>
                  <a:pt x="14173" y="36585"/>
                </a:lnTo>
                <a:lnTo>
                  <a:pt x="14635" y="36284"/>
                </a:lnTo>
                <a:lnTo>
                  <a:pt x="15057" y="36002"/>
                </a:lnTo>
                <a:lnTo>
                  <a:pt x="16916" y="35671"/>
                </a:lnTo>
                <a:lnTo>
                  <a:pt x="19027" y="35279"/>
                </a:lnTo>
                <a:lnTo>
                  <a:pt x="23218" y="41781"/>
                </a:lnTo>
                <a:lnTo>
                  <a:pt x="23118" y="42485"/>
                </a:lnTo>
                <a:lnTo>
                  <a:pt x="23037" y="43199"/>
                </a:lnTo>
                <a:lnTo>
                  <a:pt x="22967" y="43912"/>
                </a:lnTo>
                <a:lnTo>
                  <a:pt x="22907" y="44616"/>
                </a:lnTo>
                <a:lnTo>
                  <a:pt x="22726" y="44706"/>
                </a:lnTo>
                <a:lnTo>
                  <a:pt x="22525" y="44777"/>
                </a:lnTo>
                <a:lnTo>
                  <a:pt x="22324" y="44847"/>
                </a:lnTo>
                <a:lnTo>
                  <a:pt x="22103" y="44917"/>
                </a:lnTo>
                <a:lnTo>
                  <a:pt x="21872" y="44968"/>
                </a:lnTo>
                <a:lnTo>
                  <a:pt x="21630" y="45028"/>
                </a:lnTo>
                <a:lnTo>
                  <a:pt x="21389" y="45068"/>
                </a:lnTo>
                <a:lnTo>
                  <a:pt x="21128" y="45118"/>
                </a:lnTo>
                <a:lnTo>
                  <a:pt x="20605" y="45189"/>
                </a:lnTo>
                <a:lnTo>
                  <a:pt x="20042" y="45239"/>
                </a:lnTo>
                <a:lnTo>
                  <a:pt x="19469" y="45269"/>
                </a:lnTo>
                <a:lnTo>
                  <a:pt x="18886" y="45289"/>
                </a:lnTo>
                <a:lnTo>
                  <a:pt x="17630" y="40937"/>
                </a:lnTo>
                <a:lnTo>
                  <a:pt x="17600" y="40867"/>
                </a:lnTo>
                <a:lnTo>
                  <a:pt x="17570" y="40807"/>
                </a:lnTo>
                <a:lnTo>
                  <a:pt x="17530" y="40736"/>
                </a:lnTo>
                <a:lnTo>
                  <a:pt x="17489" y="40686"/>
                </a:lnTo>
                <a:lnTo>
                  <a:pt x="17449" y="40626"/>
                </a:lnTo>
                <a:lnTo>
                  <a:pt x="17389" y="40585"/>
                </a:lnTo>
                <a:lnTo>
                  <a:pt x="17339" y="40545"/>
                </a:lnTo>
                <a:lnTo>
                  <a:pt x="17278" y="40505"/>
                </a:lnTo>
                <a:lnTo>
                  <a:pt x="17218" y="40475"/>
                </a:lnTo>
                <a:lnTo>
                  <a:pt x="17148" y="40445"/>
                </a:lnTo>
                <a:lnTo>
                  <a:pt x="17077" y="40435"/>
                </a:lnTo>
                <a:lnTo>
                  <a:pt x="17007" y="40415"/>
                </a:lnTo>
                <a:lnTo>
                  <a:pt x="16866" y="40415"/>
                </a:lnTo>
                <a:lnTo>
                  <a:pt x="16796" y="40425"/>
                </a:lnTo>
                <a:lnTo>
                  <a:pt x="16726" y="40445"/>
                </a:lnTo>
                <a:lnTo>
                  <a:pt x="16655" y="40465"/>
                </a:lnTo>
                <a:lnTo>
                  <a:pt x="16585" y="40495"/>
                </a:lnTo>
                <a:lnTo>
                  <a:pt x="16525" y="40535"/>
                </a:lnTo>
                <a:lnTo>
                  <a:pt x="16464" y="40575"/>
                </a:lnTo>
                <a:lnTo>
                  <a:pt x="16414" y="40626"/>
                </a:lnTo>
                <a:lnTo>
                  <a:pt x="16364" y="40676"/>
                </a:lnTo>
                <a:lnTo>
                  <a:pt x="16323" y="40736"/>
                </a:lnTo>
                <a:lnTo>
                  <a:pt x="16283" y="40796"/>
                </a:lnTo>
                <a:lnTo>
                  <a:pt x="16253" y="40857"/>
                </a:lnTo>
                <a:lnTo>
                  <a:pt x="16233" y="40917"/>
                </a:lnTo>
                <a:lnTo>
                  <a:pt x="16213" y="40987"/>
                </a:lnTo>
                <a:lnTo>
                  <a:pt x="16203" y="41058"/>
                </a:lnTo>
                <a:lnTo>
                  <a:pt x="16193" y="41128"/>
                </a:lnTo>
                <a:lnTo>
                  <a:pt x="16203" y="41198"/>
                </a:lnTo>
                <a:lnTo>
                  <a:pt x="16213" y="41269"/>
                </a:lnTo>
                <a:lnTo>
                  <a:pt x="16223" y="41349"/>
                </a:lnTo>
                <a:lnTo>
                  <a:pt x="17369" y="45279"/>
                </a:lnTo>
                <a:lnTo>
                  <a:pt x="16796" y="45249"/>
                </a:lnTo>
                <a:lnTo>
                  <a:pt x="16233" y="45219"/>
                </a:lnTo>
                <a:lnTo>
                  <a:pt x="15690" y="45179"/>
                </a:lnTo>
                <a:lnTo>
                  <a:pt x="15188" y="45138"/>
                </a:lnTo>
                <a:lnTo>
                  <a:pt x="14705" y="45088"/>
                </a:lnTo>
                <a:lnTo>
                  <a:pt x="14273" y="45038"/>
                </a:lnTo>
                <a:lnTo>
                  <a:pt x="13529" y="44947"/>
                </a:lnTo>
                <a:lnTo>
                  <a:pt x="13459" y="44937"/>
                </a:lnTo>
                <a:lnTo>
                  <a:pt x="13379" y="44937"/>
                </a:lnTo>
                <a:lnTo>
                  <a:pt x="13308" y="44947"/>
                </a:lnTo>
                <a:lnTo>
                  <a:pt x="13238" y="44958"/>
                </a:lnTo>
                <a:lnTo>
                  <a:pt x="13178" y="44978"/>
                </a:lnTo>
                <a:lnTo>
                  <a:pt x="13107" y="45008"/>
                </a:lnTo>
                <a:lnTo>
                  <a:pt x="13047" y="45038"/>
                </a:lnTo>
                <a:lnTo>
                  <a:pt x="12987" y="45078"/>
                </a:lnTo>
                <a:lnTo>
                  <a:pt x="12936" y="45128"/>
                </a:lnTo>
                <a:lnTo>
                  <a:pt x="12886" y="45179"/>
                </a:lnTo>
                <a:lnTo>
                  <a:pt x="12836" y="45229"/>
                </a:lnTo>
                <a:lnTo>
                  <a:pt x="12806" y="45289"/>
                </a:lnTo>
                <a:lnTo>
                  <a:pt x="12766" y="45349"/>
                </a:lnTo>
                <a:lnTo>
                  <a:pt x="12735" y="45420"/>
                </a:lnTo>
                <a:lnTo>
                  <a:pt x="12715" y="45490"/>
                </a:lnTo>
                <a:lnTo>
                  <a:pt x="12705" y="45561"/>
                </a:lnTo>
                <a:lnTo>
                  <a:pt x="12695" y="45631"/>
                </a:lnTo>
                <a:lnTo>
                  <a:pt x="12695" y="45711"/>
                </a:lnTo>
                <a:lnTo>
                  <a:pt x="12705" y="45782"/>
                </a:lnTo>
                <a:lnTo>
                  <a:pt x="12715" y="45852"/>
                </a:lnTo>
                <a:lnTo>
                  <a:pt x="12735" y="45912"/>
                </a:lnTo>
                <a:lnTo>
                  <a:pt x="12766" y="45983"/>
                </a:lnTo>
                <a:lnTo>
                  <a:pt x="12796" y="46043"/>
                </a:lnTo>
                <a:lnTo>
                  <a:pt x="12836" y="46103"/>
                </a:lnTo>
                <a:lnTo>
                  <a:pt x="12886" y="46154"/>
                </a:lnTo>
                <a:lnTo>
                  <a:pt x="12936" y="46204"/>
                </a:lnTo>
                <a:lnTo>
                  <a:pt x="12987" y="46254"/>
                </a:lnTo>
                <a:lnTo>
                  <a:pt x="13047" y="46284"/>
                </a:lnTo>
                <a:lnTo>
                  <a:pt x="13107" y="46324"/>
                </a:lnTo>
                <a:lnTo>
                  <a:pt x="13178" y="46355"/>
                </a:lnTo>
                <a:lnTo>
                  <a:pt x="13248" y="46375"/>
                </a:lnTo>
                <a:lnTo>
                  <a:pt x="13318" y="46385"/>
                </a:lnTo>
                <a:lnTo>
                  <a:pt x="13710" y="46445"/>
                </a:lnTo>
                <a:lnTo>
                  <a:pt x="14122" y="46485"/>
                </a:lnTo>
                <a:lnTo>
                  <a:pt x="14655" y="46546"/>
                </a:lnTo>
                <a:lnTo>
                  <a:pt x="15298" y="46606"/>
                </a:lnTo>
                <a:lnTo>
                  <a:pt x="16022" y="46666"/>
                </a:lnTo>
                <a:lnTo>
                  <a:pt x="16816" y="46706"/>
                </a:lnTo>
                <a:lnTo>
                  <a:pt x="17660" y="46737"/>
                </a:lnTo>
                <a:lnTo>
                  <a:pt x="18394" y="46747"/>
                </a:lnTo>
                <a:lnTo>
                  <a:pt x="19057" y="46747"/>
                </a:lnTo>
                <a:lnTo>
                  <a:pt x="19691" y="46716"/>
                </a:lnTo>
                <a:lnTo>
                  <a:pt x="20284" y="46676"/>
                </a:lnTo>
                <a:lnTo>
                  <a:pt x="20856" y="46616"/>
                </a:lnTo>
                <a:lnTo>
                  <a:pt x="21389" y="46546"/>
                </a:lnTo>
                <a:lnTo>
                  <a:pt x="21882" y="46455"/>
                </a:lnTo>
                <a:lnTo>
                  <a:pt x="22344" y="46355"/>
                </a:lnTo>
                <a:lnTo>
                  <a:pt x="22565" y="46294"/>
                </a:lnTo>
                <a:lnTo>
                  <a:pt x="22776" y="46224"/>
                </a:lnTo>
                <a:lnTo>
                  <a:pt x="22706" y="46867"/>
                </a:lnTo>
                <a:lnTo>
                  <a:pt x="22635" y="47480"/>
                </a:lnTo>
                <a:lnTo>
                  <a:pt x="22555" y="48063"/>
                </a:lnTo>
                <a:lnTo>
                  <a:pt x="22454" y="48616"/>
                </a:lnTo>
                <a:lnTo>
                  <a:pt x="22344" y="49139"/>
                </a:lnTo>
                <a:lnTo>
                  <a:pt x="22284" y="49390"/>
                </a:lnTo>
                <a:lnTo>
                  <a:pt x="22213" y="49631"/>
                </a:lnTo>
                <a:lnTo>
                  <a:pt x="22143" y="49872"/>
                </a:lnTo>
                <a:lnTo>
                  <a:pt x="22062" y="50104"/>
                </a:lnTo>
                <a:lnTo>
                  <a:pt x="21982" y="50325"/>
                </a:lnTo>
                <a:lnTo>
                  <a:pt x="21892" y="50546"/>
                </a:lnTo>
                <a:lnTo>
                  <a:pt x="21791" y="50757"/>
                </a:lnTo>
                <a:lnTo>
                  <a:pt x="21691" y="50958"/>
                </a:lnTo>
                <a:lnTo>
                  <a:pt x="21580" y="51149"/>
                </a:lnTo>
                <a:lnTo>
                  <a:pt x="21469" y="51340"/>
                </a:lnTo>
                <a:lnTo>
                  <a:pt x="21339" y="51521"/>
                </a:lnTo>
                <a:lnTo>
                  <a:pt x="21208" y="51702"/>
                </a:lnTo>
                <a:lnTo>
                  <a:pt x="21067" y="51872"/>
                </a:lnTo>
                <a:lnTo>
                  <a:pt x="20917" y="52033"/>
                </a:lnTo>
                <a:lnTo>
                  <a:pt x="20766" y="52184"/>
                </a:lnTo>
                <a:lnTo>
                  <a:pt x="20595" y="52335"/>
                </a:lnTo>
                <a:lnTo>
                  <a:pt x="20414" y="52476"/>
                </a:lnTo>
                <a:lnTo>
                  <a:pt x="20233" y="52616"/>
                </a:lnTo>
                <a:lnTo>
                  <a:pt x="20032" y="52747"/>
                </a:lnTo>
                <a:lnTo>
                  <a:pt x="19831" y="52868"/>
                </a:lnTo>
                <a:lnTo>
                  <a:pt x="19610" y="52978"/>
                </a:lnTo>
                <a:lnTo>
                  <a:pt x="19389" y="53089"/>
                </a:lnTo>
                <a:lnTo>
                  <a:pt x="19027" y="53249"/>
                </a:lnTo>
                <a:lnTo>
                  <a:pt x="18675" y="53400"/>
                </a:lnTo>
                <a:lnTo>
                  <a:pt x="18324" y="53541"/>
                </a:lnTo>
                <a:lnTo>
                  <a:pt x="17982" y="53672"/>
                </a:lnTo>
                <a:lnTo>
                  <a:pt x="17489" y="53521"/>
                </a:lnTo>
                <a:lnTo>
                  <a:pt x="16967" y="53340"/>
                </a:lnTo>
                <a:lnTo>
                  <a:pt x="16414" y="53149"/>
                </a:lnTo>
                <a:lnTo>
                  <a:pt x="15831" y="52928"/>
                </a:lnTo>
                <a:lnTo>
                  <a:pt x="14886" y="52586"/>
                </a:lnTo>
                <a:lnTo>
                  <a:pt x="14414" y="52425"/>
                </a:lnTo>
                <a:lnTo>
                  <a:pt x="13941" y="52264"/>
                </a:lnTo>
                <a:lnTo>
                  <a:pt x="13781" y="52214"/>
                </a:lnTo>
                <a:lnTo>
                  <a:pt x="13650" y="52154"/>
                </a:lnTo>
                <a:lnTo>
                  <a:pt x="13529" y="52104"/>
                </a:lnTo>
                <a:lnTo>
                  <a:pt x="13429" y="52043"/>
                </a:lnTo>
                <a:lnTo>
                  <a:pt x="13348" y="51973"/>
                </a:lnTo>
                <a:lnTo>
                  <a:pt x="13278" y="51913"/>
                </a:lnTo>
                <a:lnTo>
                  <a:pt x="13238" y="51852"/>
                </a:lnTo>
                <a:lnTo>
                  <a:pt x="13218" y="51792"/>
                </a:lnTo>
                <a:lnTo>
                  <a:pt x="13218" y="51722"/>
                </a:lnTo>
                <a:lnTo>
                  <a:pt x="13228" y="51621"/>
                </a:lnTo>
                <a:lnTo>
                  <a:pt x="13268" y="51521"/>
                </a:lnTo>
                <a:lnTo>
                  <a:pt x="13318" y="51410"/>
                </a:lnTo>
                <a:lnTo>
                  <a:pt x="13379" y="51290"/>
                </a:lnTo>
                <a:lnTo>
                  <a:pt x="13459" y="51149"/>
                </a:lnTo>
                <a:lnTo>
                  <a:pt x="13560" y="51018"/>
                </a:lnTo>
                <a:lnTo>
                  <a:pt x="13670" y="50867"/>
                </a:lnTo>
                <a:lnTo>
                  <a:pt x="13791" y="50717"/>
                </a:lnTo>
                <a:lnTo>
                  <a:pt x="13931" y="50566"/>
                </a:lnTo>
                <a:lnTo>
                  <a:pt x="14082" y="50405"/>
                </a:lnTo>
                <a:lnTo>
                  <a:pt x="14253" y="50244"/>
                </a:lnTo>
                <a:lnTo>
                  <a:pt x="14424" y="50083"/>
                </a:lnTo>
                <a:lnTo>
                  <a:pt x="14615" y="49923"/>
                </a:lnTo>
                <a:lnTo>
                  <a:pt x="14806" y="49772"/>
                </a:lnTo>
                <a:lnTo>
                  <a:pt x="15017" y="49611"/>
                </a:lnTo>
                <a:lnTo>
                  <a:pt x="15077" y="49571"/>
                </a:lnTo>
                <a:lnTo>
                  <a:pt x="15127" y="49521"/>
                </a:lnTo>
                <a:lnTo>
                  <a:pt x="15178" y="49460"/>
                </a:lnTo>
                <a:lnTo>
                  <a:pt x="15218" y="49400"/>
                </a:lnTo>
                <a:lnTo>
                  <a:pt x="15248" y="49340"/>
                </a:lnTo>
                <a:lnTo>
                  <a:pt x="15278" y="49279"/>
                </a:lnTo>
                <a:lnTo>
                  <a:pt x="15298" y="49209"/>
                </a:lnTo>
                <a:lnTo>
                  <a:pt x="15308" y="49139"/>
                </a:lnTo>
                <a:lnTo>
                  <a:pt x="15318" y="49068"/>
                </a:lnTo>
                <a:lnTo>
                  <a:pt x="15318" y="48998"/>
                </a:lnTo>
                <a:lnTo>
                  <a:pt x="15318" y="48928"/>
                </a:lnTo>
                <a:lnTo>
                  <a:pt x="15308" y="48857"/>
                </a:lnTo>
                <a:lnTo>
                  <a:pt x="15288" y="48797"/>
                </a:lnTo>
                <a:lnTo>
                  <a:pt x="15258" y="48727"/>
                </a:lnTo>
                <a:lnTo>
                  <a:pt x="15228" y="48656"/>
                </a:lnTo>
                <a:lnTo>
                  <a:pt x="15188" y="48596"/>
                </a:lnTo>
                <a:lnTo>
                  <a:pt x="15137" y="48536"/>
                </a:lnTo>
                <a:lnTo>
                  <a:pt x="15087" y="48485"/>
                </a:lnTo>
                <a:lnTo>
                  <a:pt x="15037" y="48435"/>
                </a:lnTo>
                <a:lnTo>
                  <a:pt x="14977" y="48395"/>
                </a:lnTo>
                <a:lnTo>
                  <a:pt x="14906" y="48365"/>
                </a:lnTo>
                <a:lnTo>
                  <a:pt x="14846" y="48335"/>
                </a:lnTo>
                <a:lnTo>
                  <a:pt x="14776" y="48314"/>
                </a:lnTo>
                <a:lnTo>
                  <a:pt x="14715" y="48304"/>
                </a:lnTo>
                <a:lnTo>
                  <a:pt x="14645" y="48294"/>
                </a:lnTo>
                <a:lnTo>
                  <a:pt x="14504" y="48294"/>
                </a:lnTo>
                <a:lnTo>
                  <a:pt x="14434" y="48304"/>
                </a:lnTo>
                <a:lnTo>
                  <a:pt x="14364" y="48325"/>
                </a:lnTo>
                <a:lnTo>
                  <a:pt x="14293" y="48355"/>
                </a:lnTo>
                <a:lnTo>
                  <a:pt x="14233" y="48385"/>
                </a:lnTo>
                <a:lnTo>
                  <a:pt x="14163" y="48425"/>
                </a:lnTo>
                <a:lnTo>
                  <a:pt x="13931" y="48606"/>
                </a:lnTo>
                <a:lnTo>
                  <a:pt x="13761" y="48737"/>
                </a:lnTo>
                <a:lnTo>
                  <a:pt x="13570" y="48897"/>
                </a:lnTo>
                <a:lnTo>
                  <a:pt x="13369" y="49078"/>
                </a:lnTo>
                <a:lnTo>
                  <a:pt x="13147" y="49279"/>
                </a:lnTo>
                <a:lnTo>
                  <a:pt x="12926" y="49500"/>
                </a:lnTo>
                <a:lnTo>
                  <a:pt x="12715" y="49742"/>
                </a:lnTo>
                <a:lnTo>
                  <a:pt x="12504" y="49993"/>
                </a:lnTo>
                <a:lnTo>
                  <a:pt x="12303" y="50254"/>
                </a:lnTo>
                <a:lnTo>
                  <a:pt x="12213" y="50395"/>
                </a:lnTo>
                <a:lnTo>
                  <a:pt x="12132" y="50536"/>
                </a:lnTo>
                <a:lnTo>
                  <a:pt x="12052" y="50676"/>
                </a:lnTo>
                <a:lnTo>
                  <a:pt x="11982" y="50827"/>
                </a:lnTo>
                <a:lnTo>
                  <a:pt x="11921" y="50968"/>
                </a:lnTo>
                <a:lnTo>
                  <a:pt x="11861" y="51119"/>
                </a:lnTo>
                <a:lnTo>
                  <a:pt x="11821" y="51269"/>
                </a:lnTo>
                <a:lnTo>
                  <a:pt x="11791" y="51420"/>
                </a:lnTo>
                <a:lnTo>
                  <a:pt x="11770" y="51571"/>
                </a:lnTo>
                <a:lnTo>
                  <a:pt x="11760" y="51722"/>
                </a:lnTo>
                <a:lnTo>
                  <a:pt x="11760" y="51872"/>
                </a:lnTo>
                <a:lnTo>
                  <a:pt x="11781" y="52023"/>
                </a:lnTo>
                <a:lnTo>
                  <a:pt x="11811" y="52194"/>
                </a:lnTo>
                <a:lnTo>
                  <a:pt x="11861" y="52355"/>
                </a:lnTo>
                <a:lnTo>
                  <a:pt x="11931" y="52506"/>
                </a:lnTo>
                <a:lnTo>
                  <a:pt x="12012" y="52646"/>
                </a:lnTo>
                <a:lnTo>
                  <a:pt x="12102" y="52777"/>
                </a:lnTo>
                <a:lnTo>
                  <a:pt x="12203" y="52898"/>
                </a:lnTo>
                <a:lnTo>
                  <a:pt x="12313" y="53008"/>
                </a:lnTo>
                <a:lnTo>
                  <a:pt x="12434" y="53109"/>
                </a:lnTo>
                <a:lnTo>
                  <a:pt x="12554" y="53199"/>
                </a:lnTo>
                <a:lnTo>
                  <a:pt x="12685" y="53290"/>
                </a:lnTo>
                <a:lnTo>
                  <a:pt x="12816" y="53370"/>
                </a:lnTo>
                <a:lnTo>
                  <a:pt x="12956" y="53440"/>
                </a:lnTo>
                <a:lnTo>
                  <a:pt x="13087" y="53501"/>
                </a:lnTo>
                <a:lnTo>
                  <a:pt x="13228" y="53561"/>
                </a:lnTo>
                <a:lnTo>
                  <a:pt x="13499" y="53651"/>
                </a:lnTo>
                <a:lnTo>
                  <a:pt x="13951" y="53802"/>
                </a:lnTo>
                <a:lnTo>
                  <a:pt x="14414" y="53963"/>
                </a:lnTo>
                <a:lnTo>
                  <a:pt x="15318" y="54305"/>
                </a:lnTo>
                <a:lnTo>
                  <a:pt x="15580" y="54395"/>
                </a:lnTo>
                <a:lnTo>
                  <a:pt x="15077" y="54506"/>
                </a:lnTo>
                <a:lnTo>
                  <a:pt x="14605" y="54606"/>
                </a:lnTo>
                <a:lnTo>
                  <a:pt x="14142" y="54697"/>
                </a:lnTo>
                <a:lnTo>
                  <a:pt x="13700" y="54767"/>
                </a:lnTo>
                <a:lnTo>
                  <a:pt x="13288" y="54827"/>
                </a:lnTo>
                <a:lnTo>
                  <a:pt x="12906" y="54878"/>
                </a:lnTo>
                <a:lnTo>
                  <a:pt x="12544" y="54918"/>
                </a:lnTo>
                <a:lnTo>
                  <a:pt x="12213" y="54948"/>
                </a:lnTo>
                <a:lnTo>
                  <a:pt x="11650" y="54988"/>
                </a:lnTo>
                <a:lnTo>
                  <a:pt x="11218" y="54998"/>
                </a:lnTo>
                <a:lnTo>
                  <a:pt x="10946" y="55008"/>
                </a:lnTo>
                <a:lnTo>
                  <a:pt x="10695" y="55008"/>
                </a:lnTo>
                <a:lnTo>
                  <a:pt x="10554" y="55028"/>
                </a:lnTo>
                <a:lnTo>
                  <a:pt x="10414" y="55059"/>
                </a:lnTo>
                <a:lnTo>
                  <a:pt x="10273" y="55099"/>
                </a:lnTo>
                <a:lnTo>
                  <a:pt x="10142" y="55159"/>
                </a:lnTo>
                <a:lnTo>
                  <a:pt x="10022" y="55229"/>
                </a:lnTo>
                <a:lnTo>
                  <a:pt x="9911" y="55310"/>
                </a:lnTo>
                <a:lnTo>
                  <a:pt x="9801" y="55400"/>
                </a:lnTo>
                <a:lnTo>
                  <a:pt x="9700" y="55501"/>
                </a:lnTo>
                <a:lnTo>
                  <a:pt x="9620" y="55611"/>
                </a:lnTo>
                <a:lnTo>
                  <a:pt x="9539" y="55722"/>
                </a:lnTo>
                <a:lnTo>
                  <a:pt x="9469" y="55853"/>
                </a:lnTo>
                <a:lnTo>
                  <a:pt x="9419" y="55983"/>
                </a:lnTo>
                <a:lnTo>
                  <a:pt x="9378" y="56124"/>
                </a:lnTo>
                <a:lnTo>
                  <a:pt x="9348" y="56265"/>
                </a:lnTo>
                <a:lnTo>
                  <a:pt x="9338" y="56415"/>
                </a:lnTo>
                <a:lnTo>
                  <a:pt x="9338" y="56566"/>
                </a:lnTo>
                <a:lnTo>
                  <a:pt x="9358" y="56707"/>
                </a:lnTo>
                <a:lnTo>
                  <a:pt x="9388" y="56848"/>
                </a:lnTo>
                <a:lnTo>
                  <a:pt x="9439" y="56988"/>
                </a:lnTo>
                <a:lnTo>
                  <a:pt x="9489" y="57109"/>
                </a:lnTo>
                <a:lnTo>
                  <a:pt x="9559" y="57240"/>
                </a:lnTo>
                <a:lnTo>
                  <a:pt x="9640" y="57350"/>
                </a:lnTo>
                <a:lnTo>
                  <a:pt x="9730" y="57461"/>
                </a:lnTo>
                <a:lnTo>
                  <a:pt x="9831" y="57551"/>
                </a:lnTo>
                <a:lnTo>
                  <a:pt x="9941" y="57642"/>
                </a:lnTo>
                <a:lnTo>
                  <a:pt x="10062" y="57722"/>
                </a:lnTo>
                <a:lnTo>
                  <a:pt x="10182" y="57782"/>
                </a:lnTo>
                <a:lnTo>
                  <a:pt x="10323" y="57843"/>
                </a:lnTo>
                <a:lnTo>
                  <a:pt x="10454" y="57883"/>
                </a:lnTo>
                <a:lnTo>
                  <a:pt x="10605" y="57903"/>
                </a:lnTo>
                <a:lnTo>
                  <a:pt x="10745" y="57923"/>
                </a:lnTo>
                <a:lnTo>
                  <a:pt x="11298" y="57923"/>
                </a:lnTo>
                <a:lnTo>
                  <a:pt x="11720" y="57903"/>
                </a:lnTo>
                <a:lnTo>
                  <a:pt x="12253" y="57873"/>
                </a:lnTo>
                <a:lnTo>
                  <a:pt x="12886" y="57813"/>
                </a:lnTo>
                <a:lnTo>
                  <a:pt x="13610" y="57732"/>
                </a:lnTo>
                <a:lnTo>
                  <a:pt x="13992" y="57682"/>
                </a:lnTo>
                <a:lnTo>
                  <a:pt x="14404" y="57612"/>
                </a:lnTo>
                <a:lnTo>
                  <a:pt x="14836" y="57541"/>
                </a:lnTo>
                <a:lnTo>
                  <a:pt x="15278" y="57451"/>
                </a:lnTo>
                <a:lnTo>
                  <a:pt x="15730" y="57360"/>
                </a:lnTo>
                <a:lnTo>
                  <a:pt x="16203" y="57250"/>
                </a:lnTo>
                <a:lnTo>
                  <a:pt x="16012" y="57692"/>
                </a:lnTo>
                <a:lnTo>
                  <a:pt x="15821" y="58164"/>
                </a:lnTo>
                <a:lnTo>
                  <a:pt x="15640" y="58667"/>
                </a:lnTo>
                <a:lnTo>
                  <a:pt x="15469" y="59189"/>
                </a:lnTo>
                <a:lnTo>
                  <a:pt x="15258" y="59873"/>
                </a:lnTo>
                <a:lnTo>
                  <a:pt x="15077" y="60526"/>
                </a:lnTo>
                <a:lnTo>
                  <a:pt x="14936" y="61119"/>
                </a:lnTo>
                <a:lnTo>
                  <a:pt x="14816" y="61652"/>
                </a:lnTo>
                <a:lnTo>
                  <a:pt x="14725" y="62094"/>
                </a:lnTo>
                <a:lnTo>
                  <a:pt x="14655" y="62446"/>
                </a:lnTo>
                <a:lnTo>
                  <a:pt x="14605" y="62768"/>
                </a:lnTo>
                <a:lnTo>
                  <a:pt x="14595" y="62848"/>
                </a:lnTo>
                <a:lnTo>
                  <a:pt x="14595" y="62918"/>
                </a:lnTo>
                <a:lnTo>
                  <a:pt x="14595" y="62989"/>
                </a:lnTo>
                <a:lnTo>
                  <a:pt x="14615" y="63059"/>
                </a:lnTo>
                <a:lnTo>
                  <a:pt x="14635" y="63129"/>
                </a:lnTo>
                <a:lnTo>
                  <a:pt x="14665" y="63190"/>
                </a:lnTo>
                <a:lnTo>
                  <a:pt x="14695" y="63250"/>
                </a:lnTo>
                <a:lnTo>
                  <a:pt x="14735" y="63310"/>
                </a:lnTo>
                <a:lnTo>
                  <a:pt x="14776" y="63361"/>
                </a:lnTo>
                <a:lnTo>
                  <a:pt x="14826" y="63411"/>
                </a:lnTo>
                <a:lnTo>
                  <a:pt x="14876" y="63461"/>
                </a:lnTo>
                <a:lnTo>
                  <a:pt x="14936" y="63501"/>
                </a:lnTo>
                <a:lnTo>
                  <a:pt x="14997" y="63531"/>
                </a:lnTo>
                <a:lnTo>
                  <a:pt x="15067" y="63562"/>
                </a:lnTo>
                <a:lnTo>
                  <a:pt x="15137" y="63582"/>
                </a:lnTo>
                <a:lnTo>
                  <a:pt x="15208" y="63602"/>
                </a:lnTo>
                <a:lnTo>
                  <a:pt x="15318" y="63612"/>
                </a:lnTo>
                <a:lnTo>
                  <a:pt x="15449" y="63602"/>
                </a:lnTo>
                <a:lnTo>
                  <a:pt x="15580" y="63562"/>
                </a:lnTo>
                <a:lnTo>
                  <a:pt x="15690" y="63511"/>
                </a:lnTo>
                <a:lnTo>
                  <a:pt x="15791" y="63441"/>
                </a:lnTo>
                <a:lnTo>
                  <a:pt x="15881" y="63351"/>
                </a:lnTo>
                <a:lnTo>
                  <a:pt x="15952" y="63240"/>
                </a:lnTo>
                <a:lnTo>
                  <a:pt x="16012" y="63119"/>
                </a:lnTo>
                <a:lnTo>
                  <a:pt x="16032" y="63059"/>
                </a:lnTo>
                <a:lnTo>
                  <a:pt x="16042" y="62989"/>
                </a:lnTo>
                <a:lnTo>
                  <a:pt x="16143" y="62416"/>
                </a:lnTo>
                <a:lnTo>
                  <a:pt x="16293" y="61702"/>
                </a:lnTo>
                <a:lnTo>
                  <a:pt x="16384" y="61310"/>
                </a:lnTo>
                <a:lnTo>
                  <a:pt x="16484" y="60898"/>
                </a:lnTo>
                <a:lnTo>
                  <a:pt x="16605" y="60466"/>
                </a:lnTo>
                <a:lnTo>
                  <a:pt x="16736" y="60034"/>
                </a:lnTo>
                <a:lnTo>
                  <a:pt x="16866" y="59592"/>
                </a:lnTo>
                <a:lnTo>
                  <a:pt x="17017" y="59139"/>
                </a:lnTo>
                <a:lnTo>
                  <a:pt x="17178" y="58697"/>
                </a:lnTo>
                <a:lnTo>
                  <a:pt x="17349" y="58265"/>
                </a:lnTo>
                <a:lnTo>
                  <a:pt x="17540" y="57843"/>
                </a:lnTo>
                <a:lnTo>
                  <a:pt x="17731" y="57441"/>
                </a:lnTo>
                <a:lnTo>
                  <a:pt x="17942" y="57059"/>
                </a:lnTo>
                <a:lnTo>
                  <a:pt x="18042" y="56868"/>
                </a:lnTo>
                <a:lnTo>
                  <a:pt x="18153" y="56697"/>
                </a:lnTo>
                <a:lnTo>
                  <a:pt x="18665" y="56526"/>
                </a:lnTo>
                <a:lnTo>
                  <a:pt x="19178" y="56335"/>
                </a:lnTo>
                <a:lnTo>
                  <a:pt x="19701" y="56134"/>
                </a:lnTo>
                <a:lnTo>
                  <a:pt x="20223" y="55913"/>
                </a:lnTo>
                <a:lnTo>
                  <a:pt x="20304" y="56064"/>
                </a:lnTo>
                <a:lnTo>
                  <a:pt x="20384" y="56235"/>
                </a:lnTo>
                <a:lnTo>
                  <a:pt x="20464" y="56436"/>
                </a:lnTo>
                <a:lnTo>
                  <a:pt x="20555" y="56677"/>
                </a:lnTo>
                <a:lnTo>
                  <a:pt x="20635" y="56938"/>
                </a:lnTo>
                <a:lnTo>
                  <a:pt x="20716" y="57240"/>
                </a:lnTo>
                <a:lnTo>
                  <a:pt x="20796" y="57581"/>
                </a:lnTo>
                <a:lnTo>
                  <a:pt x="20877" y="57963"/>
                </a:lnTo>
                <a:lnTo>
                  <a:pt x="20957" y="58406"/>
                </a:lnTo>
                <a:lnTo>
                  <a:pt x="21017" y="58828"/>
                </a:lnTo>
                <a:lnTo>
                  <a:pt x="21067" y="59220"/>
                </a:lnTo>
                <a:lnTo>
                  <a:pt x="21108" y="59571"/>
                </a:lnTo>
                <a:lnTo>
                  <a:pt x="21148" y="60084"/>
                </a:lnTo>
                <a:lnTo>
                  <a:pt x="21158" y="60285"/>
                </a:lnTo>
                <a:lnTo>
                  <a:pt x="21168" y="60355"/>
                </a:lnTo>
                <a:lnTo>
                  <a:pt x="21178" y="60436"/>
                </a:lnTo>
                <a:lnTo>
                  <a:pt x="21198" y="60506"/>
                </a:lnTo>
                <a:lnTo>
                  <a:pt x="21228" y="60566"/>
                </a:lnTo>
                <a:lnTo>
                  <a:pt x="21258" y="60627"/>
                </a:lnTo>
                <a:lnTo>
                  <a:pt x="21299" y="60687"/>
                </a:lnTo>
                <a:lnTo>
                  <a:pt x="21339" y="60747"/>
                </a:lnTo>
                <a:lnTo>
                  <a:pt x="21389" y="60788"/>
                </a:lnTo>
                <a:lnTo>
                  <a:pt x="21449" y="60838"/>
                </a:lnTo>
                <a:lnTo>
                  <a:pt x="21500" y="60878"/>
                </a:lnTo>
                <a:lnTo>
                  <a:pt x="21570" y="60908"/>
                </a:lnTo>
                <a:lnTo>
                  <a:pt x="21630" y="60938"/>
                </a:lnTo>
                <a:lnTo>
                  <a:pt x="21701" y="60958"/>
                </a:lnTo>
                <a:lnTo>
                  <a:pt x="21771" y="60979"/>
                </a:lnTo>
                <a:lnTo>
                  <a:pt x="21841" y="60979"/>
                </a:lnTo>
                <a:lnTo>
                  <a:pt x="21922" y="60989"/>
                </a:lnTo>
                <a:lnTo>
                  <a:pt x="21992" y="60979"/>
                </a:lnTo>
                <a:lnTo>
                  <a:pt x="22062" y="60958"/>
                </a:lnTo>
                <a:lnTo>
                  <a:pt x="22133" y="60938"/>
                </a:lnTo>
                <a:lnTo>
                  <a:pt x="22193" y="60918"/>
                </a:lnTo>
                <a:lnTo>
                  <a:pt x="22264" y="60878"/>
                </a:lnTo>
                <a:lnTo>
                  <a:pt x="22324" y="60838"/>
                </a:lnTo>
                <a:lnTo>
                  <a:pt x="22374" y="60798"/>
                </a:lnTo>
                <a:lnTo>
                  <a:pt x="22424" y="60747"/>
                </a:lnTo>
                <a:lnTo>
                  <a:pt x="22465" y="60697"/>
                </a:lnTo>
                <a:lnTo>
                  <a:pt x="22505" y="60637"/>
                </a:lnTo>
                <a:lnTo>
                  <a:pt x="22545" y="60577"/>
                </a:lnTo>
                <a:lnTo>
                  <a:pt x="22565" y="60506"/>
                </a:lnTo>
                <a:lnTo>
                  <a:pt x="22595" y="60446"/>
                </a:lnTo>
                <a:lnTo>
                  <a:pt x="22605" y="60375"/>
                </a:lnTo>
                <a:lnTo>
                  <a:pt x="22615" y="60295"/>
                </a:lnTo>
                <a:lnTo>
                  <a:pt x="22615" y="60225"/>
                </a:lnTo>
                <a:lnTo>
                  <a:pt x="22605" y="59994"/>
                </a:lnTo>
                <a:lnTo>
                  <a:pt x="22555" y="59431"/>
                </a:lnTo>
                <a:lnTo>
                  <a:pt x="22515" y="59059"/>
                </a:lnTo>
                <a:lnTo>
                  <a:pt x="22465" y="58637"/>
                </a:lnTo>
                <a:lnTo>
                  <a:pt x="22394" y="58184"/>
                </a:lnTo>
                <a:lnTo>
                  <a:pt x="22314" y="57702"/>
                </a:lnTo>
                <a:lnTo>
                  <a:pt x="22233" y="57330"/>
                </a:lnTo>
                <a:lnTo>
                  <a:pt x="22153" y="56968"/>
                </a:lnTo>
                <a:lnTo>
                  <a:pt x="22062" y="56637"/>
                </a:lnTo>
                <a:lnTo>
                  <a:pt x="21972" y="56315"/>
                </a:lnTo>
                <a:lnTo>
                  <a:pt x="21872" y="56023"/>
                </a:lnTo>
                <a:lnTo>
                  <a:pt x="21761" y="55742"/>
                </a:lnTo>
                <a:lnTo>
                  <a:pt x="21650" y="55491"/>
                </a:lnTo>
                <a:lnTo>
                  <a:pt x="21530" y="55250"/>
                </a:lnTo>
                <a:lnTo>
                  <a:pt x="21811" y="55069"/>
                </a:lnTo>
                <a:lnTo>
                  <a:pt x="22083" y="54878"/>
                </a:lnTo>
                <a:lnTo>
                  <a:pt x="22354" y="54667"/>
                </a:lnTo>
                <a:lnTo>
                  <a:pt x="22605" y="54456"/>
                </a:lnTo>
                <a:lnTo>
                  <a:pt x="22846" y="54224"/>
                </a:lnTo>
                <a:lnTo>
                  <a:pt x="23078" y="53993"/>
                </a:lnTo>
                <a:lnTo>
                  <a:pt x="23299" y="53742"/>
                </a:lnTo>
                <a:lnTo>
                  <a:pt x="23510" y="53491"/>
                </a:lnTo>
                <a:lnTo>
                  <a:pt x="23711" y="53219"/>
                </a:lnTo>
                <a:lnTo>
                  <a:pt x="23902" y="52938"/>
                </a:lnTo>
                <a:lnTo>
                  <a:pt x="24083" y="52656"/>
                </a:lnTo>
                <a:lnTo>
                  <a:pt x="24254" y="52355"/>
                </a:lnTo>
                <a:lnTo>
                  <a:pt x="24414" y="52043"/>
                </a:lnTo>
                <a:lnTo>
                  <a:pt x="24565" y="51712"/>
                </a:lnTo>
                <a:lnTo>
                  <a:pt x="24706" y="51380"/>
                </a:lnTo>
                <a:lnTo>
                  <a:pt x="24826" y="51038"/>
                </a:lnTo>
                <a:lnTo>
                  <a:pt x="24947" y="50686"/>
                </a:lnTo>
                <a:lnTo>
                  <a:pt x="25048" y="50345"/>
                </a:lnTo>
                <a:lnTo>
                  <a:pt x="25148" y="49993"/>
                </a:lnTo>
                <a:lnTo>
                  <a:pt x="25228" y="49641"/>
                </a:lnTo>
                <a:lnTo>
                  <a:pt x="25309" y="49279"/>
                </a:lnTo>
                <a:lnTo>
                  <a:pt x="25379" y="48918"/>
                </a:lnTo>
                <a:lnTo>
                  <a:pt x="25440" y="48556"/>
                </a:lnTo>
                <a:lnTo>
                  <a:pt x="25490" y="48194"/>
                </a:lnTo>
                <a:lnTo>
                  <a:pt x="25590" y="47460"/>
                </a:lnTo>
                <a:lnTo>
                  <a:pt x="25661" y="46726"/>
                </a:lnTo>
                <a:lnTo>
                  <a:pt x="25731" y="45993"/>
                </a:lnTo>
                <a:lnTo>
                  <a:pt x="25781" y="45259"/>
                </a:lnTo>
                <a:lnTo>
                  <a:pt x="25852" y="44475"/>
                </a:lnTo>
                <a:lnTo>
                  <a:pt x="25912" y="43711"/>
                </a:lnTo>
                <a:lnTo>
                  <a:pt x="25992" y="42967"/>
                </a:lnTo>
                <a:lnTo>
                  <a:pt x="26043" y="42606"/>
                </a:lnTo>
                <a:lnTo>
                  <a:pt x="26103" y="42254"/>
                </a:lnTo>
                <a:lnTo>
                  <a:pt x="26133" y="42053"/>
                </a:lnTo>
                <a:lnTo>
                  <a:pt x="26173" y="41852"/>
                </a:lnTo>
                <a:lnTo>
                  <a:pt x="31299" y="41962"/>
                </a:lnTo>
                <a:lnTo>
                  <a:pt x="32133" y="44224"/>
                </a:lnTo>
                <a:lnTo>
                  <a:pt x="32475" y="45148"/>
                </a:lnTo>
                <a:lnTo>
                  <a:pt x="32777" y="45942"/>
                </a:lnTo>
                <a:lnTo>
                  <a:pt x="33038" y="46596"/>
                </a:lnTo>
                <a:lnTo>
                  <a:pt x="33259" y="47139"/>
                </a:lnTo>
                <a:lnTo>
                  <a:pt x="33450" y="47551"/>
                </a:lnTo>
                <a:lnTo>
                  <a:pt x="33530" y="47721"/>
                </a:lnTo>
                <a:lnTo>
                  <a:pt x="33611" y="47862"/>
                </a:lnTo>
                <a:lnTo>
                  <a:pt x="33742" y="48103"/>
                </a:lnTo>
                <a:lnTo>
                  <a:pt x="33872" y="48365"/>
                </a:lnTo>
                <a:lnTo>
                  <a:pt x="34134" y="48907"/>
                </a:lnTo>
                <a:lnTo>
                  <a:pt x="34314" y="49289"/>
                </a:lnTo>
                <a:lnTo>
                  <a:pt x="34515" y="49681"/>
                </a:lnTo>
                <a:lnTo>
                  <a:pt x="34727" y="50083"/>
                </a:lnTo>
                <a:lnTo>
                  <a:pt x="34958" y="50496"/>
                </a:lnTo>
                <a:lnTo>
                  <a:pt x="34988" y="50797"/>
                </a:lnTo>
                <a:lnTo>
                  <a:pt x="35018" y="51129"/>
                </a:lnTo>
                <a:lnTo>
                  <a:pt x="35038" y="51460"/>
                </a:lnTo>
                <a:lnTo>
                  <a:pt x="35048" y="51802"/>
                </a:lnTo>
                <a:lnTo>
                  <a:pt x="35048" y="52164"/>
                </a:lnTo>
                <a:lnTo>
                  <a:pt x="35038" y="52516"/>
                </a:lnTo>
                <a:lnTo>
                  <a:pt x="35018" y="52888"/>
                </a:lnTo>
                <a:lnTo>
                  <a:pt x="34978" y="53249"/>
                </a:lnTo>
                <a:lnTo>
                  <a:pt x="34928" y="53621"/>
                </a:lnTo>
                <a:lnTo>
                  <a:pt x="34857" y="53983"/>
                </a:lnTo>
                <a:lnTo>
                  <a:pt x="34767" y="54345"/>
                </a:lnTo>
                <a:lnTo>
                  <a:pt x="34656" y="54707"/>
                </a:lnTo>
                <a:lnTo>
                  <a:pt x="34596" y="54878"/>
                </a:lnTo>
                <a:lnTo>
                  <a:pt x="34525" y="55059"/>
                </a:lnTo>
                <a:lnTo>
                  <a:pt x="34455" y="55229"/>
                </a:lnTo>
                <a:lnTo>
                  <a:pt x="34375" y="55400"/>
                </a:lnTo>
                <a:lnTo>
                  <a:pt x="34284" y="55561"/>
                </a:lnTo>
                <a:lnTo>
                  <a:pt x="34194" y="55722"/>
                </a:lnTo>
                <a:lnTo>
                  <a:pt x="34093" y="55883"/>
                </a:lnTo>
                <a:lnTo>
                  <a:pt x="33983" y="56034"/>
                </a:lnTo>
                <a:lnTo>
                  <a:pt x="33792" y="56295"/>
                </a:lnTo>
                <a:lnTo>
                  <a:pt x="33601" y="56536"/>
                </a:lnTo>
                <a:lnTo>
                  <a:pt x="33400" y="56777"/>
                </a:lnTo>
                <a:lnTo>
                  <a:pt x="33199" y="56998"/>
                </a:lnTo>
                <a:lnTo>
                  <a:pt x="32998" y="57209"/>
                </a:lnTo>
                <a:lnTo>
                  <a:pt x="32797" y="57421"/>
                </a:lnTo>
                <a:lnTo>
                  <a:pt x="32586" y="57612"/>
                </a:lnTo>
                <a:lnTo>
                  <a:pt x="32385" y="57792"/>
                </a:lnTo>
                <a:lnTo>
                  <a:pt x="32184" y="57963"/>
                </a:lnTo>
                <a:lnTo>
                  <a:pt x="31973" y="58124"/>
                </a:lnTo>
                <a:lnTo>
                  <a:pt x="31772" y="58285"/>
                </a:lnTo>
                <a:lnTo>
                  <a:pt x="31571" y="58426"/>
                </a:lnTo>
                <a:lnTo>
                  <a:pt x="31189" y="58687"/>
                </a:lnTo>
                <a:lnTo>
                  <a:pt x="30817" y="58918"/>
                </a:lnTo>
                <a:lnTo>
                  <a:pt x="30465" y="59109"/>
                </a:lnTo>
                <a:lnTo>
                  <a:pt x="30143" y="59280"/>
                </a:lnTo>
                <a:lnTo>
                  <a:pt x="29862" y="59411"/>
                </a:lnTo>
                <a:lnTo>
                  <a:pt x="29611" y="59521"/>
                </a:lnTo>
                <a:lnTo>
                  <a:pt x="29410" y="59602"/>
                </a:lnTo>
                <a:lnTo>
                  <a:pt x="29259" y="59652"/>
                </a:lnTo>
                <a:lnTo>
                  <a:pt x="29128" y="59702"/>
                </a:lnTo>
                <a:lnTo>
                  <a:pt x="29058" y="59722"/>
                </a:lnTo>
                <a:lnTo>
                  <a:pt x="28987" y="59752"/>
                </a:lnTo>
                <a:lnTo>
                  <a:pt x="28927" y="59793"/>
                </a:lnTo>
                <a:lnTo>
                  <a:pt x="28867" y="59833"/>
                </a:lnTo>
                <a:lnTo>
                  <a:pt x="28817" y="59883"/>
                </a:lnTo>
                <a:lnTo>
                  <a:pt x="28766" y="59933"/>
                </a:lnTo>
                <a:lnTo>
                  <a:pt x="28726" y="59984"/>
                </a:lnTo>
                <a:lnTo>
                  <a:pt x="28686" y="60044"/>
                </a:lnTo>
                <a:lnTo>
                  <a:pt x="28656" y="60114"/>
                </a:lnTo>
                <a:lnTo>
                  <a:pt x="28636" y="60174"/>
                </a:lnTo>
                <a:lnTo>
                  <a:pt x="28616" y="60245"/>
                </a:lnTo>
                <a:lnTo>
                  <a:pt x="28606" y="60315"/>
                </a:lnTo>
                <a:lnTo>
                  <a:pt x="28596" y="60386"/>
                </a:lnTo>
                <a:lnTo>
                  <a:pt x="28596" y="60456"/>
                </a:lnTo>
                <a:lnTo>
                  <a:pt x="28606" y="60526"/>
                </a:lnTo>
                <a:lnTo>
                  <a:pt x="28626" y="60597"/>
                </a:lnTo>
                <a:lnTo>
                  <a:pt x="28646" y="60667"/>
                </a:lnTo>
                <a:lnTo>
                  <a:pt x="28676" y="60737"/>
                </a:lnTo>
                <a:lnTo>
                  <a:pt x="28716" y="60798"/>
                </a:lnTo>
                <a:lnTo>
                  <a:pt x="28756" y="60858"/>
                </a:lnTo>
                <a:lnTo>
                  <a:pt x="28807" y="60908"/>
                </a:lnTo>
                <a:lnTo>
                  <a:pt x="28857" y="60958"/>
                </a:lnTo>
                <a:lnTo>
                  <a:pt x="28917" y="60999"/>
                </a:lnTo>
                <a:lnTo>
                  <a:pt x="28967" y="61039"/>
                </a:lnTo>
                <a:lnTo>
                  <a:pt x="29038" y="61069"/>
                </a:lnTo>
                <a:lnTo>
                  <a:pt x="29098" y="61099"/>
                </a:lnTo>
                <a:lnTo>
                  <a:pt x="29168" y="61109"/>
                </a:lnTo>
                <a:lnTo>
                  <a:pt x="29239" y="61129"/>
                </a:lnTo>
                <a:lnTo>
                  <a:pt x="29379" y="61129"/>
                </a:lnTo>
                <a:lnTo>
                  <a:pt x="29450" y="61119"/>
                </a:lnTo>
                <a:lnTo>
                  <a:pt x="29530" y="61099"/>
                </a:lnTo>
                <a:lnTo>
                  <a:pt x="29711" y="61039"/>
                </a:lnTo>
                <a:lnTo>
                  <a:pt x="29902" y="60979"/>
                </a:lnTo>
                <a:lnTo>
                  <a:pt x="30143" y="60878"/>
                </a:lnTo>
                <a:lnTo>
                  <a:pt x="30435" y="60757"/>
                </a:lnTo>
                <a:lnTo>
                  <a:pt x="30766" y="60607"/>
                </a:lnTo>
                <a:lnTo>
                  <a:pt x="31128" y="60416"/>
                </a:lnTo>
                <a:lnTo>
                  <a:pt x="31530" y="60195"/>
                </a:lnTo>
                <a:lnTo>
                  <a:pt x="31963" y="59933"/>
                </a:lnTo>
                <a:lnTo>
                  <a:pt x="32184" y="59782"/>
                </a:lnTo>
                <a:lnTo>
                  <a:pt x="32405" y="59632"/>
                </a:lnTo>
                <a:lnTo>
                  <a:pt x="32636" y="59461"/>
                </a:lnTo>
                <a:lnTo>
                  <a:pt x="32867" y="59290"/>
                </a:lnTo>
                <a:lnTo>
                  <a:pt x="33098" y="59099"/>
                </a:lnTo>
                <a:lnTo>
                  <a:pt x="33329" y="58908"/>
                </a:lnTo>
                <a:lnTo>
                  <a:pt x="33571" y="58697"/>
                </a:lnTo>
                <a:lnTo>
                  <a:pt x="33802" y="58476"/>
                </a:lnTo>
                <a:lnTo>
                  <a:pt x="34043" y="58235"/>
                </a:lnTo>
                <a:lnTo>
                  <a:pt x="34274" y="57993"/>
                </a:lnTo>
                <a:lnTo>
                  <a:pt x="34505" y="57732"/>
                </a:lnTo>
                <a:lnTo>
                  <a:pt x="34727" y="57461"/>
                </a:lnTo>
                <a:lnTo>
                  <a:pt x="34958" y="57179"/>
                </a:lnTo>
                <a:lnTo>
                  <a:pt x="35169" y="56888"/>
                </a:lnTo>
                <a:lnTo>
                  <a:pt x="35340" y="56627"/>
                </a:lnTo>
                <a:lnTo>
                  <a:pt x="35500" y="56365"/>
                </a:lnTo>
                <a:lnTo>
                  <a:pt x="35651" y="56104"/>
                </a:lnTo>
                <a:lnTo>
                  <a:pt x="35782" y="55833"/>
                </a:lnTo>
                <a:lnTo>
                  <a:pt x="35892" y="55551"/>
                </a:lnTo>
                <a:lnTo>
                  <a:pt x="36003" y="55280"/>
                </a:lnTo>
                <a:lnTo>
                  <a:pt x="36093" y="54988"/>
                </a:lnTo>
                <a:lnTo>
                  <a:pt x="36184" y="54707"/>
                </a:lnTo>
                <a:lnTo>
                  <a:pt x="36254" y="54425"/>
                </a:lnTo>
                <a:lnTo>
                  <a:pt x="36315" y="54134"/>
                </a:lnTo>
                <a:lnTo>
                  <a:pt x="36365" y="53842"/>
                </a:lnTo>
                <a:lnTo>
                  <a:pt x="36415" y="53561"/>
                </a:lnTo>
                <a:lnTo>
                  <a:pt x="36445" y="53270"/>
                </a:lnTo>
                <a:lnTo>
                  <a:pt x="36475" y="52988"/>
                </a:lnTo>
                <a:lnTo>
                  <a:pt x="36495" y="52697"/>
                </a:lnTo>
                <a:lnTo>
                  <a:pt x="36505" y="52415"/>
                </a:lnTo>
                <a:lnTo>
                  <a:pt x="36666" y="52566"/>
                </a:lnTo>
                <a:lnTo>
                  <a:pt x="41370" y="61471"/>
                </a:lnTo>
                <a:lnTo>
                  <a:pt x="41430" y="61561"/>
                </a:lnTo>
                <a:lnTo>
                  <a:pt x="41491" y="61632"/>
                </a:lnTo>
                <a:lnTo>
                  <a:pt x="41571" y="61702"/>
                </a:lnTo>
                <a:lnTo>
                  <a:pt x="41652" y="61763"/>
                </a:lnTo>
                <a:lnTo>
                  <a:pt x="41732" y="61803"/>
                </a:lnTo>
                <a:lnTo>
                  <a:pt x="41822" y="61833"/>
                </a:lnTo>
                <a:lnTo>
                  <a:pt x="41923" y="61853"/>
                </a:lnTo>
                <a:lnTo>
                  <a:pt x="42023" y="61863"/>
                </a:lnTo>
                <a:lnTo>
                  <a:pt x="42104" y="61853"/>
                </a:lnTo>
                <a:lnTo>
                  <a:pt x="42194" y="61843"/>
                </a:lnTo>
                <a:lnTo>
                  <a:pt x="42275" y="61813"/>
                </a:lnTo>
                <a:lnTo>
                  <a:pt x="42355" y="61773"/>
                </a:lnTo>
                <a:lnTo>
                  <a:pt x="42425" y="61732"/>
                </a:lnTo>
                <a:lnTo>
                  <a:pt x="42486" y="61692"/>
                </a:lnTo>
                <a:lnTo>
                  <a:pt x="42536" y="61642"/>
                </a:lnTo>
                <a:lnTo>
                  <a:pt x="42586" y="61592"/>
                </a:lnTo>
                <a:lnTo>
                  <a:pt x="42626" y="61531"/>
                </a:lnTo>
                <a:lnTo>
                  <a:pt x="42667" y="61471"/>
                </a:lnTo>
                <a:lnTo>
                  <a:pt x="42697" y="61411"/>
                </a:lnTo>
                <a:lnTo>
                  <a:pt x="42717" y="61340"/>
                </a:lnTo>
                <a:lnTo>
                  <a:pt x="42737" y="61280"/>
                </a:lnTo>
                <a:lnTo>
                  <a:pt x="42747" y="61210"/>
                </a:lnTo>
                <a:lnTo>
                  <a:pt x="42747" y="61139"/>
                </a:lnTo>
                <a:lnTo>
                  <a:pt x="42747" y="61069"/>
                </a:lnTo>
                <a:lnTo>
                  <a:pt x="42737" y="60999"/>
                </a:lnTo>
                <a:lnTo>
                  <a:pt x="42717" y="60928"/>
                </a:lnTo>
                <a:lnTo>
                  <a:pt x="42697" y="60858"/>
                </a:lnTo>
                <a:lnTo>
                  <a:pt x="42667" y="60788"/>
                </a:lnTo>
                <a:lnTo>
                  <a:pt x="39229" y="54295"/>
                </a:lnTo>
                <a:lnTo>
                  <a:pt x="39229" y="54295"/>
                </a:lnTo>
                <a:lnTo>
                  <a:pt x="40526" y="54968"/>
                </a:lnTo>
                <a:lnTo>
                  <a:pt x="41732" y="55611"/>
                </a:lnTo>
                <a:lnTo>
                  <a:pt x="43782" y="56707"/>
                </a:lnTo>
                <a:lnTo>
                  <a:pt x="45169" y="57451"/>
                </a:lnTo>
                <a:lnTo>
                  <a:pt x="45692" y="57742"/>
                </a:lnTo>
                <a:lnTo>
                  <a:pt x="45772" y="57782"/>
                </a:lnTo>
                <a:lnTo>
                  <a:pt x="45863" y="57823"/>
                </a:lnTo>
                <a:lnTo>
                  <a:pt x="46034" y="57873"/>
                </a:lnTo>
                <a:lnTo>
                  <a:pt x="46215" y="57913"/>
                </a:lnTo>
                <a:lnTo>
                  <a:pt x="46395" y="57923"/>
                </a:lnTo>
                <a:lnTo>
                  <a:pt x="46486" y="57913"/>
                </a:lnTo>
                <a:lnTo>
                  <a:pt x="46586" y="57913"/>
                </a:lnTo>
                <a:lnTo>
                  <a:pt x="46677" y="57893"/>
                </a:lnTo>
                <a:lnTo>
                  <a:pt x="46777" y="57873"/>
                </a:lnTo>
                <a:lnTo>
                  <a:pt x="46868" y="57843"/>
                </a:lnTo>
                <a:lnTo>
                  <a:pt x="46958" y="57813"/>
                </a:lnTo>
                <a:lnTo>
                  <a:pt x="47039" y="57772"/>
                </a:lnTo>
                <a:lnTo>
                  <a:pt x="47129" y="57722"/>
                </a:lnTo>
                <a:lnTo>
                  <a:pt x="47210" y="57672"/>
                </a:lnTo>
                <a:lnTo>
                  <a:pt x="47290" y="57612"/>
                </a:lnTo>
                <a:lnTo>
                  <a:pt x="47360" y="57551"/>
                </a:lnTo>
                <a:lnTo>
                  <a:pt x="47431" y="57491"/>
                </a:lnTo>
                <a:lnTo>
                  <a:pt x="47501" y="57410"/>
                </a:lnTo>
                <a:lnTo>
                  <a:pt x="47561" y="57340"/>
                </a:lnTo>
                <a:lnTo>
                  <a:pt x="47622" y="57250"/>
                </a:lnTo>
                <a:lnTo>
                  <a:pt x="47672" y="57169"/>
                </a:lnTo>
                <a:lnTo>
                  <a:pt x="47742" y="57029"/>
                </a:lnTo>
                <a:lnTo>
                  <a:pt x="47793" y="56888"/>
                </a:lnTo>
                <a:lnTo>
                  <a:pt x="47823" y="56757"/>
                </a:lnTo>
                <a:lnTo>
                  <a:pt x="47843" y="56616"/>
                </a:lnTo>
                <a:lnTo>
                  <a:pt x="47853" y="56466"/>
                </a:lnTo>
                <a:lnTo>
                  <a:pt x="47853" y="56325"/>
                </a:lnTo>
                <a:lnTo>
                  <a:pt x="47833" y="56194"/>
                </a:lnTo>
                <a:lnTo>
                  <a:pt x="47793" y="56054"/>
                </a:lnTo>
                <a:lnTo>
                  <a:pt x="47752" y="55923"/>
                </a:lnTo>
                <a:lnTo>
                  <a:pt x="47692" y="55792"/>
                </a:lnTo>
                <a:lnTo>
                  <a:pt x="47622" y="55672"/>
                </a:lnTo>
                <a:lnTo>
                  <a:pt x="47541" y="55561"/>
                </a:lnTo>
                <a:lnTo>
                  <a:pt x="47451" y="55451"/>
                </a:lnTo>
                <a:lnTo>
                  <a:pt x="47340" y="55350"/>
                </a:lnTo>
                <a:lnTo>
                  <a:pt x="47230" y="55260"/>
                </a:lnTo>
                <a:lnTo>
                  <a:pt x="47099" y="55179"/>
                </a:lnTo>
                <a:lnTo>
                  <a:pt x="46566" y="54888"/>
                </a:lnTo>
                <a:lnTo>
                  <a:pt x="45149" y="54124"/>
                </a:lnTo>
                <a:lnTo>
                  <a:pt x="43059" y="53008"/>
                </a:lnTo>
                <a:lnTo>
                  <a:pt x="41822" y="52355"/>
                </a:lnTo>
                <a:lnTo>
                  <a:pt x="40506" y="51661"/>
                </a:lnTo>
                <a:lnTo>
                  <a:pt x="40063" y="51430"/>
                </a:lnTo>
                <a:lnTo>
                  <a:pt x="39671" y="51189"/>
                </a:lnTo>
                <a:lnTo>
                  <a:pt x="39310" y="50948"/>
                </a:lnTo>
                <a:lnTo>
                  <a:pt x="38988" y="50707"/>
                </a:lnTo>
                <a:lnTo>
                  <a:pt x="38697" y="50455"/>
                </a:lnTo>
                <a:lnTo>
                  <a:pt x="38425" y="50214"/>
                </a:lnTo>
                <a:lnTo>
                  <a:pt x="38184" y="49963"/>
                </a:lnTo>
                <a:lnTo>
                  <a:pt x="37973" y="49712"/>
                </a:lnTo>
                <a:lnTo>
                  <a:pt x="37782" y="49470"/>
                </a:lnTo>
                <a:lnTo>
                  <a:pt x="37601" y="49209"/>
                </a:lnTo>
                <a:lnTo>
                  <a:pt x="37440" y="48958"/>
                </a:lnTo>
                <a:lnTo>
                  <a:pt x="37300" y="48706"/>
                </a:lnTo>
                <a:lnTo>
                  <a:pt x="37159" y="48445"/>
                </a:lnTo>
                <a:lnTo>
                  <a:pt x="37028" y="48184"/>
                </a:lnTo>
                <a:lnTo>
                  <a:pt x="36777" y="47661"/>
                </a:lnTo>
                <a:lnTo>
                  <a:pt x="36475" y="47028"/>
                </a:lnTo>
                <a:lnTo>
                  <a:pt x="36304" y="46706"/>
                </a:lnTo>
                <a:lnTo>
                  <a:pt x="36134" y="46385"/>
                </a:lnTo>
                <a:lnTo>
                  <a:pt x="36043" y="46224"/>
                </a:lnTo>
                <a:lnTo>
                  <a:pt x="36747" y="46334"/>
                </a:lnTo>
                <a:lnTo>
                  <a:pt x="37470" y="46465"/>
                </a:lnTo>
                <a:lnTo>
                  <a:pt x="38204" y="46626"/>
                </a:lnTo>
                <a:lnTo>
                  <a:pt x="38556" y="46706"/>
                </a:lnTo>
                <a:lnTo>
                  <a:pt x="38908" y="46797"/>
                </a:lnTo>
                <a:lnTo>
                  <a:pt x="39249" y="46897"/>
                </a:lnTo>
                <a:lnTo>
                  <a:pt x="39571" y="46998"/>
                </a:lnTo>
                <a:lnTo>
                  <a:pt x="39883" y="47098"/>
                </a:lnTo>
                <a:lnTo>
                  <a:pt x="40184" y="47219"/>
                </a:lnTo>
                <a:lnTo>
                  <a:pt x="40466" y="47330"/>
                </a:lnTo>
                <a:lnTo>
                  <a:pt x="40717" y="47450"/>
                </a:lnTo>
                <a:lnTo>
                  <a:pt x="40948" y="47581"/>
                </a:lnTo>
                <a:lnTo>
                  <a:pt x="41159" y="47721"/>
                </a:lnTo>
                <a:lnTo>
                  <a:pt x="45240" y="50636"/>
                </a:lnTo>
                <a:lnTo>
                  <a:pt x="45340" y="50697"/>
                </a:lnTo>
                <a:lnTo>
                  <a:pt x="45451" y="50737"/>
                </a:lnTo>
                <a:lnTo>
                  <a:pt x="45551" y="50767"/>
                </a:lnTo>
                <a:lnTo>
                  <a:pt x="45662" y="50777"/>
                </a:lnTo>
                <a:lnTo>
                  <a:pt x="45752" y="50767"/>
                </a:lnTo>
                <a:lnTo>
                  <a:pt x="45833" y="50757"/>
                </a:lnTo>
                <a:lnTo>
                  <a:pt x="45913" y="50727"/>
                </a:lnTo>
                <a:lnTo>
                  <a:pt x="45993" y="50697"/>
                </a:lnTo>
                <a:lnTo>
                  <a:pt x="46074" y="50646"/>
                </a:lnTo>
                <a:lnTo>
                  <a:pt x="46134" y="50596"/>
                </a:lnTo>
                <a:lnTo>
                  <a:pt x="46205" y="50536"/>
                </a:lnTo>
                <a:lnTo>
                  <a:pt x="46255" y="50465"/>
                </a:lnTo>
                <a:lnTo>
                  <a:pt x="46295" y="50405"/>
                </a:lnTo>
                <a:lnTo>
                  <a:pt x="46335" y="50335"/>
                </a:lnTo>
                <a:lnTo>
                  <a:pt x="46355" y="50274"/>
                </a:lnTo>
                <a:lnTo>
                  <a:pt x="46375" y="50204"/>
                </a:lnTo>
                <a:lnTo>
                  <a:pt x="46385" y="50134"/>
                </a:lnTo>
                <a:lnTo>
                  <a:pt x="46395" y="50063"/>
                </a:lnTo>
                <a:lnTo>
                  <a:pt x="46395" y="49993"/>
                </a:lnTo>
                <a:lnTo>
                  <a:pt x="46385" y="49923"/>
                </a:lnTo>
                <a:lnTo>
                  <a:pt x="46375" y="49852"/>
                </a:lnTo>
                <a:lnTo>
                  <a:pt x="46345" y="49792"/>
                </a:lnTo>
                <a:lnTo>
                  <a:pt x="46325" y="49722"/>
                </a:lnTo>
                <a:lnTo>
                  <a:pt x="46285" y="49661"/>
                </a:lnTo>
                <a:lnTo>
                  <a:pt x="46245" y="49601"/>
                </a:lnTo>
                <a:lnTo>
                  <a:pt x="46205" y="49551"/>
                </a:lnTo>
                <a:lnTo>
                  <a:pt x="46144" y="49490"/>
                </a:lnTo>
                <a:lnTo>
                  <a:pt x="46094" y="49450"/>
                </a:lnTo>
                <a:lnTo>
                  <a:pt x="42003" y="46535"/>
                </a:lnTo>
                <a:lnTo>
                  <a:pt x="41863" y="46435"/>
                </a:lnTo>
                <a:lnTo>
                  <a:pt x="41702" y="46334"/>
                </a:lnTo>
                <a:lnTo>
                  <a:pt x="41541" y="46244"/>
                </a:lnTo>
                <a:lnTo>
                  <a:pt x="41370" y="46154"/>
                </a:lnTo>
                <a:lnTo>
                  <a:pt x="40998" y="45983"/>
                </a:lnTo>
                <a:lnTo>
                  <a:pt x="40606" y="45822"/>
                </a:lnTo>
                <a:lnTo>
                  <a:pt x="40184" y="45671"/>
                </a:lnTo>
                <a:lnTo>
                  <a:pt x="39752" y="45530"/>
                </a:lnTo>
                <a:lnTo>
                  <a:pt x="39310" y="45400"/>
                </a:lnTo>
                <a:lnTo>
                  <a:pt x="38857" y="45279"/>
                </a:lnTo>
                <a:lnTo>
                  <a:pt x="38395" y="45169"/>
                </a:lnTo>
                <a:lnTo>
                  <a:pt x="37933" y="45078"/>
                </a:lnTo>
                <a:lnTo>
                  <a:pt x="37480" y="44988"/>
                </a:lnTo>
                <a:lnTo>
                  <a:pt x="37028" y="44907"/>
                </a:lnTo>
                <a:lnTo>
                  <a:pt x="36174" y="44767"/>
                </a:lnTo>
                <a:lnTo>
                  <a:pt x="35410" y="44656"/>
                </a:lnTo>
                <a:lnTo>
                  <a:pt x="34757" y="42917"/>
                </a:lnTo>
                <a:lnTo>
                  <a:pt x="34043" y="40957"/>
                </a:lnTo>
                <a:lnTo>
                  <a:pt x="38224" y="35158"/>
                </a:lnTo>
                <a:lnTo>
                  <a:pt x="39762" y="32092"/>
                </a:lnTo>
                <a:lnTo>
                  <a:pt x="40496" y="32042"/>
                </a:lnTo>
                <a:lnTo>
                  <a:pt x="41189" y="32012"/>
                </a:lnTo>
                <a:lnTo>
                  <a:pt x="41853" y="32002"/>
                </a:lnTo>
                <a:lnTo>
                  <a:pt x="42466" y="31992"/>
                </a:lnTo>
                <a:lnTo>
                  <a:pt x="42496" y="32303"/>
                </a:lnTo>
                <a:lnTo>
                  <a:pt x="42546" y="32625"/>
                </a:lnTo>
                <a:lnTo>
                  <a:pt x="42596" y="32957"/>
                </a:lnTo>
                <a:lnTo>
                  <a:pt x="42667" y="33309"/>
                </a:lnTo>
                <a:lnTo>
                  <a:pt x="42757" y="33670"/>
                </a:lnTo>
                <a:lnTo>
                  <a:pt x="42858" y="34042"/>
                </a:lnTo>
                <a:lnTo>
                  <a:pt x="42978" y="34414"/>
                </a:lnTo>
                <a:lnTo>
                  <a:pt x="43129" y="34786"/>
                </a:lnTo>
                <a:lnTo>
                  <a:pt x="43290" y="35168"/>
                </a:lnTo>
                <a:lnTo>
                  <a:pt x="43481" y="35540"/>
                </a:lnTo>
                <a:lnTo>
                  <a:pt x="43581" y="35731"/>
                </a:lnTo>
                <a:lnTo>
                  <a:pt x="43692" y="35912"/>
                </a:lnTo>
                <a:lnTo>
                  <a:pt x="43812" y="36103"/>
                </a:lnTo>
                <a:lnTo>
                  <a:pt x="43943" y="36284"/>
                </a:lnTo>
                <a:lnTo>
                  <a:pt x="44074" y="36454"/>
                </a:lnTo>
                <a:lnTo>
                  <a:pt x="44214" y="36635"/>
                </a:lnTo>
                <a:lnTo>
                  <a:pt x="44355" y="36806"/>
                </a:lnTo>
                <a:lnTo>
                  <a:pt x="44516" y="36977"/>
                </a:lnTo>
                <a:lnTo>
                  <a:pt x="44677" y="37148"/>
                </a:lnTo>
                <a:lnTo>
                  <a:pt x="44848" y="37309"/>
                </a:lnTo>
                <a:lnTo>
                  <a:pt x="45019" y="37470"/>
                </a:lnTo>
                <a:lnTo>
                  <a:pt x="45209" y="37630"/>
                </a:lnTo>
                <a:lnTo>
                  <a:pt x="45762" y="38053"/>
                </a:lnTo>
                <a:lnTo>
                  <a:pt x="46285" y="38435"/>
                </a:lnTo>
                <a:lnTo>
                  <a:pt x="46777" y="38766"/>
                </a:lnTo>
                <a:lnTo>
                  <a:pt x="47240" y="39048"/>
                </a:lnTo>
                <a:lnTo>
                  <a:pt x="47672" y="39299"/>
                </a:lnTo>
                <a:lnTo>
                  <a:pt x="48084" y="39510"/>
                </a:lnTo>
                <a:lnTo>
                  <a:pt x="48456" y="39691"/>
                </a:lnTo>
                <a:lnTo>
                  <a:pt x="48798" y="39842"/>
                </a:lnTo>
                <a:lnTo>
                  <a:pt x="49099" y="39962"/>
                </a:lnTo>
                <a:lnTo>
                  <a:pt x="49371" y="40053"/>
                </a:lnTo>
                <a:lnTo>
                  <a:pt x="49612" y="40133"/>
                </a:lnTo>
                <a:lnTo>
                  <a:pt x="49823" y="40183"/>
                </a:lnTo>
                <a:lnTo>
                  <a:pt x="49994" y="40224"/>
                </a:lnTo>
                <a:lnTo>
                  <a:pt x="50124" y="40244"/>
                </a:lnTo>
                <a:lnTo>
                  <a:pt x="50275" y="40264"/>
                </a:lnTo>
                <a:lnTo>
                  <a:pt x="50395" y="38815"/>
                </a:lnTo>
                <a:lnTo>
                  <a:pt x="50395" y="38815"/>
                </a:lnTo>
                <a:lnTo>
                  <a:pt x="50285" y="38796"/>
                </a:lnTo>
                <a:lnTo>
                  <a:pt x="50144" y="38766"/>
                </a:lnTo>
                <a:lnTo>
                  <a:pt x="49984" y="38726"/>
                </a:lnTo>
                <a:lnTo>
                  <a:pt x="49803" y="38666"/>
                </a:lnTo>
                <a:lnTo>
                  <a:pt x="49592" y="38585"/>
                </a:lnTo>
                <a:lnTo>
                  <a:pt x="49371" y="38495"/>
                </a:lnTo>
                <a:lnTo>
                  <a:pt x="49119" y="38394"/>
                </a:lnTo>
                <a:lnTo>
                  <a:pt x="48858" y="38264"/>
                </a:lnTo>
                <a:lnTo>
                  <a:pt x="48566" y="38123"/>
                </a:lnTo>
                <a:lnTo>
                  <a:pt x="48265" y="37952"/>
                </a:lnTo>
                <a:lnTo>
                  <a:pt x="47943" y="37771"/>
                </a:lnTo>
                <a:lnTo>
                  <a:pt x="47612" y="37560"/>
                </a:lnTo>
                <a:lnTo>
                  <a:pt x="47260" y="37329"/>
                </a:lnTo>
                <a:lnTo>
                  <a:pt x="46898" y="37078"/>
                </a:lnTo>
                <a:lnTo>
                  <a:pt x="46516" y="36796"/>
                </a:lnTo>
                <a:lnTo>
                  <a:pt x="46124" y="36485"/>
                </a:lnTo>
                <a:lnTo>
                  <a:pt x="45983" y="36374"/>
                </a:lnTo>
                <a:lnTo>
                  <a:pt x="45843" y="36253"/>
                </a:lnTo>
                <a:lnTo>
                  <a:pt x="45712" y="36123"/>
                </a:lnTo>
                <a:lnTo>
                  <a:pt x="45591" y="35992"/>
                </a:lnTo>
                <a:lnTo>
                  <a:pt x="45471" y="35861"/>
                </a:lnTo>
                <a:lnTo>
                  <a:pt x="45360" y="35731"/>
                </a:lnTo>
                <a:lnTo>
                  <a:pt x="45149" y="35459"/>
                </a:lnTo>
                <a:lnTo>
                  <a:pt x="44958" y="35178"/>
                </a:lnTo>
                <a:lnTo>
                  <a:pt x="44787" y="34887"/>
                </a:lnTo>
                <a:lnTo>
                  <a:pt x="44637" y="34595"/>
                </a:lnTo>
                <a:lnTo>
                  <a:pt x="44506" y="34294"/>
                </a:lnTo>
                <a:lnTo>
                  <a:pt x="44385" y="34002"/>
                </a:lnTo>
                <a:lnTo>
                  <a:pt x="44285" y="33701"/>
                </a:lnTo>
                <a:lnTo>
                  <a:pt x="44204" y="33409"/>
                </a:lnTo>
                <a:lnTo>
                  <a:pt x="44124" y="33118"/>
                </a:lnTo>
                <a:lnTo>
                  <a:pt x="44064" y="32836"/>
                </a:lnTo>
                <a:lnTo>
                  <a:pt x="44013" y="32565"/>
                </a:lnTo>
                <a:lnTo>
                  <a:pt x="43973" y="32303"/>
                </a:lnTo>
                <a:lnTo>
                  <a:pt x="43943" y="32052"/>
                </a:lnTo>
                <a:lnTo>
                  <a:pt x="43943" y="32052"/>
                </a:lnTo>
                <a:lnTo>
                  <a:pt x="44456" y="32102"/>
                </a:lnTo>
                <a:lnTo>
                  <a:pt x="44908" y="32163"/>
                </a:lnTo>
                <a:lnTo>
                  <a:pt x="45330" y="32243"/>
                </a:lnTo>
                <a:lnTo>
                  <a:pt x="45521" y="32283"/>
                </a:lnTo>
                <a:lnTo>
                  <a:pt x="45702" y="32334"/>
                </a:lnTo>
                <a:lnTo>
                  <a:pt x="46235" y="32494"/>
                </a:lnTo>
                <a:lnTo>
                  <a:pt x="46757" y="32665"/>
                </a:lnTo>
                <a:lnTo>
                  <a:pt x="47270" y="32836"/>
                </a:lnTo>
                <a:lnTo>
                  <a:pt x="47762" y="33027"/>
                </a:lnTo>
                <a:lnTo>
                  <a:pt x="48245" y="33218"/>
                </a:lnTo>
                <a:lnTo>
                  <a:pt x="48707" y="33409"/>
                </a:lnTo>
                <a:lnTo>
                  <a:pt x="49159" y="33610"/>
                </a:lnTo>
                <a:lnTo>
                  <a:pt x="49602" y="33811"/>
                </a:lnTo>
                <a:lnTo>
                  <a:pt x="50024" y="34022"/>
                </a:lnTo>
                <a:lnTo>
                  <a:pt x="50436" y="34233"/>
                </a:lnTo>
                <a:lnTo>
                  <a:pt x="50828" y="34434"/>
                </a:lnTo>
                <a:lnTo>
                  <a:pt x="51210" y="34645"/>
                </a:lnTo>
                <a:lnTo>
                  <a:pt x="51582" y="34856"/>
                </a:lnTo>
                <a:lnTo>
                  <a:pt x="51923" y="35067"/>
                </a:lnTo>
                <a:lnTo>
                  <a:pt x="52577" y="35470"/>
                </a:lnTo>
                <a:lnTo>
                  <a:pt x="54446" y="42073"/>
                </a:lnTo>
                <a:lnTo>
                  <a:pt x="54486" y="42183"/>
                </a:lnTo>
                <a:lnTo>
                  <a:pt x="54547" y="42294"/>
                </a:lnTo>
                <a:lnTo>
                  <a:pt x="54627" y="42384"/>
                </a:lnTo>
                <a:lnTo>
                  <a:pt x="54718" y="42455"/>
                </a:lnTo>
                <a:lnTo>
                  <a:pt x="54808" y="42515"/>
                </a:lnTo>
                <a:lnTo>
                  <a:pt x="54919" y="42565"/>
                </a:lnTo>
                <a:lnTo>
                  <a:pt x="55029" y="42596"/>
                </a:lnTo>
                <a:lnTo>
                  <a:pt x="55150" y="42606"/>
                </a:lnTo>
                <a:lnTo>
                  <a:pt x="55250" y="42596"/>
                </a:lnTo>
                <a:lnTo>
                  <a:pt x="55351" y="42575"/>
                </a:lnTo>
                <a:lnTo>
                  <a:pt x="55421" y="42555"/>
                </a:lnTo>
                <a:lnTo>
                  <a:pt x="55481" y="42515"/>
                </a:lnTo>
                <a:lnTo>
                  <a:pt x="55552" y="42485"/>
                </a:lnTo>
                <a:lnTo>
                  <a:pt x="55602" y="42445"/>
                </a:lnTo>
                <a:lnTo>
                  <a:pt x="55662" y="42395"/>
                </a:lnTo>
                <a:lnTo>
                  <a:pt x="55703" y="42344"/>
                </a:lnTo>
                <a:lnTo>
                  <a:pt x="55753" y="42284"/>
                </a:lnTo>
                <a:lnTo>
                  <a:pt x="55783" y="42224"/>
                </a:lnTo>
                <a:lnTo>
                  <a:pt x="55813" y="42163"/>
                </a:lnTo>
                <a:lnTo>
                  <a:pt x="55843" y="42103"/>
                </a:lnTo>
                <a:lnTo>
                  <a:pt x="55863" y="42033"/>
                </a:lnTo>
                <a:lnTo>
                  <a:pt x="55873" y="41962"/>
                </a:lnTo>
                <a:lnTo>
                  <a:pt x="55873" y="41892"/>
                </a:lnTo>
                <a:lnTo>
                  <a:pt x="55873" y="41822"/>
                </a:lnTo>
                <a:lnTo>
                  <a:pt x="55863" y="41751"/>
                </a:lnTo>
                <a:lnTo>
                  <a:pt x="55853" y="41671"/>
                </a:lnTo>
                <a:lnTo>
                  <a:pt x="54476" y="36836"/>
                </a:lnTo>
                <a:lnTo>
                  <a:pt x="54888" y="37168"/>
                </a:lnTo>
                <a:lnTo>
                  <a:pt x="55180" y="37419"/>
                </a:lnTo>
                <a:lnTo>
                  <a:pt x="55431" y="37651"/>
                </a:lnTo>
                <a:lnTo>
                  <a:pt x="55542" y="37751"/>
                </a:lnTo>
                <a:lnTo>
                  <a:pt x="55662" y="37842"/>
                </a:lnTo>
                <a:lnTo>
                  <a:pt x="55783" y="37912"/>
                </a:lnTo>
                <a:lnTo>
                  <a:pt x="55914" y="37972"/>
                </a:lnTo>
                <a:lnTo>
                  <a:pt x="56044" y="38022"/>
                </a:lnTo>
                <a:lnTo>
                  <a:pt x="56185" y="38053"/>
                </a:lnTo>
                <a:lnTo>
                  <a:pt x="56326" y="38073"/>
                </a:lnTo>
                <a:lnTo>
                  <a:pt x="56466" y="38083"/>
                </a:lnTo>
                <a:lnTo>
                  <a:pt x="56597" y="38073"/>
                </a:lnTo>
                <a:lnTo>
                  <a:pt x="56738" y="38053"/>
                </a:lnTo>
                <a:lnTo>
                  <a:pt x="56878" y="38022"/>
                </a:lnTo>
                <a:lnTo>
                  <a:pt x="57009" y="37972"/>
                </a:lnTo>
                <a:lnTo>
                  <a:pt x="57140" y="37912"/>
                </a:lnTo>
                <a:lnTo>
                  <a:pt x="57260" y="37842"/>
                </a:lnTo>
                <a:lnTo>
                  <a:pt x="57381" y="37751"/>
                </a:lnTo>
                <a:lnTo>
                  <a:pt x="57492" y="37651"/>
                </a:lnTo>
                <a:lnTo>
                  <a:pt x="57592" y="37540"/>
                </a:lnTo>
                <a:lnTo>
                  <a:pt x="57683" y="37419"/>
                </a:lnTo>
                <a:lnTo>
                  <a:pt x="57753" y="37299"/>
                </a:lnTo>
                <a:lnTo>
                  <a:pt x="57813" y="37168"/>
                </a:lnTo>
                <a:lnTo>
                  <a:pt x="57863" y="37037"/>
                </a:lnTo>
                <a:lnTo>
                  <a:pt x="57894" y="36897"/>
                </a:lnTo>
                <a:lnTo>
                  <a:pt x="57914" y="36756"/>
                </a:lnTo>
                <a:lnTo>
                  <a:pt x="57924" y="36625"/>
                </a:lnTo>
                <a:lnTo>
                  <a:pt x="57914" y="36485"/>
                </a:lnTo>
                <a:lnTo>
                  <a:pt x="57894" y="36344"/>
                </a:lnTo>
                <a:lnTo>
                  <a:pt x="57863" y="36203"/>
                </a:lnTo>
                <a:lnTo>
                  <a:pt x="57813" y="36073"/>
                </a:lnTo>
                <a:lnTo>
                  <a:pt x="57753" y="35942"/>
                </a:lnTo>
                <a:lnTo>
                  <a:pt x="57683" y="35821"/>
                </a:lnTo>
                <a:lnTo>
                  <a:pt x="57592" y="35701"/>
                </a:lnTo>
                <a:lnTo>
                  <a:pt x="57492" y="35590"/>
                </a:lnTo>
                <a:lnTo>
                  <a:pt x="57391" y="35490"/>
                </a:lnTo>
                <a:lnTo>
                  <a:pt x="57160" y="35279"/>
                </a:lnTo>
                <a:lnTo>
                  <a:pt x="56808" y="34967"/>
                </a:lnTo>
                <a:lnTo>
                  <a:pt x="56326" y="34565"/>
                </a:lnTo>
                <a:lnTo>
                  <a:pt x="56034" y="34344"/>
                </a:lnTo>
                <a:lnTo>
                  <a:pt x="55723" y="34103"/>
                </a:lnTo>
                <a:lnTo>
                  <a:pt x="55381" y="33841"/>
                </a:lnTo>
                <a:lnTo>
                  <a:pt x="55009" y="33580"/>
                </a:lnTo>
                <a:lnTo>
                  <a:pt x="54597" y="33299"/>
                </a:lnTo>
                <a:lnTo>
                  <a:pt x="54165" y="33017"/>
                </a:lnTo>
                <a:lnTo>
                  <a:pt x="53712" y="32726"/>
                </a:lnTo>
                <a:lnTo>
                  <a:pt x="53220" y="32434"/>
                </a:lnTo>
                <a:lnTo>
                  <a:pt x="59592" y="30464"/>
                </a:lnTo>
                <a:lnTo>
                  <a:pt x="59663" y="30434"/>
                </a:lnTo>
                <a:lnTo>
                  <a:pt x="59733" y="30404"/>
                </a:lnTo>
                <a:lnTo>
                  <a:pt x="59793" y="30364"/>
                </a:lnTo>
                <a:lnTo>
                  <a:pt x="59854" y="30323"/>
                </a:lnTo>
                <a:lnTo>
                  <a:pt x="59904" y="30273"/>
                </a:lnTo>
                <a:lnTo>
                  <a:pt x="59944" y="30223"/>
                </a:lnTo>
                <a:lnTo>
                  <a:pt x="59994" y="30163"/>
                </a:lnTo>
                <a:lnTo>
                  <a:pt x="60024" y="30102"/>
                </a:lnTo>
                <a:lnTo>
                  <a:pt x="60055" y="30042"/>
                </a:lnTo>
                <a:lnTo>
                  <a:pt x="60075" y="29972"/>
                </a:lnTo>
                <a:lnTo>
                  <a:pt x="60095" y="29911"/>
                </a:lnTo>
                <a:lnTo>
                  <a:pt x="60105" y="29841"/>
                </a:lnTo>
                <a:lnTo>
                  <a:pt x="60105" y="29761"/>
                </a:lnTo>
                <a:lnTo>
                  <a:pt x="60105" y="29690"/>
                </a:lnTo>
                <a:lnTo>
                  <a:pt x="60095" y="29620"/>
                </a:lnTo>
                <a:lnTo>
                  <a:pt x="60075" y="29550"/>
                </a:lnTo>
                <a:lnTo>
                  <a:pt x="60055" y="29479"/>
                </a:lnTo>
                <a:lnTo>
                  <a:pt x="60014" y="29409"/>
                </a:lnTo>
                <a:lnTo>
                  <a:pt x="59984" y="29349"/>
                </a:lnTo>
                <a:lnTo>
                  <a:pt x="59934" y="29298"/>
                </a:lnTo>
                <a:lnTo>
                  <a:pt x="59894" y="29238"/>
                </a:lnTo>
                <a:lnTo>
                  <a:pt x="59833" y="29198"/>
                </a:lnTo>
                <a:lnTo>
                  <a:pt x="59783" y="29158"/>
                </a:lnTo>
                <a:lnTo>
                  <a:pt x="59723" y="29117"/>
                </a:lnTo>
                <a:lnTo>
                  <a:pt x="59652" y="29087"/>
                </a:lnTo>
                <a:lnTo>
                  <a:pt x="59592" y="29067"/>
                </a:lnTo>
                <a:lnTo>
                  <a:pt x="59522" y="29047"/>
                </a:lnTo>
                <a:lnTo>
                  <a:pt x="59451" y="29037"/>
                </a:lnTo>
                <a:lnTo>
                  <a:pt x="59311" y="29037"/>
                </a:lnTo>
                <a:lnTo>
                  <a:pt x="59240" y="29047"/>
                </a:lnTo>
                <a:lnTo>
                  <a:pt x="59160" y="29067"/>
                </a:lnTo>
                <a:lnTo>
                  <a:pt x="51431" y="31459"/>
                </a:lnTo>
                <a:lnTo>
                  <a:pt x="51049" y="31268"/>
                </a:lnTo>
                <a:lnTo>
                  <a:pt x="50657" y="31077"/>
                </a:lnTo>
                <a:lnTo>
                  <a:pt x="50245" y="30896"/>
                </a:lnTo>
                <a:lnTo>
                  <a:pt x="49833" y="30715"/>
                </a:lnTo>
                <a:lnTo>
                  <a:pt x="49401" y="30535"/>
                </a:lnTo>
                <a:lnTo>
                  <a:pt x="48958" y="30364"/>
                </a:lnTo>
                <a:lnTo>
                  <a:pt x="48516" y="30193"/>
                </a:lnTo>
                <a:lnTo>
                  <a:pt x="48054" y="30022"/>
                </a:lnTo>
                <a:lnTo>
                  <a:pt x="54718" y="27077"/>
                </a:lnTo>
                <a:lnTo>
                  <a:pt x="54778" y="27037"/>
                </a:lnTo>
                <a:lnTo>
                  <a:pt x="54838" y="27007"/>
                </a:lnTo>
                <a:lnTo>
                  <a:pt x="54898" y="26956"/>
                </a:lnTo>
                <a:lnTo>
                  <a:pt x="54949" y="26906"/>
                </a:lnTo>
                <a:lnTo>
                  <a:pt x="54999" y="26856"/>
                </a:lnTo>
                <a:lnTo>
                  <a:pt x="55039" y="26796"/>
                </a:lnTo>
                <a:lnTo>
                  <a:pt x="55069" y="26735"/>
                </a:lnTo>
                <a:lnTo>
                  <a:pt x="55099" y="26675"/>
                </a:lnTo>
                <a:lnTo>
                  <a:pt x="55120" y="26605"/>
                </a:lnTo>
                <a:lnTo>
                  <a:pt x="55140" y="26534"/>
                </a:lnTo>
                <a:lnTo>
                  <a:pt x="55150" y="26464"/>
                </a:lnTo>
                <a:lnTo>
                  <a:pt x="55150" y="26394"/>
                </a:lnTo>
                <a:lnTo>
                  <a:pt x="55140" y="26323"/>
                </a:lnTo>
                <a:lnTo>
                  <a:pt x="55130" y="26253"/>
                </a:lnTo>
                <a:lnTo>
                  <a:pt x="55110" y="26183"/>
                </a:lnTo>
                <a:lnTo>
                  <a:pt x="55089" y="26112"/>
                </a:lnTo>
                <a:lnTo>
                  <a:pt x="55049" y="26042"/>
                </a:lnTo>
                <a:lnTo>
                  <a:pt x="55009" y="25982"/>
                </a:lnTo>
                <a:lnTo>
                  <a:pt x="54969" y="25931"/>
                </a:lnTo>
                <a:lnTo>
                  <a:pt x="54919" y="25881"/>
                </a:lnTo>
                <a:lnTo>
                  <a:pt x="54868" y="25831"/>
                </a:lnTo>
                <a:lnTo>
                  <a:pt x="54808" y="25791"/>
                </a:lnTo>
                <a:lnTo>
                  <a:pt x="54748" y="25760"/>
                </a:lnTo>
                <a:lnTo>
                  <a:pt x="54677" y="25730"/>
                </a:lnTo>
                <a:lnTo>
                  <a:pt x="54617" y="25710"/>
                </a:lnTo>
                <a:lnTo>
                  <a:pt x="54547" y="25690"/>
                </a:lnTo>
                <a:lnTo>
                  <a:pt x="54476" y="25680"/>
                </a:lnTo>
                <a:lnTo>
                  <a:pt x="54336" y="25680"/>
                </a:lnTo>
                <a:lnTo>
                  <a:pt x="54265" y="25700"/>
                </a:lnTo>
                <a:lnTo>
                  <a:pt x="54195" y="25710"/>
                </a:lnTo>
                <a:lnTo>
                  <a:pt x="54125" y="25740"/>
                </a:lnTo>
                <a:lnTo>
                  <a:pt x="45903" y="29379"/>
                </a:lnTo>
                <a:lnTo>
                  <a:pt x="45601" y="29318"/>
                </a:lnTo>
                <a:lnTo>
                  <a:pt x="45270" y="29268"/>
                </a:lnTo>
                <a:lnTo>
                  <a:pt x="51753" y="22082"/>
                </a:lnTo>
                <a:lnTo>
                  <a:pt x="51803" y="22021"/>
                </a:lnTo>
                <a:lnTo>
                  <a:pt x="51843" y="21961"/>
                </a:lnTo>
                <a:lnTo>
                  <a:pt x="51873" y="21901"/>
                </a:lnTo>
                <a:lnTo>
                  <a:pt x="51903" y="21831"/>
                </a:lnTo>
                <a:lnTo>
                  <a:pt x="51923" y="21760"/>
                </a:lnTo>
                <a:lnTo>
                  <a:pt x="51933" y="21700"/>
                </a:lnTo>
                <a:lnTo>
                  <a:pt x="51944" y="21629"/>
                </a:lnTo>
                <a:lnTo>
                  <a:pt x="51933" y="21559"/>
                </a:lnTo>
                <a:lnTo>
                  <a:pt x="51933" y="21489"/>
                </a:lnTo>
                <a:lnTo>
                  <a:pt x="51913" y="21418"/>
                </a:lnTo>
                <a:lnTo>
                  <a:pt x="51893" y="21348"/>
                </a:lnTo>
                <a:lnTo>
                  <a:pt x="51873" y="21288"/>
                </a:lnTo>
                <a:lnTo>
                  <a:pt x="51833" y="21217"/>
                </a:lnTo>
                <a:lnTo>
                  <a:pt x="51793" y="21157"/>
                </a:lnTo>
                <a:lnTo>
                  <a:pt x="51753" y="21107"/>
                </a:lnTo>
                <a:lnTo>
                  <a:pt x="51702" y="21057"/>
                </a:lnTo>
                <a:lnTo>
                  <a:pt x="51642" y="21006"/>
                </a:lnTo>
                <a:lnTo>
                  <a:pt x="51582" y="20966"/>
                </a:lnTo>
                <a:lnTo>
                  <a:pt x="51511" y="20936"/>
                </a:lnTo>
                <a:lnTo>
                  <a:pt x="51451" y="20906"/>
                </a:lnTo>
                <a:lnTo>
                  <a:pt x="51381" y="20886"/>
                </a:lnTo>
                <a:lnTo>
                  <a:pt x="51310" y="20876"/>
                </a:lnTo>
                <a:lnTo>
                  <a:pt x="51240" y="20866"/>
                </a:lnTo>
                <a:lnTo>
                  <a:pt x="51170" y="20866"/>
                </a:lnTo>
                <a:lnTo>
                  <a:pt x="51099" y="20876"/>
                </a:lnTo>
                <a:lnTo>
                  <a:pt x="51029" y="20886"/>
                </a:lnTo>
                <a:lnTo>
                  <a:pt x="50969" y="20906"/>
                </a:lnTo>
                <a:lnTo>
                  <a:pt x="50898" y="20936"/>
                </a:lnTo>
                <a:lnTo>
                  <a:pt x="50838" y="20966"/>
                </a:lnTo>
                <a:lnTo>
                  <a:pt x="50778" y="21006"/>
                </a:lnTo>
                <a:lnTo>
                  <a:pt x="50717" y="21057"/>
                </a:lnTo>
                <a:lnTo>
                  <a:pt x="50667" y="21107"/>
                </a:lnTo>
                <a:lnTo>
                  <a:pt x="43461" y="29097"/>
                </a:lnTo>
                <a:lnTo>
                  <a:pt x="42978" y="29087"/>
                </a:lnTo>
                <a:lnTo>
                  <a:pt x="42466" y="29077"/>
                </a:lnTo>
                <a:lnTo>
                  <a:pt x="41933" y="29077"/>
                </a:lnTo>
                <a:lnTo>
                  <a:pt x="41380" y="29087"/>
                </a:lnTo>
                <a:lnTo>
                  <a:pt x="40797" y="29107"/>
                </a:lnTo>
                <a:lnTo>
                  <a:pt x="40194" y="29137"/>
                </a:lnTo>
                <a:lnTo>
                  <a:pt x="39571" y="29178"/>
                </a:lnTo>
                <a:lnTo>
                  <a:pt x="38918" y="29228"/>
                </a:lnTo>
                <a:lnTo>
                  <a:pt x="34777" y="26022"/>
                </a:lnTo>
                <a:lnTo>
                  <a:pt x="35048" y="24564"/>
                </a:lnTo>
                <a:lnTo>
                  <a:pt x="35320" y="23127"/>
                </a:lnTo>
                <a:lnTo>
                  <a:pt x="35621" y="21589"/>
                </a:lnTo>
                <a:lnTo>
                  <a:pt x="41219" y="19810"/>
                </a:lnTo>
                <a:lnTo>
                  <a:pt x="41290" y="19780"/>
                </a:lnTo>
                <a:lnTo>
                  <a:pt x="41350" y="19750"/>
                </a:lnTo>
                <a:lnTo>
                  <a:pt x="41420" y="19710"/>
                </a:lnTo>
                <a:lnTo>
                  <a:pt x="41471" y="19670"/>
                </a:lnTo>
                <a:lnTo>
                  <a:pt x="41521" y="19619"/>
                </a:lnTo>
                <a:lnTo>
                  <a:pt x="41571" y="19569"/>
                </a:lnTo>
                <a:lnTo>
                  <a:pt x="41611" y="19509"/>
                </a:lnTo>
                <a:lnTo>
                  <a:pt x="41641" y="19448"/>
                </a:lnTo>
                <a:lnTo>
                  <a:pt x="41672" y="19388"/>
                </a:lnTo>
                <a:lnTo>
                  <a:pt x="41702" y="19318"/>
                </a:lnTo>
                <a:lnTo>
                  <a:pt x="41712" y="19247"/>
                </a:lnTo>
                <a:lnTo>
                  <a:pt x="41722" y="19177"/>
                </a:lnTo>
                <a:lnTo>
                  <a:pt x="41732" y="19107"/>
                </a:lnTo>
                <a:lnTo>
                  <a:pt x="41722" y="19036"/>
                </a:lnTo>
                <a:lnTo>
                  <a:pt x="41712" y="18966"/>
                </a:lnTo>
                <a:lnTo>
                  <a:pt x="41692" y="18896"/>
                </a:lnTo>
                <a:lnTo>
                  <a:pt x="41662" y="18825"/>
                </a:lnTo>
                <a:lnTo>
                  <a:pt x="41631" y="18755"/>
                </a:lnTo>
                <a:lnTo>
                  <a:pt x="41591" y="18695"/>
                </a:lnTo>
                <a:lnTo>
                  <a:pt x="41551" y="18634"/>
                </a:lnTo>
                <a:lnTo>
                  <a:pt x="41501" y="18584"/>
                </a:lnTo>
                <a:lnTo>
                  <a:pt x="41450" y="18544"/>
                </a:lnTo>
                <a:lnTo>
                  <a:pt x="41390" y="18504"/>
                </a:lnTo>
                <a:lnTo>
                  <a:pt x="41330" y="18463"/>
                </a:lnTo>
                <a:lnTo>
                  <a:pt x="41270" y="18433"/>
                </a:lnTo>
                <a:lnTo>
                  <a:pt x="41199" y="18413"/>
                </a:lnTo>
                <a:lnTo>
                  <a:pt x="41139" y="18393"/>
                </a:lnTo>
                <a:lnTo>
                  <a:pt x="41069" y="18383"/>
                </a:lnTo>
                <a:lnTo>
                  <a:pt x="40918" y="18383"/>
                </a:lnTo>
                <a:lnTo>
                  <a:pt x="40847" y="18403"/>
                </a:lnTo>
                <a:lnTo>
                  <a:pt x="40777" y="18423"/>
                </a:lnTo>
                <a:lnTo>
                  <a:pt x="35973" y="19951"/>
                </a:lnTo>
                <a:lnTo>
                  <a:pt x="36264" y="18695"/>
                </a:lnTo>
                <a:lnTo>
                  <a:pt x="36415" y="18061"/>
                </a:lnTo>
                <a:lnTo>
                  <a:pt x="36576" y="17418"/>
                </a:lnTo>
                <a:lnTo>
                  <a:pt x="43642" y="14081"/>
                </a:lnTo>
                <a:lnTo>
                  <a:pt x="43712" y="14051"/>
                </a:lnTo>
                <a:lnTo>
                  <a:pt x="43772" y="14011"/>
                </a:lnTo>
                <a:lnTo>
                  <a:pt x="43822" y="13961"/>
                </a:lnTo>
                <a:lnTo>
                  <a:pt x="43873" y="13910"/>
                </a:lnTo>
                <a:lnTo>
                  <a:pt x="43923" y="13860"/>
                </a:lnTo>
                <a:lnTo>
                  <a:pt x="43963" y="13800"/>
                </a:lnTo>
                <a:lnTo>
                  <a:pt x="43993" y="13740"/>
                </a:lnTo>
                <a:lnTo>
                  <a:pt x="44013" y="13669"/>
                </a:lnTo>
                <a:lnTo>
                  <a:pt x="44044" y="13599"/>
                </a:lnTo>
                <a:lnTo>
                  <a:pt x="44054" y="13539"/>
                </a:lnTo>
                <a:lnTo>
                  <a:pt x="44064" y="13468"/>
                </a:lnTo>
                <a:lnTo>
                  <a:pt x="44064" y="13398"/>
                </a:lnTo>
                <a:lnTo>
                  <a:pt x="44054" y="13328"/>
                </a:lnTo>
                <a:lnTo>
                  <a:pt x="44044" y="13247"/>
                </a:lnTo>
                <a:lnTo>
                  <a:pt x="44023" y="13177"/>
                </a:lnTo>
                <a:lnTo>
                  <a:pt x="43993" y="13116"/>
                </a:lnTo>
                <a:lnTo>
                  <a:pt x="43953" y="13046"/>
                </a:lnTo>
                <a:lnTo>
                  <a:pt x="43913" y="12986"/>
                </a:lnTo>
                <a:lnTo>
                  <a:pt x="43873" y="12925"/>
                </a:lnTo>
                <a:lnTo>
                  <a:pt x="43822" y="12885"/>
                </a:lnTo>
                <a:lnTo>
                  <a:pt x="43762" y="12835"/>
                </a:lnTo>
                <a:lnTo>
                  <a:pt x="43702" y="12795"/>
                </a:lnTo>
                <a:lnTo>
                  <a:pt x="43642" y="12765"/>
                </a:lnTo>
                <a:lnTo>
                  <a:pt x="43581" y="12735"/>
                </a:lnTo>
                <a:lnTo>
                  <a:pt x="43511" y="12714"/>
                </a:lnTo>
                <a:lnTo>
                  <a:pt x="43441" y="12704"/>
                </a:lnTo>
                <a:lnTo>
                  <a:pt x="43370" y="12694"/>
                </a:lnTo>
                <a:lnTo>
                  <a:pt x="43300" y="12694"/>
                </a:lnTo>
                <a:lnTo>
                  <a:pt x="43229" y="12704"/>
                </a:lnTo>
                <a:lnTo>
                  <a:pt x="43159" y="12714"/>
                </a:lnTo>
                <a:lnTo>
                  <a:pt x="43089" y="12735"/>
                </a:lnTo>
                <a:lnTo>
                  <a:pt x="43018" y="12765"/>
                </a:lnTo>
                <a:lnTo>
                  <a:pt x="37088" y="15559"/>
                </a:lnTo>
                <a:lnTo>
                  <a:pt x="37269" y="14986"/>
                </a:lnTo>
                <a:lnTo>
                  <a:pt x="37450" y="14413"/>
                </a:lnTo>
                <a:lnTo>
                  <a:pt x="37641" y="13830"/>
                </a:lnTo>
                <a:lnTo>
                  <a:pt x="37842" y="13257"/>
                </a:lnTo>
                <a:lnTo>
                  <a:pt x="38043" y="12684"/>
                </a:lnTo>
                <a:lnTo>
                  <a:pt x="38264" y="12121"/>
                </a:lnTo>
                <a:lnTo>
                  <a:pt x="38486" y="11549"/>
                </a:lnTo>
                <a:lnTo>
                  <a:pt x="38727" y="10986"/>
                </a:lnTo>
                <a:lnTo>
                  <a:pt x="44265" y="7940"/>
                </a:lnTo>
                <a:lnTo>
                  <a:pt x="44335" y="7900"/>
                </a:lnTo>
                <a:lnTo>
                  <a:pt x="44385" y="7850"/>
                </a:lnTo>
                <a:lnTo>
                  <a:pt x="44446" y="7800"/>
                </a:lnTo>
                <a:lnTo>
                  <a:pt x="44486" y="7749"/>
                </a:lnTo>
                <a:lnTo>
                  <a:pt x="44526" y="7689"/>
                </a:lnTo>
                <a:lnTo>
                  <a:pt x="44566" y="7629"/>
                </a:lnTo>
                <a:lnTo>
                  <a:pt x="44596" y="7568"/>
                </a:lnTo>
                <a:lnTo>
                  <a:pt x="44616" y="7498"/>
                </a:lnTo>
                <a:lnTo>
                  <a:pt x="44637" y="7428"/>
                </a:lnTo>
                <a:lnTo>
                  <a:pt x="44647" y="7357"/>
                </a:lnTo>
                <a:lnTo>
                  <a:pt x="44647" y="7287"/>
                </a:lnTo>
                <a:lnTo>
                  <a:pt x="44637" y="7217"/>
                </a:lnTo>
                <a:lnTo>
                  <a:pt x="44627" y="7146"/>
                </a:lnTo>
                <a:lnTo>
                  <a:pt x="44616" y="7076"/>
                </a:lnTo>
                <a:lnTo>
                  <a:pt x="44586" y="7016"/>
                </a:lnTo>
                <a:lnTo>
                  <a:pt x="44556" y="6945"/>
                </a:lnTo>
                <a:lnTo>
                  <a:pt x="44516" y="6885"/>
                </a:lnTo>
                <a:lnTo>
                  <a:pt x="44466" y="6825"/>
                </a:lnTo>
                <a:lnTo>
                  <a:pt x="44426" y="6774"/>
                </a:lnTo>
                <a:lnTo>
                  <a:pt x="44365" y="6724"/>
                </a:lnTo>
                <a:lnTo>
                  <a:pt x="44305" y="6684"/>
                </a:lnTo>
                <a:lnTo>
                  <a:pt x="44245" y="6644"/>
                </a:lnTo>
                <a:lnTo>
                  <a:pt x="44184" y="6614"/>
                </a:lnTo>
                <a:lnTo>
                  <a:pt x="44114" y="6593"/>
                </a:lnTo>
                <a:lnTo>
                  <a:pt x="44054" y="6583"/>
                </a:lnTo>
                <a:lnTo>
                  <a:pt x="43983" y="6573"/>
                </a:lnTo>
                <a:lnTo>
                  <a:pt x="43913" y="6563"/>
                </a:lnTo>
                <a:lnTo>
                  <a:pt x="43843" y="6573"/>
                </a:lnTo>
                <a:lnTo>
                  <a:pt x="43772" y="6583"/>
                </a:lnTo>
                <a:lnTo>
                  <a:pt x="43702" y="6603"/>
                </a:lnTo>
                <a:lnTo>
                  <a:pt x="43632" y="6624"/>
                </a:lnTo>
                <a:lnTo>
                  <a:pt x="43561" y="6654"/>
                </a:lnTo>
                <a:lnTo>
                  <a:pt x="39812" y="8724"/>
                </a:lnTo>
                <a:lnTo>
                  <a:pt x="40003" y="8362"/>
                </a:lnTo>
                <a:lnTo>
                  <a:pt x="40204" y="8011"/>
                </a:lnTo>
                <a:lnTo>
                  <a:pt x="40415" y="7649"/>
                </a:lnTo>
                <a:lnTo>
                  <a:pt x="40626" y="7307"/>
                </a:lnTo>
                <a:lnTo>
                  <a:pt x="40837" y="6955"/>
                </a:lnTo>
                <a:lnTo>
                  <a:pt x="41059" y="6614"/>
                </a:lnTo>
                <a:lnTo>
                  <a:pt x="41290" y="6282"/>
                </a:lnTo>
                <a:lnTo>
                  <a:pt x="41531" y="5940"/>
                </a:lnTo>
                <a:lnTo>
                  <a:pt x="41772" y="5619"/>
                </a:lnTo>
                <a:lnTo>
                  <a:pt x="42013" y="5297"/>
                </a:lnTo>
                <a:lnTo>
                  <a:pt x="42265" y="4975"/>
                </a:lnTo>
                <a:lnTo>
                  <a:pt x="42526" y="4664"/>
                </a:lnTo>
                <a:lnTo>
                  <a:pt x="42787" y="4352"/>
                </a:lnTo>
                <a:lnTo>
                  <a:pt x="43069" y="4051"/>
                </a:lnTo>
                <a:lnTo>
                  <a:pt x="43340" y="3759"/>
                </a:lnTo>
                <a:lnTo>
                  <a:pt x="43632" y="3468"/>
                </a:lnTo>
                <a:lnTo>
                  <a:pt x="43732" y="3357"/>
                </a:lnTo>
                <a:lnTo>
                  <a:pt x="43812" y="3247"/>
                </a:lnTo>
                <a:lnTo>
                  <a:pt x="43893" y="3116"/>
                </a:lnTo>
                <a:lnTo>
                  <a:pt x="43953" y="2985"/>
                </a:lnTo>
                <a:lnTo>
                  <a:pt x="44003" y="2855"/>
                </a:lnTo>
                <a:lnTo>
                  <a:pt x="44034" y="2724"/>
                </a:lnTo>
                <a:lnTo>
                  <a:pt x="44054" y="2583"/>
                </a:lnTo>
                <a:lnTo>
                  <a:pt x="44064" y="2442"/>
                </a:lnTo>
                <a:lnTo>
                  <a:pt x="44054" y="2302"/>
                </a:lnTo>
                <a:lnTo>
                  <a:pt x="44034" y="2161"/>
                </a:lnTo>
                <a:lnTo>
                  <a:pt x="44003" y="2030"/>
                </a:lnTo>
                <a:lnTo>
                  <a:pt x="43953" y="1890"/>
                </a:lnTo>
                <a:lnTo>
                  <a:pt x="43903" y="1759"/>
                </a:lnTo>
                <a:lnTo>
                  <a:pt x="43822" y="1638"/>
                </a:lnTo>
                <a:lnTo>
                  <a:pt x="43742" y="1518"/>
                </a:lnTo>
                <a:lnTo>
                  <a:pt x="43642" y="1407"/>
                </a:lnTo>
                <a:lnTo>
                  <a:pt x="43531" y="1307"/>
                </a:lnTo>
                <a:lnTo>
                  <a:pt x="43410" y="1216"/>
                </a:lnTo>
                <a:lnTo>
                  <a:pt x="43290" y="1146"/>
                </a:lnTo>
                <a:lnTo>
                  <a:pt x="43159" y="1086"/>
                </a:lnTo>
                <a:lnTo>
                  <a:pt x="43028" y="1035"/>
                </a:lnTo>
                <a:lnTo>
                  <a:pt x="42888" y="1005"/>
                </a:lnTo>
                <a:lnTo>
                  <a:pt x="42747" y="985"/>
                </a:lnTo>
                <a:lnTo>
                  <a:pt x="42606" y="975"/>
                </a:lnTo>
                <a:lnTo>
                  <a:pt x="42476" y="985"/>
                </a:lnTo>
                <a:lnTo>
                  <a:pt x="42335" y="995"/>
                </a:lnTo>
                <a:lnTo>
                  <a:pt x="42194" y="1035"/>
                </a:lnTo>
                <a:lnTo>
                  <a:pt x="42064" y="1076"/>
                </a:lnTo>
                <a:lnTo>
                  <a:pt x="41933" y="1136"/>
                </a:lnTo>
                <a:lnTo>
                  <a:pt x="41802" y="1206"/>
                </a:lnTo>
                <a:lnTo>
                  <a:pt x="41692" y="1297"/>
                </a:lnTo>
                <a:lnTo>
                  <a:pt x="41581" y="1397"/>
                </a:lnTo>
                <a:lnTo>
                  <a:pt x="41229" y="1749"/>
                </a:lnTo>
                <a:lnTo>
                  <a:pt x="40878" y="2121"/>
                </a:lnTo>
                <a:lnTo>
                  <a:pt x="40536" y="2493"/>
                </a:lnTo>
                <a:lnTo>
                  <a:pt x="40204" y="2885"/>
                </a:lnTo>
                <a:lnTo>
                  <a:pt x="39883" y="3287"/>
                </a:lnTo>
                <a:lnTo>
                  <a:pt x="39561" y="3689"/>
                </a:lnTo>
                <a:lnTo>
                  <a:pt x="39249" y="4111"/>
                </a:lnTo>
                <a:lnTo>
                  <a:pt x="38938" y="4543"/>
                </a:lnTo>
                <a:lnTo>
                  <a:pt x="38646" y="4985"/>
                </a:lnTo>
                <a:lnTo>
                  <a:pt x="38345" y="5438"/>
                </a:lnTo>
                <a:lnTo>
                  <a:pt x="38063" y="5900"/>
                </a:lnTo>
                <a:lnTo>
                  <a:pt x="37782" y="6372"/>
                </a:lnTo>
                <a:lnTo>
                  <a:pt x="37501" y="6855"/>
                </a:lnTo>
                <a:lnTo>
                  <a:pt x="37229" y="7357"/>
                </a:lnTo>
                <a:lnTo>
                  <a:pt x="36968" y="7870"/>
                </a:lnTo>
                <a:lnTo>
                  <a:pt x="36707" y="8382"/>
                </a:lnTo>
                <a:lnTo>
                  <a:pt x="35139" y="2865"/>
                </a:lnTo>
                <a:lnTo>
                  <a:pt x="35108" y="2794"/>
                </a:lnTo>
                <a:lnTo>
                  <a:pt x="35078" y="2724"/>
                </a:lnTo>
                <a:lnTo>
                  <a:pt x="35038" y="2664"/>
                </a:lnTo>
                <a:lnTo>
                  <a:pt x="34998" y="2603"/>
                </a:lnTo>
                <a:lnTo>
                  <a:pt x="34958" y="2553"/>
                </a:lnTo>
                <a:lnTo>
                  <a:pt x="34897" y="2503"/>
                </a:lnTo>
                <a:lnTo>
                  <a:pt x="34847" y="2463"/>
                </a:lnTo>
                <a:lnTo>
                  <a:pt x="34787" y="2432"/>
                </a:lnTo>
                <a:lnTo>
                  <a:pt x="34727" y="2392"/>
                </a:lnTo>
                <a:lnTo>
                  <a:pt x="34656" y="2372"/>
                </a:lnTo>
                <a:lnTo>
                  <a:pt x="34586" y="2352"/>
                </a:lnTo>
                <a:lnTo>
                  <a:pt x="34525" y="2342"/>
                </a:lnTo>
                <a:lnTo>
                  <a:pt x="34445" y="2332"/>
                </a:lnTo>
                <a:lnTo>
                  <a:pt x="34375" y="2342"/>
                </a:lnTo>
                <a:lnTo>
                  <a:pt x="34304" y="2352"/>
                </a:lnTo>
                <a:lnTo>
                  <a:pt x="34234" y="2362"/>
                </a:lnTo>
                <a:lnTo>
                  <a:pt x="34164" y="2392"/>
                </a:lnTo>
                <a:lnTo>
                  <a:pt x="34093" y="2422"/>
                </a:lnTo>
                <a:lnTo>
                  <a:pt x="34033" y="2452"/>
                </a:lnTo>
                <a:lnTo>
                  <a:pt x="33973" y="2493"/>
                </a:lnTo>
                <a:lnTo>
                  <a:pt x="33922" y="2543"/>
                </a:lnTo>
                <a:lnTo>
                  <a:pt x="33872" y="2593"/>
                </a:lnTo>
                <a:lnTo>
                  <a:pt x="33832" y="2654"/>
                </a:lnTo>
                <a:lnTo>
                  <a:pt x="33792" y="2714"/>
                </a:lnTo>
                <a:lnTo>
                  <a:pt x="33762" y="2774"/>
                </a:lnTo>
                <a:lnTo>
                  <a:pt x="33742" y="2844"/>
                </a:lnTo>
                <a:lnTo>
                  <a:pt x="33721" y="2905"/>
                </a:lnTo>
                <a:lnTo>
                  <a:pt x="33711" y="2975"/>
                </a:lnTo>
                <a:lnTo>
                  <a:pt x="33701" y="3045"/>
                </a:lnTo>
                <a:lnTo>
                  <a:pt x="33701" y="3116"/>
                </a:lnTo>
                <a:lnTo>
                  <a:pt x="33711" y="3196"/>
                </a:lnTo>
                <a:lnTo>
                  <a:pt x="33731" y="3267"/>
                </a:lnTo>
                <a:lnTo>
                  <a:pt x="35792" y="10463"/>
                </a:lnTo>
                <a:lnTo>
                  <a:pt x="35561" y="11026"/>
                </a:lnTo>
                <a:lnTo>
                  <a:pt x="35350" y="11589"/>
                </a:lnTo>
                <a:lnTo>
                  <a:pt x="35129" y="12172"/>
                </a:lnTo>
                <a:lnTo>
                  <a:pt x="34928" y="12765"/>
                </a:lnTo>
                <a:lnTo>
                  <a:pt x="34686" y="13478"/>
                </a:lnTo>
                <a:lnTo>
                  <a:pt x="34455" y="14192"/>
                </a:lnTo>
                <a:lnTo>
                  <a:pt x="34244" y="14905"/>
                </a:lnTo>
                <a:lnTo>
                  <a:pt x="34043" y="15609"/>
                </a:lnTo>
                <a:lnTo>
                  <a:pt x="33852" y="16313"/>
                </a:lnTo>
                <a:lnTo>
                  <a:pt x="33671" y="17006"/>
                </a:lnTo>
                <a:lnTo>
                  <a:pt x="33500" y="17700"/>
                </a:lnTo>
                <a:lnTo>
                  <a:pt x="33339" y="18373"/>
                </a:lnTo>
                <a:lnTo>
                  <a:pt x="28445" y="12101"/>
                </a:lnTo>
                <a:lnTo>
                  <a:pt x="28394" y="12041"/>
                </a:lnTo>
                <a:lnTo>
                  <a:pt x="28344" y="11991"/>
                </a:lnTo>
                <a:lnTo>
                  <a:pt x="28284" y="11951"/>
                </a:lnTo>
                <a:lnTo>
                  <a:pt x="28224" y="11910"/>
                </a:lnTo>
                <a:lnTo>
                  <a:pt x="28163" y="11880"/>
                </a:lnTo>
                <a:lnTo>
                  <a:pt x="28093" y="11850"/>
                </a:lnTo>
                <a:lnTo>
                  <a:pt x="28023" y="11840"/>
                </a:lnTo>
                <a:lnTo>
                  <a:pt x="27952" y="11820"/>
                </a:lnTo>
                <a:lnTo>
                  <a:pt x="27822" y="11820"/>
                </a:lnTo>
                <a:lnTo>
                  <a:pt x="27751" y="11830"/>
                </a:lnTo>
                <a:lnTo>
                  <a:pt x="27681" y="11840"/>
                </a:lnTo>
                <a:lnTo>
                  <a:pt x="27611" y="11870"/>
                </a:lnTo>
                <a:lnTo>
                  <a:pt x="27540" y="11890"/>
                </a:lnTo>
                <a:lnTo>
                  <a:pt x="27480" y="11930"/>
                </a:lnTo>
                <a:lnTo>
                  <a:pt x="27420" y="11971"/>
                </a:lnTo>
                <a:lnTo>
                  <a:pt x="27359" y="12021"/>
                </a:lnTo>
                <a:lnTo>
                  <a:pt x="27309" y="12071"/>
                </a:lnTo>
                <a:lnTo>
                  <a:pt x="27269" y="12131"/>
                </a:lnTo>
                <a:lnTo>
                  <a:pt x="27229" y="12192"/>
                </a:lnTo>
                <a:lnTo>
                  <a:pt x="27198" y="12252"/>
                </a:lnTo>
                <a:lnTo>
                  <a:pt x="27178" y="12322"/>
                </a:lnTo>
                <a:lnTo>
                  <a:pt x="27158" y="12393"/>
                </a:lnTo>
                <a:lnTo>
                  <a:pt x="27148" y="12463"/>
                </a:lnTo>
                <a:lnTo>
                  <a:pt x="27138" y="12533"/>
                </a:lnTo>
                <a:lnTo>
                  <a:pt x="27138" y="12594"/>
                </a:lnTo>
                <a:lnTo>
                  <a:pt x="27148" y="12664"/>
                </a:lnTo>
                <a:lnTo>
                  <a:pt x="27158" y="12735"/>
                </a:lnTo>
                <a:lnTo>
                  <a:pt x="27188" y="12805"/>
                </a:lnTo>
                <a:lnTo>
                  <a:pt x="27209" y="12875"/>
                </a:lnTo>
                <a:lnTo>
                  <a:pt x="27249" y="12936"/>
                </a:lnTo>
                <a:lnTo>
                  <a:pt x="27289" y="12996"/>
                </a:lnTo>
                <a:lnTo>
                  <a:pt x="32927" y="20222"/>
                </a:lnTo>
                <a:lnTo>
                  <a:pt x="32726" y="21227"/>
                </a:lnTo>
                <a:lnTo>
                  <a:pt x="32535" y="22192"/>
                </a:lnTo>
                <a:lnTo>
                  <a:pt x="32184" y="24032"/>
                </a:lnTo>
                <a:lnTo>
                  <a:pt x="25631" y="23408"/>
                </a:lnTo>
                <a:lnTo>
                  <a:pt x="25590" y="23288"/>
                </a:lnTo>
                <a:lnTo>
                  <a:pt x="25540" y="23157"/>
                </a:lnTo>
                <a:lnTo>
                  <a:pt x="25480" y="23037"/>
                </a:lnTo>
                <a:lnTo>
                  <a:pt x="25399" y="22926"/>
                </a:lnTo>
                <a:lnTo>
                  <a:pt x="25078" y="22494"/>
                </a:lnTo>
                <a:lnTo>
                  <a:pt x="24736" y="22072"/>
                </a:lnTo>
                <a:lnTo>
                  <a:pt x="24394" y="21660"/>
                </a:lnTo>
                <a:lnTo>
                  <a:pt x="24032" y="21258"/>
                </a:lnTo>
                <a:lnTo>
                  <a:pt x="23862" y="20976"/>
                </a:lnTo>
                <a:lnTo>
                  <a:pt x="23701" y="20695"/>
                </a:lnTo>
                <a:lnTo>
                  <a:pt x="23550" y="20413"/>
                </a:lnTo>
                <a:lnTo>
                  <a:pt x="23409" y="20132"/>
                </a:lnTo>
                <a:lnTo>
                  <a:pt x="23269" y="19861"/>
                </a:lnTo>
                <a:lnTo>
                  <a:pt x="23138" y="19579"/>
                </a:lnTo>
                <a:lnTo>
                  <a:pt x="23027" y="19308"/>
                </a:lnTo>
                <a:lnTo>
                  <a:pt x="22907" y="19036"/>
                </a:lnTo>
                <a:lnTo>
                  <a:pt x="22806" y="18755"/>
                </a:lnTo>
                <a:lnTo>
                  <a:pt x="22716" y="18484"/>
                </a:lnTo>
                <a:lnTo>
                  <a:pt x="22625" y="18212"/>
                </a:lnTo>
                <a:lnTo>
                  <a:pt x="22545" y="17941"/>
                </a:lnTo>
                <a:lnTo>
                  <a:pt x="22475" y="17669"/>
                </a:lnTo>
                <a:lnTo>
                  <a:pt x="22414" y="17398"/>
                </a:lnTo>
                <a:lnTo>
                  <a:pt x="22354" y="17127"/>
                </a:lnTo>
                <a:lnTo>
                  <a:pt x="22304" y="16865"/>
                </a:lnTo>
                <a:lnTo>
                  <a:pt x="22243" y="16433"/>
                </a:lnTo>
                <a:lnTo>
                  <a:pt x="22203" y="16011"/>
                </a:lnTo>
                <a:lnTo>
                  <a:pt x="22183" y="15599"/>
                </a:lnTo>
                <a:lnTo>
                  <a:pt x="22173" y="15187"/>
                </a:lnTo>
                <a:lnTo>
                  <a:pt x="22183" y="14775"/>
                </a:lnTo>
                <a:lnTo>
                  <a:pt x="22213" y="14383"/>
                </a:lnTo>
                <a:lnTo>
                  <a:pt x="22243" y="13981"/>
                </a:lnTo>
                <a:lnTo>
                  <a:pt x="22294" y="13589"/>
                </a:lnTo>
                <a:lnTo>
                  <a:pt x="22354" y="13197"/>
                </a:lnTo>
                <a:lnTo>
                  <a:pt x="22424" y="12805"/>
                </a:lnTo>
                <a:lnTo>
                  <a:pt x="22505" y="12413"/>
                </a:lnTo>
                <a:lnTo>
                  <a:pt x="22585" y="12031"/>
                </a:lnTo>
                <a:lnTo>
                  <a:pt x="22766" y="11247"/>
                </a:lnTo>
                <a:lnTo>
                  <a:pt x="22967" y="10463"/>
                </a:lnTo>
                <a:lnTo>
                  <a:pt x="23088" y="9960"/>
                </a:lnTo>
                <a:lnTo>
                  <a:pt x="27802" y="8433"/>
                </a:lnTo>
                <a:lnTo>
                  <a:pt x="27872" y="8403"/>
                </a:lnTo>
                <a:lnTo>
                  <a:pt x="27932" y="8372"/>
                </a:lnTo>
                <a:lnTo>
                  <a:pt x="27992" y="8332"/>
                </a:lnTo>
                <a:lnTo>
                  <a:pt x="28053" y="8282"/>
                </a:lnTo>
                <a:lnTo>
                  <a:pt x="28103" y="8242"/>
                </a:lnTo>
                <a:lnTo>
                  <a:pt x="28153" y="8181"/>
                </a:lnTo>
                <a:lnTo>
                  <a:pt x="28193" y="8131"/>
                </a:lnTo>
                <a:lnTo>
                  <a:pt x="28224" y="8061"/>
                </a:lnTo>
                <a:lnTo>
                  <a:pt x="28254" y="8001"/>
                </a:lnTo>
                <a:lnTo>
                  <a:pt x="28274" y="7940"/>
                </a:lnTo>
                <a:lnTo>
                  <a:pt x="28294" y="7870"/>
                </a:lnTo>
                <a:lnTo>
                  <a:pt x="28304" y="7800"/>
                </a:lnTo>
                <a:lnTo>
                  <a:pt x="28304" y="7729"/>
                </a:lnTo>
                <a:lnTo>
                  <a:pt x="28304" y="7649"/>
                </a:lnTo>
                <a:lnTo>
                  <a:pt x="28284" y="7578"/>
                </a:lnTo>
                <a:lnTo>
                  <a:pt x="28274" y="7508"/>
                </a:lnTo>
                <a:lnTo>
                  <a:pt x="28244" y="7438"/>
                </a:lnTo>
                <a:lnTo>
                  <a:pt x="28214" y="7377"/>
                </a:lnTo>
                <a:lnTo>
                  <a:pt x="28173" y="7317"/>
                </a:lnTo>
                <a:lnTo>
                  <a:pt x="28123" y="7257"/>
                </a:lnTo>
                <a:lnTo>
                  <a:pt x="28083" y="7207"/>
                </a:lnTo>
                <a:lnTo>
                  <a:pt x="28023" y="7156"/>
                </a:lnTo>
                <a:lnTo>
                  <a:pt x="27972" y="7116"/>
                </a:lnTo>
                <a:lnTo>
                  <a:pt x="27912" y="7086"/>
                </a:lnTo>
                <a:lnTo>
                  <a:pt x="27842" y="7056"/>
                </a:lnTo>
                <a:lnTo>
                  <a:pt x="27781" y="7036"/>
                </a:lnTo>
                <a:lnTo>
                  <a:pt x="27711" y="7016"/>
                </a:lnTo>
                <a:lnTo>
                  <a:pt x="27641" y="7006"/>
                </a:lnTo>
                <a:lnTo>
                  <a:pt x="27500" y="7006"/>
                </a:lnTo>
                <a:lnTo>
                  <a:pt x="27420" y="7026"/>
                </a:lnTo>
                <a:lnTo>
                  <a:pt x="27349" y="7036"/>
                </a:lnTo>
                <a:lnTo>
                  <a:pt x="23470" y="8302"/>
                </a:lnTo>
                <a:lnTo>
                  <a:pt x="23550" y="7860"/>
                </a:lnTo>
                <a:lnTo>
                  <a:pt x="23620" y="7418"/>
                </a:lnTo>
                <a:lnTo>
                  <a:pt x="23681" y="6965"/>
                </a:lnTo>
                <a:lnTo>
                  <a:pt x="23721" y="6513"/>
                </a:lnTo>
                <a:lnTo>
                  <a:pt x="23751" y="6061"/>
                </a:lnTo>
                <a:lnTo>
                  <a:pt x="23761" y="5608"/>
                </a:lnTo>
                <a:lnTo>
                  <a:pt x="23741" y="5146"/>
                </a:lnTo>
                <a:lnTo>
                  <a:pt x="23711" y="4674"/>
                </a:lnTo>
                <a:lnTo>
                  <a:pt x="23681" y="4443"/>
                </a:lnTo>
                <a:lnTo>
                  <a:pt x="23651" y="4201"/>
                </a:lnTo>
                <a:lnTo>
                  <a:pt x="23610" y="3960"/>
                </a:lnTo>
                <a:lnTo>
                  <a:pt x="23570" y="3729"/>
                </a:lnTo>
                <a:lnTo>
                  <a:pt x="23520" y="3488"/>
                </a:lnTo>
                <a:lnTo>
                  <a:pt x="23460" y="3247"/>
                </a:lnTo>
                <a:lnTo>
                  <a:pt x="23389" y="2995"/>
                </a:lnTo>
                <a:lnTo>
                  <a:pt x="23319" y="2754"/>
                </a:lnTo>
                <a:lnTo>
                  <a:pt x="23238" y="2503"/>
                </a:lnTo>
                <a:lnTo>
                  <a:pt x="23148" y="2262"/>
                </a:lnTo>
                <a:lnTo>
                  <a:pt x="23047" y="2010"/>
                </a:lnTo>
                <a:lnTo>
                  <a:pt x="22937" y="1759"/>
                </a:lnTo>
                <a:lnTo>
                  <a:pt x="22826" y="1508"/>
                </a:lnTo>
                <a:lnTo>
                  <a:pt x="22696" y="1246"/>
                </a:lnTo>
                <a:lnTo>
                  <a:pt x="22565" y="995"/>
                </a:lnTo>
                <a:lnTo>
                  <a:pt x="22424" y="734"/>
                </a:lnTo>
                <a:lnTo>
                  <a:pt x="22344" y="613"/>
                </a:lnTo>
                <a:lnTo>
                  <a:pt x="22253" y="493"/>
                </a:lnTo>
                <a:lnTo>
                  <a:pt x="22153" y="392"/>
                </a:lnTo>
                <a:lnTo>
                  <a:pt x="22042" y="302"/>
                </a:lnTo>
                <a:lnTo>
                  <a:pt x="21922" y="221"/>
                </a:lnTo>
                <a:lnTo>
                  <a:pt x="21801" y="151"/>
                </a:lnTo>
                <a:lnTo>
                  <a:pt x="21671" y="101"/>
                </a:lnTo>
                <a:lnTo>
                  <a:pt x="21540" y="50"/>
                </a:lnTo>
                <a:lnTo>
                  <a:pt x="21399" y="20"/>
                </a:lnTo>
                <a:lnTo>
                  <a:pt x="21258" y="10"/>
                </a:lnTo>
                <a:lnTo>
                  <a:pt x="2111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62D0E7B-E431-0323-17B5-3A7691FA5FA7}"/>
              </a:ext>
            </a:extLst>
          </p:cNvPr>
          <p:cNvSpPr/>
          <p:nvPr/>
        </p:nvSpPr>
        <p:spPr>
          <a:xfrm>
            <a:off x="289483" y="896874"/>
            <a:ext cx="8117572" cy="2534759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624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>
          <a:extLst>
            <a:ext uri="{FF2B5EF4-FFF2-40B4-BE49-F238E27FC236}">
              <a16:creationId xmlns:a16="http://schemas.microsoft.com/office/drawing/2014/main" id="{4DF3C27F-6756-5C69-C5E2-3FD74FDEF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">
            <a:extLst>
              <a:ext uri="{FF2B5EF4-FFF2-40B4-BE49-F238E27FC236}">
                <a16:creationId xmlns:a16="http://schemas.microsoft.com/office/drawing/2014/main" id="{54F84330-B7FF-3E5D-9788-233D4EF085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Why develop a predictive model?</a:t>
            </a:r>
            <a:endParaRPr dirty="0"/>
          </a:p>
        </p:txBody>
      </p:sp>
      <p:grpSp>
        <p:nvGrpSpPr>
          <p:cNvPr id="493" name="Google Shape;493;p23">
            <a:extLst>
              <a:ext uri="{FF2B5EF4-FFF2-40B4-BE49-F238E27FC236}">
                <a16:creationId xmlns:a16="http://schemas.microsoft.com/office/drawing/2014/main" id="{2F766074-B4F0-5848-072E-554AF0C3D72C}"/>
              </a:ext>
            </a:extLst>
          </p:cNvPr>
          <p:cNvGrpSpPr/>
          <p:nvPr/>
        </p:nvGrpSpPr>
        <p:grpSpPr>
          <a:xfrm flipH="1">
            <a:off x="5917432" y="1983027"/>
            <a:ext cx="2898920" cy="1854809"/>
            <a:chOff x="1615800" y="1453351"/>
            <a:chExt cx="3805707" cy="2437413"/>
          </a:xfrm>
        </p:grpSpPr>
        <p:sp>
          <p:nvSpPr>
            <p:cNvPr id="494" name="Google Shape;494;p23">
              <a:extLst>
                <a:ext uri="{FF2B5EF4-FFF2-40B4-BE49-F238E27FC236}">
                  <a16:creationId xmlns:a16="http://schemas.microsoft.com/office/drawing/2014/main" id="{4D78913F-471D-7274-74E2-C0AEF96C109D}"/>
                </a:ext>
              </a:extLst>
            </p:cNvPr>
            <p:cNvSpPr/>
            <p:nvPr/>
          </p:nvSpPr>
          <p:spPr>
            <a:xfrm>
              <a:off x="3617261" y="3753326"/>
              <a:ext cx="1184905" cy="115102"/>
            </a:xfrm>
            <a:custGeom>
              <a:avLst/>
              <a:gdLst/>
              <a:ahLst/>
              <a:cxnLst/>
              <a:rect l="l" t="t" r="r" b="b"/>
              <a:pathLst>
                <a:path w="15493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493" y="1505"/>
                  </a:lnTo>
                  <a:lnTo>
                    <a:pt x="15493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3">
              <a:extLst>
                <a:ext uri="{FF2B5EF4-FFF2-40B4-BE49-F238E27FC236}">
                  <a16:creationId xmlns:a16="http://schemas.microsoft.com/office/drawing/2014/main" id="{026D491A-99BD-A733-44EA-AB050A9227DB}"/>
                </a:ext>
              </a:extLst>
            </p:cNvPr>
            <p:cNvSpPr/>
            <p:nvPr/>
          </p:nvSpPr>
          <p:spPr>
            <a:xfrm>
              <a:off x="3894804" y="2961760"/>
              <a:ext cx="629813" cy="791644"/>
            </a:xfrm>
            <a:custGeom>
              <a:avLst/>
              <a:gdLst/>
              <a:ahLst/>
              <a:cxnLst/>
              <a:rect l="l" t="t" r="r" b="b"/>
              <a:pathLst>
                <a:path w="8235" h="10351" extrusionOk="0">
                  <a:moveTo>
                    <a:pt x="1" y="1"/>
                  </a:moveTo>
                  <a:lnTo>
                    <a:pt x="1" y="10350"/>
                  </a:lnTo>
                  <a:lnTo>
                    <a:pt x="8235" y="1035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3">
              <a:extLst>
                <a:ext uri="{FF2B5EF4-FFF2-40B4-BE49-F238E27FC236}">
                  <a16:creationId xmlns:a16="http://schemas.microsoft.com/office/drawing/2014/main" id="{721A08CC-6963-1AC8-C4F1-6E676F9283BF}"/>
                </a:ext>
              </a:extLst>
            </p:cNvPr>
            <p:cNvSpPr/>
            <p:nvPr/>
          </p:nvSpPr>
          <p:spPr>
            <a:xfrm>
              <a:off x="2998009" y="1790167"/>
              <a:ext cx="2423498" cy="1601950"/>
            </a:xfrm>
            <a:custGeom>
              <a:avLst/>
              <a:gdLst/>
              <a:ahLst/>
              <a:cxnLst/>
              <a:rect l="l" t="t" r="r" b="b"/>
              <a:pathLst>
                <a:path w="31688" h="2094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9" y="119"/>
                  </a:lnTo>
                  <a:lnTo>
                    <a:pt x="265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55" y="429"/>
                  </a:lnTo>
                  <a:lnTo>
                    <a:pt x="37" y="493"/>
                  </a:lnTo>
                  <a:lnTo>
                    <a:pt x="18" y="566"/>
                  </a:lnTo>
                  <a:lnTo>
                    <a:pt x="9" y="630"/>
                  </a:lnTo>
                  <a:lnTo>
                    <a:pt x="0" y="703"/>
                  </a:lnTo>
                  <a:lnTo>
                    <a:pt x="0" y="20244"/>
                  </a:lnTo>
                  <a:lnTo>
                    <a:pt x="9" y="20308"/>
                  </a:lnTo>
                  <a:lnTo>
                    <a:pt x="18" y="20381"/>
                  </a:lnTo>
                  <a:lnTo>
                    <a:pt x="37" y="20454"/>
                  </a:lnTo>
                  <a:lnTo>
                    <a:pt x="55" y="20517"/>
                  </a:lnTo>
                  <a:lnTo>
                    <a:pt x="91" y="20581"/>
                  </a:lnTo>
                  <a:lnTo>
                    <a:pt x="128" y="20636"/>
                  </a:lnTo>
                  <a:lnTo>
                    <a:pt x="164" y="20691"/>
                  </a:lnTo>
                  <a:lnTo>
                    <a:pt x="210" y="20736"/>
                  </a:lnTo>
                  <a:lnTo>
                    <a:pt x="265" y="20782"/>
                  </a:lnTo>
                  <a:lnTo>
                    <a:pt x="319" y="20827"/>
                  </a:lnTo>
                  <a:lnTo>
                    <a:pt x="374" y="20864"/>
                  </a:lnTo>
                  <a:lnTo>
                    <a:pt x="438" y="20891"/>
                  </a:lnTo>
                  <a:lnTo>
                    <a:pt x="502" y="20919"/>
                  </a:lnTo>
                  <a:lnTo>
                    <a:pt x="565" y="20937"/>
                  </a:lnTo>
                  <a:lnTo>
                    <a:pt x="638" y="20946"/>
                  </a:lnTo>
                  <a:lnTo>
                    <a:pt x="31049" y="20946"/>
                  </a:lnTo>
                  <a:lnTo>
                    <a:pt x="31122" y="20937"/>
                  </a:lnTo>
                  <a:lnTo>
                    <a:pt x="31195" y="20919"/>
                  </a:lnTo>
                  <a:lnTo>
                    <a:pt x="31259" y="20891"/>
                  </a:lnTo>
                  <a:lnTo>
                    <a:pt x="31323" y="20864"/>
                  </a:lnTo>
                  <a:lnTo>
                    <a:pt x="31377" y="20827"/>
                  </a:lnTo>
                  <a:lnTo>
                    <a:pt x="31432" y="20782"/>
                  </a:lnTo>
                  <a:lnTo>
                    <a:pt x="31487" y="20736"/>
                  </a:lnTo>
                  <a:lnTo>
                    <a:pt x="31532" y="20691"/>
                  </a:lnTo>
                  <a:lnTo>
                    <a:pt x="31569" y="20636"/>
                  </a:lnTo>
                  <a:lnTo>
                    <a:pt x="31605" y="20581"/>
                  </a:lnTo>
                  <a:lnTo>
                    <a:pt x="31633" y="20517"/>
                  </a:lnTo>
                  <a:lnTo>
                    <a:pt x="31660" y="20454"/>
                  </a:lnTo>
                  <a:lnTo>
                    <a:pt x="31678" y="20381"/>
                  </a:lnTo>
                  <a:lnTo>
                    <a:pt x="31687" y="20308"/>
                  </a:lnTo>
                  <a:lnTo>
                    <a:pt x="31687" y="20244"/>
                  </a:lnTo>
                  <a:lnTo>
                    <a:pt x="31687" y="703"/>
                  </a:lnTo>
                  <a:lnTo>
                    <a:pt x="31687" y="630"/>
                  </a:lnTo>
                  <a:lnTo>
                    <a:pt x="31678" y="566"/>
                  </a:lnTo>
                  <a:lnTo>
                    <a:pt x="31660" y="493"/>
                  </a:lnTo>
                  <a:lnTo>
                    <a:pt x="31633" y="429"/>
                  </a:lnTo>
                  <a:lnTo>
                    <a:pt x="31605" y="365"/>
                  </a:lnTo>
                  <a:lnTo>
                    <a:pt x="31569" y="311"/>
                  </a:lnTo>
                  <a:lnTo>
                    <a:pt x="31532" y="256"/>
                  </a:lnTo>
                  <a:lnTo>
                    <a:pt x="31487" y="201"/>
                  </a:lnTo>
                  <a:lnTo>
                    <a:pt x="31432" y="156"/>
                  </a:lnTo>
                  <a:lnTo>
                    <a:pt x="31377" y="119"/>
                  </a:lnTo>
                  <a:lnTo>
                    <a:pt x="31323" y="83"/>
                  </a:lnTo>
                  <a:lnTo>
                    <a:pt x="31259" y="55"/>
                  </a:lnTo>
                  <a:lnTo>
                    <a:pt x="31195" y="28"/>
                  </a:lnTo>
                  <a:lnTo>
                    <a:pt x="31122" y="10"/>
                  </a:lnTo>
                  <a:lnTo>
                    <a:pt x="31049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3">
              <a:extLst>
                <a:ext uri="{FF2B5EF4-FFF2-40B4-BE49-F238E27FC236}">
                  <a16:creationId xmlns:a16="http://schemas.microsoft.com/office/drawing/2014/main" id="{42134C7F-E60B-94BE-9559-C37A6266EC9C}"/>
                </a:ext>
              </a:extLst>
            </p:cNvPr>
            <p:cNvSpPr/>
            <p:nvPr/>
          </p:nvSpPr>
          <p:spPr>
            <a:xfrm>
              <a:off x="3085884" y="1873148"/>
              <a:ext cx="2247747" cy="1435988"/>
            </a:xfrm>
            <a:custGeom>
              <a:avLst/>
              <a:gdLst/>
              <a:ahLst/>
              <a:cxnLst/>
              <a:rect l="l" t="t" r="r" b="b"/>
              <a:pathLst>
                <a:path w="29390" h="1877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0" y="119"/>
                  </a:lnTo>
                  <a:lnTo>
                    <a:pt x="264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64" y="429"/>
                  </a:lnTo>
                  <a:lnTo>
                    <a:pt x="37" y="493"/>
                  </a:lnTo>
                  <a:lnTo>
                    <a:pt x="18" y="557"/>
                  </a:lnTo>
                  <a:lnTo>
                    <a:pt x="9" y="630"/>
                  </a:lnTo>
                  <a:lnTo>
                    <a:pt x="0" y="694"/>
                  </a:lnTo>
                  <a:lnTo>
                    <a:pt x="0" y="18074"/>
                  </a:lnTo>
                  <a:lnTo>
                    <a:pt x="9" y="18147"/>
                  </a:lnTo>
                  <a:lnTo>
                    <a:pt x="18" y="18220"/>
                  </a:lnTo>
                  <a:lnTo>
                    <a:pt x="37" y="18283"/>
                  </a:lnTo>
                  <a:lnTo>
                    <a:pt x="64" y="18347"/>
                  </a:lnTo>
                  <a:lnTo>
                    <a:pt x="91" y="18411"/>
                  </a:lnTo>
                  <a:lnTo>
                    <a:pt x="128" y="18466"/>
                  </a:lnTo>
                  <a:lnTo>
                    <a:pt x="164" y="18520"/>
                  </a:lnTo>
                  <a:lnTo>
                    <a:pt x="210" y="18575"/>
                  </a:lnTo>
                  <a:lnTo>
                    <a:pt x="264" y="18621"/>
                  </a:lnTo>
                  <a:lnTo>
                    <a:pt x="310" y="18657"/>
                  </a:lnTo>
                  <a:lnTo>
                    <a:pt x="374" y="18694"/>
                  </a:lnTo>
                  <a:lnTo>
                    <a:pt x="438" y="18721"/>
                  </a:lnTo>
                  <a:lnTo>
                    <a:pt x="502" y="18748"/>
                  </a:lnTo>
                  <a:lnTo>
                    <a:pt x="565" y="18767"/>
                  </a:lnTo>
                  <a:lnTo>
                    <a:pt x="638" y="18776"/>
                  </a:lnTo>
                  <a:lnTo>
                    <a:pt x="28760" y="18776"/>
                  </a:lnTo>
                  <a:lnTo>
                    <a:pt x="28833" y="18767"/>
                  </a:lnTo>
                  <a:lnTo>
                    <a:pt x="28897" y="18748"/>
                  </a:lnTo>
                  <a:lnTo>
                    <a:pt x="28961" y="18721"/>
                  </a:lnTo>
                  <a:lnTo>
                    <a:pt x="29025" y="18694"/>
                  </a:lnTo>
                  <a:lnTo>
                    <a:pt x="29079" y="18657"/>
                  </a:lnTo>
                  <a:lnTo>
                    <a:pt x="29134" y="18621"/>
                  </a:lnTo>
                  <a:lnTo>
                    <a:pt x="29189" y="18575"/>
                  </a:lnTo>
                  <a:lnTo>
                    <a:pt x="29225" y="18520"/>
                  </a:lnTo>
                  <a:lnTo>
                    <a:pt x="29271" y="18466"/>
                  </a:lnTo>
                  <a:lnTo>
                    <a:pt x="29307" y="18411"/>
                  </a:lnTo>
                  <a:lnTo>
                    <a:pt x="29335" y="18347"/>
                  </a:lnTo>
                  <a:lnTo>
                    <a:pt x="29362" y="18283"/>
                  </a:lnTo>
                  <a:lnTo>
                    <a:pt x="29380" y="18220"/>
                  </a:lnTo>
                  <a:lnTo>
                    <a:pt x="29389" y="18147"/>
                  </a:lnTo>
                  <a:lnTo>
                    <a:pt x="29389" y="18074"/>
                  </a:lnTo>
                  <a:lnTo>
                    <a:pt x="29389" y="694"/>
                  </a:lnTo>
                  <a:lnTo>
                    <a:pt x="29389" y="630"/>
                  </a:lnTo>
                  <a:lnTo>
                    <a:pt x="29380" y="557"/>
                  </a:lnTo>
                  <a:lnTo>
                    <a:pt x="29362" y="493"/>
                  </a:lnTo>
                  <a:lnTo>
                    <a:pt x="29335" y="429"/>
                  </a:lnTo>
                  <a:lnTo>
                    <a:pt x="29307" y="365"/>
                  </a:lnTo>
                  <a:lnTo>
                    <a:pt x="29271" y="311"/>
                  </a:lnTo>
                  <a:lnTo>
                    <a:pt x="29225" y="256"/>
                  </a:lnTo>
                  <a:lnTo>
                    <a:pt x="29189" y="201"/>
                  </a:lnTo>
                  <a:lnTo>
                    <a:pt x="29134" y="156"/>
                  </a:lnTo>
                  <a:lnTo>
                    <a:pt x="29079" y="119"/>
                  </a:lnTo>
                  <a:lnTo>
                    <a:pt x="29025" y="83"/>
                  </a:lnTo>
                  <a:lnTo>
                    <a:pt x="28961" y="55"/>
                  </a:lnTo>
                  <a:lnTo>
                    <a:pt x="28897" y="28"/>
                  </a:lnTo>
                  <a:lnTo>
                    <a:pt x="28833" y="10"/>
                  </a:lnTo>
                  <a:lnTo>
                    <a:pt x="28760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3">
              <a:extLst>
                <a:ext uri="{FF2B5EF4-FFF2-40B4-BE49-F238E27FC236}">
                  <a16:creationId xmlns:a16="http://schemas.microsoft.com/office/drawing/2014/main" id="{0DA6F4C1-F0B2-234D-4E3D-3B9BFCC65701}"/>
                </a:ext>
              </a:extLst>
            </p:cNvPr>
            <p:cNvSpPr/>
            <p:nvPr/>
          </p:nvSpPr>
          <p:spPr>
            <a:xfrm>
              <a:off x="2823636" y="1902440"/>
              <a:ext cx="2509309" cy="594250"/>
            </a:xfrm>
            <a:custGeom>
              <a:avLst/>
              <a:gdLst/>
              <a:ahLst/>
              <a:cxnLst/>
              <a:rect l="l" t="t" r="r" b="b"/>
              <a:pathLst>
                <a:path w="32810" h="7770" extrusionOk="0">
                  <a:moveTo>
                    <a:pt x="3949" y="1"/>
                  </a:moveTo>
                  <a:lnTo>
                    <a:pt x="3921" y="10"/>
                  </a:lnTo>
                  <a:lnTo>
                    <a:pt x="3885" y="28"/>
                  </a:lnTo>
                  <a:lnTo>
                    <a:pt x="3858" y="46"/>
                  </a:lnTo>
                  <a:lnTo>
                    <a:pt x="3839" y="74"/>
                  </a:lnTo>
                  <a:lnTo>
                    <a:pt x="3821" y="101"/>
                  </a:lnTo>
                  <a:lnTo>
                    <a:pt x="3803" y="137"/>
                  </a:lnTo>
                  <a:lnTo>
                    <a:pt x="3794" y="174"/>
                  </a:lnTo>
                  <a:lnTo>
                    <a:pt x="3073" y="6210"/>
                  </a:lnTo>
                  <a:lnTo>
                    <a:pt x="2025" y="1870"/>
                  </a:lnTo>
                  <a:lnTo>
                    <a:pt x="2016" y="1843"/>
                  </a:lnTo>
                  <a:lnTo>
                    <a:pt x="2007" y="1815"/>
                  </a:lnTo>
                  <a:lnTo>
                    <a:pt x="1961" y="1770"/>
                  </a:lnTo>
                  <a:lnTo>
                    <a:pt x="1906" y="1733"/>
                  </a:lnTo>
                  <a:lnTo>
                    <a:pt x="1870" y="1724"/>
                  </a:lnTo>
                  <a:lnTo>
                    <a:pt x="1842" y="1724"/>
                  </a:lnTo>
                  <a:lnTo>
                    <a:pt x="1779" y="1733"/>
                  </a:lnTo>
                  <a:lnTo>
                    <a:pt x="1724" y="1761"/>
                  </a:lnTo>
                  <a:lnTo>
                    <a:pt x="1678" y="1806"/>
                  </a:lnTo>
                  <a:lnTo>
                    <a:pt x="1660" y="1833"/>
                  </a:lnTo>
                  <a:lnTo>
                    <a:pt x="1651" y="1870"/>
                  </a:lnTo>
                  <a:lnTo>
                    <a:pt x="1113" y="3767"/>
                  </a:lnTo>
                  <a:lnTo>
                    <a:pt x="155" y="3767"/>
                  </a:lnTo>
                  <a:lnTo>
                    <a:pt x="119" y="3785"/>
                  </a:lnTo>
                  <a:lnTo>
                    <a:pt x="92" y="3803"/>
                  </a:lnTo>
                  <a:lnTo>
                    <a:pt x="64" y="3821"/>
                  </a:lnTo>
                  <a:lnTo>
                    <a:pt x="37" y="3858"/>
                  </a:lnTo>
                  <a:lnTo>
                    <a:pt x="19" y="3885"/>
                  </a:lnTo>
                  <a:lnTo>
                    <a:pt x="10" y="3922"/>
                  </a:lnTo>
                  <a:lnTo>
                    <a:pt x="0" y="3967"/>
                  </a:lnTo>
                  <a:lnTo>
                    <a:pt x="10" y="4004"/>
                  </a:lnTo>
                  <a:lnTo>
                    <a:pt x="19" y="4040"/>
                  </a:lnTo>
                  <a:lnTo>
                    <a:pt x="37" y="4077"/>
                  </a:lnTo>
                  <a:lnTo>
                    <a:pt x="64" y="4104"/>
                  </a:lnTo>
                  <a:lnTo>
                    <a:pt x="92" y="4122"/>
                  </a:lnTo>
                  <a:lnTo>
                    <a:pt x="119" y="4140"/>
                  </a:lnTo>
                  <a:lnTo>
                    <a:pt x="155" y="4159"/>
                  </a:lnTo>
                  <a:lnTo>
                    <a:pt x="1259" y="4159"/>
                  </a:lnTo>
                  <a:lnTo>
                    <a:pt x="1323" y="4150"/>
                  </a:lnTo>
                  <a:lnTo>
                    <a:pt x="1377" y="4122"/>
                  </a:lnTo>
                  <a:lnTo>
                    <a:pt x="1423" y="4077"/>
                  </a:lnTo>
                  <a:lnTo>
                    <a:pt x="1450" y="4013"/>
                  </a:lnTo>
                  <a:lnTo>
                    <a:pt x="1824" y="2700"/>
                  </a:lnTo>
                  <a:lnTo>
                    <a:pt x="2946" y="7368"/>
                  </a:lnTo>
                  <a:lnTo>
                    <a:pt x="2955" y="7405"/>
                  </a:lnTo>
                  <a:lnTo>
                    <a:pt x="2973" y="7432"/>
                  </a:lnTo>
                  <a:lnTo>
                    <a:pt x="3000" y="7460"/>
                  </a:lnTo>
                  <a:lnTo>
                    <a:pt x="3028" y="7487"/>
                  </a:lnTo>
                  <a:lnTo>
                    <a:pt x="3055" y="7496"/>
                  </a:lnTo>
                  <a:lnTo>
                    <a:pt x="3083" y="7514"/>
                  </a:lnTo>
                  <a:lnTo>
                    <a:pt x="3119" y="7523"/>
                  </a:lnTo>
                  <a:lnTo>
                    <a:pt x="3146" y="7523"/>
                  </a:lnTo>
                  <a:lnTo>
                    <a:pt x="3183" y="7514"/>
                  </a:lnTo>
                  <a:lnTo>
                    <a:pt x="3219" y="7505"/>
                  </a:lnTo>
                  <a:lnTo>
                    <a:pt x="3247" y="7487"/>
                  </a:lnTo>
                  <a:lnTo>
                    <a:pt x="3274" y="7469"/>
                  </a:lnTo>
                  <a:lnTo>
                    <a:pt x="3292" y="7441"/>
                  </a:lnTo>
                  <a:lnTo>
                    <a:pt x="3310" y="7414"/>
                  </a:lnTo>
                  <a:lnTo>
                    <a:pt x="3329" y="7378"/>
                  </a:lnTo>
                  <a:lnTo>
                    <a:pt x="3338" y="7350"/>
                  </a:lnTo>
                  <a:lnTo>
                    <a:pt x="4031" y="1514"/>
                  </a:lnTo>
                  <a:lnTo>
                    <a:pt x="4733" y="5390"/>
                  </a:lnTo>
                  <a:lnTo>
                    <a:pt x="4742" y="5426"/>
                  </a:lnTo>
                  <a:lnTo>
                    <a:pt x="4760" y="5454"/>
                  </a:lnTo>
                  <a:lnTo>
                    <a:pt x="4797" y="5499"/>
                  </a:lnTo>
                  <a:lnTo>
                    <a:pt x="4852" y="5536"/>
                  </a:lnTo>
                  <a:lnTo>
                    <a:pt x="4879" y="5545"/>
                  </a:lnTo>
                  <a:lnTo>
                    <a:pt x="4915" y="5554"/>
                  </a:lnTo>
                  <a:lnTo>
                    <a:pt x="4943" y="5554"/>
                  </a:lnTo>
                  <a:lnTo>
                    <a:pt x="4979" y="5545"/>
                  </a:lnTo>
                  <a:lnTo>
                    <a:pt x="5034" y="5517"/>
                  </a:lnTo>
                  <a:lnTo>
                    <a:pt x="5089" y="5472"/>
                  </a:lnTo>
                  <a:lnTo>
                    <a:pt x="5107" y="5444"/>
                  </a:lnTo>
                  <a:lnTo>
                    <a:pt x="5116" y="5417"/>
                  </a:lnTo>
                  <a:lnTo>
                    <a:pt x="6092" y="2472"/>
                  </a:lnTo>
                  <a:lnTo>
                    <a:pt x="6958" y="4852"/>
                  </a:lnTo>
                  <a:lnTo>
                    <a:pt x="6985" y="4906"/>
                  </a:lnTo>
                  <a:lnTo>
                    <a:pt x="7031" y="4943"/>
                  </a:lnTo>
                  <a:lnTo>
                    <a:pt x="7076" y="4970"/>
                  </a:lnTo>
                  <a:lnTo>
                    <a:pt x="7131" y="4979"/>
                  </a:lnTo>
                  <a:lnTo>
                    <a:pt x="7195" y="4979"/>
                  </a:lnTo>
                  <a:lnTo>
                    <a:pt x="7250" y="4961"/>
                  </a:lnTo>
                  <a:lnTo>
                    <a:pt x="7286" y="4925"/>
                  </a:lnTo>
                  <a:lnTo>
                    <a:pt x="7323" y="4870"/>
                  </a:lnTo>
                  <a:lnTo>
                    <a:pt x="7970" y="3566"/>
                  </a:lnTo>
                  <a:lnTo>
                    <a:pt x="8882" y="5682"/>
                  </a:lnTo>
                  <a:lnTo>
                    <a:pt x="8918" y="5736"/>
                  </a:lnTo>
                  <a:lnTo>
                    <a:pt x="8964" y="5773"/>
                  </a:lnTo>
                  <a:lnTo>
                    <a:pt x="9010" y="5800"/>
                  </a:lnTo>
                  <a:lnTo>
                    <a:pt x="9073" y="5800"/>
                  </a:lnTo>
                  <a:lnTo>
                    <a:pt x="9137" y="5791"/>
                  </a:lnTo>
                  <a:lnTo>
                    <a:pt x="9183" y="5764"/>
                  </a:lnTo>
                  <a:lnTo>
                    <a:pt x="9228" y="5718"/>
                  </a:lnTo>
                  <a:lnTo>
                    <a:pt x="9256" y="5663"/>
                  </a:lnTo>
                  <a:lnTo>
                    <a:pt x="10414" y="1952"/>
                  </a:lnTo>
                  <a:lnTo>
                    <a:pt x="11353" y="7232"/>
                  </a:lnTo>
                  <a:lnTo>
                    <a:pt x="11362" y="7268"/>
                  </a:lnTo>
                  <a:lnTo>
                    <a:pt x="11371" y="7295"/>
                  </a:lnTo>
                  <a:lnTo>
                    <a:pt x="11390" y="7323"/>
                  </a:lnTo>
                  <a:lnTo>
                    <a:pt x="11417" y="7350"/>
                  </a:lnTo>
                  <a:lnTo>
                    <a:pt x="11444" y="7368"/>
                  </a:lnTo>
                  <a:lnTo>
                    <a:pt x="11472" y="7387"/>
                  </a:lnTo>
                  <a:lnTo>
                    <a:pt x="11499" y="7396"/>
                  </a:lnTo>
                  <a:lnTo>
                    <a:pt x="11535" y="7396"/>
                  </a:lnTo>
                  <a:lnTo>
                    <a:pt x="11599" y="7387"/>
                  </a:lnTo>
                  <a:lnTo>
                    <a:pt x="11663" y="7350"/>
                  </a:lnTo>
                  <a:lnTo>
                    <a:pt x="11681" y="7332"/>
                  </a:lnTo>
                  <a:lnTo>
                    <a:pt x="11709" y="7305"/>
                  </a:lnTo>
                  <a:lnTo>
                    <a:pt x="11718" y="7277"/>
                  </a:lnTo>
                  <a:lnTo>
                    <a:pt x="11736" y="7250"/>
                  </a:lnTo>
                  <a:lnTo>
                    <a:pt x="12529" y="4159"/>
                  </a:lnTo>
                  <a:lnTo>
                    <a:pt x="16870" y="4159"/>
                  </a:lnTo>
                  <a:lnTo>
                    <a:pt x="16925" y="4150"/>
                  </a:lnTo>
                  <a:lnTo>
                    <a:pt x="16979" y="4122"/>
                  </a:lnTo>
                  <a:lnTo>
                    <a:pt x="17025" y="4077"/>
                  </a:lnTo>
                  <a:lnTo>
                    <a:pt x="17052" y="4022"/>
                  </a:lnTo>
                  <a:lnTo>
                    <a:pt x="17627" y="2335"/>
                  </a:lnTo>
                  <a:lnTo>
                    <a:pt x="18593" y="7031"/>
                  </a:lnTo>
                  <a:lnTo>
                    <a:pt x="18602" y="7058"/>
                  </a:lnTo>
                  <a:lnTo>
                    <a:pt x="18621" y="7095"/>
                  </a:lnTo>
                  <a:lnTo>
                    <a:pt x="18657" y="7140"/>
                  </a:lnTo>
                  <a:lnTo>
                    <a:pt x="18712" y="7177"/>
                  </a:lnTo>
                  <a:lnTo>
                    <a:pt x="18748" y="7186"/>
                  </a:lnTo>
                  <a:lnTo>
                    <a:pt x="18776" y="7186"/>
                  </a:lnTo>
                  <a:lnTo>
                    <a:pt x="18849" y="7177"/>
                  </a:lnTo>
                  <a:lnTo>
                    <a:pt x="18903" y="7150"/>
                  </a:lnTo>
                  <a:lnTo>
                    <a:pt x="18949" y="7104"/>
                  </a:lnTo>
                  <a:lnTo>
                    <a:pt x="18967" y="7077"/>
                  </a:lnTo>
                  <a:lnTo>
                    <a:pt x="18976" y="7049"/>
                  </a:lnTo>
                  <a:lnTo>
                    <a:pt x="20317" y="2499"/>
                  </a:lnTo>
                  <a:lnTo>
                    <a:pt x="21384" y="5882"/>
                  </a:lnTo>
                  <a:lnTo>
                    <a:pt x="21411" y="5937"/>
                  </a:lnTo>
                  <a:lnTo>
                    <a:pt x="21457" y="5982"/>
                  </a:lnTo>
                  <a:lnTo>
                    <a:pt x="21475" y="6001"/>
                  </a:lnTo>
                  <a:lnTo>
                    <a:pt x="21511" y="6010"/>
                  </a:lnTo>
                  <a:lnTo>
                    <a:pt x="21539" y="6019"/>
                  </a:lnTo>
                  <a:lnTo>
                    <a:pt x="21575" y="6019"/>
                  </a:lnTo>
                  <a:lnTo>
                    <a:pt x="21639" y="6010"/>
                  </a:lnTo>
                  <a:lnTo>
                    <a:pt x="21694" y="5982"/>
                  </a:lnTo>
                  <a:lnTo>
                    <a:pt x="21730" y="5937"/>
                  </a:lnTo>
                  <a:lnTo>
                    <a:pt x="21757" y="5882"/>
                  </a:lnTo>
                  <a:lnTo>
                    <a:pt x="23189" y="1223"/>
                  </a:lnTo>
                  <a:lnTo>
                    <a:pt x="24949" y="7624"/>
                  </a:lnTo>
                  <a:lnTo>
                    <a:pt x="24976" y="7678"/>
                  </a:lnTo>
                  <a:lnTo>
                    <a:pt x="25022" y="7724"/>
                  </a:lnTo>
                  <a:lnTo>
                    <a:pt x="25077" y="7761"/>
                  </a:lnTo>
                  <a:lnTo>
                    <a:pt x="25131" y="7770"/>
                  </a:lnTo>
                  <a:lnTo>
                    <a:pt x="25140" y="7770"/>
                  </a:lnTo>
                  <a:lnTo>
                    <a:pt x="25204" y="7761"/>
                  </a:lnTo>
                  <a:lnTo>
                    <a:pt x="25259" y="7733"/>
                  </a:lnTo>
                  <a:lnTo>
                    <a:pt x="25295" y="7688"/>
                  </a:lnTo>
                  <a:lnTo>
                    <a:pt x="25323" y="7633"/>
                  </a:lnTo>
                  <a:lnTo>
                    <a:pt x="26700" y="3612"/>
                  </a:lnTo>
                  <a:lnTo>
                    <a:pt x="27101" y="4906"/>
                  </a:lnTo>
                  <a:lnTo>
                    <a:pt x="27119" y="4961"/>
                  </a:lnTo>
                  <a:lnTo>
                    <a:pt x="27165" y="4998"/>
                  </a:lnTo>
                  <a:lnTo>
                    <a:pt x="27210" y="5034"/>
                  </a:lnTo>
                  <a:lnTo>
                    <a:pt x="27274" y="5043"/>
                  </a:lnTo>
                  <a:lnTo>
                    <a:pt x="27329" y="5043"/>
                  </a:lnTo>
                  <a:lnTo>
                    <a:pt x="27384" y="5016"/>
                  </a:lnTo>
                  <a:lnTo>
                    <a:pt x="27429" y="4979"/>
                  </a:lnTo>
                  <a:lnTo>
                    <a:pt x="27466" y="4934"/>
                  </a:lnTo>
                  <a:lnTo>
                    <a:pt x="28678" y="2381"/>
                  </a:lnTo>
                  <a:lnTo>
                    <a:pt x="30010" y="5827"/>
                  </a:lnTo>
                  <a:lnTo>
                    <a:pt x="30037" y="5873"/>
                  </a:lnTo>
                  <a:lnTo>
                    <a:pt x="30074" y="5909"/>
                  </a:lnTo>
                  <a:lnTo>
                    <a:pt x="30119" y="5937"/>
                  </a:lnTo>
                  <a:lnTo>
                    <a:pt x="30174" y="5955"/>
                  </a:lnTo>
                  <a:lnTo>
                    <a:pt x="30229" y="5946"/>
                  </a:lnTo>
                  <a:lnTo>
                    <a:pt x="30283" y="5928"/>
                  </a:lnTo>
                  <a:lnTo>
                    <a:pt x="30329" y="5900"/>
                  </a:lnTo>
                  <a:lnTo>
                    <a:pt x="30356" y="5855"/>
                  </a:lnTo>
                  <a:lnTo>
                    <a:pt x="31341" y="4159"/>
                  </a:lnTo>
                  <a:lnTo>
                    <a:pt x="32764" y="4159"/>
                  </a:lnTo>
                  <a:lnTo>
                    <a:pt x="32809" y="4150"/>
                  </a:lnTo>
                  <a:lnTo>
                    <a:pt x="32809" y="3776"/>
                  </a:lnTo>
                  <a:lnTo>
                    <a:pt x="32764" y="3767"/>
                  </a:lnTo>
                  <a:lnTo>
                    <a:pt x="31232" y="3767"/>
                  </a:lnTo>
                  <a:lnTo>
                    <a:pt x="31177" y="3776"/>
                  </a:lnTo>
                  <a:lnTo>
                    <a:pt x="31131" y="3794"/>
                  </a:lnTo>
                  <a:lnTo>
                    <a:pt x="31095" y="3821"/>
                  </a:lnTo>
                  <a:lnTo>
                    <a:pt x="31058" y="3867"/>
                  </a:lnTo>
                  <a:lnTo>
                    <a:pt x="30229" y="5299"/>
                  </a:lnTo>
                  <a:lnTo>
                    <a:pt x="28879" y="1815"/>
                  </a:lnTo>
                  <a:lnTo>
                    <a:pt x="28852" y="1761"/>
                  </a:lnTo>
                  <a:lnTo>
                    <a:pt x="28815" y="1724"/>
                  </a:lnTo>
                  <a:lnTo>
                    <a:pt x="28761" y="1697"/>
                  </a:lnTo>
                  <a:lnTo>
                    <a:pt x="28706" y="1688"/>
                  </a:lnTo>
                  <a:lnTo>
                    <a:pt x="28651" y="1697"/>
                  </a:lnTo>
                  <a:lnTo>
                    <a:pt x="28596" y="1715"/>
                  </a:lnTo>
                  <a:lnTo>
                    <a:pt x="28551" y="1751"/>
                  </a:lnTo>
                  <a:lnTo>
                    <a:pt x="28523" y="1797"/>
                  </a:lnTo>
                  <a:lnTo>
                    <a:pt x="27320" y="4305"/>
                  </a:lnTo>
                  <a:lnTo>
                    <a:pt x="26900" y="2919"/>
                  </a:lnTo>
                  <a:lnTo>
                    <a:pt x="26873" y="2864"/>
                  </a:lnTo>
                  <a:lnTo>
                    <a:pt x="26827" y="2818"/>
                  </a:lnTo>
                  <a:lnTo>
                    <a:pt x="26773" y="2791"/>
                  </a:lnTo>
                  <a:lnTo>
                    <a:pt x="26709" y="2782"/>
                  </a:lnTo>
                  <a:lnTo>
                    <a:pt x="26672" y="2782"/>
                  </a:lnTo>
                  <a:lnTo>
                    <a:pt x="26645" y="2791"/>
                  </a:lnTo>
                  <a:lnTo>
                    <a:pt x="26618" y="2800"/>
                  </a:lnTo>
                  <a:lnTo>
                    <a:pt x="26590" y="2818"/>
                  </a:lnTo>
                  <a:lnTo>
                    <a:pt x="26554" y="2855"/>
                  </a:lnTo>
                  <a:lnTo>
                    <a:pt x="26526" y="2919"/>
                  </a:lnTo>
                  <a:lnTo>
                    <a:pt x="25159" y="6903"/>
                  </a:lnTo>
                  <a:lnTo>
                    <a:pt x="23390" y="475"/>
                  </a:lnTo>
                  <a:lnTo>
                    <a:pt x="23362" y="411"/>
                  </a:lnTo>
                  <a:lnTo>
                    <a:pt x="23317" y="365"/>
                  </a:lnTo>
                  <a:lnTo>
                    <a:pt x="23262" y="338"/>
                  </a:lnTo>
                  <a:lnTo>
                    <a:pt x="23198" y="329"/>
                  </a:lnTo>
                  <a:lnTo>
                    <a:pt x="23134" y="338"/>
                  </a:lnTo>
                  <a:lnTo>
                    <a:pt x="23080" y="365"/>
                  </a:lnTo>
                  <a:lnTo>
                    <a:pt x="23034" y="411"/>
                  </a:lnTo>
                  <a:lnTo>
                    <a:pt x="23007" y="466"/>
                  </a:lnTo>
                  <a:lnTo>
                    <a:pt x="21566" y="5162"/>
                  </a:lnTo>
                  <a:lnTo>
                    <a:pt x="20499" y="1770"/>
                  </a:lnTo>
                  <a:lnTo>
                    <a:pt x="20481" y="1733"/>
                  </a:lnTo>
                  <a:lnTo>
                    <a:pt x="20463" y="1706"/>
                  </a:lnTo>
                  <a:lnTo>
                    <a:pt x="20417" y="1660"/>
                  </a:lnTo>
                  <a:lnTo>
                    <a:pt x="20362" y="1633"/>
                  </a:lnTo>
                  <a:lnTo>
                    <a:pt x="20308" y="1633"/>
                  </a:lnTo>
                  <a:lnTo>
                    <a:pt x="20244" y="1642"/>
                  </a:lnTo>
                  <a:lnTo>
                    <a:pt x="20189" y="1669"/>
                  </a:lnTo>
                  <a:lnTo>
                    <a:pt x="20153" y="1715"/>
                  </a:lnTo>
                  <a:lnTo>
                    <a:pt x="20125" y="1770"/>
                  </a:lnTo>
                  <a:lnTo>
                    <a:pt x="18821" y="6183"/>
                  </a:lnTo>
                  <a:lnTo>
                    <a:pt x="17864" y="1551"/>
                  </a:lnTo>
                  <a:lnTo>
                    <a:pt x="17846" y="1487"/>
                  </a:lnTo>
                  <a:lnTo>
                    <a:pt x="17800" y="1441"/>
                  </a:lnTo>
                  <a:lnTo>
                    <a:pt x="17745" y="1405"/>
                  </a:lnTo>
                  <a:lnTo>
                    <a:pt x="17718" y="1396"/>
                  </a:lnTo>
                  <a:lnTo>
                    <a:pt x="17618" y="1396"/>
                  </a:lnTo>
                  <a:lnTo>
                    <a:pt x="17563" y="1423"/>
                  </a:lnTo>
                  <a:lnTo>
                    <a:pt x="17517" y="1469"/>
                  </a:lnTo>
                  <a:lnTo>
                    <a:pt x="17490" y="1523"/>
                  </a:lnTo>
                  <a:lnTo>
                    <a:pt x="16724" y="3767"/>
                  </a:lnTo>
                  <a:lnTo>
                    <a:pt x="12347" y="3767"/>
                  </a:lnTo>
                  <a:lnTo>
                    <a:pt x="12311" y="3776"/>
                  </a:lnTo>
                  <a:lnTo>
                    <a:pt x="12256" y="3812"/>
                  </a:lnTo>
                  <a:lnTo>
                    <a:pt x="12210" y="3858"/>
                  </a:lnTo>
                  <a:lnTo>
                    <a:pt x="12201" y="3885"/>
                  </a:lnTo>
                  <a:lnTo>
                    <a:pt x="12183" y="3913"/>
                  </a:lnTo>
                  <a:lnTo>
                    <a:pt x="11581" y="6274"/>
                  </a:lnTo>
                  <a:lnTo>
                    <a:pt x="10660" y="1086"/>
                  </a:lnTo>
                  <a:lnTo>
                    <a:pt x="10651" y="1058"/>
                  </a:lnTo>
                  <a:lnTo>
                    <a:pt x="10633" y="1022"/>
                  </a:lnTo>
                  <a:lnTo>
                    <a:pt x="10596" y="976"/>
                  </a:lnTo>
                  <a:lnTo>
                    <a:pt x="10542" y="940"/>
                  </a:lnTo>
                  <a:lnTo>
                    <a:pt x="10514" y="931"/>
                  </a:lnTo>
                  <a:lnTo>
                    <a:pt x="10478" y="922"/>
                  </a:lnTo>
                  <a:lnTo>
                    <a:pt x="10441" y="922"/>
                  </a:lnTo>
                  <a:lnTo>
                    <a:pt x="10414" y="931"/>
                  </a:lnTo>
                  <a:lnTo>
                    <a:pt x="10377" y="940"/>
                  </a:lnTo>
                  <a:lnTo>
                    <a:pt x="10350" y="958"/>
                  </a:lnTo>
                  <a:lnTo>
                    <a:pt x="10304" y="1004"/>
                  </a:lnTo>
                  <a:lnTo>
                    <a:pt x="10277" y="1058"/>
                  </a:lnTo>
                  <a:lnTo>
                    <a:pt x="9037" y="5043"/>
                  </a:lnTo>
                  <a:lnTo>
                    <a:pt x="8162" y="3019"/>
                  </a:lnTo>
                  <a:lnTo>
                    <a:pt x="8125" y="2973"/>
                  </a:lnTo>
                  <a:lnTo>
                    <a:pt x="8089" y="2937"/>
                  </a:lnTo>
                  <a:lnTo>
                    <a:pt x="8043" y="2909"/>
                  </a:lnTo>
                  <a:lnTo>
                    <a:pt x="7979" y="2900"/>
                  </a:lnTo>
                  <a:lnTo>
                    <a:pt x="7925" y="2909"/>
                  </a:lnTo>
                  <a:lnTo>
                    <a:pt x="7879" y="2928"/>
                  </a:lnTo>
                  <a:lnTo>
                    <a:pt x="7833" y="2964"/>
                  </a:lnTo>
                  <a:lnTo>
                    <a:pt x="7806" y="3010"/>
                  </a:lnTo>
                  <a:lnTo>
                    <a:pt x="7177" y="4286"/>
                  </a:lnTo>
                  <a:lnTo>
                    <a:pt x="6274" y="1806"/>
                  </a:lnTo>
                  <a:lnTo>
                    <a:pt x="6238" y="1751"/>
                  </a:lnTo>
                  <a:lnTo>
                    <a:pt x="6192" y="1715"/>
                  </a:lnTo>
                  <a:lnTo>
                    <a:pt x="6137" y="1688"/>
                  </a:lnTo>
                  <a:lnTo>
                    <a:pt x="6083" y="1678"/>
                  </a:lnTo>
                  <a:lnTo>
                    <a:pt x="6019" y="1688"/>
                  </a:lnTo>
                  <a:lnTo>
                    <a:pt x="5973" y="1715"/>
                  </a:lnTo>
                  <a:lnTo>
                    <a:pt x="5928" y="1761"/>
                  </a:lnTo>
                  <a:lnTo>
                    <a:pt x="5900" y="1815"/>
                  </a:lnTo>
                  <a:lnTo>
                    <a:pt x="4988" y="4560"/>
                  </a:lnTo>
                  <a:lnTo>
                    <a:pt x="4186" y="156"/>
                  </a:lnTo>
                  <a:lnTo>
                    <a:pt x="4177" y="128"/>
                  </a:lnTo>
                  <a:lnTo>
                    <a:pt x="4159" y="92"/>
                  </a:lnTo>
                  <a:lnTo>
                    <a:pt x="4140" y="64"/>
                  </a:lnTo>
                  <a:lnTo>
                    <a:pt x="4122" y="37"/>
                  </a:lnTo>
                  <a:lnTo>
                    <a:pt x="4095" y="19"/>
                  </a:lnTo>
                  <a:lnTo>
                    <a:pt x="4058" y="10"/>
                  </a:lnTo>
                  <a:lnTo>
                    <a:pt x="40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3">
              <a:extLst>
                <a:ext uri="{FF2B5EF4-FFF2-40B4-BE49-F238E27FC236}">
                  <a16:creationId xmlns:a16="http://schemas.microsoft.com/office/drawing/2014/main" id="{39756208-A112-026F-D59D-BE7A5BF803CA}"/>
                </a:ext>
              </a:extLst>
            </p:cNvPr>
            <p:cNvSpPr/>
            <p:nvPr/>
          </p:nvSpPr>
          <p:spPr>
            <a:xfrm>
              <a:off x="2836179" y="2709989"/>
              <a:ext cx="2496766" cy="560828"/>
            </a:xfrm>
            <a:custGeom>
              <a:avLst/>
              <a:gdLst/>
              <a:ahLst/>
              <a:cxnLst/>
              <a:rect l="l" t="t" r="r" b="b"/>
              <a:pathLst>
                <a:path w="32646" h="7333" extrusionOk="0">
                  <a:moveTo>
                    <a:pt x="8226" y="1"/>
                  </a:moveTo>
                  <a:lnTo>
                    <a:pt x="8162" y="10"/>
                  </a:lnTo>
                  <a:lnTo>
                    <a:pt x="8107" y="28"/>
                  </a:lnTo>
                  <a:lnTo>
                    <a:pt x="8061" y="65"/>
                  </a:lnTo>
                  <a:lnTo>
                    <a:pt x="8025" y="119"/>
                  </a:lnTo>
                  <a:lnTo>
                    <a:pt x="6128" y="4241"/>
                  </a:lnTo>
                  <a:lnTo>
                    <a:pt x="5526" y="2290"/>
                  </a:lnTo>
                  <a:lnTo>
                    <a:pt x="5499" y="2235"/>
                  </a:lnTo>
                  <a:lnTo>
                    <a:pt x="5463" y="2189"/>
                  </a:lnTo>
                  <a:lnTo>
                    <a:pt x="5408" y="2162"/>
                  </a:lnTo>
                  <a:lnTo>
                    <a:pt x="5344" y="2153"/>
                  </a:lnTo>
                  <a:lnTo>
                    <a:pt x="5280" y="2153"/>
                  </a:lnTo>
                  <a:lnTo>
                    <a:pt x="5253" y="2162"/>
                  </a:lnTo>
                  <a:lnTo>
                    <a:pt x="5226" y="2180"/>
                  </a:lnTo>
                  <a:lnTo>
                    <a:pt x="5180" y="2226"/>
                  </a:lnTo>
                  <a:lnTo>
                    <a:pt x="5153" y="2281"/>
                  </a:lnTo>
                  <a:lnTo>
                    <a:pt x="3922" y="5937"/>
                  </a:lnTo>
                  <a:lnTo>
                    <a:pt x="2846" y="1414"/>
                  </a:lnTo>
                  <a:lnTo>
                    <a:pt x="2818" y="1360"/>
                  </a:lnTo>
                  <a:lnTo>
                    <a:pt x="2782" y="1314"/>
                  </a:lnTo>
                  <a:lnTo>
                    <a:pt x="2727" y="1278"/>
                  </a:lnTo>
                  <a:lnTo>
                    <a:pt x="2672" y="1259"/>
                  </a:lnTo>
                  <a:lnTo>
                    <a:pt x="2608" y="1268"/>
                  </a:lnTo>
                  <a:lnTo>
                    <a:pt x="2554" y="1287"/>
                  </a:lnTo>
                  <a:lnTo>
                    <a:pt x="2508" y="1323"/>
                  </a:lnTo>
                  <a:lnTo>
                    <a:pt x="2472" y="1378"/>
                  </a:lnTo>
                  <a:lnTo>
                    <a:pt x="1450" y="3612"/>
                  </a:lnTo>
                  <a:lnTo>
                    <a:pt x="37" y="3612"/>
                  </a:lnTo>
                  <a:lnTo>
                    <a:pt x="1" y="3621"/>
                  </a:lnTo>
                  <a:lnTo>
                    <a:pt x="1" y="3995"/>
                  </a:lnTo>
                  <a:lnTo>
                    <a:pt x="37" y="4004"/>
                  </a:lnTo>
                  <a:lnTo>
                    <a:pt x="1578" y="4004"/>
                  </a:lnTo>
                  <a:lnTo>
                    <a:pt x="1633" y="3995"/>
                  </a:lnTo>
                  <a:lnTo>
                    <a:pt x="1678" y="3977"/>
                  </a:lnTo>
                  <a:lnTo>
                    <a:pt x="1724" y="3940"/>
                  </a:lnTo>
                  <a:lnTo>
                    <a:pt x="1751" y="3895"/>
                  </a:lnTo>
                  <a:lnTo>
                    <a:pt x="2590" y="2062"/>
                  </a:lnTo>
                  <a:lnTo>
                    <a:pt x="3694" y="6694"/>
                  </a:lnTo>
                  <a:lnTo>
                    <a:pt x="3721" y="6749"/>
                  </a:lnTo>
                  <a:lnTo>
                    <a:pt x="3767" y="6794"/>
                  </a:lnTo>
                  <a:lnTo>
                    <a:pt x="3821" y="6831"/>
                  </a:lnTo>
                  <a:lnTo>
                    <a:pt x="3876" y="6840"/>
                  </a:lnTo>
                  <a:lnTo>
                    <a:pt x="3940" y="6840"/>
                  </a:lnTo>
                  <a:lnTo>
                    <a:pt x="3976" y="6831"/>
                  </a:lnTo>
                  <a:lnTo>
                    <a:pt x="4004" y="6813"/>
                  </a:lnTo>
                  <a:lnTo>
                    <a:pt x="4049" y="6767"/>
                  </a:lnTo>
                  <a:lnTo>
                    <a:pt x="4077" y="6712"/>
                  </a:lnTo>
                  <a:lnTo>
                    <a:pt x="5335" y="2983"/>
                  </a:lnTo>
                  <a:lnTo>
                    <a:pt x="5909" y="4852"/>
                  </a:lnTo>
                  <a:lnTo>
                    <a:pt x="5928" y="4907"/>
                  </a:lnTo>
                  <a:lnTo>
                    <a:pt x="5973" y="4943"/>
                  </a:lnTo>
                  <a:lnTo>
                    <a:pt x="6019" y="4980"/>
                  </a:lnTo>
                  <a:lnTo>
                    <a:pt x="6083" y="4989"/>
                  </a:lnTo>
                  <a:lnTo>
                    <a:pt x="6137" y="4980"/>
                  </a:lnTo>
                  <a:lnTo>
                    <a:pt x="6192" y="4961"/>
                  </a:lnTo>
                  <a:lnTo>
                    <a:pt x="6238" y="4925"/>
                  </a:lnTo>
                  <a:lnTo>
                    <a:pt x="6274" y="4879"/>
                  </a:lnTo>
                  <a:lnTo>
                    <a:pt x="8134" y="822"/>
                  </a:lnTo>
                  <a:lnTo>
                    <a:pt x="9502" y="7168"/>
                  </a:lnTo>
                  <a:lnTo>
                    <a:pt x="9511" y="7205"/>
                  </a:lnTo>
                  <a:lnTo>
                    <a:pt x="9520" y="7232"/>
                  </a:lnTo>
                  <a:lnTo>
                    <a:pt x="9566" y="7278"/>
                  </a:lnTo>
                  <a:lnTo>
                    <a:pt x="9621" y="7314"/>
                  </a:lnTo>
                  <a:lnTo>
                    <a:pt x="9648" y="7323"/>
                  </a:lnTo>
                  <a:lnTo>
                    <a:pt x="9685" y="7332"/>
                  </a:lnTo>
                  <a:lnTo>
                    <a:pt x="9694" y="7332"/>
                  </a:lnTo>
                  <a:lnTo>
                    <a:pt x="9748" y="7314"/>
                  </a:lnTo>
                  <a:lnTo>
                    <a:pt x="9812" y="7287"/>
                  </a:lnTo>
                  <a:lnTo>
                    <a:pt x="9849" y="7241"/>
                  </a:lnTo>
                  <a:lnTo>
                    <a:pt x="9876" y="7186"/>
                  </a:lnTo>
                  <a:lnTo>
                    <a:pt x="11235" y="2618"/>
                  </a:lnTo>
                  <a:lnTo>
                    <a:pt x="12302" y="6001"/>
                  </a:lnTo>
                  <a:lnTo>
                    <a:pt x="12329" y="6056"/>
                  </a:lnTo>
                  <a:lnTo>
                    <a:pt x="12375" y="6101"/>
                  </a:lnTo>
                  <a:lnTo>
                    <a:pt x="12429" y="6129"/>
                  </a:lnTo>
                  <a:lnTo>
                    <a:pt x="12484" y="6138"/>
                  </a:lnTo>
                  <a:lnTo>
                    <a:pt x="12539" y="6129"/>
                  </a:lnTo>
                  <a:lnTo>
                    <a:pt x="12593" y="6110"/>
                  </a:lnTo>
                  <a:lnTo>
                    <a:pt x="12639" y="6074"/>
                  </a:lnTo>
                  <a:lnTo>
                    <a:pt x="12675" y="6019"/>
                  </a:lnTo>
                  <a:lnTo>
                    <a:pt x="13952" y="2974"/>
                  </a:lnTo>
                  <a:lnTo>
                    <a:pt x="14864" y="5107"/>
                  </a:lnTo>
                  <a:lnTo>
                    <a:pt x="14891" y="5153"/>
                  </a:lnTo>
                  <a:lnTo>
                    <a:pt x="14928" y="5189"/>
                  </a:lnTo>
                  <a:lnTo>
                    <a:pt x="14973" y="5217"/>
                  </a:lnTo>
                  <a:lnTo>
                    <a:pt x="15028" y="5226"/>
                  </a:lnTo>
                  <a:lnTo>
                    <a:pt x="15083" y="5226"/>
                  </a:lnTo>
                  <a:lnTo>
                    <a:pt x="15128" y="5217"/>
                  </a:lnTo>
                  <a:lnTo>
                    <a:pt x="15174" y="5189"/>
                  </a:lnTo>
                  <a:lnTo>
                    <a:pt x="15210" y="5153"/>
                  </a:lnTo>
                  <a:lnTo>
                    <a:pt x="16031" y="4004"/>
                  </a:lnTo>
                  <a:lnTo>
                    <a:pt x="20463" y="4004"/>
                  </a:lnTo>
                  <a:lnTo>
                    <a:pt x="20490" y="3995"/>
                  </a:lnTo>
                  <a:lnTo>
                    <a:pt x="20545" y="3968"/>
                  </a:lnTo>
                  <a:lnTo>
                    <a:pt x="20590" y="3913"/>
                  </a:lnTo>
                  <a:lnTo>
                    <a:pt x="20609" y="3885"/>
                  </a:lnTo>
                  <a:lnTo>
                    <a:pt x="20618" y="3858"/>
                  </a:lnTo>
                  <a:lnTo>
                    <a:pt x="21229" y="1460"/>
                  </a:lnTo>
                  <a:lnTo>
                    <a:pt x="22141" y="6074"/>
                  </a:lnTo>
                  <a:lnTo>
                    <a:pt x="22150" y="6110"/>
                  </a:lnTo>
                  <a:lnTo>
                    <a:pt x="22168" y="6138"/>
                  </a:lnTo>
                  <a:lnTo>
                    <a:pt x="22204" y="6183"/>
                  </a:lnTo>
                  <a:lnTo>
                    <a:pt x="22259" y="6220"/>
                  </a:lnTo>
                  <a:lnTo>
                    <a:pt x="22296" y="6229"/>
                  </a:lnTo>
                  <a:lnTo>
                    <a:pt x="22323" y="6238"/>
                  </a:lnTo>
                  <a:lnTo>
                    <a:pt x="22359" y="6229"/>
                  </a:lnTo>
                  <a:lnTo>
                    <a:pt x="22396" y="6229"/>
                  </a:lnTo>
                  <a:lnTo>
                    <a:pt x="22423" y="6211"/>
                  </a:lnTo>
                  <a:lnTo>
                    <a:pt x="22451" y="6202"/>
                  </a:lnTo>
                  <a:lnTo>
                    <a:pt x="22496" y="6156"/>
                  </a:lnTo>
                  <a:lnTo>
                    <a:pt x="22524" y="6092"/>
                  </a:lnTo>
                  <a:lnTo>
                    <a:pt x="23691" y="2062"/>
                  </a:lnTo>
                  <a:lnTo>
                    <a:pt x="24356" y="4834"/>
                  </a:lnTo>
                  <a:lnTo>
                    <a:pt x="24375" y="4898"/>
                  </a:lnTo>
                  <a:lnTo>
                    <a:pt x="24411" y="4943"/>
                  </a:lnTo>
                  <a:lnTo>
                    <a:pt x="24466" y="4971"/>
                  </a:lnTo>
                  <a:lnTo>
                    <a:pt x="24530" y="4989"/>
                  </a:lnTo>
                  <a:lnTo>
                    <a:pt x="24584" y="4980"/>
                  </a:lnTo>
                  <a:lnTo>
                    <a:pt x="24639" y="4961"/>
                  </a:lnTo>
                  <a:lnTo>
                    <a:pt x="24685" y="4925"/>
                  </a:lnTo>
                  <a:lnTo>
                    <a:pt x="24721" y="4870"/>
                  </a:lnTo>
                  <a:lnTo>
                    <a:pt x="25606" y="2928"/>
                  </a:lnTo>
                  <a:lnTo>
                    <a:pt x="26527" y="5955"/>
                  </a:lnTo>
                  <a:lnTo>
                    <a:pt x="26554" y="6010"/>
                  </a:lnTo>
                  <a:lnTo>
                    <a:pt x="26600" y="6056"/>
                  </a:lnTo>
                  <a:lnTo>
                    <a:pt x="26654" y="6083"/>
                  </a:lnTo>
                  <a:lnTo>
                    <a:pt x="26718" y="6092"/>
                  </a:lnTo>
                  <a:lnTo>
                    <a:pt x="26782" y="6083"/>
                  </a:lnTo>
                  <a:lnTo>
                    <a:pt x="26837" y="6056"/>
                  </a:lnTo>
                  <a:lnTo>
                    <a:pt x="26873" y="6010"/>
                  </a:lnTo>
                  <a:lnTo>
                    <a:pt x="26900" y="5955"/>
                  </a:lnTo>
                  <a:lnTo>
                    <a:pt x="27894" y="2974"/>
                  </a:lnTo>
                  <a:lnTo>
                    <a:pt x="28761" y="4989"/>
                  </a:lnTo>
                  <a:lnTo>
                    <a:pt x="28788" y="5034"/>
                  </a:lnTo>
                  <a:lnTo>
                    <a:pt x="28834" y="5071"/>
                  </a:lnTo>
                  <a:lnTo>
                    <a:pt x="28888" y="5089"/>
                  </a:lnTo>
                  <a:lnTo>
                    <a:pt x="28943" y="5107"/>
                  </a:lnTo>
                  <a:lnTo>
                    <a:pt x="28998" y="5089"/>
                  </a:lnTo>
                  <a:lnTo>
                    <a:pt x="29052" y="5071"/>
                  </a:lnTo>
                  <a:lnTo>
                    <a:pt x="29098" y="5025"/>
                  </a:lnTo>
                  <a:lnTo>
                    <a:pt x="29125" y="4980"/>
                  </a:lnTo>
                  <a:lnTo>
                    <a:pt x="29828" y="3138"/>
                  </a:lnTo>
                  <a:lnTo>
                    <a:pt x="30776" y="5919"/>
                  </a:lnTo>
                  <a:lnTo>
                    <a:pt x="30812" y="5964"/>
                  </a:lnTo>
                  <a:lnTo>
                    <a:pt x="30849" y="6010"/>
                  </a:lnTo>
                  <a:lnTo>
                    <a:pt x="30904" y="6037"/>
                  </a:lnTo>
                  <a:lnTo>
                    <a:pt x="30967" y="6047"/>
                  </a:lnTo>
                  <a:lnTo>
                    <a:pt x="31031" y="6037"/>
                  </a:lnTo>
                  <a:lnTo>
                    <a:pt x="31086" y="6010"/>
                  </a:lnTo>
                  <a:lnTo>
                    <a:pt x="31132" y="5964"/>
                  </a:lnTo>
                  <a:lnTo>
                    <a:pt x="31159" y="5901"/>
                  </a:lnTo>
                  <a:lnTo>
                    <a:pt x="31688" y="4004"/>
                  </a:lnTo>
                  <a:lnTo>
                    <a:pt x="32600" y="4004"/>
                  </a:lnTo>
                  <a:lnTo>
                    <a:pt x="32645" y="3995"/>
                  </a:lnTo>
                  <a:lnTo>
                    <a:pt x="32645" y="3621"/>
                  </a:lnTo>
                  <a:lnTo>
                    <a:pt x="32600" y="3612"/>
                  </a:lnTo>
                  <a:lnTo>
                    <a:pt x="31542" y="3612"/>
                  </a:lnTo>
                  <a:lnTo>
                    <a:pt x="31478" y="3621"/>
                  </a:lnTo>
                  <a:lnTo>
                    <a:pt x="31423" y="3648"/>
                  </a:lnTo>
                  <a:lnTo>
                    <a:pt x="31378" y="3694"/>
                  </a:lnTo>
                  <a:lnTo>
                    <a:pt x="31350" y="3758"/>
                  </a:lnTo>
                  <a:lnTo>
                    <a:pt x="30949" y="5189"/>
                  </a:lnTo>
                  <a:lnTo>
                    <a:pt x="30019" y="2490"/>
                  </a:lnTo>
                  <a:lnTo>
                    <a:pt x="29992" y="2436"/>
                  </a:lnTo>
                  <a:lnTo>
                    <a:pt x="29955" y="2399"/>
                  </a:lnTo>
                  <a:lnTo>
                    <a:pt x="29901" y="2372"/>
                  </a:lnTo>
                  <a:lnTo>
                    <a:pt x="29837" y="2363"/>
                  </a:lnTo>
                  <a:lnTo>
                    <a:pt x="29782" y="2372"/>
                  </a:lnTo>
                  <a:lnTo>
                    <a:pt x="29736" y="2399"/>
                  </a:lnTo>
                  <a:lnTo>
                    <a:pt x="29682" y="2436"/>
                  </a:lnTo>
                  <a:lnTo>
                    <a:pt x="29663" y="2463"/>
                  </a:lnTo>
                  <a:lnTo>
                    <a:pt x="29654" y="2490"/>
                  </a:lnTo>
                  <a:lnTo>
                    <a:pt x="28934" y="4387"/>
                  </a:lnTo>
                  <a:lnTo>
                    <a:pt x="28059" y="2335"/>
                  </a:lnTo>
                  <a:lnTo>
                    <a:pt x="28022" y="2290"/>
                  </a:lnTo>
                  <a:lnTo>
                    <a:pt x="27976" y="2253"/>
                  </a:lnTo>
                  <a:lnTo>
                    <a:pt x="27922" y="2226"/>
                  </a:lnTo>
                  <a:lnTo>
                    <a:pt x="27867" y="2217"/>
                  </a:lnTo>
                  <a:lnTo>
                    <a:pt x="27803" y="2235"/>
                  </a:lnTo>
                  <a:lnTo>
                    <a:pt x="27758" y="2262"/>
                  </a:lnTo>
                  <a:lnTo>
                    <a:pt x="27712" y="2299"/>
                  </a:lnTo>
                  <a:lnTo>
                    <a:pt x="27685" y="2354"/>
                  </a:lnTo>
                  <a:lnTo>
                    <a:pt x="26727" y="5253"/>
                  </a:lnTo>
                  <a:lnTo>
                    <a:pt x="25834" y="2317"/>
                  </a:lnTo>
                  <a:lnTo>
                    <a:pt x="25806" y="2262"/>
                  </a:lnTo>
                  <a:lnTo>
                    <a:pt x="25761" y="2217"/>
                  </a:lnTo>
                  <a:lnTo>
                    <a:pt x="25715" y="2189"/>
                  </a:lnTo>
                  <a:lnTo>
                    <a:pt x="25651" y="2171"/>
                  </a:lnTo>
                  <a:lnTo>
                    <a:pt x="25597" y="2180"/>
                  </a:lnTo>
                  <a:lnTo>
                    <a:pt x="25542" y="2199"/>
                  </a:lnTo>
                  <a:lnTo>
                    <a:pt x="25496" y="2235"/>
                  </a:lnTo>
                  <a:lnTo>
                    <a:pt x="25460" y="2290"/>
                  </a:lnTo>
                  <a:lnTo>
                    <a:pt x="24603" y="4186"/>
                  </a:lnTo>
                  <a:lnTo>
                    <a:pt x="23900" y="1250"/>
                  </a:lnTo>
                  <a:lnTo>
                    <a:pt x="23882" y="1223"/>
                  </a:lnTo>
                  <a:lnTo>
                    <a:pt x="23873" y="1186"/>
                  </a:lnTo>
                  <a:lnTo>
                    <a:pt x="23828" y="1141"/>
                  </a:lnTo>
                  <a:lnTo>
                    <a:pt x="23773" y="1113"/>
                  </a:lnTo>
                  <a:lnTo>
                    <a:pt x="23745" y="1104"/>
                  </a:lnTo>
                  <a:lnTo>
                    <a:pt x="23709" y="1095"/>
                  </a:lnTo>
                  <a:lnTo>
                    <a:pt x="23645" y="1113"/>
                  </a:lnTo>
                  <a:lnTo>
                    <a:pt x="23590" y="1141"/>
                  </a:lnTo>
                  <a:lnTo>
                    <a:pt x="23545" y="1186"/>
                  </a:lnTo>
                  <a:lnTo>
                    <a:pt x="23517" y="1241"/>
                  </a:lnTo>
                  <a:lnTo>
                    <a:pt x="22369" y="5208"/>
                  </a:lnTo>
                  <a:lnTo>
                    <a:pt x="21448" y="530"/>
                  </a:lnTo>
                  <a:lnTo>
                    <a:pt x="21438" y="502"/>
                  </a:lnTo>
                  <a:lnTo>
                    <a:pt x="21429" y="475"/>
                  </a:lnTo>
                  <a:lnTo>
                    <a:pt x="21411" y="448"/>
                  </a:lnTo>
                  <a:lnTo>
                    <a:pt x="21384" y="420"/>
                  </a:lnTo>
                  <a:lnTo>
                    <a:pt x="21329" y="393"/>
                  </a:lnTo>
                  <a:lnTo>
                    <a:pt x="21302" y="375"/>
                  </a:lnTo>
                  <a:lnTo>
                    <a:pt x="21229" y="375"/>
                  </a:lnTo>
                  <a:lnTo>
                    <a:pt x="21192" y="384"/>
                  </a:lnTo>
                  <a:lnTo>
                    <a:pt x="21165" y="393"/>
                  </a:lnTo>
                  <a:lnTo>
                    <a:pt x="21138" y="411"/>
                  </a:lnTo>
                  <a:lnTo>
                    <a:pt x="21092" y="466"/>
                  </a:lnTo>
                  <a:lnTo>
                    <a:pt x="21065" y="521"/>
                  </a:lnTo>
                  <a:lnTo>
                    <a:pt x="20271" y="3612"/>
                  </a:lnTo>
                  <a:lnTo>
                    <a:pt x="15931" y="3612"/>
                  </a:lnTo>
                  <a:lnTo>
                    <a:pt x="15885" y="3621"/>
                  </a:lnTo>
                  <a:lnTo>
                    <a:pt x="15849" y="3630"/>
                  </a:lnTo>
                  <a:lnTo>
                    <a:pt x="15803" y="3657"/>
                  </a:lnTo>
                  <a:lnTo>
                    <a:pt x="15776" y="3694"/>
                  </a:lnTo>
                  <a:lnTo>
                    <a:pt x="15092" y="4642"/>
                  </a:lnTo>
                  <a:lnTo>
                    <a:pt x="14125" y="2390"/>
                  </a:lnTo>
                  <a:lnTo>
                    <a:pt x="14098" y="2335"/>
                  </a:lnTo>
                  <a:lnTo>
                    <a:pt x="14052" y="2299"/>
                  </a:lnTo>
                  <a:lnTo>
                    <a:pt x="14007" y="2281"/>
                  </a:lnTo>
                  <a:lnTo>
                    <a:pt x="13943" y="2271"/>
                  </a:lnTo>
                  <a:lnTo>
                    <a:pt x="13879" y="2271"/>
                  </a:lnTo>
                  <a:lnTo>
                    <a:pt x="13852" y="2281"/>
                  </a:lnTo>
                  <a:lnTo>
                    <a:pt x="13834" y="2299"/>
                  </a:lnTo>
                  <a:lnTo>
                    <a:pt x="13788" y="2335"/>
                  </a:lnTo>
                  <a:lnTo>
                    <a:pt x="13761" y="2390"/>
                  </a:lnTo>
                  <a:lnTo>
                    <a:pt x="12520" y="5372"/>
                  </a:lnTo>
                  <a:lnTo>
                    <a:pt x="11417" y="1888"/>
                  </a:lnTo>
                  <a:lnTo>
                    <a:pt x="11390" y="1834"/>
                  </a:lnTo>
                  <a:lnTo>
                    <a:pt x="11344" y="1788"/>
                  </a:lnTo>
                  <a:lnTo>
                    <a:pt x="11289" y="1761"/>
                  </a:lnTo>
                  <a:lnTo>
                    <a:pt x="11262" y="1752"/>
                  </a:lnTo>
                  <a:lnTo>
                    <a:pt x="11226" y="1752"/>
                  </a:lnTo>
                  <a:lnTo>
                    <a:pt x="11162" y="1761"/>
                  </a:lnTo>
                  <a:lnTo>
                    <a:pt x="11107" y="1797"/>
                  </a:lnTo>
                  <a:lnTo>
                    <a:pt x="11071" y="1834"/>
                  </a:lnTo>
                  <a:lnTo>
                    <a:pt x="11043" y="1898"/>
                  </a:lnTo>
                  <a:lnTo>
                    <a:pt x="9721" y="6338"/>
                  </a:lnTo>
                  <a:lnTo>
                    <a:pt x="8399" y="156"/>
                  </a:lnTo>
                  <a:lnTo>
                    <a:pt x="8371" y="101"/>
                  </a:lnTo>
                  <a:lnTo>
                    <a:pt x="8335" y="56"/>
                  </a:lnTo>
                  <a:lnTo>
                    <a:pt x="8289" y="19"/>
                  </a:lnTo>
                  <a:lnTo>
                    <a:pt x="82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>
              <a:extLst>
                <a:ext uri="{FF2B5EF4-FFF2-40B4-BE49-F238E27FC236}">
                  <a16:creationId xmlns:a16="http://schemas.microsoft.com/office/drawing/2014/main" id="{66B81304-D4C6-A0E0-1DF3-3A5141D37C71}"/>
                </a:ext>
              </a:extLst>
            </p:cNvPr>
            <p:cNvSpPr/>
            <p:nvPr/>
          </p:nvSpPr>
          <p:spPr>
            <a:xfrm>
              <a:off x="2836179" y="2499440"/>
              <a:ext cx="2496766" cy="299955"/>
            </a:xfrm>
            <a:custGeom>
              <a:avLst/>
              <a:gdLst/>
              <a:ahLst/>
              <a:cxnLst/>
              <a:rect l="l" t="t" r="r" b="b"/>
              <a:pathLst>
                <a:path w="32646" h="3922" extrusionOk="0">
                  <a:moveTo>
                    <a:pt x="13742" y="0"/>
                  </a:moveTo>
                  <a:lnTo>
                    <a:pt x="13040" y="2344"/>
                  </a:lnTo>
                  <a:lnTo>
                    <a:pt x="12302" y="939"/>
                  </a:lnTo>
                  <a:lnTo>
                    <a:pt x="11563" y="2699"/>
                  </a:lnTo>
                  <a:lnTo>
                    <a:pt x="10833" y="27"/>
                  </a:lnTo>
                  <a:lnTo>
                    <a:pt x="9703" y="2453"/>
                  </a:lnTo>
                  <a:lnTo>
                    <a:pt x="8554" y="620"/>
                  </a:lnTo>
                  <a:lnTo>
                    <a:pt x="7615" y="1687"/>
                  </a:lnTo>
                  <a:lnTo>
                    <a:pt x="6511" y="876"/>
                  </a:lnTo>
                  <a:lnTo>
                    <a:pt x="6393" y="1040"/>
                  </a:lnTo>
                  <a:lnTo>
                    <a:pt x="5864" y="1769"/>
                  </a:lnTo>
                  <a:lnTo>
                    <a:pt x="5454" y="2316"/>
                  </a:lnTo>
                  <a:lnTo>
                    <a:pt x="4378" y="648"/>
                  </a:lnTo>
                  <a:lnTo>
                    <a:pt x="3438" y="1979"/>
                  </a:lnTo>
                  <a:lnTo>
                    <a:pt x="2344" y="638"/>
                  </a:lnTo>
                  <a:lnTo>
                    <a:pt x="1533" y="2298"/>
                  </a:lnTo>
                  <a:lnTo>
                    <a:pt x="821" y="520"/>
                  </a:lnTo>
                  <a:lnTo>
                    <a:pt x="101" y="1979"/>
                  </a:lnTo>
                  <a:lnTo>
                    <a:pt x="1" y="1860"/>
                  </a:lnTo>
                  <a:lnTo>
                    <a:pt x="1" y="2490"/>
                  </a:lnTo>
                  <a:lnTo>
                    <a:pt x="183" y="2717"/>
                  </a:lnTo>
                  <a:lnTo>
                    <a:pt x="785" y="1496"/>
                  </a:lnTo>
                  <a:lnTo>
                    <a:pt x="1505" y="3283"/>
                  </a:lnTo>
                  <a:lnTo>
                    <a:pt x="2426" y="1377"/>
                  </a:lnTo>
                  <a:lnTo>
                    <a:pt x="3466" y="2635"/>
                  </a:lnTo>
                  <a:lnTo>
                    <a:pt x="4368" y="1359"/>
                  </a:lnTo>
                  <a:lnTo>
                    <a:pt x="5371" y="2918"/>
                  </a:lnTo>
                  <a:lnTo>
                    <a:pt x="5536" y="2818"/>
                  </a:lnTo>
                  <a:lnTo>
                    <a:pt x="5554" y="2809"/>
                  </a:lnTo>
                  <a:lnTo>
                    <a:pt x="5590" y="2772"/>
                  </a:lnTo>
                  <a:lnTo>
                    <a:pt x="5645" y="2717"/>
                  </a:lnTo>
                  <a:lnTo>
                    <a:pt x="5727" y="2608"/>
                  </a:lnTo>
                  <a:lnTo>
                    <a:pt x="6046" y="2198"/>
                  </a:lnTo>
                  <a:lnTo>
                    <a:pt x="6602" y="1432"/>
                  </a:lnTo>
                  <a:lnTo>
                    <a:pt x="7678" y="2225"/>
                  </a:lnTo>
                  <a:lnTo>
                    <a:pt x="8499" y="1286"/>
                  </a:lnTo>
                  <a:lnTo>
                    <a:pt x="9757" y="3283"/>
                  </a:lnTo>
                  <a:lnTo>
                    <a:pt x="10733" y="1186"/>
                  </a:lnTo>
                  <a:lnTo>
                    <a:pt x="11481" y="3921"/>
                  </a:lnTo>
                  <a:lnTo>
                    <a:pt x="12347" y="1879"/>
                  </a:lnTo>
                  <a:lnTo>
                    <a:pt x="13150" y="3392"/>
                  </a:lnTo>
                  <a:lnTo>
                    <a:pt x="13660" y="1669"/>
                  </a:lnTo>
                  <a:lnTo>
                    <a:pt x="14034" y="3575"/>
                  </a:lnTo>
                  <a:lnTo>
                    <a:pt x="15283" y="1249"/>
                  </a:lnTo>
                  <a:lnTo>
                    <a:pt x="16305" y="3055"/>
                  </a:lnTo>
                  <a:lnTo>
                    <a:pt x="17271" y="1541"/>
                  </a:lnTo>
                  <a:lnTo>
                    <a:pt x="18265" y="2891"/>
                  </a:lnTo>
                  <a:lnTo>
                    <a:pt x="19715" y="1404"/>
                  </a:lnTo>
                  <a:lnTo>
                    <a:pt x="20563" y="2544"/>
                  </a:lnTo>
                  <a:lnTo>
                    <a:pt x="21694" y="1477"/>
                  </a:lnTo>
                  <a:lnTo>
                    <a:pt x="22615" y="2216"/>
                  </a:lnTo>
                  <a:lnTo>
                    <a:pt x="23435" y="1559"/>
                  </a:lnTo>
                  <a:lnTo>
                    <a:pt x="24721" y="2918"/>
                  </a:lnTo>
                  <a:lnTo>
                    <a:pt x="25934" y="1377"/>
                  </a:lnTo>
                  <a:lnTo>
                    <a:pt x="26992" y="2964"/>
                  </a:lnTo>
                  <a:lnTo>
                    <a:pt x="27876" y="1468"/>
                  </a:lnTo>
                  <a:lnTo>
                    <a:pt x="28742" y="2462"/>
                  </a:lnTo>
                  <a:lnTo>
                    <a:pt x="29372" y="1404"/>
                  </a:lnTo>
                  <a:lnTo>
                    <a:pt x="30083" y="2262"/>
                  </a:lnTo>
                  <a:lnTo>
                    <a:pt x="30794" y="1486"/>
                  </a:lnTo>
                  <a:lnTo>
                    <a:pt x="31369" y="2763"/>
                  </a:lnTo>
                  <a:lnTo>
                    <a:pt x="32244" y="1423"/>
                  </a:lnTo>
                  <a:lnTo>
                    <a:pt x="32645" y="1824"/>
                  </a:lnTo>
                  <a:lnTo>
                    <a:pt x="32645" y="1258"/>
                  </a:lnTo>
                  <a:lnTo>
                    <a:pt x="32189" y="793"/>
                  </a:lnTo>
                  <a:lnTo>
                    <a:pt x="31442" y="1933"/>
                  </a:lnTo>
                  <a:lnTo>
                    <a:pt x="30922" y="766"/>
                  </a:lnTo>
                  <a:lnTo>
                    <a:pt x="30101" y="1660"/>
                  </a:lnTo>
                  <a:lnTo>
                    <a:pt x="29308" y="711"/>
                  </a:lnTo>
                  <a:lnTo>
                    <a:pt x="28679" y="1787"/>
                  </a:lnTo>
                  <a:lnTo>
                    <a:pt x="27812" y="784"/>
                  </a:lnTo>
                  <a:lnTo>
                    <a:pt x="26973" y="2207"/>
                  </a:lnTo>
                  <a:lnTo>
                    <a:pt x="25970" y="693"/>
                  </a:lnTo>
                  <a:lnTo>
                    <a:pt x="24694" y="2307"/>
                  </a:lnTo>
                  <a:lnTo>
                    <a:pt x="23472" y="1021"/>
                  </a:lnTo>
                  <a:lnTo>
                    <a:pt x="22615" y="1705"/>
                  </a:lnTo>
                  <a:lnTo>
                    <a:pt x="21676" y="948"/>
                  </a:lnTo>
                  <a:lnTo>
                    <a:pt x="20618" y="1952"/>
                  </a:lnTo>
                  <a:lnTo>
                    <a:pt x="19751" y="793"/>
                  </a:lnTo>
                  <a:lnTo>
                    <a:pt x="18311" y="2280"/>
                  </a:lnTo>
                  <a:lnTo>
                    <a:pt x="17253" y="830"/>
                  </a:lnTo>
                  <a:lnTo>
                    <a:pt x="16332" y="2289"/>
                  </a:lnTo>
                  <a:lnTo>
                    <a:pt x="15274" y="420"/>
                  </a:lnTo>
                  <a:lnTo>
                    <a:pt x="14207" y="2398"/>
                  </a:lnTo>
                  <a:lnTo>
                    <a:pt x="13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3">
              <a:extLst>
                <a:ext uri="{FF2B5EF4-FFF2-40B4-BE49-F238E27FC236}">
                  <a16:creationId xmlns:a16="http://schemas.microsoft.com/office/drawing/2014/main" id="{E10B9152-5186-E5B8-600A-1314E3F22065}"/>
                </a:ext>
              </a:extLst>
            </p:cNvPr>
            <p:cNvSpPr/>
            <p:nvPr/>
          </p:nvSpPr>
          <p:spPr>
            <a:xfrm>
              <a:off x="2261514" y="2832739"/>
              <a:ext cx="1007165" cy="1058024"/>
            </a:xfrm>
            <a:custGeom>
              <a:avLst/>
              <a:gdLst/>
              <a:ahLst/>
              <a:cxnLst/>
              <a:rect l="l" t="t" r="r" b="b"/>
              <a:pathLst>
                <a:path w="13169" h="13834" extrusionOk="0">
                  <a:moveTo>
                    <a:pt x="6639" y="1"/>
                  </a:moveTo>
                  <a:lnTo>
                    <a:pt x="6037" y="10"/>
                  </a:lnTo>
                  <a:lnTo>
                    <a:pt x="5436" y="28"/>
                  </a:lnTo>
                  <a:lnTo>
                    <a:pt x="4852" y="46"/>
                  </a:lnTo>
                  <a:lnTo>
                    <a:pt x="4277" y="83"/>
                  </a:lnTo>
                  <a:lnTo>
                    <a:pt x="3730" y="138"/>
                  </a:lnTo>
                  <a:lnTo>
                    <a:pt x="3201" y="201"/>
                  </a:lnTo>
                  <a:lnTo>
                    <a:pt x="2709" y="283"/>
                  </a:lnTo>
                  <a:lnTo>
                    <a:pt x="2481" y="329"/>
                  </a:lnTo>
                  <a:lnTo>
                    <a:pt x="2253" y="375"/>
                  </a:lnTo>
                  <a:lnTo>
                    <a:pt x="2043" y="429"/>
                  </a:lnTo>
                  <a:lnTo>
                    <a:pt x="1834" y="493"/>
                  </a:lnTo>
                  <a:lnTo>
                    <a:pt x="1642" y="557"/>
                  </a:lnTo>
                  <a:lnTo>
                    <a:pt x="1469" y="621"/>
                  </a:lnTo>
                  <a:lnTo>
                    <a:pt x="1296" y="694"/>
                  </a:lnTo>
                  <a:lnTo>
                    <a:pt x="1150" y="767"/>
                  </a:lnTo>
                  <a:lnTo>
                    <a:pt x="1004" y="858"/>
                  </a:lnTo>
                  <a:lnTo>
                    <a:pt x="885" y="940"/>
                  </a:lnTo>
                  <a:lnTo>
                    <a:pt x="776" y="1031"/>
                  </a:lnTo>
                  <a:lnTo>
                    <a:pt x="676" y="1132"/>
                  </a:lnTo>
                  <a:lnTo>
                    <a:pt x="603" y="1241"/>
                  </a:lnTo>
                  <a:lnTo>
                    <a:pt x="539" y="1350"/>
                  </a:lnTo>
                  <a:lnTo>
                    <a:pt x="493" y="1460"/>
                  </a:lnTo>
                  <a:lnTo>
                    <a:pt x="466" y="1587"/>
                  </a:lnTo>
                  <a:lnTo>
                    <a:pt x="466" y="1715"/>
                  </a:lnTo>
                  <a:lnTo>
                    <a:pt x="475" y="1852"/>
                  </a:lnTo>
                  <a:lnTo>
                    <a:pt x="521" y="2153"/>
                  </a:lnTo>
                  <a:lnTo>
                    <a:pt x="557" y="2481"/>
                  </a:lnTo>
                  <a:lnTo>
                    <a:pt x="584" y="2846"/>
                  </a:lnTo>
                  <a:lnTo>
                    <a:pt x="603" y="3238"/>
                  </a:lnTo>
                  <a:lnTo>
                    <a:pt x="612" y="3648"/>
                  </a:lnTo>
                  <a:lnTo>
                    <a:pt x="621" y="4086"/>
                  </a:lnTo>
                  <a:lnTo>
                    <a:pt x="621" y="4542"/>
                  </a:lnTo>
                  <a:lnTo>
                    <a:pt x="621" y="5007"/>
                  </a:lnTo>
                  <a:lnTo>
                    <a:pt x="594" y="5983"/>
                  </a:lnTo>
                  <a:lnTo>
                    <a:pt x="548" y="6977"/>
                  </a:lnTo>
                  <a:lnTo>
                    <a:pt x="493" y="7989"/>
                  </a:lnTo>
                  <a:lnTo>
                    <a:pt x="429" y="8983"/>
                  </a:lnTo>
                  <a:lnTo>
                    <a:pt x="356" y="9949"/>
                  </a:lnTo>
                  <a:lnTo>
                    <a:pt x="284" y="10852"/>
                  </a:lnTo>
                  <a:lnTo>
                    <a:pt x="147" y="12393"/>
                  </a:lnTo>
                  <a:lnTo>
                    <a:pt x="46" y="13451"/>
                  </a:lnTo>
                  <a:lnTo>
                    <a:pt x="1" y="13834"/>
                  </a:lnTo>
                  <a:lnTo>
                    <a:pt x="12895" y="13834"/>
                  </a:lnTo>
                  <a:lnTo>
                    <a:pt x="12758" y="13241"/>
                  </a:lnTo>
                  <a:lnTo>
                    <a:pt x="12621" y="12557"/>
                  </a:lnTo>
                  <a:lnTo>
                    <a:pt x="12448" y="11700"/>
                  </a:lnTo>
                  <a:lnTo>
                    <a:pt x="12265" y="10697"/>
                  </a:lnTo>
                  <a:lnTo>
                    <a:pt x="12174" y="10159"/>
                  </a:lnTo>
                  <a:lnTo>
                    <a:pt x="12083" y="9612"/>
                  </a:lnTo>
                  <a:lnTo>
                    <a:pt x="12001" y="9046"/>
                  </a:lnTo>
                  <a:lnTo>
                    <a:pt x="11928" y="8481"/>
                  </a:lnTo>
                  <a:lnTo>
                    <a:pt x="11855" y="7916"/>
                  </a:lnTo>
                  <a:lnTo>
                    <a:pt x="11800" y="7359"/>
                  </a:lnTo>
                  <a:lnTo>
                    <a:pt x="11791" y="7159"/>
                  </a:lnTo>
                  <a:lnTo>
                    <a:pt x="11791" y="6931"/>
                  </a:lnTo>
                  <a:lnTo>
                    <a:pt x="11791" y="6703"/>
                  </a:lnTo>
                  <a:lnTo>
                    <a:pt x="11809" y="6457"/>
                  </a:lnTo>
                  <a:lnTo>
                    <a:pt x="11828" y="6201"/>
                  </a:lnTo>
                  <a:lnTo>
                    <a:pt x="11855" y="5928"/>
                  </a:lnTo>
                  <a:lnTo>
                    <a:pt x="11937" y="5381"/>
                  </a:lnTo>
                  <a:lnTo>
                    <a:pt x="12037" y="4806"/>
                  </a:lnTo>
                  <a:lnTo>
                    <a:pt x="12156" y="4223"/>
                  </a:lnTo>
                  <a:lnTo>
                    <a:pt x="12284" y="3639"/>
                  </a:lnTo>
                  <a:lnTo>
                    <a:pt x="12411" y="3065"/>
                  </a:lnTo>
                  <a:lnTo>
                    <a:pt x="12548" y="2527"/>
                  </a:lnTo>
                  <a:lnTo>
                    <a:pt x="12685" y="2016"/>
                  </a:lnTo>
                  <a:lnTo>
                    <a:pt x="12931" y="1159"/>
                  </a:lnTo>
                  <a:lnTo>
                    <a:pt x="13104" y="575"/>
                  </a:lnTo>
                  <a:lnTo>
                    <a:pt x="13168" y="356"/>
                  </a:lnTo>
                  <a:lnTo>
                    <a:pt x="12603" y="302"/>
                  </a:lnTo>
                  <a:lnTo>
                    <a:pt x="11955" y="247"/>
                  </a:lnTo>
                  <a:lnTo>
                    <a:pt x="11116" y="174"/>
                  </a:lnTo>
                  <a:lnTo>
                    <a:pt x="10122" y="110"/>
                  </a:lnTo>
                  <a:lnTo>
                    <a:pt x="9019" y="56"/>
                  </a:lnTo>
                  <a:lnTo>
                    <a:pt x="8445" y="37"/>
                  </a:lnTo>
                  <a:lnTo>
                    <a:pt x="7843" y="19"/>
                  </a:lnTo>
                  <a:lnTo>
                    <a:pt x="7241" y="10"/>
                  </a:lnTo>
                  <a:lnTo>
                    <a:pt x="66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3">
              <a:extLst>
                <a:ext uri="{FF2B5EF4-FFF2-40B4-BE49-F238E27FC236}">
                  <a16:creationId xmlns:a16="http://schemas.microsoft.com/office/drawing/2014/main" id="{E5210A66-7BF5-89A5-A192-FA8C6BBD8F30}"/>
                </a:ext>
              </a:extLst>
            </p:cNvPr>
            <p:cNvSpPr/>
            <p:nvPr/>
          </p:nvSpPr>
          <p:spPr>
            <a:xfrm>
              <a:off x="1833383" y="1453351"/>
              <a:ext cx="1692579" cy="1693344"/>
            </a:xfrm>
            <a:custGeom>
              <a:avLst/>
              <a:gdLst/>
              <a:ahLst/>
              <a:cxnLst/>
              <a:rect l="l" t="t" r="r" b="b"/>
              <a:pathLst>
                <a:path w="22131" h="22141" extrusionOk="0">
                  <a:moveTo>
                    <a:pt x="11061" y="0"/>
                  </a:moveTo>
                  <a:lnTo>
                    <a:pt x="10778" y="9"/>
                  </a:lnTo>
                  <a:lnTo>
                    <a:pt x="10496" y="19"/>
                  </a:lnTo>
                  <a:lnTo>
                    <a:pt x="10213" y="37"/>
                  </a:lnTo>
                  <a:lnTo>
                    <a:pt x="9930" y="64"/>
                  </a:lnTo>
                  <a:lnTo>
                    <a:pt x="9657" y="91"/>
                  </a:lnTo>
                  <a:lnTo>
                    <a:pt x="9374" y="128"/>
                  </a:lnTo>
                  <a:lnTo>
                    <a:pt x="9100" y="174"/>
                  </a:lnTo>
                  <a:lnTo>
                    <a:pt x="8836" y="228"/>
                  </a:lnTo>
                  <a:lnTo>
                    <a:pt x="8562" y="283"/>
                  </a:lnTo>
                  <a:lnTo>
                    <a:pt x="8298" y="356"/>
                  </a:lnTo>
                  <a:lnTo>
                    <a:pt x="8034" y="420"/>
                  </a:lnTo>
                  <a:lnTo>
                    <a:pt x="7769" y="502"/>
                  </a:lnTo>
                  <a:lnTo>
                    <a:pt x="7514" y="584"/>
                  </a:lnTo>
                  <a:lnTo>
                    <a:pt x="7258" y="675"/>
                  </a:lnTo>
                  <a:lnTo>
                    <a:pt x="7003" y="775"/>
                  </a:lnTo>
                  <a:lnTo>
                    <a:pt x="6757" y="876"/>
                  </a:lnTo>
                  <a:lnTo>
                    <a:pt x="6511" y="985"/>
                  </a:lnTo>
                  <a:lnTo>
                    <a:pt x="6264" y="1095"/>
                  </a:lnTo>
                  <a:lnTo>
                    <a:pt x="6027" y="1213"/>
                  </a:lnTo>
                  <a:lnTo>
                    <a:pt x="5790" y="1341"/>
                  </a:lnTo>
                  <a:lnTo>
                    <a:pt x="5553" y="1468"/>
                  </a:lnTo>
                  <a:lnTo>
                    <a:pt x="5325" y="1605"/>
                  </a:lnTo>
                  <a:lnTo>
                    <a:pt x="5097" y="1751"/>
                  </a:lnTo>
                  <a:lnTo>
                    <a:pt x="4878" y="1897"/>
                  </a:lnTo>
                  <a:lnTo>
                    <a:pt x="4660" y="2043"/>
                  </a:lnTo>
                  <a:lnTo>
                    <a:pt x="4441" y="2198"/>
                  </a:lnTo>
                  <a:lnTo>
                    <a:pt x="4231" y="2362"/>
                  </a:lnTo>
                  <a:lnTo>
                    <a:pt x="4021" y="2526"/>
                  </a:lnTo>
                  <a:lnTo>
                    <a:pt x="3821" y="2699"/>
                  </a:lnTo>
                  <a:lnTo>
                    <a:pt x="3620" y="2882"/>
                  </a:lnTo>
                  <a:lnTo>
                    <a:pt x="3429" y="3055"/>
                  </a:lnTo>
                  <a:lnTo>
                    <a:pt x="3237" y="3246"/>
                  </a:lnTo>
                  <a:lnTo>
                    <a:pt x="3055" y="3438"/>
                  </a:lnTo>
                  <a:lnTo>
                    <a:pt x="2872" y="3629"/>
                  </a:lnTo>
                  <a:lnTo>
                    <a:pt x="2699" y="3830"/>
                  </a:lnTo>
                  <a:lnTo>
                    <a:pt x="2526" y="4031"/>
                  </a:lnTo>
                  <a:lnTo>
                    <a:pt x="2353" y="4240"/>
                  </a:lnTo>
                  <a:lnTo>
                    <a:pt x="2198" y="4450"/>
                  </a:lnTo>
                  <a:lnTo>
                    <a:pt x="2043" y="4660"/>
                  </a:lnTo>
                  <a:lnTo>
                    <a:pt x="1888" y="4879"/>
                  </a:lnTo>
                  <a:lnTo>
                    <a:pt x="1742" y="5107"/>
                  </a:lnTo>
                  <a:lnTo>
                    <a:pt x="1596" y="5335"/>
                  </a:lnTo>
                  <a:lnTo>
                    <a:pt x="1459" y="5563"/>
                  </a:lnTo>
                  <a:lnTo>
                    <a:pt x="1331" y="5800"/>
                  </a:lnTo>
                  <a:lnTo>
                    <a:pt x="1204" y="6028"/>
                  </a:lnTo>
                  <a:lnTo>
                    <a:pt x="1085" y="6274"/>
                  </a:lnTo>
                  <a:lnTo>
                    <a:pt x="976" y="6520"/>
                  </a:lnTo>
                  <a:lnTo>
                    <a:pt x="866" y="6766"/>
                  </a:lnTo>
                  <a:lnTo>
                    <a:pt x="766" y="7012"/>
                  </a:lnTo>
                  <a:lnTo>
                    <a:pt x="666" y="7268"/>
                  </a:lnTo>
                  <a:lnTo>
                    <a:pt x="574" y="7523"/>
                  </a:lnTo>
                  <a:lnTo>
                    <a:pt x="492" y="7778"/>
                  </a:lnTo>
                  <a:lnTo>
                    <a:pt x="419" y="8043"/>
                  </a:lnTo>
                  <a:lnTo>
                    <a:pt x="347" y="8307"/>
                  </a:lnTo>
                  <a:lnTo>
                    <a:pt x="283" y="8572"/>
                  </a:lnTo>
                  <a:lnTo>
                    <a:pt x="219" y="8836"/>
                  </a:lnTo>
                  <a:lnTo>
                    <a:pt x="173" y="9110"/>
                  </a:lnTo>
                  <a:lnTo>
                    <a:pt x="128" y="9383"/>
                  </a:lnTo>
                  <a:lnTo>
                    <a:pt x="82" y="9657"/>
                  </a:lnTo>
                  <a:lnTo>
                    <a:pt x="55" y="9940"/>
                  </a:lnTo>
                  <a:lnTo>
                    <a:pt x="27" y="10222"/>
                  </a:lnTo>
                  <a:lnTo>
                    <a:pt x="9" y="10505"/>
                  </a:lnTo>
                  <a:lnTo>
                    <a:pt x="0" y="10788"/>
                  </a:lnTo>
                  <a:lnTo>
                    <a:pt x="0" y="11070"/>
                  </a:lnTo>
                  <a:lnTo>
                    <a:pt x="0" y="11353"/>
                  </a:lnTo>
                  <a:lnTo>
                    <a:pt x="9" y="11636"/>
                  </a:lnTo>
                  <a:lnTo>
                    <a:pt x="27" y="11918"/>
                  </a:lnTo>
                  <a:lnTo>
                    <a:pt x="55" y="12201"/>
                  </a:lnTo>
                  <a:lnTo>
                    <a:pt x="82" y="12484"/>
                  </a:lnTo>
                  <a:lnTo>
                    <a:pt x="128" y="12757"/>
                  </a:lnTo>
                  <a:lnTo>
                    <a:pt x="173" y="13031"/>
                  </a:lnTo>
                  <a:lnTo>
                    <a:pt x="219" y="13304"/>
                  </a:lnTo>
                  <a:lnTo>
                    <a:pt x="283" y="13569"/>
                  </a:lnTo>
                  <a:lnTo>
                    <a:pt x="347" y="13833"/>
                  </a:lnTo>
                  <a:lnTo>
                    <a:pt x="419" y="14098"/>
                  </a:lnTo>
                  <a:lnTo>
                    <a:pt x="492" y="14362"/>
                  </a:lnTo>
                  <a:lnTo>
                    <a:pt x="574" y="14617"/>
                  </a:lnTo>
                  <a:lnTo>
                    <a:pt x="666" y="14873"/>
                  </a:lnTo>
                  <a:lnTo>
                    <a:pt x="766" y="15128"/>
                  </a:lnTo>
                  <a:lnTo>
                    <a:pt x="866" y="15374"/>
                  </a:lnTo>
                  <a:lnTo>
                    <a:pt x="976" y="15630"/>
                  </a:lnTo>
                  <a:lnTo>
                    <a:pt x="1085" y="15867"/>
                  </a:lnTo>
                  <a:lnTo>
                    <a:pt x="1204" y="16113"/>
                  </a:lnTo>
                  <a:lnTo>
                    <a:pt x="1331" y="16350"/>
                  </a:lnTo>
                  <a:lnTo>
                    <a:pt x="1459" y="16578"/>
                  </a:lnTo>
                  <a:lnTo>
                    <a:pt x="1596" y="16806"/>
                  </a:lnTo>
                  <a:lnTo>
                    <a:pt x="1742" y="17034"/>
                  </a:lnTo>
                  <a:lnTo>
                    <a:pt x="1888" y="17262"/>
                  </a:lnTo>
                  <a:lnTo>
                    <a:pt x="2043" y="17481"/>
                  </a:lnTo>
                  <a:lnTo>
                    <a:pt x="2198" y="17690"/>
                  </a:lnTo>
                  <a:lnTo>
                    <a:pt x="2353" y="17900"/>
                  </a:lnTo>
                  <a:lnTo>
                    <a:pt x="2526" y="18110"/>
                  </a:lnTo>
                  <a:lnTo>
                    <a:pt x="2699" y="18310"/>
                  </a:lnTo>
                  <a:lnTo>
                    <a:pt x="2872" y="18511"/>
                  </a:lnTo>
                  <a:lnTo>
                    <a:pt x="3055" y="18702"/>
                  </a:lnTo>
                  <a:lnTo>
                    <a:pt x="3237" y="18894"/>
                  </a:lnTo>
                  <a:lnTo>
                    <a:pt x="3429" y="19085"/>
                  </a:lnTo>
                  <a:lnTo>
                    <a:pt x="3620" y="19259"/>
                  </a:lnTo>
                  <a:lnTo>
                    <a:pt x="3821" y="19441"/>
                  </a:lnTo>
                  <a:lnTo>
                    <a:pt x="4021" y="19614"/>
                  </a:lnTo>
                  <a:lnTo>
                    <a:pt x="4231" y="19778"/>
                  </a:lnTo>
                  <a:lnTo>
                    <a:pt x="4441" y="19943"/>
                  </a:lnTo>
                  <a:lnTo>
                    <a:pt x="4660" y="20098"/>
                  </a:lnTo>
                  <a:lnTo>
                    <a:pt x="4878" y="20244"/>
                  </a:lnTo>
                  <a:lnTo>
                    <a:pt x="5097" y="20399"/>
                  </a:lnTo>
                  <a:lnTo>
                    <a:pt x="5325" y="20535"/>
                  </a:lnTo>
                  <a:lnTo>
                    <a:pt x="5553" y="20672"/>
                  </a:lnTo>
                  <a:lnTo>
                    <a:pt x="5790" y="20800"/>
                  </a:lnTo>
                  <a:lnTo>
                    <a:pt x="6027" y="20927"/>
                  </a:lnTo>
                  <a:lnTo>
                    <a:pt x="6264" y="21046"/>
                  </a:lnTo>
                  <a:lnTo>
                    <a:pt x="6511" y="21164"/>
                  </a:lnTo>
                  <a:lnTo>
                    <a:pt x="6757" y="21265"/>
                  </a:lnTo>
                  <a:lnTo>
                    <a:pt x="7003" y="21374"/>
                  </a:lnTo>
                  <a:lnTo>
                    <a:pt x="7258" y="21465"/>
                  </a:lnTo>
                  <a:lnTo>
                    <a:pt x="7514" y="21557"/>
                  </a:lnTo>
                  <a:lnTo>
                    <a:pt x="7769" y="21639"/>
                  </a:lnTo>
                  <a:lnTo>
                    <a:pt x="8034" y="21721"/>
                  </a:lnTo>
                  <a:lnTo>
                    <a:pt x="8298" y="21794"/>
                  </a:lnTo>
                  <a:lnTo>
                    <a:pt x="8562" y="21857"/>
                  </a:lnTo>
                  <a:lnTo>
                    <a:pt x="8836" y="21912"/>
                  </a:lnTo>
                  <a:lnTo>
                    <a:pt x="9100" y="21967"/>
                  </a:lnTo>
                  <a:lnTo>
                    <a:pt x="9374" y="22013"/>
                  </a:lnTo>
                  <a:lnTo>
                    <a:pt x="9657" y="22049"/>
                  </a:lnTo>
                  <a:lnTo>
                    <a:pt x="9930" y="22076"/>
                  </a:lnTo>
                  <a:lnTo>
                    <a:pt x="10213" y="22104"/>
                  </a:lnTo>
                  <a:lnTo>
                    <a:pt x="10496" y="22122"/>
                  </a:lnTo>
                  <a:lnTo>
                    <a:pt x="10778" y="22131"/>
                  </a:lnTo>
                  <a:lnTo>
                    <a:pt x="11061" y="22140"/>
                  </a:lnTo>
                  <a:lnTo>
                    <a:pt x="11462" y="22131"/>
                  </a:lnTo>
                  <a:lnTo>
                    <a:pt x="11863" y="22113"/>
                  </a:lnTo>
                  <a:lnTo>
                    <a:pt x="12255" y="22076"/>
                  </a:lnTo>
                  <a:lnTo>
                    <a:pt x="12648" y="22022"/>
                  </a:lnTo>
                  <a:lnTo>
                    <a:pt x="13031" y="21967"/>
                  </a:lnTo>
                  <a:lnTo>
                    <a:pt x="13413" y="21885"/>
                  </a:lnTo>
                  <a:lnTo>
                    <a:pt x="13787" y="21803"/>
                  </a:lnTo>
                  <a:lnTo>
                    <a:pt x="14161" y="21702"/>
                  </a:lnTo>
                  <a:lnTo>
                    <a:pt x="14526" y="21584"/>
                  </a:lnTo>
                  <a:lnTo>
                    <a:pt x="14891" y="21456"/>
                  </a:lnTo>
                  <a:lnTo>
                    <a:pt x="15246" y="21319"/>
                  </a:lnTo>
                  <a:lnTo>
                    <a:pt x="15593" y="21174"/>
                  </a:lnTo>
                  <a:lnTo>
                    <a:pt x="15930" y="21009"/>
                  </a:lnTo>
                  <a:lnTo>
                    <a:pt x="16268" y="20836"/>
                  </a:lnTo>
                  <a:lnTo>
                    <a:pt x="16596" y="20654"/>
                  </a:lnTo>
                  <a:lnTo>
                    <a:pt x="16924" y="20462"/>
                  </a:lnTo>
                  <a:lnTo>
                    <a:pt x="17207" y="20271"/>
                  </a:lnTo>
                  <a:lnTo>
                    <a:pt x="17499" y="20079"/>
                  </a:lnTo>
                  <a:lnTo>
                    <a:pt x="17772" y="19870"/>
                  </a:lnTo>
                  <a:lnTo>
                    <a:pt x="18046" y="19660"/>
                  </a:lnTo>
                  <a:lnTo>
                    <a:pt x="18310" y="19441"/>
                  </a:lnTo>
                  <a:lnTo>
                    <a:pt x="18566" y="19213"/>
                  </a:lnTo>
                  <a:lnTo>
                    <a:pt x="18812" y="18976"/>
                  </a:lnTo>
                  <a:lnTo>
                    <a:pt x="19058" y="18730"/>
                  </a:lnTo>
                  <a:lnTo>
                    <a:pt x="19286" y="18475"/>
                  </a:lnTo>
                  <a:lnTo>
                    <a:pt x="19514" y="18219"/>
                  </a:lnTo>
                  <a:lnTo>
                    <a:pt x="19733" y="17946"/>
                  </a:lnTo>
                  <a:lnTo>
                    <a:pt x="19942" y="17672"/>
                  </a:lnTo>
                  <a:lnTo>
                    <a:pt x="20143" y="17399"/>
                  </a:lnTo>
                  <a:lnTo>
                    <a:pt x="20344" y="17107"/>
                  </a:lnTo>
                  <a:lnTo>
                    <a:pt x="20526" y="16815"/>
                  </a:lnTo>
                  <a:lnTo>
                    <a:pt x="20699" y="16514"/>
                  </a:lnTo>
                  <a:lnTo>
                    <a:pt x="20863" y="16213"/>
                  </a:lnTo>
                  <a:lnTo>
                    <a:pt x="21018" y="15903"/>
                  </a:lnTo>
                  <a:lnTo>
                    <a:pt x="21173" y="15584"/>
                  </a:lnTo>
                  <a:lnTo>
                    <a:pt x="21310" y="15265"/>
                  </a:lnTo>
                  <a:lnTo>
                    <a:pt x="21438" y="14946"/>
                  </a:lnTo>
                  <a:lnTo>
                    <a:pt x="21556" y="14608"/>
                  </a:lnTo>
                  <a:lnTo>
                    <a:pt x="21657" y="14271"/>
                  </a:lnTo>
                  <a:lnTo>
                    <a:pt x="21757" y="13933"/>
                  </a:lnTo>
                  <a:lnTo>
                    <a:pt x="21839" y="13587"/>
                  </a:lnTo>
                  <a:lnTo>
                    <a:pt x="21921" y="13240"/>
                  </a:lnTo>
                  <a:lnTo>
                    <a:pt x="21985" y="12885"/>
                  </a:lnTo>
                  <a:lnTo>
                    <a:pt x="22040" y="12529"/>
                  </a:lnTo>
                  <a:lnTo>
                    <a:pt x="22076" y="12174"/>
                  </a:lnTo>
                  <a:lnTo>
                    <a:pt x="22104" y="11809"/>
                  </a:lnTo>
                  <a:lnTo>
                    <a:pt x="22122" y="11444"/>
                  </a:lnTo>
                  <a:lnTo>
                    <a:pt x="22131" y="11070"/>
                  </a:lnTo>
                  <a:lnTo>
                    <a:pt x="22122" y="10578"/>
                  </a:lnTo>
                  <a:lnTo>
                    <a:pt x="22085" y="10095"/>
                  </a:lnTo>
                  <a:lnTo>
                    <a:pt x="22040" y="9611"/>
                  </a:lnTo>
                  <a:lnTo>
                    <a:pt x="21967" y="9137"/>
                  </a:lnTo>
                  <a:lnTo>
                    <a:pt x="21866" y="8672"/>
                  </a:lnTo>
                  <a:lnTo>
                    <a:pt x="21757" y="8216"/>
                  </a:lnTo>
                  <a:lnTo>
                    <a:pt x="21629" y="7760"/>
                  </a:lnTo>
                  <a:lnTo>
                    <a:pt x="21483" y="7322"/>
                  </a:lnTo>
                  <a:lnTo>
                    <a:pt x="21310" y="6885"/>
                  </a:lnTo>
                  <a:lnTo>
                    <a:pt x="21128" y="6456"/>
                  </a:lnTo>
                  <a:lnTo>
                    <a:pt x="20927" y="6046"/>
                  </a:lnTo>
                  <a:lnTo>
                    <a:pt x="20708" y="5636"/>
                  </a:lnTo>
                  <a:lnTo>
                    <a:pt x="20471" y="5243"/>
                  </a:lnTo>
                  <a:lnTo>
                    <a:pt x="20225" y="4851"/>
                  </a:lnTo>
                  <a:lnTo>
                    <a:pt x="19952" y="4478"/>
                  </a:lnTo>
                  <a:lnTo>
                    <a:pt x="19678" y="4122"/>
                  </a:lnTo>
                  <a:lnTo>
                    <a:pt x="19477" y="3885"/>
                  </a:lnTo>
                  <a:lnTo>
                    <a:pt x="19286" y="3657"/>
                  </a:lnTo>
                  <a:lnTo>
                    <a:pt x="19076" y="3438"/>
                  </a:lnTo>
                  <a:lnTo>
                    <a:pt x="18866" y="3219"/>
                  </a:lnTo>
                  <a:lnTo>
                    <a:pt x="18648" y="3009"/>
                  </a:lnTo>
                  <a:lnTo>
                    <a:pt x="18429" y="2809"/>
                  </a:lnTo>
                  <a:lnTo>
                    <a:pt x="18201" y="2608"/>
                  </a:lnTo>
                  <a:lnTo>
                    <a:pt x="17964" y="2417"/>
                  </a:lnTo>
                  <a:lnTo>
                    <a:pt x="17727" y="2234"/>
                  </a:lnTo>
                  <a:lnTo>
                    <a:pt x="17480" y="2052"/>
                  </a:lnTo>
                  <a:lnTo>
                    <a:pt x="17234" y="1879"/>
                  </a:lnTo>
                  <a:lnTo>
                    <a:pt x="16979" y="1715"/>
                  </a:lnTo>
                  <a:lnTo>
                    <a:pt x="16714" y="1550"/>
                  </a:lnTo>
                  <a:lnTo>
                    <a:pt x="16450" y="1405"/>
                  </a:lnTo>
                  <a:lnTo>
                    <a:pt x="16186" y="1259"/>
                  </a:lnTo>
                  <a:lnTo>
                    <a:pt x="15912" y="1122"/>
                  </a:lnTo>
                  <a:lnTo>
                    <a:pt x="15638" y="985"/>
                  </a:lnTo>
                  <a:lnTo>
                    <a:pt x="15356" y="867"/>
                  </a:lnTo>
                  <a:lnTo>
                    <a:pt x="15073" y="748"/>
                  </a:lnTo>
                  <a:lnTo>
                    <a:pt x="14781" y="648"/>
                  </a:lnTo>
                  <a:lnTo>
                    <a:pt x="14489" y="547"/>
                  </a:lnTo>
                  <a:lnTo>
                    <a:pt x="14198" y="456"/>
                  </a:lnTo>
                  <a:lnTo>
                    <a:pt x="13897" y="365"/>
                  </a:lnTo>
                  <a:lnTo>
                    <a:pt x="13596" y="292"/>
                  </a:lnTo>
                  <a:lnTo>
                    <a:pt x="13286" y="228"/>
                  </a:lnTo>
                  <a:lnTo>
                    <a:pt x="12976" y="164"/>
                  </a:lnTo>
                  <a:lnTo>
                    <a:pt x="12666" y="119"/>
                  </a:lnTo>
                  <a:lnTo>
                    <a:pt x="12347" y="73"/>
                  </a:lnTo>
                  <a:lnTo>
                    <a:pt x="12027" y="46"/>
                  </a:lnTo>
                  <a:lnTo>
                    <a:pt x="11708" y="19"/>
                  </a:lnTo>
                  <a:lnTo>
                    <a:pt x="11389" y="9"/>
                  </a:lnTo>
                  <a:lnTo>
                    <a:pt x="110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3">
              <a:extLst>
                <a:ext uri="{FF2B5EF4-FFF2-40B4-BE49-F238E27FC236}">
                  <a16:creationId xmlns:a16="http://schemas.microsoft.com/office/drawing/2014/main" id="{AEB66FC6-32C9-00F6-921A-D6367DF99E7A}"/>
                </a:ext>
              </a:extLst>
            </p:cNvPr>
            <p:cNvSpPr/>
            <p:nvPr/>
          </p:nvSpPr>
          <p:spPr>
            <a:xfrm>
              <a:off x="1615800" y="1453351"/>
              <a:ext cx="1839726" cy="1928367"/>
            </a:xfrm>
            <a:custGeom>
              <a:avLst/>
              <a:gdLst/>
              <a:ahLst/>
              <a:cxnLst/>
              <a:rect l="l" t="t" r="r" b="b"/>
              <a:pathLst>
                <a:path w="24055" h="25214" extrusionOk="0">
                  <a:moveTo>
                    <a:pt x="13942" y="0"/>
                  </a:moveTo>
                  <a:lnTo>
                    <a:pt x="13550" y="9"/>
                  </a:lnTo>
                  <a:lnTo>
                    <a:pt x="13158" y="19"/>
                  </a:lnTo>
                  <a:lnTo>
                    <a:pt x="12757" y="37"/>
                  </a:lnTo>
                  <a:lnTo>
                    <a:pt x="12374" y="64"/>
                  </a:lnTo>
                  <a:lnTo>
                    <a:pt x="11936" y="101"/>
                  </a:lnTo>
                  <a:lnTo>
                    <a:pt x="11508" y="146"/>
                  </a:lnTo>
                  <a:lnTo>
                    <a:pt x="11079" y="201"/>
                  </a:lnTo>
                  <a:lnTo>
                    <a:pt x="10660" y="265"/>
                  </a:lnTo>
                  <a:lnTo>
                    <a:pt x="10249" y="338"/>
                  </a:lnTo>
                  <a:lnTo>
                    <a:pt x="9839" y="420"/>
                  </a:lnTo>
                  <a:lnTo>
                    <a:pt x="9438" y="502"/>
                  </a:lnTo>
                  <a:lnTo>
                    <a:pt x="9046" y="593"/>
                  </a:lnTo>
                  <a:lnTo>
                    <a:pt x="8799" y="666"/>
                  </a:lnTo>
                  <a:lnTo>
                    <a:pt x="8544" y="739"/>
                  </a:lnTo>
                  <a:lnTo>
                    <a:pt x="8307" y="812"/>
                  </a:lnTo>
                  <a:lnTo>
                    <a:pt x="8061" y="894"/>
                  </a:lnTo>
                  <a:lnTo>
                    <a:pt x="7833" y="985"/>
                  </a:lnTo>
                  <a:lnTo>
                    <a:pt x="7596" y="1076"/>
                  </a:lnTo>
                  <a:lnTo>
                    <a:pt x="7377" y="1177"/>
                  </a:lnTo>
                  <a:lnTo>
                    <a:pt x="7158" y="1286"/>
                  </a:lnTo>
                  <a:lnTo>
                    <a:pt x="6939" y="1395"/>
                  </a:lnTo>
                  <a:lnTo>
                    <a:pt x="6720" y="1505"/>
                  </a:lnTo>
                  <a:lnTo>
                    <a:pt x="6520" y="1633"/>
                  </a:lnTo>
                  <a:lnTo>
                    <a:pt x="6310" y="1760"/>
                  </a:lnTo>
                  <a:lnTo>
                    <a:pt x="6109" y="1888"/>
                  </a:lnTo>
                  <a:lnTo>
                    <a:pt x="5918" y="2025"/>
                  </a:lnTo>
                  <a:lnTo>
                    <a:pt x="5726" y="2171"/>
                  </a:lnTo>
                  <a:lnTo>
                    <a:pt x="5544" y="2316"/>
                  </a:lnTo>
                  <a:lnTo>
                    <a:pt x="5362" y="2462"/>
                  </a:lnTo>
                  <a:lnTo>
                    <a:pt x="5179" y="2626"/>
                  </a:lnTo>
                  <a:lnTo>
                    <a:pt x="5006" y="2781"/>
                  </a:lnTo>
                  <a:lnTo>
                    <a:pt x="4842" y="2955"/>
                  </a:lnTo>
                  <a:lnTo>
                    <a:pt x="4669" y="3128"/>
                  </a:lnTo>
                  <a:lnTo>
                    <a:pt x="4514" y="3301"/>
                  </a:lnTo>
                  <a:lnTo>
                    <a:pt x="4350" y="3484"/>
                  </a:lnTo>
                  <a:lnTo>
                    <a:pt x="4195" y="3675"/>
                  </a:lnTo>
                  <a:lnTo>
                    <a:pt x="4049" y="3867"/>
                  </a:lnTo>
                  <a:lnTo>
                    <a:pt x="3903" y="4058"/>
                  </a:lnTo>
                  <a:lnTo>
                    <a:pt x="3757" y="4259"/>
                  </a:lnTo>
                  <a:lnTo>
                    <a:pt x="3620" y="4468"/>
                  </a:lnTo>
                  <a:lnTo>
                    <a:pt x="3492" y="4678"/>
                  </a:lnTo>
                  <a:lnTo>
                    <a:pt x="3356" y="4897"/>
                  </a:lnTo>
                  <a:lnTo>
                    <a:pt x="3228" y="5116"/>
                  </a:lnTo>
                  <a:lnTo>
                    <a:pt x="3109" y="5344"/>
                  </a:lnTo>
                  <a:lnTo>
                    <a:pt x="2982" y="5581"/>
                  </a:lnTo>
                  <a:lnTo>
                    <a:pt x="2872" y="5818"/>
                  </a:lnTo>
                  <a:lnTo>
                    <a:pt x="2763" y="6064"/>
                  </a:lnTo>
                  <a:lnTo>
                    <a:pt x="2672" y="6319"/>
                  </a:lnTo>
                  <a:lnTo>
                    <a:pt x="2581" y="6575"/>
                  </a:lnTo>
                  <a:lnTo>
                    <a:pt x="2499" y="6830"/>
                  </a:lnTo>
                  <a:lnTo>
                    <a:pt x="2426" y="7095"/>
                  </a:lnTo>
                  <a:lnTo>
                    <a:pt x="2371" y="7359"/>
                  </a:lnTo>
                  <a:lnTo>
                    <a:pt x="2325" y="7623"/>
                  </a:lnTo>
                  <a:lnTo>
                    <a:pt x="2289" y="7888"/>
                  </a:lnTo>
                  <a:lnTo>
                    <a:pt x="2261" y="8161"/>
                  </a:lnTo>
                  <a:lnTo>
                    <a:pt x="2243" y="8426"/>
                  </a:lnTo>
                  <a:lnTo>
                    <a:pt x="2243" y="8699"/>
                  </a:lnTo>
                  <a:lnTo>
                    <a:pt x="2252" y="8973"/>
                  </a:lnTo>
                  <a:lnTo>
                    <a:pt x="2280" y="9237"/>
                  </a:lnTo>
                  <a:lnTo>
                    <a:pt x="2316" y="9511"/>
                  </a:lnTo>
                  <a:lnTo>
                    <a:pt x="2353" y="9730"/>
                  </a:lnTo>
                  <a:lnTo>
                    <a:pt x="2380" y="9940"/>
                  </a:lnTo>
                  <a:lnTo>
                    <a:pt x="2398" y="10149"/>
                  </a:lnTo>
                  <a:lnTo>
                    <a:pt x="2407" y="10350"/>
                  </a:lnTo>
                  <a:lnTo>
                    <a:pt x="2407" y="10541"/>
                  </a:lnTo>
                  <a:lnTo>
                    <a:pt x="2407" y="10733"/>
                  </a:lnTo>
                  <a:lnTo>
                    <a:pt x="2389" y="10924"/>
                  </a:lnTo>
                  <a:lnTo>
                    <a:pt x="2371" y="11116"/>
                  </a:lnTo>
                  <a:lnTo>
                    <a:pt x="2334" y="11298"/>
                  </a:lnTo>
                  <a:lnTo>
                    <a:pt x="2289" y="11481"/>
                  </a:lnTo>
                  <a:lnTo>
                    <a:pt x="2234" y="11663"/>
                  </a:lnTo>
                  <a:lnTo>
                    <a:pt x="2161" y="11845"/>
                  </a:lnTo>
                  <a:lnTo>
                    <a:pt x="2088" y="12028"/>
                  </a:lnTo>
                  <a:lnTo>
                    <a:pt x="1988" y="12219"/>
                  </a:lnTo>
                  <a:lnTo>
                    <a:pt x="1888" y="12402"/>
                  </a:lnTo>
                  <a:lnTo>
                    <a:pt x="1769" y="12593"/>
                  </a:lnTo>
                  <a:lnTo>
                    <a:pt x="1550" y="12940"/>
                  </a:lnTo>
                  <a:lnTo>
                    <a:pt x="1286" y="13395"/>
                  </a:lnTo>
                  <a:lnTo>
                    <a:pt x="994" y="13906"/>
                  </a:lnTo>
                  <a:lnTo>
                    <a:pt x="711" y="14444"/>
                  </a:lnTo>
                  <a:lnTo>
                    <a:pt x="219" y="15365"/>
                  </a:lnTo>
                  <a:lnTo>
                    <a:pt x="64" y="15666"/>
                  </a:lnTo>
                  <a:lnTo>
                    <a:pt x="9" y="15794"/>
                  </a:lnTo>
                  <a:lnTo>
                    <a:pt x="0" y="15848"/>
                  </a:lnTo>
                  <a:lnTo>
                    <a:pt x="9" y="15912"/>
                  </a:lnTo>
                  <a:lnTo>
                    <a:pt x="27" y="15958"/>
                  </a:lnTo>
                  <a:lnTo>
                    <a:pt x="55" y="16012"/>
                  </a:lnTo>
                  <a:lnTo>
                    <a:pt x="91" y="16058"/>
                  </a:lnTo>
                  <a:lnTo>
                    <a:pt x="137" y="16104"/>
                  </a:lnTo>
                  <a:lnTo>
                    <a:pt x="191" y="16149"/>
                  </a:lnTo>
                  <a:lnTo>
                    <a:pt x="246" y="16195"/>
                  </a:lnTo>
                  <a:lnTo>
                    <a:pt x="383" y="16268"/>
                  </a:lnTo>
                  <a:lnTo>
                    <a:pt x="529" y="16341"/>
                  </a:lnTo>
                  <a:lnTo>
                    <a:pt x="702" y="16405"/>
                  </a:lnTo>
                  <a:lnTo>
                    <a:pt x="875" y="16459"/>
                  </a:lnTo>
                  <a:lnTo>
                    <a:pt x="1240" y="16560"/>
                  </a:lnTo>
                  <a:lnTo>
                    <a:pt x="1587" y="16660"/>
                  </a:lnTo>
                  <a:lnTo>
                    <a:pt x="1742" y="16696"/>
                  </a:lnTo>
                  <a:lnTo>
                    <a:pt x="1878" y="16742"/>
                  </a:lnTo>
                  <a:lnTo>
                    <a:pt x="1988" y="16788"/>
                  </a:lnTo>
                  <a:lnTo>
                    <a:pt x="2061" y="16833"/>
                  </a:lnTo>
                  <a:lnTo>
                    <a:pt x="2143" y="16897"/>
                  </a:lnTo>
                  <a:lnTo>
                    <a:pt x="2198" y="16970"/>
                  </a:lnTo>
                  <a:lnTo>
                    <a:pt x="2252" y="17034"/>
                  </a:lnTo>
                  <a:lnTo>
                    <a:pt x="2298" y="17098"/>
                  </a:lnTo>
                  <a:lnTo>
                    <a:pt x="2325" y="17161"/>
                  </a:lnTo>
                  <a:lnTo>
                    <a:pt x="2343" y="17225"/>
                  </a:lnTo>
                  <a:lnTo>
                    <a:pt x="2362" y="17289"/>
                  </a:lnTo>
                  <a:lnTo>
                    <a:pt x="2362" y="17353"/>
                  </a:lnTo>
                  <a:lnTo>
                    <a:pt x="2362" y="17417"/>
                  </a:lnTo>
                  <a:lnTo>
                    <a:pt x="2353" y="17481"/>
                  </a:lnTo>
                  <a:lnTo>
                    <a:pt x="2343" y="17544"/>
                  </a:lnTo>
                  <a:lnTo>
                    <a:pt x="2316" y="17608"/>
                  </a:lnTo>
                  <a:lnTo>
                    <a:pt x="2261" y="17727"/>
                  </a:lnTo>
                  <a:lnTo>
                    <a:pt x="2198" y="17854"/>
                  </a:lnTo>
                  <a:lnTo>
                    <a:pt x="2033" y="18101"/>
                  </a:lnTo>
                  <a:lnTo>
                    <a:pt x="1951" y="18228"/>
                  </a:lnTo>
                  <a:lnTo>
                    <a:pt x="1869" y="18356"/>
                  </a:lnTo>
                  <a:lnTo>
                    <a:pt x="1805" y="18493"/>
                  </a:lnTo>
                  <a:lnTo>
                    <a:pt x="1751" y="18620"/>
                  </a:lnTo>
                  <a:lnTo>
                    <a:pt x="1733" y="18693"/>
                  </a:lnTo>
                  <a:lnTo>
                    <a:pt x="1723" y="18757"/>
                  </a:lnTo>
                  <a:lnTo>
                    <a:pt x="1714" y="18830"/>
                  </a:lnTo>
                  <a:lnTo>
                    <a:pt x="1714" y="18894"/>
                  </a:lnTo>
                  <a:lnTo>
                    <a:pt x="1733" y="18985"/>
                  </a:lnTo>
                  <a:lnTo>
                    <a:pt x="1760" y="19067"/>
                  </a:lnTo>
                  <a:lnTo>
                    <a:pt x="1805" y="19131"/>
                  </a:lnTo>
                  <a:lnTo>
                    <a:pt x="1869" y="19186"/>
                  </a:lnTo>
                  <a:lnTo>
                    <a:pt x="1933" y="19231"/>
                  </a:lnTo>
                  <a:lnTo>
                    <a:pt x="1997" y="19268"/>
                  </a:lnTo>
                  <a:lnTo>
                    <a:pt x="2134" y="19341"/>
                  </a:lnTo>
                  <a:lnTo>
                    <a:pt x="2198" y="19377"/>
                  </a:lnTo>
                  <a:lnTo>
                    <a:pt x="2252" y="19414"/>
                  </a:lnTo>
                  <a:lnTo>
                    <a:pt x="2298" y="19450"/>
                  </a:lnTo>
                  <a:lnTo>
                    <a:pt x="2316" y="19496"/>
                  </a:lnTo>
                  <a:lnTo>
                    <a:pt x="2325" y="19523"/>
                  </a:lnTo>
                  <a:lnTo>
                    <a:pt x="2325" y="19550"/>
                  </a:lnTo>
                  <a:lnTo>
                    <a:pt x="2307" y="19605"/>
                  </a:lnTo>
                  <a:lnTo>
                    <a:pt x="2271" y="19678"/>
                  </a:lnTo>
                  <a:lnTo>
                    <a:pt x="2198" y="19760"/>
                  </a:lnTo>
                  <a:lnTo>
                    <a:pt x="2052" y="19924"/>
                  </a:lnTo>
                  <a:lnTo>
                    <a:pt x="1997" y="19997"/>
                  </a:lnTo>
                  <a:lnTo>
                    <a:pt x="1961" y="20070"/>
                  </a:lnTo>
                  <a:lnTo>
                    <a:pt x="1951" y="20098"/>
                  </a:lnTo>
                  <a:lnTo>
                    <a:pt x="1951" y="20134"/>
                  </a:lnTo>
                  <a:lnTo>
                    <a:pt x="1951" y="20171"/>
                  </a:lnTo>
                  <a:lnTo>
                    <a:pt x="1961" y="20207"/>
                  </a:lnTo>
                  <a:lnTo>
                    <a:pt x="1979" y="20253"/>
                  </a:lnTo>
                  <a:lnTo>
                    <a:pt x="2006" y="20289"/>
                  </a:lnTo>
                  <a:lnTo>
                    <a:pt x="2079" y="20380"/>
                  </a:lnTo>
                  <a:lnTo>
                    <a:pt x="2152" y="20426"/>
                  </a:lnTo>
                  <a:lnTo>
                    <a:pt x="2225" y="20481"/>
                  </a:lnTo>
                  <a:lnTo>
                    <a:pt x="2280" y="20544"/>
                  </a:lnTo>
                  <a:lnTo>
                    <a:pt x="2325" y="20617"/>
                  </a:lnTo>
                  <a:lnTo>
                    <a:pt x="2371" y="20709"/>
                  </a:lnTo>
                  <a:lnTo>
                    <a:pt x="2407" y="20800"/>
                  </a:lnTo>
                  <a:lnTo>
                    <a:pt x="2426" y="20891"/>
                  </a:lnTo>
                  <a:lnTo>
                    <a:pt x="2453" y="21000"/>
                  </a:lnTo>
                  <a:lnTo>
                    <a:pt x="2462" y="21101"/>
                  </a:lnTo>
                  <a:lnTo>
                    <a:pt x="2471" y="21201"/>
                  </a:lnTo>
                  <a:lnTo>
                    <a:pt x="2471" y="21411"/>
                  </a:lnTo>
                  <a:lnTo>
                    <a:pt x="2462" y="21593"/>
                  </a:lnTo>
                  <a:lnTo>
                    <a:pt x="2435" y="21748"/>
                  </a:lnTo>
                  <a:lnTo>
                    <a:pt x="2435" y="21912"/>
                  </a:lnTo>
                  <a:lnTo>
                    <a:pt x="2416" y="22095"/>
                  </a:lnTo>
                  <a:lnTo>
                    <a:pt x="2371" y="22505"/>
                  </a:lnTo>
                  <a:lnTo>
                    <a:pt x="2334" y="22943"/>
                  </a:lnTo>
                  <a:lnTo>
                    <a:pt x="2325" y="23171"/>
                  </a:lnTo>
                  <a:lnTo>
                    <a:pt x="2316" y="23399"/>
                  </a:lnTo>
                  <a:lnTo>
                    <a:pt x="2334" y="23617"/>
                  </a:lnTo>
                  <a:lnTo>
                    <a:pt x="2353" y="23836"/>
                  </a:lnTo>
                  <a:lnTo>
                    <a:pt x="2398" y="24046"/>
                  </a:lnTo>
                  <a:lnTo>
                    <a:pt x="2426" y="24146"/>
                  </a:lnTo>
                  <a:lnTo>
                    <a:pt x="2462" y="24247"/>
                  </a:lnTo>
                  <a:lnTo>
                    <a:pt x="2508" y="24347"/>
                  </a:lnTo>
                  <a:lnTo>
                    <a:pt x="2553" y="24429"/>
                  </a:lnTo>
                  <a:lnTo>
                    <a:pt x="2608" y="24520"/>
                  </a:lnTo>
                  <a:lnTo>
                    <a:pt x="2663" y="24602"/>
                  </a:lnTo>
                  <a:lnTo>
                    <a:pt x="2736" y="24675"/>
                  </a:lnTo>
                  <a:lnTo>
                    <a:pt x="2809" y="24748"/>
                  </a:lnTo>
                  <a:lnTo>
                    <a:pt x="2900" y="24812"/>
                  </a:lnTo>
                  <a:lnTo>
                    <a:pt x="2991" y="24876"/>
                  </a:lnTo>
                  <a:lnTo>
                    <a:pt x="3091" y="24930"/>
                  </a:lnTo>
                  <a:lnTo>
                    <a:pt x="3201" y="24976"/>
                  </a:lnTo>
                  <a:lnTo>
                    <a:pt x="3337" y="25013"/>
                  </a:lnTo>
                  <a:lnTo>
                    <a:pt x="3492" y="25058"/>
                  </a:lnTo>
                  <a:lnTo>
                    <a:pt x="3666" y="25095"/>
                  </a:lnTo>
                  <a:lnTo>
                    <a:pt x="3848" y="25122"/>
                  </a:lnTo>
                  <a:lnTo>
                    <a:pt x="4049" y="25149"/>
                  </a:lnTo>
                  <a:lnTo>
                    <a:pt x="4268" y="25168"/>
                  </a:lnTo>
                  <a:lnTo>
                    <a:pt x="4495" y="25186"/>
                  </a:lnTo>
                  <a:lnTo>
                    <a:pt x="4742" y="25204"/>
                  </a:lnTo>
                  <a:lnTo>
                    <a:pt x="5261" y="25213"/>
                  </a:lnTo>
                  <a:lnTo>
                    <a:pt x="5836" y="25204"/>
                  </a:lnTo>
                  <a:lnTo>
                    <a:pt x="6456" y="25168"/>
                  </a:lnTo>
                  <a:lnTo>
                    <a:pt x="7113" y="25113"/>
                  </a:lnTo>
                  <a:lnTo>
                    <a:pt x="7796" y="25031"/>
                  </a:lnTo>
                  <a:lnTo>
                    <a:pt x="8152" y="24985"/>
                  </a:lnTo>
                  <a:lnTo>
                    <a:pt x="8508" y="24921"/>
                  </a:lnTo>
                  <a:lnTo>
                    <a:pt x="8882" y="24867"/>
                  </a:lnTo>
                  <a:lnTo>
                    <a:pt x="9246" y="24794"/>
                  </a:lnTo>
                  <a:lnTo>
                    <a:pt x="9629" y="24721"/>
                  </a:lnTo>
                  <a:lnTo>
                    <a:pt x="10003" y="24630"/>
                  </a:lnTo>
                  <a:lnTo>
                    <a:pt x="10395" y="24538"/>
                  </a:lnTo>
                  <a:lnTo>
                    <a:pt x="10778" y="24447"/>
                  </a:lnTo>
                  <a:lnTo>
                    <a:pt x="11170" y="24338"/>
                  </a:lnTo>
                  <a:lnTo>
                    <a:pt x="11553" y="24219"/>
                  </a:lnTo>
                  <a:lnTo>
                    <a:pt x="11945" y="24101"/>
                  </a:lnTo>
                  <a:lnTo>
                    <a:pt x="12337" y="23973"/>
                  </a:lnTo>
                  <a:lnTo>
                    <a:pt x="12730" y="23836"/>
                  </a:lnTo>
                  <a:lnTo>
                    <a:pt x="13122" y="23690"/>
                  </a:lnTo>
                  <a:lnTo>
                    <a:pt x="13514" y="23535"/>
                  </a:lnTo>
                  <a:lnTo>
                    <a:pt x="13897" y="23371"/>
                  </a:lnTo>
                  <a:lnTo>
                    <a:pt x="14280" y="23198"/>
                  </a:lnTo>
                  <a:lnTo>
                    <a:pt x="14663" y="23016"/>
                  </a:lnTo>
                  <a:lnTo>
                    <a:pt x="15037" y="22833"/>
                  </a:lnTo>
                  <a:lnTo>
                    <a:pt x="15410" y="22633"/>
                  </a:lnTo>
                  <a:lnTo>
                    <a:pt x="15775" y="22423"/>
                  </a:lnTo>
                  <a:lnTo>
                    <a:pt x="16140" y="22204"/>
                  </a:lnTo>
                  <a:lnTo>
                    <a:pt x="16496" y="21976"/>
                  </a:lnTo>
                  <a:lnTo>
                    <a:pt x="16842" y="21739"/>
                  </a:lnTo>
                  <a:lnTo>
                    <a:pt x="17189" y="21493"/>
                  </a:lnTo>
                  <a:lnTo>
                    <a:pt x="17517" y="21237"/>
                  </a:lnTo>
                  <a:lnTo>
                    <a:pt x="17845" y="20964"/>
                  </a:lnTo>
                  <a:lnTo>
                    <a:pt x="18155" y="20690"/>
                  </a:lnTo>
                  <a:lnTo>
                    <a:pt x="18456" y="20399"/>
                  </a:lnTo>
                  <a:lnTo>
                    <a:pt x="18757" y="20107"/>
                  </a:lnTo>
                  <a:lnTo>
                    <a:pt x="19040" y="19797"/>
                  </a:lnTo>
                  <a:lnTo>
                    <a:pt x="19304" y="19478"/>
                  </a:lnTo>
                  <a:lnTo>
                    <a:pt x="19569" y="19140"/>
                  </a:lnTo>
                  <a:lnTo>
                    <a:pt x="19815" y="18803"/>
                  </a:lnTo>
                  <a:lnTo>
                    <a:pt x="20043" y="18447"/>
                  </a:lnTo>
                  <a:lnTo>
                    <a:pt x="20262" y="18082"/>
                  </a:lnTo>
                  <a:lnTo>
                    <a:pt x="20462" y="17699"/>
                  </a:lnTo>
                  <a:lnTo>
                    <a:pt x="20645" y="17316"/>
                  </a:lnTo>
                  <a:lnTo>
                    <a:pt x="20818" y="16915"/>
                  </a:lnTo>
                  <a:lnTo>
                    <a:pt x="20973" y="16496"/>
                  </a:lnTo>
                  <a:lnTo>
                    <a:pt x="21110" y="16076"/>
                  </a:lnTo>
                  <a:lnTo>
                    <a:pt x="21228" y="15630"/>
                  </a:lnTo>
                  <a:lnTo>
                    <a:pt x="21328" y="15183"/>
                  </a:lnTo>
                  <a:lnTo>
                    <a:pt x="21411" y="14718"/>
                  </a:lnTo>
                  <a:lnTo>
                    <a:pt x="21456" y="14462"/>
                  </a:lnTo>
                  <a:lnTo>
                    <a:pt x="21520" y="14198"/>
                  </a:lnTo>
                  <a:lnTo>
                    <a:pt x="21593" y="13943"/>
                  </a:lnTo>
                  <a:lnTo>
                    <a:pt x="21684" y="13678"/>
                  </a:lnTo>
                  <a:lnTo>
                    <a:pt x="21775" y="13423"/>
                  </a:lnTo>
                  <a:lnTo>
                    <a:pt x="21885" y="13158"/>
                  </a:lnTo>
                  <a:lnTo>
                    <a:pt x="21994" y="12903"/>
                  </a:lnTo>
                  <a:lnTo>
                    <a:pt x="22113" y="12639"/>
                  </a:lnTo>
                  <a:lnTo>
                    <a:pt x="22368" y="12119"/>
                  </a:lnTo>
                  <a:lnTo>
                    <a:pt x="22642" y="11599"/>
                  </a:lnTo>
                  <a:lnTo>
                    <a:pt x="22906" y="11079"/>
                  </a:lnTo>
                  <a:lnTo>
                    <a:pt x="23170" y="10560"/>
                  </a:lnTo>
                  <a:lnTo>
                    <a:pt x="23417" y="10040"/>
                  </a:lnTo>
                  <a:lnTo>
                    <a:pt x="23535" y="9785"/>
                  </a:lnTo>
                  <a:lnTo>
                    <a:pt x="23635" y="9520"/>
                  </a:lnTo>
                  <a:lnTo>
                    <a:pt x="23736" y="9265"/>
                  </a:lnTo>
                  <a:lnTo>
                    <a:pt x="23818" y="9009"/>
                  </a:lnTo>
                  <a:lnTo>
                    <a:pt x="23891" y="8754"/>
                  </a:lnTo>
                  <a:lnTo>
                    <a:pt x="23955" y="8499"/>
                  </a:lnTo>
                  <a:lnTo>
                    <a:pt x="24000" y="8243"/>
                  </a:lnTo>
                  <a:lnTo>
                    <a:pt x="24037" y="7988"/>
                  </a:lnTo>
                  <a:lnTo>
                    <a:pt x="24055" y="7733"/>
                  </a:lnTo>
                  <a:lnTo>
                    <a:pt x="24055" y="7478"/>
                  </a:lnTo>
                  <a:lnTo>
                    <a:pt x="24028" y="7231"/>
                  </a:lnTo>
                  <a:lnTo>
                    <a:pt x="23991" y="6976"/>
                  </a:lnTo>
                  <a:lnTo>
                    <a:pt x="23927" y="6721"/>
                  </a:lnTo>
                  <a:lnTo>
                    <a:pt x="23891" y="6602"/>
                  </a:lnTo>
                  <a:lnTo>
                    <a:pt x="23845" y="6474"/>
                  </a:lnTo>
                  <a:lnTo>
                    <a:pt x="23754" y="6237"/>
                  </a:lnTo>
                  <a:lnTo>
                    <a:pt x="23654" y="6009"/>
                  </a:lnTo>
                  <a:lnTo>
                    <a:pt x="23544" y="5772"/>
                  </a:lnTo>
                  <a:lnTo>
                    <a:pt x="23435" y="5544"/>
                  </a:lnTo>
                  <a:lnTo>
                    <a:pt x="23325" y="5316"/>
                  </a:lnTo>
                  <a:lnTo>
                    <a:pt x="23198" y="5088"/>
                  </a:lnTo>
                  <a:lnTo>
                    <a:pt x="23070" y="4870"/>
                  </a:lnTo>
                  <a:lnTo>
                    <a:pt x="22942" y="4642"/>
                  </a:lnTo>
                  <a:lnTo>
                    <a:pt x="22806" y="4423"/>
                  </a:lnTo>
                  <a:lnTo>
                    <a:pt x="22660" y="4213"/>
                  </a:lnTo>
                  <a:lnTo>
                    <a:pt x="22514" y="4003"/>
                  </a:lnTo>
                  <a:lnTo>
                    <a:pt x="22368" y="3794"/>
                  </a:lnTo>
                  <a:lnTo>
                    <a:pt x="22204" y="3584"/>
                  </a:lnTo>
                  <a:lnTo>
                    <a:pt x="22049" y="3383"/>
                  </a:lnTo>
                  <a:lnTo>
                    <a:pt x="21885" y="3192"/>
                  </a:lnTo>
                  <a:lnTo>
                    <a:pt x="21711" y="3000"/>
                  </a:lnTo>
                  <a:lnTo>
                    <a:pt x="21538" y="2809"/>
                  </a:lnTo>
                  <a:lnTo>
                    <a:pt x="21356" y="2626"/>
                  </a:lnTo>
                  <a:lnTo>
                    <a:pt x="21173" y="2453"/>
                  </a:lnTo>
                  <a:lnTo>
                    <a:pt x="20982" y="2280"/>
                  </a:lnTo>
                  <a:lnTo>
                    <a:pt x="20790" y="2116"/>
                  </a:lnTo>
                  <a:lnTo>
                    <a:pt x="20590" y="1952"/>
                  </a:lnTo>
                  <a:lnTo>
                    <a:pt x="20389" y="1797"/>
                  </a:lnTo>
                  <a:lnTo>
                    <a:pt x="20189" y="1651"/>
                  </a:lnTo>
                  <a:lnTo>
                    <a:pt x="19979" y="1505"/>
                  </a:lnTo>
                  <a:lnTo>
                    <a:pt x="19760" y="1368"/>
                  </a:lnTo>
                  <a:lnTo>
                    <a:pt x="19550" y="1240"/>
                  </a:lnTo>
                  <a:lnTo>
                    <a:pt x="19322" y="1122"/>
                  </a:lnTo>
                  <a:lnTo>
                    <a:pt x="19103" y="1003"/>
                  </a:lnTo>
                  <a:lnTo>
                    <a:pt x="18876" y="903"/>
                  </a:lnTo>
                  <a:lnTo>
                    <a:pt x="18648" y="803"/>
                  </a:lnTo>
                  <a:lnTo>
                    <a:pt x="18410" y="712"/>
                  </a:lnTo>
                  <a:lnTo>
                    <a:pt x="18073" y="593"/>
                  </a:lnTo>
                  <a:lnTo>
                    <a:pt x="17717" y="484"/>
                  </a:lnTo>
                  <a:lnTo>
                    <a:pt x="17362" y="392"/>
                  </a:lnTo>
                  <a:lnTo>
                    <a:pt x="17006" y="310"/>
                  </a:lnTo>
                  <a:lnTo>
                    <a:pt x="16632" y="237"/>
                  </a:lnTo>
                  <a:lnTo>
                    <a:pt x="16258" y="174"/>
                  </a:lnTo>
                  <a:lnTo>
                    <a:pt x="15885" y="119"/>
                  </a:lnTo>
                  <a:lnTo>
                    <a:pt x="15502" y="82"/>
                  </a:lnTo>
                  <a:lnTo>
                    <a:pt x="15110" y="46"/>
                  </a:lnTo>
                  <a:lnTo>
                    <a:pt x="14727" y="19"/>
                  </a:lnTo>
                  <a:lnTo>
                    <a:pt x="14334" y="9"/>
                  </a:lnTo>
                  <a:lnTo>
                    <a:pt x="13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4" name="Google Shape;504;p23">
              <a:extLst>
                <a:ext uri="{FF2B5EF4-FFF2-40B4-BE49-F238E27FC236}">
                  <a16:creationId xmlns:a16="http://schemas.microsoft.com/office/drawing/2014/main" id="{E22F50EC-9C38-2D8E-1DFB-2CC472CFF6ED}"/>
                </a:ext>
              </a:extLst>
            </p:cNvPr>
            <p:cNvGrpSpPr/>
            <p:nvPr/>
          </p:nvGrpSpPr>
          <p:grpSpPr>
            <a:xfrm flipH="1">
              <a:off x="1967097" y="1609784"/>
              <a:ext cx="1301586" cy="1179425"/>
              <a:chOff x="3603138" y="2348106"/>
              <a:chExt cx="1937749" cy="1755881"/>
            </a:xfrm>
          </p:grpSpPr>
          <p:sp>
            <p:nvSpPr>
              <p:cNvPr id="505" name="Google Shape;505;p23">
                <a:extLst>
                  <a:ext uri="{FF2B5EF4-FFF2-40B4-BE49-F238E27FC236}">
                    <a16:creationId xmlns:a16="http://schemas.microsoft.com/office/drawing/2014/main" id="{D6E72F7B-D5BA-350C-0183-32F24136E31F}"/>
                  </a:ext>
                </a:extLst>
              </p:cNvPr>
              <p:cNvSpPr/>
              <p:nvPr/>
            </p:nvSpPr>
            <p:spPr>
              <a:xfrm>
                <a:off x="3616281" y="2361713"/>
                <a:ext cx="1911464" cy="1490331"/>
              </a:xfrm>
              <a:custGeom>
                <a:avLst/>
                <a:gdLst/>
                <a:ahLst/>
                <a:cxnLst/>
                <a:rect l="l" t="t" r="r" b="b"/>
                <a:pathLst>
                  <a:path w="37087" h="28916" extrusionOk="0">
                    <a:moveTo>
                      <a:pt x="13734" y="1"/>
                    </a:moveTo>
                    <a:lnTo>
                      <a:pt x="13515" y="19"/>
                    </a:lnTo>
                    <a:lnTo>
                      <a:pt x="13305" y="37"/>
                    </a:lnTo>
                    <a:lnTo>
                      <a:pt x="13095" y="74"/>
                    </a:lnTo>
                    <a:lnTo>
                      <a:pt x="12895" y="110"/>
                    </a:lnTo>
                    <a:lnTo>
                      <a:pt x="12694" y="156"/>
                    </a:lnTo>
                    <a:lnTo>
                      <a:pt x="12493" y="210"/>
                    </a:lnTo>
                    <a:lnTo>
                      <a:pt x="12293" y="274"/>
                    </a:lnTo>
                    <a:lnTo>
                      <a:pt x="12101" y="347"/>
                    </a:lnTo>
                    <a:lnTo>
                      <a:pt x="11919" y="429"/>
                    </a:lnTo>
                    <a:lnTo>
                      <a:pt x="11737" y="521"/>
                    </a:lnTo>
                    <a:lnTo>
                      <a:pt x="11554" y="612"/>
                    </a:lnTo>
                    <a:lnTo>
                      <a:pt x="11381" y="712"/>
                    </a:lnTo>
                    <a:lnTo>
                      <a:pt x="11208" y="821"/>
                    </a:lnTo>
                    <a:lnTo>
                      <a:pt x="11044" y="940"/>
                    </a:lnTo>
                    <a:lnTo>
                      <a:pt x="10879" y="1059"/>
                    </a:lnTo>
                    <a:lnTo>
                      <a:pt x="10724" y="1186"/>
                    </a:lnTo>
                    <a:lnTo>
                      <a:pt x="10579" y="1314"/>
                    </a:lnTo>
                    <a:lnTo>
                      <a:pt x="10433" y="1460"/>
                    </a:lnTo>
                    <a:lnTo>
                      <a:pt x="10296" y="1606"/>
                    </a:lnTo>
                    <a:lnTo>
                      <a:pt x="10159" y="1752"/>
                    </a:lnTo>
                    <a:lnTo>
                      <a:pt x="10031" y="1907"/>
                    </a:lnTo>
                    <a:lnTo>
                      <a:pt x="9913" y="2071"/>
                    </a:lnTo>
                    <a:lnTo>
                      <a:pt x="9803" y="2235"/>
                    </a:lnTo>
                    <a:lnTo>
                      <a:pt x="9694" y="2408"/>
                    </a:lnTo>
                    <a:lnTo>
                      <a:pt x="9594" y="2581"/>
                    </a:lnTo>
                    <a:lnTo>
                      <a:pt x="9493" y="2764"/>
                    </a:lnTo>
                    <a:lnTo>
                      <a:pt x="9411" y="2946"/>
                    </a:lnTo>
                    <a:lnTo>
                      <a:pt x="9329" y="3138"/>
                    </a:lnTo>
                    <a:lnTo>
                      <a:pt x="9256" y="3329"/>
                    </a:lnTo>
                    <a:lnTo>
                      <a:pt x="9193" y="3521"/>
                    </a:lnTo>
                    <a:lnTo>
                      <a:pt x="9138" y="3721"/>
                    </a:lnTo>
                    <a:lnTo>
                      <a:pt x="8901" y="3739"/>
                    </a:lnTo>
                    <a:lnTo>
                      <a:pt x="8664" y="3767"/>
                    </a:lnTo>
                    <a:lnTo>
                      <a:pt x="8427" y="3803"/>
                    </a:lnTo>
                    <a:lnTo>
                      <a:pt x="8199" y="3849"/>
                    </a:lnTo>
                    <a:lnTo>
                      <a:pt x="7961" y="3894"/>
                    </a:lnTo>
                    <a:lnTo>
                      <a:pt x="7734" y="3949"/>
                    </a:lnTo>
                    <a:lnTo>
                      <a:pt x="7515" y="4013"/>
                    </a:lnTo>
                    <a:lnTo>
                      <a:pt x="7296" y="4086"/>
                    </a:lnTo>
                    <a:lnTo>
                      <a:pt x="7077" y="4168"/>
                    </a:lnTo>
                    <a:lnTo>
                      <a:pt x="6858" y="4259"/>
                    </a:lnTo>
                    <a:lnTo>
                      <a:pt x="6648" y="4350"/>
                    </a:lnTo>
                    <a:lnTo>
                      <a:pt x="6448" y="4451"/>
                    </a:lnTo>
                    <a:lnTo>
                      <a:pt x="6238" y="4551"/>
                    </a:lnTo>
                    <a:lnTo>
                      <a:pt x="6037" y="4669"/>
                    </a:lnTo>
                    <a:lnTo>
                      <a:pt x="5846" y="4788"/>
                    </a:lnTo>
                    <a:lnTo>
                      <a:pt x="5654" y="4907"/>
                    </a:lnTo>
                    <a:lnTo>
                      <a:pt x="5472" y="5043"/>
                    </a:lnTo>
                    <a:lnTo>
                      <a:pt x="5290" y="5180"/>
                    </a:lnTo>
                    <a:lnTo>
                      <a:pt x="5107" y="5317"/>
                    </a:lnTo>
                    <a:lnTo>
                      <a:pt x="4943" y="5472"/>
                    </a:lnTo>
                    <a:lnTo>
                      <a:pt x="4770" y="5627"/>
                    </a:lnTo>
                    <a:lnTo>
                      <a:pt x="4615" y="5782"/>
                    </a:lnTo>
                    <a:lnTo>
                      <a:pt x="4451" y="5946"/>
                    </a:lnTo>
                    <a:lnTo>
                      <a:pt x="4305" y="6119"/>
                    </a:lnTo>
                    <a:lnTo>
                      <a:pt x="4159" y="6293"/>
                    </a:lnTo>
                    <a:lnTo>
                      <a:pt x="4013" y="6466"/>
                    </a:lnTo>
                    <a:lnTo>
                      <a:pt x="3885" y="6648"/>
                    </a:lnTo>
                    <a:lnTo>
                      <a:pt x="3749" y="6840"/>
                    </a:lnTo>
                    <a:lnTo>
                      <a:pt x="3630" y="7031"/>
                    </a:lnTo>
                    <a:lnTo>
                      <a:pt x="3512" y="7232"/>
                    </a:lnTo>
                    <a:lnTo>
                      <a:pt x="3402" y="7423"/>
                    </a:lnTo>
                    <a:lnTo>
                      <a:pt x="3302" y="7633"/>
                    </a:lnTo>
                    <a:lnTo>
                      <a:pt x="3120" y="7697"/>
                    </a:lnTo>
                    <a:lnTo>
                      <a:pt x="2946" y="7779"/>
                    </a:lnTo>
                    <a:lnTo>
                      <a:pt x="2773" y="7852"/>
                    </a:lnTo>
                    <a:lnTo>
                      <a:pt x="2609" y="7943"/>
                    </a:lnTo>
                    <a:lnTo>
                      <a:pt x="2445" y="8034"/>
                    </a:lnTo>
                    <a:lnTo>
                      <a:pt x="2281" y="8135"/>
                    </a:lnTo>
                    <a:lnTo>
                      <a:pt x="2126" y="8244"/>
                    </a:lnTo>
                    <a:lnTo>
                      <a:pt x="1971" y="8353"/>
                    </a:lnTo>
                    <a:lnTo>
                      <a:pt x="1825" y="8463"/>
                    </a:lnTo>
                    <a:lnTo>
                      <a:pt x="1688" y="8590"/>
                    </a:lnTo>
                    <a:lnTo>
                      <a:pt x="1551" y="8718"/>
                    </a:lnTo>
                    <a:lnTo>
                      <a:pt x="1414" y="8846"/>
                    </a:lnTo>
                    <a:lnTo>
                      <a:pt x="1287" y="8983"/>
                    </a:lnTo>
                    <a:lnTo>
                      <a:pt x="1159" y="9128"/>
                    </a:lnTo>
                    <a:lnTo>
                      <a:pt x="1040" y="9274"/>
                    </a:lnTo>
                    <a:lnTo>
                      <a:pt x="931" y="9420"/>
                    </a:lnTo>
                    <a:lnTo>
                      <a:pt x="822" y="9575"/>
                    </a:lnTo>
                    <a:lnTo>
                      <a:pt x="721" y="9730"/>
                    </a:lnTo>
                    <a:lnTo>
                      <a:pt x="630" y="9894"/>
                    </a:lnTo>
                    <a:lnTo>
                      <a:pt x="539" y="10059"/>
                    </a:lnTo>
                    <a:lnTo>
                      <a:pt x="457" y="10232"/>
                    </a:lnTo>
                    <a:lnTo>
                      <a:pt x="384" y="10405"/>
                    </a:lnTo>
                    <a:lnTo>
                      <a:pt x="311" y="10587"/>
                    </a:lnTo>
                    <a:lnTo>
                      <a:pt x="247" y="10761"/>
                    </a:lnTo>
                    <a:lnTo>
                      <a:pt x="192" y="10952"/>
                    </a:lnTo>
                    <a:lnTo>
                      <a:pt x="147" y="11135"/>
                    </a:lnTo>
                    <a:lnTo>
                      <a:pt x="101" y="11326"/>
                    </a:lnTo>
                    <a:lnTo>
                      <a:pt x="65" y="11518"/>
                    </a:lnTo>
                    <a:lnTo>
                      <a:pt x="37" y="11709"/>
                    </a:lnTo>
                    <a:lnTo>
                      <a:pt x="19" y="11910"/>
                    </a:lnTo>
                    <a:lnTo>
                      <a:pt x="10" y="12101"/>
                    </a:lnTo>
                    <a:lnTo>
                      <a:pt x="1" y="12311"/>
                    </a:lnTo>
                    <a:lnTo>
                      <a:pt x="10" y="12566"/>
                    </a:lnTo>
                    <a:lnTo>
                      <a:pt x="28" y="12812"/>
                    </a:lnTo>
                    <a:lnTo>
                      <a:pt x="65" y="13059"/>
                    </a:lnTo>
                    <a:lnTo>
                      <a:pt x="101" y="13305"/>
                    </a:lnTo>
                    <a:lnTo>
                      <a:pt x="165" y="13551"/>
                    </a:lnTo>
                    <a:lnTo>
                      <a:pt x="229" y="13779"/>
                    </a:lnTo>
                    <a:lnTo>
                      <a:pt x="302" y="14016"/>
                    </a:lnTo>
                    <a:lnTo>
                      <a:pt x="393" y="14235"/>
                    </a:lnTo>
                    <a:lnTo>
                      <a:pt x="302" y="14508"/>
                    </a:lnTo>
                    <a:lnTo>
                      <a:pt x="229" y="14791"/>
                    </a:lnTo>
                    <a:lnTo>
                      <a:pt x="165" y="15074"/>
                    </a:lnTo>
                    <a:lnTo>
                      <a:pt x="101" y="15356"/>
                    </a:lnTo>
                    <a:lnTo>
                      <a:pt x="65" y="15648"/>
                    </a:lnTo>
                    <a:lnTo>
                      <a:pt x="28" y="15940"/>
                    </a:lnTo>
                    <a:lnTo>
                      <a:pt x="10" y="16241"/>
                    </a:lnTo>
                    <a:lnTo>
                      <a:pt x="1" y="16542"/>
                    </a:lnTo>
                    <a:lnTo>
                      <a:pt x="10" y="16788"/>
                    </a:lnTo>
                    <a:lnTo>
                      <a:pt x="19" y="17034"/>
                    </a:lnTo>
                    <a:lnTo>
                      <a:pt x="47" y="17271"/>
                    </a:lnTo>
                    <a:lnTo>
                      <a:pt x="74" y="17518"/>
                    </a:lnTo>
                    <a:lnTo>
                      <a:pt x="110" y="17755"/>
                    </a:lnTo>
                    <a:lnTo>
                      <a:pt x="156" y="17992"/>
                    </a:lnTo>
                    <a:lnTo>
                      <a:pt x="211" y="18220"/>
                    </a:lnTo>
                    <a:lnTo>
                      <a:pt x="275" y="18457"/>
                    </a:lnTo>
                    <a:lnTo>
                      <a:pt x="338" y="18676"/>
                    </a:lnTo>
                    <a:lnTo>
                      <a:pt x="411" y="18904"/>
                    </a:lnTo>
                    <a:lnTo>
                      <a:pt x="502" y="19122"/>
                    </a:lnTo>
                    <a:lnTo>
                      <a:pt x="594" y="19341"/>
                    </a:lnTo>
                    <a:lnTo>
                      <a:pt x="685" y="19551"/>
                    </a:lnTo>
                    <a:lnTo>
                      <a:pt x="794" y="19761"/>
                    </a:lnTo>
                    <a:lnTo>
                      <a:pt x="904" y="19961"/>
                    </a:lnTo>
                    <a:lnTo>
                      <a:pt x="1022" y="20162"/>
                    </a:lnTo>
                    <a:lnTo>
                      <a:pt x="1141" y="20363"/>
                    </a:lnTo>
                    <a:lnTo>
                      <a:pt x="1278" y="20554"/>
                    </a:lnTo>
                    <a:lnTo>
                      <a:pt x="1414" y="20736"/>
                    </a:lnTo>
                    <a:lnTo>
                      <a:pt x="1551" y="20919"/>
                    </a:lnTo>
                    <a:lnTo>
                      <a:pt x="1706" y="21092"/>
                    </a:lnTo>
                    <a:lnTo>
                      <a:pt x="1852" y="21265"/>
                    </a:lnTo>
                    <a:lnTo>
                      <a:pt x="2016" y="21439"/>
                    </a:lnTo>
                    <a:lnTo>
                      <a:pt x="2180" y="21594"/>
                    </a:lnTo>
                    <a:lnTo>
                      <a:pt x="2354" y="21749"/>
                    </a:lnTo>
                    <a:lnTo>
                      <a:pt x="2527" y="21904"/>
                    </a:lnTo>
                    <a:lnTo>
                      <a:pt x="2709" y="22049"/>
                    </a:lnTo>
                    <a:lnTo>
                      <a:pt x="2892" y="22186"/>
                    </a:lnTo>
                    <a:lnTo>
                      <a:pt x="3083" y="22323"/>
                    </a:lnTo>
                    <a:lnTo>
                      <a:pt x="3275" y="22442"/>
                    </a:lnTo>
                    <a:lnTo>
                      <a:pt x="3475" y="22569"/>
                    </a:lnTo>
                    <a:lnTo>
                      <a:pt x="3676" y="22679"/>
                    </a:lnTo>
                    <a:lnTo>
                      <a:pt x="3721" y="23007"/>
                    </a:lnTo>
                    <a:lnTo>
                      <a:pt x="3776" y="23326"/>
                    </a:lnTo>
                    <a:lnTo>
                      <a:pt x="3849" y="23645"/>
                    </a:lnTo>
                    <a:lnTo>
                      <a:pt x="3931" y="23955"/>
                    </a:lnTo>
                    <a:lnTo>
                      <a:pt x="4031" y="24256"/>
                    </a:lnTo>
                    <a:lnTo>
                      <a:pt x="4141" y="24557"/>
                    </a:lnTo>
                    <a:lnTo>
                      <a:pt x="4268" y="24849"/>
                    </a:lnTo>
                    <a:lnTo>
                      <a:pt x="4405" y="25132"/>
                    </a:lnTo>
                    <a:lnTo>
                      <a:pt x="4560" y="25414"/>
                    </a:lnTo>
                    <a:lnTo>
                      <a:pt x="4724" y="25679"/>
                    </a:lnTo>
                    <a:lnTo>
                      <a:pt x="4898" y="25943"/>
                    </a:lnTo>
                    <a:lnTo>
                      <a:pt x="5080" y="26198"/>
                    </a:lnTo>
                    <a:lnTo>
                      <a:pt x="5281" y="26435"/>
                    </a:lnTo>
                    <a:lnTo>
                      <a:pt x="5481" y="26673"/>
                    </a:lnTo>
                    <a:lnTo>
                      <a:pt x="5700" y="26901"/>
                    </a:lnTo>
                    <a:lnTo>
                      <a:pt x="5928" y="27110"/>
                    </a:lnTo>
                    <a:lnTo>
                      <a:pt x="6165" y="27320"/>
                    </a:lnTo>
                    <a:lnTo>
                      <a:pt x="6411" y="27511"/>
                    </a:lnTo>
                    <a:lnTo>
                      <a:pt x="6667" y="27694"/>
                    </a:lnTo>
                    <a:lnTo>
                      <a:pt x="6931" y="27867"/>
                    </a:lnTo>
                    <a:lnTo>
                      <a:pt x="7196" y="28031"/>
                    </a:lnTo>
                    <a:lnTo>
                      <a:pt x="7478" y="28177"/>
                    </a:lnTo>
                    <a:lnTo>
                      <a:pt x="7761" y="28314"/>
                    </a:lnTo>
                    <a:lnTo>
                      <a:pt x="8053" y="28442"/>
                    </a:lnTo>
                    <a:lnTo>
                      <a:pt x="8354" y="28551"/>
                    </a:lnTo>
                    <a:lnTo>
                      <a:pt x="8664" y="28642"/>
                    </a:lnTo>
                    <a:lnTo>
                      <a:pt x="8974" y="28724"/>
                    </a:lnTo>
                    <a:lnTo>
                      <a:pt x="9293" y="28797"/>
                    </a:lnTo>
                    <a:lnTo>
                      <a:pt x="9612" y="28852"/>
                    </a:lnTo>
                    <a:lnTo>
                      <a:pt x="9940" y="28888"/>
                    </a:lnTo>
                    <a:lnTo>
                      <a:pt x="10269" y="28916"/>
                    </a:lnTo>
                    <a:lnTo>
                      <a:pt x="10925" y="28916"/>
                    </a:lnTo>
                    <a:lnTo>
                      <a:pt x="11235" y="28888"/>
                    </a:lnTo>
                    <a:lnTo>
                      <a:pt x="11536" y="28861"/>
                    </a:lnTo>
                    <a:lnTo>
                      <a:pt x="11837" y="28815"/>
                    </a:lnTo>
                    <a:lnTo>
                      <a:pt x="12138" y="28752"/>
                    </a:lnTo>
                    <a:lnTo>
                      <a:pt x="12430" y="28679"/>
                    </a:lnTo>
                    <a:lnTo>
                      <a:pt x="12721" y="28597"/>
                    </a:lnTo>
                    <a:lnTo>
                      <a:pt x="13004" y="28496"/>
                    </a:lnTo>
                    <a:lnTo>
                      <a:pt x="13278" y="28387"/>
                    </a:lnTo>
                    <a:lnTo>
                      <a:pt x="13551" y="28268"/>
                    </a:lnTo>
                    <a:lnTo>
                      <a:pt x="13816" y="28141"/>
                    </a:lnTo>
                    <a:lnTo>
                      <a:pt x="14071" y="27995"/>
                    </a:lnTo>
                    <a:lnTo>
                      <a:pt x="14326" y="27849"/>
                    </a:lnTo>
                    <a:lnTo>
                      <a:pt x="14572" y="27685"/>
                    </a:lnTo>
                    <a:lnTo>
                      <a:pt x="14810" y="27511"/>
                    </a:lnTo>
                    <a:lnTo>
                      <a:pt x="15038" y="27329"/>
                    </a:lnTo>
                    <a:lnTo>
                      <a:pt x="15256" y="27147"/>
                    </a:lnTo>
                    <a:lnTo>
                      <a:pt x="15475" y="26946"/>
                    </a:lnTo>
                    <a:lnTo>
                      <a:pt x="15676" y="26736"/>
                    </a:lnTo>
                    <a:lnTo>
                      <a:pt x="15876" y="26518"/>
                    </a:lnTo>
                    <a:lnTo>
                      <a:pt x="16059" y="26290"/>
                    </a:lnTo>
                    <a:lnTo>
                      <a:pt x="16241" y="26062"/>
                    </a:lnTo>
                    <a:lnTo>
                      <a:pt x="16405" y="25825"/>
                    </a:lnTo>
                    <a:lnTo>
                      <a:pt x="16560" y="25569"/>
                    </a:lnTo>
                    <a:lnTo>
                      <a:pt x="16715" y="25323"/>
                    </a:lnTo>
                    <a:lnTo>
                      <a:pt x="16852" y="25059"/>
                    </a:lnTo>
                    <a:lnTo>
                      <a:pt x="16980" y="24794"/>
                    </a:lnTo>
                    <a:lnTo>
                      <a:pt x="17089" y="24521"/>
                    </a:lnTo>
                    <a:lnTo>
                      <a:pt x="17199" y="24238"/>
                    </a:lnTo>
                    <a:lnTo>
                      <a:pt x="17290" y="23955"/>
                    </a:lnTo>
                    <a:lnTo>
                      <a:pt x="17363" y="23663"/>
                    </a:lnTo>
                    <a:lnTo>
                      <a:pt x="17436" y="23372"/>
                    </a:lnTo>
                    <a:lnTo>
                      <a:pt x="17636" y="23527"/>
                    </a:lnTo>
                    <a:lnTo>
                      <a:pt x="17846" y="23682"/>
                    </a:lnTo>
                    <a:lnTo>
                      <a:pt x="18065" y="23818"/>
                    </a:lnTo>
                    <a:lnTo>
                      <a:pt x="18293" y="23955"/>
                    </a:lnTo>
                    <a:lnTo>
                      <a:pt x="18521" y="24083"/>
                    </a:lnTo>
                    <a:lnTo>
                      <a:pt x="18758" y="24192"/>
                    </a:lnTo>
                    <a:lnTo>
                      <a:pt x="18995" y="24302"/>
                    </a:lnTo>
                    <a:lnTo>
                      <a:pt x="19241" y="24393"/>
                    </a:lnTo>
                    <a:lnTo>
                      <a:pt x="19487" y="24475"/>
                    </a:lnTo>
                    <a:lnTo>
                      <a:pt x="19743" y="24557"/>
                    </a:lnTo>
                    <a:lnTo>
                      <a:pt x="20007" y="24621"/>
                    </a:lnTo>
                    <a:lnTo>
                      <a:pt x="20272" y="24666"/>
                    </a:lnTo>
                    <a:lnTo>
                      <a:pt x="20536" y="24712"/>
                    </a:lnTo>
                    <a:lnTo>
                      <a:pt x="20810" y="24739"/>
                    </a:lnTo>
                    <a:lnTo>
                      <a:pt x="21083" y="24758"/>
                    </a:lnTo>
                    <a:lnTo>
                      <a:pt x="21357" y="24767"/>
                    </a:lnTo>
                    <a:lnTo>
                      <a:pt x="21585" y="24758"/>
                    </a:lnTo>
                    <a:lnTo>
                      <a:pt x="21813" y="24749"/>
                    </a:lnTo>
                    <a:lnTo>
                      <a:pt x="22032" y="24730"/>
                    </a:lnTo>
                    <a:lnTo>
                      <a:pt x="22259" y="24703"/>
                    </a:lnTo>
                    <a:lnTo>
                      <a:pt x="22478" y="24666"/>
                    </a:lnTo>
                    <a:lnTo>
                      <a:pt x="22688" y="24621"/>
                    </a:lnTo>
                    <a:lnTo>
                      <a:pt x="22907" y="24575"/>
                    </a:lnTo>
                    <a:lnTo>
                      <a:pt x="23117" y="24511"/>
                    </a:lnTo>
                    <a:lnTo>
                      <a:pt x="23317" y="24448"/>
                    </a:lnTo>
                    <a:lnTo>
                      <a:pt x="23527" y="24375"/>
                    </a:lnTo>
                    <a:lnTo>
                      <a:pt x="23718" y="24302"/>
                    </a:lnTo>
                    <a:lnTo>
                      <a:pt x="23919" y="24220"/>
                    </a:lnTo>
                    <a:lnTo>
                      <a:pt x="24111" y="24128"/>
                    </a:lnTo>
                    <a:lnTo>
                      <a:pt x="24302" y="24028"/>
                    </a:lnTo>
                    <a:lnTo>
                      <a:pt x="24484" y="23919"/>
                    </a:lnTo>
                    <a:lnTo>
                      <a:pt x="24667" y="23809"/>
                    </a:lnTo>
                    <a:lnTo>
                      <a:pt x="24849" y="23700"/>
                    </a:lnTo>
                    <a:lnTo>
                      <a:pt x="25022" y="23572"/>
                    </a:lnTo>
                    <a:lnTo>
                      <a:pt x="25187" y="23445"/>
                    </a:lnTo>
                    <a:lnTo>
                      <a:pt x="25351" y="23317"/>
                    </a:lnTo>
                    <a:lnTo>
                      <a:pt x="25515" y="23171"/>
                    </a:lnTo>
                    <a:lnTo>
                      <a:pt x="25670" y="23034"/>
                    </a:lnTo>
                    <a:lnTo>
                      <a:pt x="25816" y="22879"/>
                    </a:lnTo>
                    <a:lnTo>
                      <a:pt x="25962" y="22733"/>
                    </a:lnTo>
                    <a:lnTo>
                      <a:pt x="26108" y="22569"/>
                    </a:lnTo>
                    <a:lnTo>
                      <a:pt x="26235" y="22405"/>
                    </a:lnTo>
                    <a:lnTo>
                      <a:pt x="26363" y="22241"/>
                    </a:lnTo>
                    <a:lnTo>
                      <a:pt x="26491" y="22068"/>
                    </a:lnTo>
                    <a:lnTo>
                      <a:pt x="26609" y="21885"/>
                    </a:lnTo>
                    <a:lnTo>
                      <a:pt x="26718" y="21712"/>
                    </a:lnTo>
                    <a:lnTo>
                      <a:pt x="26828" y="21521"/>
                    </a:lnTo>
                    <a:lnTo>
                      <a:pt x="26928" y="21338"/>
                    </a:lnTo>
                    <a:lnTo>
                      <a:pt x="27038" y="21347"/>
                    </a:lnTo>
                    <a:lnTo>
                      <a:pt x="27329" y="21347"/>
                    </a:lnTo>
                    <a:lnTo>
                      <a:pt x="27503" y="21329"/>
                    </a:lnTo>
                    <a:lnTo>
                      <a:pt x="27676" y="21311"/>
                    </a:lnTo>
                    <a:lnTo>
                      <a:pt x="27840" y="21283"/>
                    </a:lnTo>
                    <a:lnTo>
                      <a:pt x="28004" y="21247"/>
                    </a:lnTo>
                    <a:lnTo>
                      <a:pt x="28168" y="21201"/>
                    </a:lnTo>
                    <a:lnTo>
                      <a:pt x="28332" y="21156"/>
                    </a:lnTo>
                    <a:lnTo>
                      <a:pt x="28487" y="21101"/>
                    </a:lnTo>
                    <a:lnTo>
                      <a:pt x="28643" y="21037"/>
                    </a:lnTo>
                    <a:lnTo>
                      <a:pt x="28788" y="20964"/>
                    </a:lnTo>
                    <a:lnTo>
                      <a:pt x="28934" y="20891"/>
                    </a:lnTo>
                    <a:lnTo>
                      <a:pt x="29080" y="20800"/>
                    </a:lnTo>
                    <a:lnTo>
                      <a:pt x="29217" y="20718"/>
                    </a:lnTo>
                    <a:lnTo>
                      <a:pt x="29354" y="20618"/>
                    </a:lnTo>
                    <a:lnTo>
                      <a:pt x="29481" y="20518"/>
                    </a:lnTo>
                    <a:lnTo>
                      <a:pt x="29609" y="20417"/>
                    </a:lnTo>
                    <a:lnTo>
                      <a:pt x="29910" y="20463"/>
                    </a:lnTo>
                    <a:lnTo>
                      <a:pt x="30220" y="20508"/>
                    </a:lnTo>
                    <a:lnTo>
                      <a:pt x="30530" y="20527"/>
                    </a:lnTo>
                    <a:lnTo>
                      <a:pt x="30849" y="20536"/>
                    </a:lnTo>
                    <a:lnTo>
                      <a:pt x="31177" y="20527"/>
                    </a:lnTo>
                    <a:lnTo>
                      <a:pt x="31488" y="20508"/>
                    </a:lnTo>
                    <a:lnTo>
                      <a:pt x="31798" y="20463"/>
                    </a:lnTo>
                    <a:lnTo>
                      <a:pt x="32108" y="20408"/>
                    </a:lnTo>
                    <a:lnTo>
                      <a:pt x="32409" y="20344"/>
                    </a:lnTo>
                    <a:lnTo>
                      <a:pt x="32709" y="20262"/>
                    </a:lnTo>
                    <a:lnTo>
                      <a:pt x="32992" y="20162"/>
                    </a:lnTo>
                    <a:lnTo>
                      <a:pt x="33275" y="20052"/>
                    </a:lnTo>
                    <a:lnTo>
                      <a:pt x="33557" y="19925"/>
                    </a:lnTo>
                    <a:lnTo>
                      <a:pt x="33822" y="19788"/>
                    </a:lnTo>
                    <a:lnTo>
                      <a:pt x="34086" y="19633"/>
                    </a:lnTo>
                    <a:lnTo>
                      <a:pt x="34333" y="19478"/>
                    </a:lnTo>
                    <a:lnTo>
                      <a:pt x="34579" y="19305"/>
                    </a:lnTo>
                    <a:lnTo>
                      <a:pt x="34816" y="19113"/>
                    </a:lnTo>
                    <a:lnTo>
                      <a:pt x="35044" y="18922"/>
                    </a:lnTo>
                    <a:lnTo>
                      <a:pt x="35254" y="18712"/>
                    </a:lnTo>
                    <a:lnTo>
                      <a:pt x="35463" y="18493"/>
                    </a:lnTo>
                    <a:lnTo>
                      <a:pt x="35664" y="18274"/>
                    </a:lnTo>
                    <a:lnTo>
                      <a:pt x="35846" y="18037"/>
                    </a:lnTo>
                    <a:lnTo>
                      <a:pt x="36019" y="17791"/>
                    </a:lnTo>
                    <a:lnTo>
                      <a:pt x="36184" y="17536"/>
                    </a:lnTo>
                    <a:lnTo>
                      <a:pt x="36330" y="17280"/>
                    </a:lnTo>
                    <a:lnTo>
                      <a:pt x="36466" y="17007"/>
                    </a:lnTo>
                    <a:lnTo>
                      <a:pt x="36594" y="16733"/>
                    </a:lnTo>
                    <a:lnTo>
                      <a:pt x="36703" y="16451"/>
                    </a:lnTo>
                    <a:lnTo>
                      <a:pt x="36804" y="16159"/>
                    </a:lnTo>
                    <a:lnTo>
                      <a:pt x="36886" y="15867"/>
                    </a:lnTo>
                    <a:lnTo>
                      <a:pt x="36959" y="15566"/>
                    </a:lnTo>
                    <a:lnTo>
                      <a:pt x="37013" y="15256"/>
                    </a:lnTo>
                    <a:lnTo>
                      <a:pt x="37050" y="14946"/>
                    </a:lnTo>
                    <a:lnTo>
                      <a:pt x="37077" y="14627"/>
                    </a:lnTo>
                    <a:lnTo>
                      <a:pt x="37086" y="14308"/>
                    </a:lnTo>
                    <a:lnTo>
                      <a:pt x="37077" y="14007"/>
                    </a:lnTo>
                    <a:lnTo>
                      <a:pt x="37050" y="13715"/>
                    </a:lnTo>
                    <a:lnTo>
                      <a:pt x="37023" y="13423"/>
                    </a:lnTo>
                    <a:lnTo>
                      <a:pt x="36968" y="13141"/>
                    </a:lnTo>
                    <a:lnTo>
                      <a:pt x="36913" y="12858"/>
                    </a:lnTo>
                    <a:lnTo>
                      <a:pt x="36840" y="12575"/>
                    </a:lnTo>
                    <a:lnTo>
                      <a:pt x="36749" y="12302"/>
                    </a:lnTo>
                    <a:lnTo>
                      <a:pt x="36658" y="12037"/>
                    </a:lnTo>
                    <a:lnTo>
                      <a:pt x="36548" y="11782"/>
                    </a:lnTo>
                    <a:lnTo>
                      <a:pt x="36421" y="11527"/>
                    </a:lnTo>
                    <a:lnTo>
                      <a:pt x="36293" y="11271"/>
                    </a:lnTo>
                    <a:lnTo>
                      <a:pt x="36147" y="11034"/>
                    </a:lnTo>
                    <a:lnTo>
                      <a:pt x="36001" y="10797"/>
                    </a:lnTo>
                    <a:lnTo>
                      <a:pt x="35837" y="10569"/>
                    </a:lnTo>
                    <a:lnTo>
                      <a:pt x="35664" y="10350"/>
                    </a:lnTo>
                    <a:lnTo>
                      <a:pt x="35481" y="10141"/>
                    </a:lnTo>
                    <a:lnTo>
                      <a:pt x="35509" y="9858"/>
                    </a:lnTo>
                    <a:lnTo>
                      <a:pt x="35518" y="9712"/>
                    </a:lnTo>
                    <a:lnTo>
                      <a:pt x="35527" y="9566"/>
                    </a:lnTo>
                    <a:lnTo>
                      <a:pt x="35518" y="9347"/>
                    </a:lnTo>
                    <a:lnTo>
                      <a:pt x="35500" y="9128"/>
                    </a:lnTo>
                    <a:lnTo>
                      <a:pt x="35472" y="8910"/>
                    </a:lnTo>
                    <a:lnTo>
                      <a:pt x="35436" y="8700"/>
                    </a:lnTo>
                    <a:lnTo>
                      <a:pt x="35390" y="8490"/>
                    </a:lnTo>
                    <a:lnTo>
                      <a:pt x="35336" y="8290"/>
                    </a:lnTo>
                    <a:lnTo>
                      <a:pt x="35263" y="8089"/>
                    </a:lnTo>
                    <a:lnTo>
                      <a:pt x="35190" y="7888"/>
                    </a:lnTo>
                    <a:lnTo>
                      <a:pt x="35098" y="7697"/>
                    </a:lnTo>
                    <a:lnTo>
                      <a:pt x="35007" y="7514"/>
                    </a:lnTo>
                    <a:lnTo>
                      <a:pt x="34898" y="7332"/>
                    </a:lnTo>
                    <a:lnTo>
                      <a:pt x="34788" y="7159"/>
                    </a:lnTo>
                    <a:lnTo>
                      <a:pt x="34670" y="6995"/>
                    </a:lnTo>
                    <a:lnTo>
                      <a:pt x="34542" y="6831"/>
                    </a:lnTo>
                    <a:lnTo>
                      <a:pt x="34405" y="6676"/>
                    </a:lnTo>
                    <a:lnTo>
                      <a:pt x="34269" y="6530"/>
                    </a:lnTo>
                    <a:lnTo>
                      <a:pt x="34114" y="6384"/>
                    </a:lnTo>
                    <a:lnTo>
                      <a:pt x="33959" y="6247"/>
                    </a:lnTo>
                    <a:lnTo>
                      <a:pt x="33795" y="6119"/>
                    </a:lnTo>
                    <a:lnTo>
                      <a:pt x="33630" y="6001"/>
                    </a:lnTo>
                    <a:lnTo>
                      <a:pt x="33457" y="5891"/>
                    </a:lnTo>
                    <a:lnTo>
                      <a:pt x="33275" y="5782"/>
                    </a:lnTo>
                    <a:lnTo>
                      <a:pt x="33092" y="5691"/>
                    </a:lnTo>
                    <a:lnTo>
                      <a:pt x="32901" y="5600"/>
                    </a:lnTo>
                    <a:lnTo>
                      <a:pt x="32700" y="5527"/>
                    </a:lnTo>
                    <a:lnTo>
                      <a:pt x="32500" y="5463"/>
                    </a:lnTo>
                    <a:lnTo>
                      <a:pt x="32299" y="5399"/>
                    </a:lnTo>
                    <a:lnTo>
                      <a:pt x="32089" y="5353"/>
                    </a:lnTo>
                    <a:lnTo>
                      <a:pt x="31880" y="5317"/>
                    </a:lnTo>
                    <a:lnTo>
                      <a:pt x="31661" y="5290"/>
                    </a:lnTo>
                    <a:lnTo>
                      <a:pt x="31442" y="5271"/>
                    </a:lnTo>
                    <a:lnTo>
                      <a:pt x="31223" y="5262"/>
                    </a:lnTo>
                    <a:lnTo>
                      <a:pt x="30968" y="5271"/>
                    </a:lnTo>
                    <a:lnTo>
                      <a:pt x="30712" y="5299"/>
                    </a:lnTo>
                    <a:lnTo>
                      <a:pt x="30667" y="5125"/>
                    </a:lnTo>
                    <a:lnTo>
                      <a:pt x="30612" y="4961"/>
                    </a:lnTo>
                    <a:lnTo>
                      <a:pt x="30548" y="4788"/>
                    </a:lnTo>
                    <a:lnTo>
                      <a:pt x="30475" y="4633"/>
                    </a:lnTo>
                    <a:lnTo>
                      <a:pt x="30402" y="4469"/>
                    </a:lnTo>
                    <a:lnTo>
                      <a:pt x="30320" y="4314"/>
                    </a:lnTo>
                    <a:lnTo>
                      <a:pt x="30238" y="4159"/>
                    </a:lnTo>
                    <a:lnTo>
                      <a:pt x="30138" y="4013"/>
                    </a:lnTo>
                    <a:lnTo>
                      <a:pt x="30038" y="3867"/>
                    </a:lnTo>
                    <a:lnTo>
                      <a:pt x="29937" y="3730"/>
                    </a:lnTo>
                    <a:lnTo>
                      <a:pt x="29828" y="3593"/>
                    </a:lnTo>
                    <a:lnTo>
                      <a:pt x="29709" y="3466"/>
                    </a:lnTo>
                    <a:lnTo>
                      <a:pt x="29591" y="3338"/>
                    </a:lnTo>
                    <a:lnTo>
                      <a:pt x="29463" y="3220"/>
                    </a:lnTo>
                    <a:lnTo>
                      <a:pt x="29336" y="3101"/>
                    </a:lnTo>
                    <a:lnTo>
                      <a:pt x="29199" y="2992"/>
                    </a:lnTo>
                    <a:lnTo>
                      <a:pt x="29062" y="2891"/>
                    </a:lnTo>
                    <a:lnTo>
                      <a:pt x="28916" y="2791"/>
                    </a:lnTo>
                    <a:lnTo>
                      <a:pt x="28770" y="2691"/>
                    </a:lnTo>
                    <a:lnTo>
                      <a:pt x="28624" y="2609"/>
                    </a:lnTo>
                    <a:lnTo>
                      <a:pt x="28469" y="2527"/>
                    </a:lnTo>
                    <a:lnTo>
                      <a:pt x="28305" y="2454"/>
                    </a:lnTo>
                    <a:lnTo>
                      <a:pt x="28141" y="2381"/>
                    </a:lnTo>
                    <a:lnTo>
                      <a:pt x="27977" y="2317"/>
                    </a:lnTo>
                    <a:lnTo>
                      <a:pt x="27813" y="2262"/>
                    </a:lnTo>
                    <a:lnTo>
                      <a:pt x="27639" y="2217"/>
                    </a:lnTo>
                    <a:lnTo>
                      <a:pt x="27466" y="2171"/>
                    </a:lnTo>
                    <a:lnTo>
                      <a:pt x="27284" y="2134"/>
                    </a:lnTo>
                    <a:lnTo>
                      <a:pt x="27101" y="2107"/>
                    </a:lnTo>
                    <a:lnTo>
                      <a:pt x="26919" y="2089"/>
                    </a:lnTo>
                    <a:lnTo>
                      <a:pt x="26737" y="2080"/>
                    </a:lnTo>
                    <a:lnTo>
                      <a:pt x="26336" y="2080"/>
                    </a:lnTo>
                    <a:lnTo>
                      <a:pt x="26135" y="2098"/>
                    </a:lnTo>
                    <a:lnTo>
                      <a:pt x="25925" y="2125"/>
                    </a:lnTo>
                    <a:lnTo>
                      <a:pt x="25725" y="2162"/>
                    </a:lnTo>
                    <a:lnTo>
                      <a:pt x="25524" y="2207"/>
                    </a:lnTo>
                    <a:lnTo>
                      <a:pt x="25323" y="2253"/>
                    </a:lnTo>
                    <a:lnTo>
                      <a:pt x="25132" y="2317"/>
                    </a:lnTo>
                    <a:lnTo>
                      <a:pt x="24940" y="2390"/>
                    </a:lnTo>
                    <a:lnTo>
                      <a:pt x="24731" y="2244"/>
                    </a:lnTo>
                    <a:lnTo>
                      <a:pt x="24503" y="2107"/>
                    </a:lnTo>
                    <a:lnTo>
                      <a:pt x="24275" y="1970"/>
                    </a:lnTo>
                    <a:lnTo>
                      <a:pt x="24047" y="1852"/>
                    </a:lnTo>
                    <a:lnTo>
                      <a:pt x="23810" y="1733"/>
                    </a:lnTo>
                    <a:lnTo>
                      <a:pt x="23563" y="1633"/>
                    </a:lnTo>
                    <a:lnTo>
                      <a:pt x="23317" y="1533"/>
                    </a:lnTo>
                    <a:lnTo>
                      <a:pt x="23062" y="1451"/>
                    </a:lnTo>
                    <a:lnTo>
                      <a:pt x="22807" y="1369"/>
                    </a:lnTo>
                    <a:lnTo>
                      <a:pt x="22551" y="1305"/>
                    </a:lnTo>
                    <a:lnTo>
                      <a:pt x="22287" y="1250"/>
                    </a:lnTo>
                    <a:lnTo>
                      <a:pt x="22022" y="1195"/>
                    </a:lnTo>
                    <a:lnTo>
                      <a:pt x="21749" y="1159"/>
                    </a:lnTo>
                    <a:lnTo>
                      <a:pt x="21475" y="1131"/>
                    </a:lnTo>
                    <a:lnTo>
                      <a:pt x="21193" y="1113"/>
                    </a:lnTo>
                    <a:lnTo>
                      <a:pt x="20709" y="1113"/>
                    </a:lnTo>
                    <a:lnTo>
                      <a:pt x="20500" y="1122"/>
                    </a:lnTo>
                    <a:lnTo>
                      <a:pt x="20299" y="1141"/>
                    </a:lnTo>
                    <a:lnTo>
                      <a:pt x="20089" y="1159"/>
                    </a:lnTo>
                    <a:lnTo>
                      <a:pt x="19889" y="1186"/>
                    </a:lnTo>
                    <a:lnTo>
                      <a:pt x="19688" y="1223"/>
                    </a:lnTo>
                    <a:lnTo>
                      <a:pt x="19487" y="1259"/>
                    </a:lnTo>
                    <a:lnTo>
                      <a:pt x="19296" y="1305"/>
                    </a:lnTo>
                    <a:lnTo>
                      <a:pt x="19095" y="1350"/>
                    </a:lnTo>
                    <a:lnTo>
                      <a:pt x="18904" y="1405"/>
                    </a:lnTo>
                    <a:lnTo>
                      <a:pt x="18721" y="1469"/>
                    </a:lnTo>
                    <a:lnTo>
                      <a:pt x="18530" y="1533"/>
                    </a:lnTo>
                    <a:lnTo>
                      <a:pt x="18348" y="1606"/>
                    </a:lnTo>
                    <a:lnTo>
                      <a:pt x="18165" y="1679"/>
                    </a:lnTo>
                    <a:lnTo>
                      <a:pt x="17983" y="1761"/>
                    </a:lnTo>
                    <a:lnTo>
                      <a:pt x="17810" y="1843"/>
                    </a:lnTo>
                    <a:lnTo>
                      <a:pt x="17627" y="1633"/>
                    </a:lnTo>
                    <a:lnTo>
                      <a:pt x="17445" y="1441"/>
                    </a:lnTo>
                    <a:lnTo>
                      <a:pt x="17244" y="1250"/>
                    </a:lnTo>
                    <a:lnTo>
                      <a:pt x="17035" y="1077"/>
                    </a:lnTo>
                    <a:lnTo>
                      <a:pt x="16825" y="913"/>
                    </a:lnTo>
                    <a:lnTo>
                      <a:pt x="16597" y="767"/>
                    </a:lnTo>
                    <a:lnTo>
                      <a:pt x="16360" y="621"/>
                    </a:lnTo>
                    <a:lnTo>
                      <a:pt x="16123" y="502"/>
                    </a:lnTo>
                    <a:lnTo>
                      <a:pt x="15867" y="384"/>
                    </a:lnTo>
                    <a:lnTo>
                      <a:pt x="15612" y="283"/>
                    </a:lnTo>
                    <a:lnTo>
                      <a:pt x="15348" y="201"/>
                    </a:lnTo>
                    <a:lnTo>
                      <a:pt x="15083" y="128"/>
                    </a:lnTo>
                    <a:lnTo>
                      <a:pt x="14800" y="74"/>
                    </a:lnTo>
                    <a:lnTo>
                      <a:pt x="14518" y="28"/>
                    </a:lnTo>
                    <a:lnTo>
                      <a:pt x="14235" y="10"/>
                    </a:lnTo>
                    <a:lnTo>
                      <a:pt x="139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3">
                <a:extLst>
                  <a:ext uri="{FF2B5EF4-FFF2-40B4-BE49-F238E27FC236}">
                    <a16:creationId xmlns:a16="http://schemas.microsoft.com/office/drawing/2014/main" id="{C2BCC947-BF9C-015C-49CF-56A14444FCCC}"/>
                  </a:ext>
                </a:extLst>
              </p:cNvPr>
              <p:cNvSpPr/>
              <p:nvPr/>
            </p:nvSpPr>
            <p:spPr>
              <a:xfrm>
                <a:off x="4089579" y="2539374"/>
                <a:ext cx="281563" cy="494939"/>
              </a:xfrm>
              <a:custGeom>
                <a:avLst/>
                <a:gdLst/>
                <a:ahLst/>
                <a:cxnLst/>
                <a:rect l="l" t="t" r="r" b="b"/>
                <a:pathLst>
                  <a:path w="5463" h="9603" extrusionOk="0">
                    <a:moveTo>
                      <a:pt x="0" y="1"/>
                    </a:moveTo>
                    <a:lnTo>
                      <a:pt x="0" y="529"/>
                    </a:lnTo>
                    <a:lnTo>
                      <a:pt x="256" y="539"/>
                    </a:lnTo>
                    <a:lnTo>
                      <a:pt x="511" y="557"/>
                    </a:lnTo>
                    <a:lnTo>
                      <a:pt x="757" y="584"/>
                    </a:lnTo>
                    <a:lnTo>
                      <a:pt x="994" y="630"/>
                    </a:lnTo>
                    <a:lnTo>
                      <a:pt x="1231" y="684"/>
                    </a:lnTo>
                    <a:lnTo>
                      <a:pt x="1468" y="748"/>
                    </a:lnTo>
                    <a:lnTo>
                      <a:pt x="1696" y="830"/>
                    </a:lnTo>
                    <a:lnTo>
                      <a:pt x="1924" y="912"/>
                    </a:lnTo>
                    <a:lnTo>
                      <a:pt x="2143" y="1013"/>
                    </a:lnTo>
                    <a:lnTo>
                      <a:pt x="2353" y="1122"/>
                    </a:lnTo>
                    <a:lnTo>
                      <a:pt x="2563" y="1241"/>
                    </a:lnTo>
                    <a:lnTo>
                      <a:pt x="2754" y="1368"/>
                    </a:lnTo>
                    <a:lnTo>
                      <a:pt x="2955" y="1505"/>
                    </a:lnTo>
                    <a:lnTo>
                      <a:pt x="3137" y="1660"/>
                    </a:lnTo>
                    <a:lnTo>
                      <a:pt x="3320" y="1815"/>
                    </a:lnTo>
                    <a:lnTo>
                      <a:pt x="3493" y="1970"/>
                    </a:lnTo>
                    <a:lnTo>
                      <a:pt x="3648" y="2143"/>
                    </a:lnTo>
                    <a:lnTo>
                      <a:pt x="3803" y="2326"/>
                    </a:lnTo>
                    <a:lnTo>
                      <a:pt x="3958" y="2508"/>
                    </a:lnTo>
                    <a:lnTo>
                      <a:pt x="4095" y="2700"/>
                    </a:lnTo>
                    <a:lnTo>
                      <a:pt x="4222" y="2900"/>
                    </a:lnTo>
                    <a:lnTo>
                      <a:pt x="4341" y="3110"/>
                    </a:lnTo>
                    <a:lnTo>
                      <a:pt x="4450" y="3320"/>
                    </a:lnTo>
                    <a:lnTo>
                      <a:pt x="4551" y="3539"/>
                    </a:lnTo>
                    <a:lnTo>
                      <a:pt x="4633" y="3767"/>
                    </a:lnTo>
                    <a:lnTo>
                      <a:pt x="4715" y="3995"/>
                    </a:lnTo>
                    <a:lnTo>
                      <a:pt x="4779" y="4232"/>
                    </a:lnTo>
                    <a:lnTo>
                      <a:pt x="4833" y="4469"/>
                    </a:lnTo>
                    <a:lnTo>
                      <a:pt x="4879" y="4706"/>
                    </a:lnTo>
                    <a:lnTo>
                      <a:pt x="4906" y="4952"/>
                    </a:lnTo>
                    <a:lnTo>
                      <a:pt x="4924" y="5207"/>
                    </a:lnTo>
                    <a:lnTo>
                      <a:pt x="4934" y="5453"/>
                    </a:lnTo>
                    <a:lnTo>
                      <a:pt x="4924" y="5727"/>
                    </a:lnTo>
                    <a:lnTo>
                      <a:pt x="4906" y="5991"/>
                    </a:lnTo>
                    <a:lnTo>
                      <a:pt x="4870" y="6256"/>
                    </a:lnTo>
                    <a:lnTo>
                      <a:pt x="4815" y="6520"/>
                    </a:lnTo>
                    <a:lnTo>
                      <a:pt x="4751" y="6776"/>
                    </a:lnTo>
                    <a:lnTo>
                      <a:pt x="4678" y="7031"/>
                    </a:lnTo>
                    <a:lnTo>
                      <a:pt x="4587" y="7277"/>
                    </a:lnTo>
                    <a:lnTo>
                      <a:pt x="4487" y="7523"/>
                    </a:lnTo>
                    <a:lnTo>
                      <a:pt x="4368" y="7760"/>
                    </a:lnTo>
                    <a:lnTo>
                      <a:pt x="4231" y="7988"/>
                    </a:lnTo>
                    <a:lnTo>
                      <a:pt x="4095" y="8207"/>
                    </a:lnTo>
                    <a:lnTo>
                      <a:pt x="3940" y="8426"/>
                    </a:lnTo>
                    <a:lnTo>
                      <a:pt x="3775" y="8636"/>
                    </a:lnTo>
                    <a:lnTo>
                      <a:pt x="3593" y="8836"/>
                    </a:lnTo>
                    <a:lnTo>
                      <a:pt x="3411" y="9028"/>
                    </a:lnTo>
                    <a:lnTo>
                      <a:pt x="3210" y="9201"/>
                    </a:lnTo>
                    <a:lnTo>
                      <a:pt x="3548" y="9602"/>
                    </a:lnTo>
                    <a:lnTo>
                      <a:pt x="3766" y="9402"/>
                    </a:lnTo>
                    <a:lnTo>
                      <a:pt x="3976" y="9192"/>
                    </a:lnTo>
                    <a:lnTo>
                      <a:pt x="4177" y="8973"/>
                    </a:lnTo>
                    <a:lnTo>
                      <a:pt x="4359" y="8745"/>
                    </a:lnTo>
                    <a:lnTo>
                      <a:pt x="4532" y="8508"/>
                    </a:lnTo>
                    <a:lnTo>
                      <a:pt x="4687" y="8253"/>
                    </a:lnTo>
                    <a:lnTo>
                      <a:pt x="4833" y="8007"/>
                    </a:lnTo>
                    <a:lnTo>
                      <a:pt x="4961" y="7742"/>
                    </a:lnTo>
                    <a:lnTo>
                      <a:pt x="5070" y="7469"/>
                    </a:lnTo>
                    <a:lnTo>
                      <a:pt x="5180" y="7195"/>
                    </a:lnTo>
                    <a:lnTo>
                      <a:pt x="5262" y="6922"/>
                    </a:lnTo>
                    <a:lnTo>
                      <a:pt x="5335" y="6630"/>
                    </a:lnTo>
                    <a:lnTo>
                      <a:pt x="5389" y="6347"/>
                    </a:lnTo>
                    <a:lnTo>
                      <a:pt x="5426" y="6055"/>
                    </a:lnTo>
                    <a:lnTo>
                      <a:pt x="5453" y="5754"/>
                    </a:lnTo>
                    <a:lnTo>
                      <a:pt x="5462" y="5453"/>
                    </a:lnTo>
                    <a:lnTo>
                      <a:pt x="5453" y="5180"/>
                    </a:lnTo>
                    <a:lnTo>
                      <a:pt x="5435" y="4897"/>
                    </a:lnTo>
                    <a:lnTo>
                      <a:pt x="5399" y="4624"/>
                    </a:lnTo>
                    <a:lnTo>
                      <a:pt x="5353" y="4359"/>
                    </a:lnTo>
                    <a:lnTo>
                      <a:pt x="5289" y="4095"/>
                    </a:lnTo>
                    <a:lnTo>
                      <a:pt x="5216" y="3839"/>
                    </a:lnTo>
                    <a:lnTo>
                      <a:pt x="5125" y="3584"/>
                    </a:lnTo>
                    <a:lnTo>
                      <a:pt x="5034" y="3338"/>
                    </a:lnTo>
                    <a:lnTo>
                      <a:pt x="4924" y="3092"/>
                    </a:lnTo>
                    <a:lnTo>
                      <a:pt x="4797" y="2864"/>
                    </a:lnTo>
                    <a:lnTo>
                      <a:pt x="4669" y="2627"/>
                    </a:lnTo>
                    <a:lnTo>
                      <a:pt x="4523" y="2408"/>
                    </a:lnTo>
                    <a:lnTo>
                      <a:pt x="4377" y="2198"/>
                    </a:lnTo>
                    <a:lnTo>
                      <a:pt x="4213" y="1988"/>
                    </a:lnTo>
                    <a:lnTo>
                      <a:pt x="4040" y="1788"/>
                    </a:lnTo>
                    <a:lnTo>
                      <a:pt x="3858" y="1605"/>
                    </a:lnTo>
                    <a:lnTo>
                      <a:pt x="3666" y="1423"/>
                    </a:lnTo>
                    <a:lnTo>
                      <a:pt x="3475" y="1250"/>
                    </a:lnTo>
                    <a:lnTo>
                      <a:pt x="3265" y="1086"/>
                    </a:lnTo>
                    <a:lnTo>
                      <a:pt x="3055" y="940"/>
                    </a:lnTo>
                    <a:lnTo>
                      <a:pt x="2827" y="794"/>
                    </a:lnTo>
                    <a:lnTo>
                      <a:pt x="2599" y="666"/>
                    </a:lnTo>
                    <a:lnTo>
                      <a:pt x="2371" y="539"/>
                    </a:lnTo>
                    <a:lnTo>
                      <a:pt x="2125" y="429"/>
                    </a:lnTo>
                    <a:lnTo>
                      <a:pt x="1879" y="338"/>
                    </a:lnTo>
                    <a:lnTo>
                      <a:pt x="1624" y="247"/>
                    </a:lnTo>
                    <a:lnTo>
                      <a:pt x="1368" y="174"/>
                    </a:lnTo>
                    <a:lnTo>
                      <a:pt x="1104" y="110"/>
                    </a:lnTo>
                    <a:lnTo>
                      <a:pt x="830" y="64"/>
                    </a:lnTo>
                    <a:lnTo>
                      <a:pt x="566" y="28"/>
                    </a:lnTo>
                    <a:lnTo>
                      <a:pt x="283" y="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3">
                <a:extLst>
                  <a:ext uri="{FF2B5EF4-FFF2-40B4-BE49-F238E27FC236}">
                    <a16:creationId xmlns:a16="http://schemas.microsoft.com/office/drawing/2014/main" id="{02DCE7FE-C91C-32C5-F11F-D0BFC1A44742}"/>
                  </a:ext>
                </a:extLst>
              </p:cNvPr>
              <p:cNvSpPr/>
              <p:nvPr/>
            </p:nvSpPr>
            <p:spPr>
              <a:xfrm>
                <a:off x="4291206" y="2526231"/>
                <a:ext cx="100606" cy="151373"/>
              </a:xfrm>
              <a:custGeom>
                <a:avLst/>
                <a:gdLst/>
                <a:ahLst/>
                <a:cxnLst/>
                <a:rect l="l" t="t" r="r" b="b"/>
                <a:pathLst>
                  <a:path w="1952" h="2937" extrusionOk="0">
                    <a:moveTo>
                      <a:pt x="1423" y="0"/>
                    </a:moveTo>
                    <a:lnTo>
                      <a:pt x="1414" y="192"/>
                    </a:lnTo>
                    <a:lnTo>
                      <a:pt x="1386" y="374"/>
                    </a:lnTo>
                    <a:lnTo>
                      <a:pt x="1341" y="547"/>
                    </a:lnTo>
                    <a:lnTo>
                      <a:pt x="1295" y="730"/>
                    </a:lnTo>
                    <a:lnTo>
                      <a:pt x="1240" y="903"/>
                    </a:lnTo>
                    <a:lnTo>
                      <a:pt x="1167" y="1076"/>
                    </a:lnTo>
                    <a:lnTo>
                      <a:pt x="1095" y="1240"/>
                    </a:lnTo>
                    <a:lnTo>
                      <a:pt x="1003" y="1405"/>
                    </a:lnTo>
                    <a:lnTo>
                      <a:pt x="912" y="1560"/>
                    </a:lnTo>
                    <a:lnTo>
                      <a:pt x="803" y="1715"/>
                    </a:lnTo>
                    <a:lnTo>
                      <a:pt x="684" y="1860"/>
                    </a:lnTo>
                    <a:lnTo>
                      <a:pt x="566" y="2006"/>
                    </a:lnTo>
                    <a:lnTo>
                      <a:pt x="438" y="2143"/>
                    </a:lnTo>
                    <a:lnTo>
                      <a:pt x="301" y="2271"/>
                    </a:lnTo>
                    <a:lnTo>
                      <a:pt x="155" y="2389"/>
                    </a:lnTo>
                    <a:lnTo>
                      <a:pt x="0" y="2499"/>
                    </a:lnTo>
                    <a:lnTo>
                      <a:pt x="292" y="2936"/>
                    </a:lnTo>
                    <a:lnTo>
                      <a:pt x="474" y="2800"/>
                    </a:lnTo>
                    <a:lnTo>
                      <a:pt x="648" y="2663"/>
                    </a:lnTo>
                    <a:lnTo>
                      <a:pt x="803" y="2517"/>
                    </a:lnTo>
                    <a:lnTo>
                      <a:pt x="958" y="2362"/>
                    </a:lnTo>
                    <a:lnTo>
                      <a:pt x="1095" y="2198"/>
                    </a:lnTo>
                    <a:lnTo>
                      <a:pt x="1231" y="2025"/>
                    </a:lnTo>
                    <a:lnTo>
                      <a:pt x="1350" y="1842"/>
                    </a:lnTo>
                    <a:lnTo>
                      <a:pt x="1459" y="1660"/>
                    </a:lnTo>
                    <a:lnTo>
                      <a:pt x="1560" y="1468"/>
                    </a:lnTo>
                    <a:lnTo>
                      <a:pt x="1651" y="1277"/>
                    </a:lnTo>
                    <a:lnTo>
                      <a:pt x="1733" y="1076"/>
                    </a:lnTo>
                    <a:lnTo>
                      <a:pt x="1797" y="876"/>
                    </a:lnTo>
                    <a:lnTo>
                      <a:pt x="1860" y="666"/>
                    </a:lnTo>
                    <a:lnTo>
                      <a:pt x="1897" y="456"/>
                    </a:lnTo>
                    <a:lnTo>
                      <a:pt x="1933" y="246"/>
                    </a:lnTo>
                    <a:lnTo>
                      <a:pt x="1952" y="37"/>
                    </a:lnTo>
                    <a:lnTo>
                      <a:pt x="14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3">
                <a:extLst>
                  <a:ext uri="{FF2B5EF4-FFF2-40B4-BE49-F238E27FC236}">
                    <a16:creationId xmlns:a16="http://schemas.microsoft.com/office/drawing/2014/main" id="{975A638E-8CA1-1816-CFDB-96B1A19CD4EE}"/>
                  </a:ext>
                </a:extLst>
              </p:cNvPr>
              <p:cNvSpPr/>
              <p:nvPr/>
            </p:nvSpPr>
            <p:spPr>
              <a:xfrm>
                <a:off x="3942946" y="2583544"/>
                <a:ext cx="120810" cy="187606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3640" extrusionOk="0">
                    <a:moveTo>
                      <a:pt x="137" y="1"/>
                    </a:moveTo>
                    <a:lnTo>
                      <a:pt x="0" y="511"/>
                    </a:lnTo>
                    <a:lnTo>
                      <a:pt x="119" y="548"/>
                    </a:lnTo>
                    <a:lnTo>
                      <a:pt x="237" y="584"/>
                    </a:lnTo>
                    <a:lnTo>
                      <a:pt x="347" y="630"/>
                    </a:lnTo>
                    <a:lnTo>
                      <a:pt x="456" y="675"/>
                    </a:lnTo>
                    <a:lnTo>
                      <a:pt x="566" y="730"/>
                    </a:lnTo>
                    <a:lnTo>
                      <a:pt x="666" y="794"/>
                    </a:lnTo>
                    <a:lnTo>
                      <a:pt x="766" y="858"/>
                    </a:lnTo>
                    <a:lnTo>
                      <a:pt x="858" y="931"/>
                    </a:lnTo>
                    <a:lnTo>
                      <a:pt x="949" y="1004"/>
                    </a:lnTo>
                    <a:lnTo>
                      <a:pt x="1040" y="1086"/>
                    </a:lnTo>
                    <a:lnTo>
                      <a:pt x="1131" y="1168"/>
                    </a:lnTo>
                    <a:lnTo>
                      <a:pt x="1204" y="1259"/>
                    </a:lnTo>
                    <a:lnTo>
                      <a:pt x="1286" y="1350"/>
                    </a:lnTo>
                    <a:lnTo>
                      <a:pt x="1359" y="1441"/>
                    </a:lnTo>
                    <a:lnTo>
                      <a:pt x="1423" y="1542"/>
                    </a:lnTo>
                    <a:lnTo>
                      <a:pt x="1487" y="1651"/>
                    </a:lnTo>
                    <a:lnTo>
                      <a:pt x="1551" y="1751"/>
                    </a:lnTo>
                    <a:lnTo>
                      <a:pt x="1596" y="1861"/>
                    </a:lnTo>
                    <a:lnTo>
                      <a:pt x="1651" y="1979"/>
                    </a:lnTo>
                    <a:lnTo>
                      <a:pt x="1687" y="2089"/>
                    </a:lnTo>
                    <a:lnTo>
                      <a:pt x="1724" y="2198"/>
                    </a:lnTo>
                    <a:lnTo>
                      <a:pt x="1751" y="2317"/>
                    </a:lnTo>
                    <a:lnTo>
                      <a:pt x="1779" y="2435"/>
                    </a:lnTo>
                    <a:lnTo>
                      <a:pt x="1797" y="2554"/>
                    </a:lnTo>
                    <a:lnTo>
                      <a:pt x="1806" y="2672"/>
                    </a:lnTo>
                    <a:lnTo>
                      <a:pt x="1815" y="2791"/>
                    </a:lnTo>
                    <a:lnTo>
                      <a:pt x="1815" y="2910"/>
                    </a:lnTo>
                    <a:lnTo>
                      <a:pt x="1815" y="3028"/>
                    </a:lnTo>
                    <a:lnTo>
                      <a:pt x="1797" y="3147"/>
                    </a:lnTo>
                    <a:lnTo>
                      <a:pt x="1788" y="3265"/>
                    </a:lnTo>
                    <a:lnTo>
                      <a:pt x="1760" y="3384"/>
                    </a:lnTo>
                    <a:lnTo>
                      <a:pt x="1733" y="3502"/>
                    </a:lnTo>
                    <a:lnTo>
                      <a:pt x="2244" y="3639"/>
                    </a:lnTo>
                    <a:lnTo>
                      <a:pt x="2280" y="3493"/>
                    </a:lnTo>
                    <a:lnTo>
                      <a:pt x="2307" y="3347"/>
                    </a:lnTo>
                    <a:lnTo>
                      <a:pt x="2326" y="3201"/>
                    </a:lnTo>
                    <a:lnTo>
                      <a:pt x="2335" y="3055"/>
                    </a:lnTo>
                    <a:lnTo>
                      <a:pt x="2344" y="2919"/>
                    </a:lnTo>
                    <a:lnTo>
                      <a:pt x="2344" y="2773"/>
                    </a:lnTo>
                    <a:lnTo>
                      <a:pt x="2335" y="2627"/>
                    </a:lnTo>
                    <a:lnTo>
                      <a:pt x="2317" y="2481"/>
                    </a:lnTo>
                    <a:lnTo>
                      <a:pt x="2298" y="2335"/>
                    </a:lnTo>
                    <a:lnTo>
                      <a:pt x="2262" y="2198"/>
                    </a:lnTo>
                    <a:lnTo>
                      <a:pt x="2225" y="2062"/>
                    </a:lnTo>
                    <a:lnTo>
                      <a:pt x="2189" y="1916"/>
                    </a:lnTo>
                    <a:lnTo>
                      <a:pt x="2134" y="1779"/>
                    </a:lnTo>
                    <a:lnTo>
                      <a:pt x="2079" y="1651"/>
                    </a:lnTo>
                    <a:lnTo>
                      <a:pt x="2016" y="1514"/>
                    </a:lnTo>
                    <a:lnTo>
                      <a:pt x="1943" y="1387"/>
                    </a:lnTo>
                    <a:lnTo>
                      <a:pt x="1870" y="1259"/>
                    </a:lnTo>
                    <a:lnTo>
                      <a:pt x="1788" y="1141"/>
                    </a:lnTo>
                    <a:lnTo>
                      <a:pt x="1696" y="1022"/>
                    </a:lnTo>
                    <a:lnTo>
                      <a:pt x="1605" y="913"/>
                    </a:lnTo>
                    <a:lnTo>
                      <a:pt x="1505" y="803"/>
                    </a:lnTo>
                    <a:lnTo>
                      <a:pt x="1405" y="703"/>
                    </a:lnTo>
                    <a:lnTo>
                      <a:pt x="1295" y="603"/>
                    </a:lnTo>
                    <a:lnTo>
                      <a:pt x="1177" y="511"/>
                    </a:lnTo>
                    <a:lnTo>
                      <a:pt x="1067" y="429"/>
                    </a:lnTo>
                    <a:lnTo>
                      <a:pt x="940" y="347"/>
                    </a:lnTo>
                    <a:lnTo>
                      <a:pt x="821" y="274"/>
                    </a:lnTo>
                    <a:lnTo>
                      <a:pt x="693" y="210"/>
                    </a:lnTo>
                    <a:lnTo>
                      <a:pt x="557" y="147"/>
                    </a:lnTo>
                    <a:lnTo>
                      <a:pt x="420" y="92"/>
                    </a:lnTo>
                    <a:lnTo>
                      <a:pt x="283" y="4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3">
                <a:extLst>
                  <a:ext uri="{FF2B5EF4-FFF2-40B4-BE49-F238E27FC236}">
                    <a16:creationId xmlns:a16="http://schemas.microsoft.com/office/drawing/2014/main" id="{FFB5EB88-533C-0C1E-1A11-4D73A3BF70F5}"/>
                  </a:ext>
                </a:extLst>
              </p:cNvPr>
              <p:cNvSpPr/>
              <p:nvPr/>
            </p:nvSpPr>
            <p:spPr>
              <a:xfrm>
                <a:off x="4346664" y="2495203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611" y="0"/>
                    </a:moveTo>
                    <a:lnTo>
                      <a:pt x="547" y="10"/>
                    </a:lnTo>
                    <a:lnTo>
                      <a:pt x="493" y="19"/>
                    </a:lnTo>
                    <a:lnTo>
                      <a:pt x="429" y="28"/>
                    </a:lnTo>
                    <a:lnTo>
                      <a:pt x="374" y="55"/>
                    </a:lnTo>
                    <a:lnTo>
                      <a:pt x="319" y="82"/>
                    </a:lnTo>
                    <a:lnTo>
                      <a:pt x="265" y="110"/>
                    </a:lnTo>
                    <a:lnTo>
                      <a:pt x="219" y="146"/>
                    </a:lnTo>
                    <a:lnTo>
                      <a:pt x="174" y="183"/>
                    </a:lnTo>
                    <a:lnTo>
                      <a:pt x="137" y="228"/>
                    </a:lnTo>
                    <a:lnTo>
                      <a:pt x="101" y="274"/>
                    </a:lnTo>
                    <a:lnTo>
                      <a:pt x="73" y="329"/>
                    </a:lnTo>
                    <a:lnTo>
                      <a:pt x="46" y="383"/>
                    </a:lnTo>
                    <a:lnTo>
                      <a:pt x="28" y="438"/>
                    </a:lnTo>
                    <a:lnTo>
                      <a:pt x="9" y="493"/>
                    </a:lnTo>
                    <a:lnTo>
                      <a:pt x="0" y="557"/>
                    </a:lnTo>
                    <a:lnTo>
                      <a:pt x="0" y="620"/>
                    </a:lnTo>
                    <a:lnTo>
                      <a:pt x="0" y="684"/>
                    </a:lnTo>
                    <a:lnTo>
                      <a:pt x="9" y="748"/>
                    </a:lnTo>
                    <a:lnTo>
                      <a:pt x="28" y="803"/>
                    </a:lnTo>
                    <a:lnTo>
                      <a:pt x="46" y="858"/>
                    </a:lnTo>
                    <a:lnTo>
                      <a:pt x="73" y="912"/>
                    </a:lnTo>
                    <a:lnTo>
                      <a:pt x="101" y="967"/>
                    </a:lnTo>
                    <a:lnTo>
                      <a:pt x="137" y="1013"/>
                    </a:lnTo>
                    <a:lnTo>
                      <a:pt x="174" y="1058"/>
                    </a:lnTo>
                    <a:lnTo>
                      <a:pt x="219" y="1095"/>
                    </a:lnTo>
                    <a:lnTo>
                      <a:pt x="265" y="1131"/>
                    </a:lnTo>
                    <a:lnTo>
                      <a:pt x="319" y="1158"/>
                    </a:lnTo>
                    <a:lnTo>
                      <a:pt x="374" y="1186"/>
                    </a:lnTo>
                    <a:lnTo>
                      <a:pt x="429" y="1204"/>
                    </a:lnTo>
                    <a:lnTo>
                      <a:pt x="493" y="1222"/>
                    </a:lnTo>
                    <a:lnTo>
                      <a:pt x="547" y="1231"/>
                    </a:lnTo>
                    <a:lnTo>
                      <a:pt x="675" y="1231"/>
                    </a:lnTo>
                    <a:lnTo>
                      <a:pt x="739" y="1222"/>
                    </a:lnTo>
                    <a:lnTo>
                      <a:pt x="794" y="1204"/>
                    </a:lnTo>
                    <a:lnTo>
                      <a:pt x="848" y="1186"/>
                    </a:lnTo>
                    <a:lnTo>
                      <a:pt x="903" y="1158"/>
                    </a:lnTo>
                    <a:lnTo>
                      <a:pt x="958" y="1131"/>
                    </a:lnTo>
                    <a:lnTo>
                      <a:pt x="1003" y="1095"/>
                    </a:lnTo>
                    <a:lnTo>
                      <a:pt x="1049" y="1058"/>
                    </a:lnTo>
                    <a:lnTo>
                      <a:pt x="1085" y="1013"/>
                    </a:lnTo>
                    <a:lnTo>
                      <a:pt x="1122" y="967"/>
                    </a:lnTo>
                    <a:lnTo>
                      <a:pt x="1149" y="912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3" y="748"/>
                    </a:lnTo>
                    <a:lnTo>
                      <a:pt x="1222" y="684"/>
                    </a:lnTo>
                    <a:lnTo>
                      <a:pt x="1222" y="620"/>
                    </a:lnTo>
                    <a:lnTo>
                      <a:pt x="1222" y="557"/>
                    </a:lnTo>
                    <a:lnTo>
                      <a:pt x="1213" y="493"/>
                    </a:lnTo>
                    <a:lnTo>
                      <a:pt x="1195" y="438"/>
                    </a:lnTo>
                    <a:lnTo>
                      <a:pt x="1177" y="383"/>
                    </a:lnTo>
                    <a:lnTo>
                      <a:pt x="1149" y="329"/>
                    </a:lnTo>
                    <a:lnTo>
                      <a:pt x="1122" y="274"/>
                    </a:lnTo>
                    <a:lnTo>
                      <a:pt x="1085" y="228"/>
                    </a:lnTo>
                    <a:lnTo>
                      <a:pt x="1049" y="183"/>
                    </a:lnTo>
                    <a:lnTo>
                      <a:pt x="1003" y="146"/>
                    </a:lnTo>
                    <a:lnTo>
                      <a:pt x="958" y="110"/>
                    </a:lnTo>
                    <a:lnTo>
                      <a:pt x="903" y="82"/>
                    </a:lnTo>
                    <a:lnTo>
                      <a:pt x="848" y="55"/>
                    </a:lnTo>
                    <a:lnTo>
                      <a:pt x="794" y="28"/>
                    </a:lnTo>
                    <a:lnTo>
                      <a:pt x="739" y="19"/>
                    </a:lnTo>
                    <a:lnTo>
                      <a:pt x="675" y="1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3">
                <a:extLst>
                  <a:ext uri="{FF2B5EF4-FFF2-40B4-BE49-F238E27FC236}">
                    <a16:creationId xmlns:a16="http://schemas.microsoft.com/office/drawing/2014/main" id="{5F568978-A6C3-2AB0-C517-5B0334C97D53}"/>
                  </a:ext>
                </a:extLst>
              </p:cNvPr>
              <p:cNvSpPr/>
              <p:nvPr/>
            </p:nvSpPr>
            <p:spPr>
              <a:xfrm>
                <a:off x="4009227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0" y="0"/>
                    </a:moveTo>
                    <a:lnTo>
                      <a:pt x="556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8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2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82" y="328"/>
                    </a:lnTo>
                    <a:lnTo>
                      <a:pt x="55" y="374"/>
                    </a:lnTo>
                    <a:lnTo>
                      <a:pt x="27" y="438"/>
                    </a:lnTo>
                    <a:lnTo>
                      <a:pt x="18" y="492"/>
                    </a:lnTo>
                    <a:lnTo>
                      <a:pt x="9" y="556"/>
                    </a:lnTo>
                    <a:lnTo>
                      <a:pt x="0" y="620"/>
                    </a:lnTo>
                    <a:lnTo>
                      <a:pt x="9" y="684"/>
                    </a:lnTo>
                    <a:lnTo>
                      <a:pt x="18" y="739"/>
                    </a:lnTo>
                    <a:lnTo>
                      <a:pt x="27" y="803"/>
                    </a:lnTo>
                    <a:lnTo>
                      <a:pt x="55" y="857"/>
                    </a:lnTo>
                    <a:lnTo>
                      <a:pt x="82" y="912"/>
                    </a:lnTo>
                    <a:lnTo>
                      <a:pt x="110" y="958"/>
                    </a:lnTo>
                    <a:lnTo>
                      <a:pt x="146" y="1012"/>
                    </a:lnTo>
                    <a:lnTo>
                      <a:pt x="182" y="1049"/>
                    </a:lnTo>
                    <a:lnTo>
                      <a:pt x="228" y="1094"/>
                    </a:lnTo>
                    <a:lnTo>
                      <a:pt x="274" y="1131"/>
                    </a:lnTo>
                    <a:lnTo>
                      <a:pt x="328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6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7" y="1185"/>
                    </a:lnTo>
                    <a:lnTo>
                      <a:pt x="912" y="1158"/>
                    </a:lnTo>
                    <a:lnTo>
                      <a:pt x="958" y="1131"/>
                    </a:lnTo>
                    <a:lnTo>
                      <a:pt x="1012" y="1094"/>
                    </a:lnTo>
                    <a:lnTo>
                      <a:pt x="1049" y="1049"/>
                    </a:lnTo>
                    <a:lnTo>
                      <a:pt x="1094" y="1012"/>
                    </a:lnTo>
                    <a:lnTo>
                      <a:pt x="1131" y="958"/>
                    </a:lnTo>
                    <a:lnTo>
                      <a:pt x="1158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84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8" y="328"/>
                    </a:lnTo>
                    <a:lnTo>
                      <a:pt x="1131" y="274"/>
                    </a:lnTo>
                    <a:lnTo>
                      <a:pt x="1094" y="228"/>
                    </a:lnTo>
                    <a:lnTo>
                      <a:pt x="1049" y="182"/>
                    </a:lnTo>
                    <a:lnTo>
                      <a:pt x="1012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7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3">
                <a:extLst>
                  <a:ext uri="{FF2B5EF4-FFF2-40B4-BE49-F238E27FC236}">
                    <a16:creationId xmlns:a16="http://schemas.microsoft.com/office/drawing/2014/main" id="{27E86D97-B4A5-36F6-4FF8-4D581C807003}"/>
                  </a:ext>
                </a:extLst>
              </p:cNvPr>
              <p:cNvSpPr/>
              <p:nvPr/>
            </p:nvSpPr>
            <p:spPr>
              <a:xfrm>
                <a:off x="4223533" y="299762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47" y="0"/>
                    </a:moveTo>
                    <a:lnTo>
                      <a:pt x="493" y="9"/>
                    </a:lnTo>
                    <a:lnTo>
                      <a:pt x="429" y="28"/>
                    </a:lnTo>
                    <a:lnTo>
                      <a:pt x="374" y="46"/>
                    </a:lnTo>
                    <a:lnTo>
                      <a:pt x="319" y="73"/>
                    </a:lnTo>
                    <a:lnTo>
                      <a:pt x="274" y="100"/>
                    </a:lnTo>
                    <a:lnTo>
                      <a:pt x="219" y="137"/>
                    </a:lnTo>
                    <a:lnTo>
                      <a:pt x="183" y="173"/>
                    </a:lnTo>
                    <a:lnTo>
                      <a:pt x="137" y="219"/>
                    </a:lnTo>
                    <a:lnTo>
                      <a:pt x="101" y="265"/>
                    </a:lnTo>
                    <a:lnTo>
                      <a:pt x="73" y="319"/>
                    </a:lnTo>
                    <a:lnTo>
                      <a:pt x="46" y="374"/>
                    </a:lnTo>
                    <a:lnTo>
                      <a:pt x="28" y="429"/>
                    </a:lnTo>
                    <a:lnTo>
                      <a:pt x="9" y="483"/>
                    </a:lnTo>
                    <a:lnTo>
                      <a:pt x="0" y="547"/>
                    </a:lnTo>
                    <a:lnTo>
                      <a:pt x="0" y="611"/>
                    </a:lnTo>
                    <a:lnTo>
                      <a:pt x="0" y="675"/>
                    </a:lnTo>
                    <a:lnTo>
                      <a:pt x="9" y="739"/>
                    </a:lnTo>
                    <a:lnTo>
                      <a:pt x="28" y="793"/>
                    </a:lnTo>
                    <a:lnTo>
                      <a:pt x="46" y="848"/>
                    </a:lnTo>
                    <a:lnTo>
                      <a:pt x="73" y="903"/>
                    </a:lnTo>
                    <a:lnTo>
                      <a:pt x="101" y="958"/>
                    </a:lnTo>
                    <a:lnTo>
                      <a:pt x="137" y="1003"/>
                    </a:lnTo>
                    <a:lnTo>
                      <a:pt x="183" y="1049"/>
                    </a:lnTo>
                    <a:lnTo>
                      <a:pt x="219" y="1085"/>
                    </a:lnTo>
                    <a:lnTo>
                      <a:pt x="274" y="1122"/>
                    </a:lnTo>
                    <a:lnTo>
                      <a:pt x="319" y="1149"/>
                    </a:lnTo>
                    <a:lnTo>
                      <a:pt x="374" y="1176"/>
                    </a:lnTo>
                    <a:lnTo>
                      <a:pt x="429" y="1195"/>
                    </a:lnTo>
                    <a:lnTo>
                      <a:pt x="493" y="1213"/>
                    </a:lnTo>
                    <a:lnTo>
                      <a:pt x="547" y="1222"/>
                    </a:lnTo>
                    <a:lnTo>
                      <a:pt x="675" y="1222"/>
                    </a:lnTo>
                    <a:lnTo>
                      <a:pt x="739" y="1213"/>
                    </a:lnTo>
                    <a:lnTo>
                      <a:pt x="794" y="1195"/>
                    </a:lnTo>
                    <a:lnTo>
                      <a:pt x="857" y="1176"/>
                    </a:lnTo>
                    <a:lnTo>
                      <a:pt x="903" y="1149"/>
                    </a:lnTo>
                    <a:lnTo>
                      <a:pt x="958" y="1122"/>
                    </a:lnTo>
                    <a:lnTo>
                      <a:pt x="1003" y="1085"/>
                    </a:lnTo>
                    <a:lnTo>
                      <a:pt x="1049" y="1049"/>
                    </a:lnTo>
                    <a:lnTo>
                      <a:pt x="1085" y="1003"/>
                    </a:lnTo>
                    <a:lnTo>
                      <a:pt x="1122" y="958"/>
                    </a:lnTo>
                    <a:lnTo>
                      <a:pt x="1158" y="903"/>
                    </a:lnTo>
                    <a:lnTo>
                      <a:pt x="1186" y="848"/>
                    </a:lnTo>
                    <a:lnTo>
                      <a:pt x="1204" y="793"/>
                    </a:lnTo>
                    <a:lnTo>
                      <a:pt x="1213" y="739"/>
                    </a:lnTo>
                    <a:lnTo>
                      <a:pt x="1222" y="675"/>
                    </a:lnTo>
                    <a:lnTo>
                      <a:pt x="1231" y="611"/>
                    </a:lnTo>
                    <a:lnTo>
                      <a:pt x="1222" y="547"/>
                    </a:lnTo>
                    <a:lnTo>
                      <a:pt x="1213" y="48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8" y="319"/>
                    </a:lnTo>
                    <a:lnTo>
                      <a:pt x="1122" y="265"/>
                    </a:lnTo>
                    <a:lnTo>
                      <a:pt x="1085" y="219"/>
                    </a:lnTo>
                    <a:lnTo>
                      <a:pt x="1049" y="173"/>
                    </a:lnTo>
                    <a:lnTo>
                      <a:pt x="1003" y="137"/>
                    </a:lnTo>
                    <a:lnTo>
                      <a:pt x="958" y="100"/>
                    </a:lnTo>
                    <a:lnTo>
                      <a:pt x="903" y="73"/>
                    </a:lnTo>
                    <a:lnTo>
                      <a:pt x="857" y="46"/>
                    </a:lnTo>
                    <a:lnTo>
                      <a:pt x="794" y="28"/>
                    </a:lnTo>
                    <a:lnTo>
                      <a:pt x="739" y="9"/>
                    </a:lnTo>
                    <a:lnTo>
                      <a:pt x="6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3">
                <a:extLst>
                  <a:ext uri="{FF2B5EF4-FFF2-40B4-BE49-F238E27FC236}">
                    <a16:creationId xmlns:a16="http://schemas.microsoft.com/office/drawing/2014/main" id="{77647918-5A6D-29BA-E5BC-E63D69B723A8}"/>
                  </a:ext>
                </a:extLst>
              </p:cNvPr>
              <p:cNvSpPr/>
              <p:nvPr/>
            </p:nvSpPr>
            <p:spPr>
              <a:xfrm>
                <a:off x="3621487" y="3081736"/>
                <a:ext cx="320115" cy="119882"/>
              </a:xfrm>
              <a:custGeom>
                <a:avLst/>
                <a:gdLst/>
                <a:ahLst/>
                <a:cxnLst/>
                <a:rect l="l" t="t" r="r" b="b"/>
                <a:pathLst>
                  <a:path w="6211" h="2326" extrusionOk="0">
                    <a:moveTo>
                      <a:pt x="474" y="0"/>
                    </a:moveTo>
                    <a:lnTo>
                      <a:pt x="0" y="237"/>
                    </a:lnTo>
                    <a:lnTo>
                      <a:pt x="110" y="447"/>
                    </a:lnTo>
                    <a:lnTo>
                      <a:pt x="237" y="648"/>
                    </a:lnTo>
                    <a:lnTo>
                      <a:pt x="374" y="839"/>
                    </a:lnTo>
                    <a:lnTo>
                      <a:pt x="520" y="1013"/>
                    </a:lnTo>
                    <a:lnTo>
                      <a:pt x="675" y="1186"/>
                    </a:lnTo>
                    <a:lnTo>
                      <a:pt x="839" y="1350"/>
                    </a:lnTo>
                    <a:lnTo>
                      <a:pt x="1012" y="1496"/>
                    </a:lnTo>
                    <a:lnTo>
                      <a:pt x="1195" y="1633"/>
                    </a:lnTo>
                    <a:lnTo>
                      <a:pt x="1386" y="1760"/>
                    </a:lnTo>
                    <a:lnTo>
                      <a:pt x="1587" y="1879"/>
                    </a:lnTo>
                    <a:lnTo>
                      <a:pt x="1788" y="1979"/>
                    </a:lnTo>
                    <a:lnTo>
                      <a:pt x="2006" y="2070"/>
                    </a:lnTo>
                    <a:lnTo>
                      <a:pt x="2225" y="2152"/>
                    </a:lnTo>
                    <a:lnTo>
                      <a:pt x="2444" y="2216"/>
                    </a:lnTo>
                    <a:lnTo>
                      <a:pt x="2672" y="2262"/>
                    </a:lnTo>
                    <a:lnTo>
                      <a:pt x="2909" y="2298"/>
                    </a:lnTo>
                    <a:lnTo>
                      <a:pt x="3146" y="2326"/>
                    </a:lnTo>
                    <a:lnTo>
                      <a:pt x="3575" y="2326"/>
                    </a:lnTo>
                    <a:lnTo>
                      <a:pt x="3775" y="2307"/>
                    </a:lnTo>
                    <a:lnTo>
                      <a:pt x="3976" y="2280"/>
                    </a:lnTo>
                    <a:lnTo>
                      <a:pt x="4177" y="2244"/>
                    </a:lnTo>
                    <a:lnTo>
                      <a:pt x="4368" y="2198"/>
                    </a:lnTo>
                    <a:lnTo>
                      <a:pt x="4560" y="2143"/>
                    </a:lnTo>
                    <a:lnTo>
                      <a:pt x="4751" y="2070"/>
                    </a:lnTo>
                    <a:lnTo>
                      <a:pt x="4933" y="1997"/>
                    </a:lnTo>
                    <a:lnTo>
                      <a:pt x="5107" y="1906"/>
                    </a:lnTo>
                    <a:lnTo>
                      <a:pt x="5280" y="1815"/>
                    </a:lnTo>
                    <a:lnTo>
                      <a:pt x="5453" y="1706"/>
                    </a:lnTo>
                    <a:lnTo>
                      <a:pt x="5617" y="1587"/>
                    </a:lnTo>
                    <a:lnTo>
                      <a:pt x="5772" y="1468"/>
                    </a:lnTo>
                    <a:lnTo>
                      <a:pt x="5927" y="1332"/>
                    </a:lnTo>
                    <a:lnTo>
                      <a:pt x="6073" y="1195"/>
                    </a:lnTo>
                    <a:lnTo>
                      <a:pt x="6210" y="1040"/>
                    </a:lnTo>
                    <a:lnTo>
                      <a:pt x="5818" y="693"/>
                    </a:lnTo>
                    <a:lnTo>
                      <a:pt x="5681" y="839"/>
                    </a:lnTo>
                    <a:lnTo>
                      <a:pt x="5535" y="976"/>
                    </a:lnTo>
                    <a:lnTo>
                      <a:pt x="5380" y="1104"/>
                    </a:lnTo>
                    <a:lnTo>
                      <a:pt x="5225" y="1222"/>
                    </a:lnTo>
                    <a:lnTo>
                      <a:pt x="5061" y="1332"/>
                    </a:lnTo>
                    <a:lnTo>
                      <a:pt x="4888" y="1432"/>
                    </a:lnTo>
                    <a:lnTo>
                      <a:pt x="4715" y="1514"/>
                    </a:lnTo>
                    <a:lnTo>
                      <a:pt x="4532" y="1587"/>
                    </a:lnTo>
                    <a:lnTo>
                      <a:pt x="4350" y="1660"/>
                    </a:lnTo>
                    <a:lnTo>
                      <a:pt x="4158" y="1706"/>
                    </a:lnTo>
                    <a:lnTo>
                      <a:pt x="3967" y="1751"/>
                    </a:lnTo>
                    <a:lnTo>
                      <a:pt x="3766" y="1779"/>
                    </a:lnTo>
                    <a:lnTo>
                      <a:pt x="3575" y="1797"/>
                    </a:lnTo>
                    <a:lnTo>
                      <a:pt x="3374" y="1806"/>
                    </a:lnTo>
                    <a:lnTo>
                      <a:pt x="3174" y="1797"/>
                    </a:lnTo>
                    <a:lnTo>
                      <a:pt x="2973" y="1779"/>
                    </a:lnTo>
                    <a:lnTo>
                      <a:pt x="2772" y="1751"/>
                    </a:lnTo>
                    <a:lnTo>
                      <a:pt x="2581" y="1706"/>
                    </a:lnTo>
                    <a:lnTo>
                      <a:pt x="2380" y="1651"/>
                    </a:lnTo>
                    <a:lnTo>
                      <a:pt x="2198" y="1578"/>
                    </a:lnTo>
                    <a:lnTo>
                      <a:pt x="2015" y="1505"/>
                    </a:lnTo>
                    <a:lnTo>
                      <a:pt x="1833" y="1414"/>
                    </a:lnTo>
                    <a:lnTo>
                      <a:pt x="1669" y="1313"/>
                    </a:lnTo>
                    <a:lnTo>
                      <a:pt x="1505" y="1204"/>
                    </a:lnTo>
                    <a:lnTo>
                      <a:pt x="1341" y="1086"/>
                    </a:lnTo>
                    <a:lnTo>
                      <a:pt x="1195" y="958"/>
                    </a:lnTo>
                    <a:lnTo>
                      <a:pt x="1049" y="821"/>
                    </a:lnTo>
                    <a:lnTo>
                      <a:pt x="912" y="675"/>
                    </a:lnTo>
                    <a:lnTo>
                      <a:pt x="794" y="520"/>
                    </a:lnTo>
                    <a:lnTo>
                      <a:pt x="675" y="356"/>
                    </a:lnTo>
                    <a:lnTo>
                      <a:pt x="566" y="18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3">
                <a:extLst>
                  <a:ext uri="{FF2B5EF4-FFF2-40B4-BE49-F238E27FC236}">
                    <a16:creationId xmlns:a16="http://schemas.microsoft.com/office/drawing/2014/main" id="{B996F66C-3B09-D17B-A28F-E635CE505CAC}"/>
                  </a:ext>
                </a:extLst>
              </p:cNvPr>
              <p:cNvSpPr/>
              <p:nvPr/>
            </p:nvSpPr>
            <p:spPr>
              <a:xfrm>
                <a:off x="3896869" y="309302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8" y="28"/>
                    </a:lnTo>
                    <a:lnTo>
                      <a:pt x="375" y="46"/>
                    </a:lnTo>
                    <a:lnTo>
                      <a:pt x="320" y="73"/>
                    </a:lnTo>
                    <a:lnTo>
                      <a:pt x="274" y="101"/>
                    </a:lnTo>
                    <a:lnTo>
                      <a:pt x="229" y="137"/>
                    </a:lnTo>
                    <a:lnTo>
                      <a:pt x="183" y="183"/>
                    </a:lnTo>
                    <a:lnTo>
                      <a:pt x="147" y="219"/>
                    </a:lnTo>
                    <a:lnTo>
                      <a:pt x="110" y="274"/>
                    </a:lnTo>
                    <a:lnTo>
                      <a:pt x="74" y="319"/>
                    </a:lnTo>
                    <a:lnTo>
                      <a:pt x="55" y="374"/>
                    </a:lnTo>
                    <a:lnTo>
                      <a:pt x="28" y="429"/>
                    </a:lnTo>
                    <a:lnTo>
                      <a:pt x="19" y="493"/>
                    </a:lnTo>
                    <a:lnTo>
                      <a:pt x="10" y="547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5" y="857"/>
                    </a:lnTo>
                    <a:lnTo>
                      <a:pt x="74" y="903"/>
                    </a:lnTo>
                    <a:lnTo>
                      <a:pt x="110" y="958"/>
                    </a:lnTo>
                    <a:lnTo>
                      <a:pt x="147" y="1003"/>
                    </a:lnTo>
                    <a:lnTo>
                      <a:pt x="183" y="1049"/>
                    </a:lnTo>
                    <a:lnTo>
                      <a:pt x="229" y="1085"/>
                    </a:lnTo>
                    <a:lnTo>
                      <a:pt x="274" y="1122"/>
                    </a:lnTo>
                    <a:lnTo>
                      <a:pt x="320" y="1158"/>
                    </a:lnTo>
                    <a:lnTo>
                      <a:pt x="375" y="1177"/>
                    </a:lnTo>
                    <a:lnTo>
                      <a:pt x="438" y="1204"/>
                    </a:lnTo>
                    <a:lnTo>
                      <a:pt x="493" y="1213"/>
                    </a:lnTo>
                    <a:lnTo>
                      <a:pt x="557" y="1222"/>
                    </a:lnTo>
                    <a:lnTo>
                      <a:pt x="612" y="1231"/>
                    </a:lnTo>
                    <a:lnTo>
                      <a:pt x="676" y="1222"/>
                    </a:lnTo>
                    <a:lnTo>
                      <a:pt x="739" y="1213"/>
                    </a:lnTo>
                    <a:lnTo>
                      <a:pt x="803" y="1204"/>
                    </a:lnTo>
                    <a:lnTo>
                      <a:pt x="858" y="1177"/>
                    </a:lnTo>
                    <a:lnTo>
                      <a:pt x="913" y="1158"/>
                    </a:lnTo>
                    <a:lnTo>
                      <a:pt x="958" y="1122"/>
                    </a:lnTo>
                    <a:lnTo>
                      <a:pt x="1004" y="1085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7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75"/>
                    </a:lnTo>
                    <a:lnTo>
                      <a:pt x="1232" y="611"/>
                    </a:lnTo>
                    <a:lnTo>
                      <a:pt x="1232" y="547"/>
                    </a:lnTo>
                    <a:lnTo>
                      <a:pt x="1223" y="49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2" y="274"/>
                    </a:lnTo>
                    <a:lnTo>
                      <a:pt x="1095" y="219"/>
                    </a:lnTo>
                    <a:lnTo>
                      <a:pt x="1049" y="183"/>
                    </a:lnTo>
                    <a:lnTo>
                      <a:pt x="1004" y="137"/>
                    </a:lnTo>
                    <a:lnTo>
                      <a:pt x="958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39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3">
                <a:extLst>
                  <a:ext uri="{FF2B5EF4-FFF2-40B4-BE49-F238E27FC236}">
                    <a16:creationId xmlns:a16="http://schemas.microsoft.com/office/drawing/2014/main" id="{FC7EA9A4-C994-46E5-177F-3B0F95B4AE5A}"/>
                  </a:ext>
                </a:extLst>
              </p:cNvPr>
              <p:cNvSpPr/>
              <p:nvPr/>
            </p:nvSpPr>
            <p:spPr>
              <a:xfrm>
                <a:off x="4475413" y="3215690"/>
                <a:ext cx="141529" cy="366604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7113" extrusionOk="0">
                    <a:moveTo>
                      <a:pt x="2472" y="0"/>
                    </a:moveTo>
                    <a:lnTo>
                      <a:pt x="2253" y="137"/>
                    </a:lnTo>
                    <a:lnTo>
                      <a:pt x="2043" y="292"/>
                    </a:lnTo>
                    <a:lnTo>
                      <a:pt x="1843" y="447"/>
                    </a:lnTo>
                    <a:lnTo>
                      <a:pt x="1651" y="620"/>
                    </a:lnTo>
                    <a:lnTo>
                      <a:pt x="1469" y="794"/>
                    </a:lnTo>
                    <a:lnTo>
                      <a:pt x="1296" y="976"/>
                    </a:lnTo>
                    <a:lnTo>
                      <a:pt x="1141" y="1167"/>
                    </a:lnTo>
                    <a:lnTo>
                      <a:pt x="986" y="1368"/>
                    </a:lnTo>
                    <a:lnTo>
                      <a:pt x="840" y="1578"/>
                    </a:lnTo>
                    <a:lnTo>
                      <a:pt x="712" y="1787"/>
                    </a:lnTo>
                    <a:lnTo>
                      <a:pt x="584" y="2015"/>
                    </a:lnTo>
                    <a:lnTo>
                      <a:pt x="475" y="2234"/>
                    </a:lnTo>
                    <a:lnTo>
                      <a:pt x="375" y="2471"/>
                    </a:lnTo>
                    <a:lnTo>
                      <a:pt x="283" y="2708"/>
                    </a:lnTo>
                    <a:lnTo>
                      <a:pt x="211" y="2955"/>
                    </a:lnTo>
                    <a:lnTo>
                      <a:pt x="147" y="3201"/>
                    </a:lnTo>
                    <a:lnTo>
                      <a:pt x="92" y="3456"/>
                    </a:lnTo>
                    <a:lnTo>
                      <a:pt x="46" y="3711"/>
                    </a:lnTo>
                    <a:lnTo>
                      <a:pt x="19" y="3958"/>
                    </a:lnTo>
                    <a:lnTo>
                      <a:pt x="1" y="4213"/>
                    </a:lnTo>
                    <a:lnTo>
                      <a:pt x="1" y="4468"/>
                    </a:lnTo>
                    <a:lnTo>
                      <a:pt x="10" y="4724"/>
                    </a:lnTo>
                    <a:lnTo>
                      <a:pt x="28" y="4970"/>
                    </a:lnTo>
                    <a:lnTo>
                      <a:pt x="65" y="5216"/>
                    </a:lnTo>
                    <a:lnTo>
                      <a:pt x="110" y="5471"/>
                    </a:lnTo>
                    <a:lnTo>
                      <a:pt x="165" y="5708"/>
                    </a:lnTo>
                    <a:lnTo>
                      <a:pt x="238" y="5955"/>
                    </a:lnTo>
                    <a:lnTo>
                      <a:pt x="320" y="6192"/>
                    </a:lnTo>
                    <a:lnTo>
                      <a:pt x="411" y="6429"/>
                    </a:lnTo>
                    <a:lnTo>
                      <a:pt x="521" y="6666"/>
                    </a:lnTo>
                    <a:lnTo>
                      <a:pt x="639" y="6894"/>
                    </a:lnTo>
                    <a:lnTo>
                      <a:pt x="767" y="7113"/>
                    </a:lnTo>
                    <a:lnTo>
                      <a:pt x="1214" y="6839"/>
                    </a:lnTo>
                    <a:lnTo>
                      <a:pt x="1095" y="6639"/>
                    </a:lnTo>
                    <a:lnTo>
                      <a:pt x="995" y="6429"/>
                    </a:lnTo>
                    <a:lnTo>
                      <a:pt x="894" y="6228"/>
                    </a:lnTo>
                    <a:lnTo>
                      <a:pt x="812" y="6009"/>
                    </a:lnTo>
                    <a:lnTo>
                      <a:pt x="739" y="5800"/>
                    </a:lnTo>
                    <a:lnTo>
                      <a:pt x="676" y="5581"/>
                    </a:lnTo>
                    <a:lnTo>
                      <a:pt x="621" y="5362"/>
                    </a:lnTo>
                    <a:lnTo>
                      <a:pt x="584" y="5134"/>
                    </a:lnTo>
                    <a:lnTo>
                      <a:pt x="557" y="4915"/>
                    </a:lnTo>
                    <a:lnTo>
                      <a:pt x="530" y="4687"/>
                    </a:lnTo>
                    <a:lnTo>
                      <a:pt x="530" y="4459"/>
                    </a:lnTo>
                    <a:lnTo>
                      <a:pt x="530" y="4231"/>
                    </a:lnTo>
                    <a:lnTo>
                      <a:pt x="548" y="4012"/>
                    </a:lnTo>
                    <a:lnTo>
                      <a:pt x="566" y="3784"/>
                    </a:lnTo>
                    <a:lnTo>
                      <a:pt x="603" y="3556"/>
                    </a:lnTo>
                    <a:lnTo>
                      <a:pt x="657" y="3328"/>
                    </a:lnTo>
                    <a:lnTo>
                      <a:pt x="712" y="3100"/>
                    </a:lnTo>
                    <a:lnTo>
                      <a:pt x="785" y="2882"/>
                    </a:lnTo>
                    <a:lnTo>
                      <a:pt x="867" y="2672"/>
                    </a:lnTo>
                    <a:lnTo>
                      <a:pt x="958" y="2462"/>
                    </a:lnTo>
                    <a:lnTo>
                      <a:pt x="1059" y="2252"/>
                    </a:lnTo>
                    <a:lnTo>
                      <a:pt x="1168" y="2052"/>
                    </a:lnTo>
                    <a:lnTo>
                      <a:pt x="1286" y="1860"/>
                    </a:lnTo>
                    <a:lnTo>
                      <a:pt x="1414" y="1678"/>
                    </a:lnTo>
                    <a:lnTo>
                      <a:pt x="1551" y="1496"/>
                    </a:lnTo>
                    <a:lnTo>
                      <a:pt x="1697" y="1322"/>
                    </a:lnTo>
                    <a:lnTo>
                      <a:pt x="1852" y="1158"/>
                    </a:lnTo>
                    <a:lnTo>
                      <a:pt x="2007" y="1003"/>
                    </a:lnTo>
                    <a:lnTo>
                      <a:pt x="2180" y="848"/>
                    </a:lnTo>
                    <a:lnTo>
                      <a:pt x="2362" y="711"/>
                    </a:lnTo>
                    <a:lnTo>
                      <a:pt x="2545" y="575"/>
                    </a:lnTo>
                    <a:lnTo>
                      <a:pt x="2745" y="447"/>
                    </a:lnTo>
                    <a:lnTo>
                      <a:pt x="24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3">
                <a:extLst>
                  <a:ext uri="{FF2B5EF4-FFF2-40B4-BE49-F238E27FC236}">
                    <a16:creationId xmlns:a16="http://schemas.microsoft.com/office/drawing/2014/main" id="{43B3C18B-E611-9978-6E39-6E235036DDD0}"/>
                  </a:ext>
                </a:extLst>
              </p:cNvPr>
              <p:cNvSpPr/>
              <p:nvPr/>
            </p:nvSpPr>
            <p:spPr>
              <a:xfrm>
                <a:off x="4577876" y="319548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0"/>
                    </a:moveTo>
                    <a:lnTo>
                      <a:pt x="520" y="9"/>
                    </a:lnTo>
                    <a:lnTo>
                      <a:pt x="466" y="18"/>
                    </a:lnTo>
                    <a:lnTo>
                      <a:pt x="411" y="37"/>
                    </a:lnTo>
                    <a:lnTo>
                      <a:pt x="347" y="64"/>
                    </a:lnTo>
                    <a:lnTo>
                      <a:pt x="292" y="91"/>
                    </a:lnTo>
                    <a:lnTo>
                      <a:pt x="247" y="128"/>
                    </a:lnTo>
                    <a:lnTo>
                      <a:pt x="192" y="164"/>
                    </a:lnTo>
                    <a:lnTo>
                      <a:pt x="156" y="210"/>
                    </a:lnTo>
                    <a:lnTo>
                      <a:pt x="119" y="255"/>
                    </a:lnTo>
                    <a:lnTo>
                      <a:pt x="83" y="310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4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1"/>
                    </a:lnTo>
                    <a:lnTo>
                      <a:pt x="19" y="766"/>
                    </a:lnTo>
                    <a:lnTo>
                      <a:pt x="37" y="821"/>
                    </a:lnTo>
                    <a:lnTo>
                      <a:pt x="64" y="885"/>
                    </a:lnTo>
                    <a:lnTo>
                      <a:pt x="92" y="939"/>
                    </a:lnTo>
                    <a:lnTo>
                      <a:pt x="128" y="985"/>
                    </a:lnTo>
                    <a:lnTo>
                      <a:pt x="165" y="1040"/>
                    </a:lnTo>
                    <a:lnTo>
                      <a:pt x="210" y="1076"/>
                    </a:lnTo>
                    <a:lnTo>
                      <a:pt x="256" y="1113"/>
                    </a:lnTo>
                    <a:lnTo>
                      <a:pt x="311" y="1149"/>
                    </a:lnTo>
                    <a:lnTo>
                      <a:pt x="365" y="1176"/>
                    </a:lnTo>
                    <a:lnTo>
                      <a:pt x="420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93" y="1231"/>
                    </a:lnTo>
                    <a:lnTo>
                      <a:pt x="648" y="1231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30" y="1195"/>
                    </a:lnTo>
                    <a:lnTo>
                      <a:pt x="885" y="1167"/>
                    </a:lnTo>
                    <a:lnTo>
                      <a:pt x="940" y="1140"/>
                    </a:lnTo>
                    <a:lnTo>
                      <a:pt x="995" y="1103"/>
                    </a:lnTo>
                    <a:lnTo>
                      <a:pt x="1040" y="1067"/>
                    </a:lnTo>
                    <a:lnTo>
                      <a:pt x="1077" y="1021"/>
                    </a:lnTo>
                    <a:lnTo>
                      <a:pt x="1113" y="976"/>
                    </a:lnTo>
                    <a:lnTo>
                      <a:pt x="1150" y="921"/>
                    </a:lnTo>
                    <a:lnTo>
                      <a:pt x="1177" y="866"/>
                    </a:lnTo>
                    <a:lnTo>
                      <a:pt x="1195" y="812"/>
                    </a:lnTo>
                    <a:lnTo>
                      <a:pt x="1213" y="757"/>
                    </a:lnTo>
                    <a:lnTo>
                      <a:pt x="1223" y="702"/>
                    </a:lnTo>
                    <a:lnTo>
                      <a:pt x="1232" y="638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3" y="465"/>
                    </a:lnTo>
                    <a:lnTo>
                      <a:pt x="1195" y="401"/>
                    </a:lnTo>
                    <a:lnTo>
                      <a:pt x="1168" y="347"/>
                    </a:lnTo>
                    <a:lnTo>
                      <a:pt x="1140" y="292"/>
                    </a:lnTo>
                    <a:lnTo>
                      <a:pt x="1104" y="237"/>
                    </a:lnTo>
                    <a:lnTo>
                      <a:pt x="1068" y="192"/>
                    </a:lnTo>
                    <a:lnTo>
                      <a:pt x="1022" y="155"/>
                    </a:lnTo>
                    <a:lnTo>
                      <a:pt x="976" y="119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7" y="18"/>
                    </a:lnTo>
                    <a:lnTo>
                      <a:pt x="703" y="9"/>
                    </a:lnTo>
                    <a:lnTo>
                      <a:pt x="6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3">
                <a:extLst>
                  <a:ext uri="{FF2B5EF4-FFF2-40B4-BE49-F238E27FC236}">
                    <a16:creationId xmlns:a16="http://schemas.microsoft.com/office/drawing/2014/main" id="{DD2CC2C6-E83D-EEC0-0299-91D9DE43DF94}"/>
                  </a:ext>
                </a:extLst>
              </p:cNvPr>
              <p:cNvSpPr/>
              <p:nvPr/>
            </p:nvSpPr>
            <p:spPr>
              <a:xfrm>
                <a:off x="4364497" y="327676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1" y="10"/>
                    </a:lnTo>
                    <a:lnTo>
                      <a:pt x="466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65"/>
                    </a:lnTo>
                    <a:lnTo>
                      <a:pt x="156" y="210"/>
                    </a:lnTo>
                    <a:lnTo>
                      <a:pt x="119" y="256"/>
                    </a:lnTo>
                    <a:lnTo>
                      <a:pt x="83" y="311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5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8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56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84" y="1232"/>
                    </a:lnTo>
                    <a:lnTo>
                      <a:pt x="648" y="1232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21" y="1195"/>
                    </a:lnTo>
                    <a:lnTo>
                      <a:pt x="885" y="1168"/>
                    </a:lnTo>
                    <a:lnTo>
                      <a:pt x="940" y="1140"/>
                    </a:lnTo>
                    <a:lnTo>
                      <a:pt x="986" y="1104"/>
                    </a:lnTo>
                    <a:lnTo>
                      <a:pt x="1040" y="1067"/>
                    </a:lnTo>
                    <a:lnTo>
                      <a:pt x="1077" y="1022"/>
                    </a:lnTo>
                    <a:lnTo>
                      <a:pt x="1113" y="976"/>
                    </a:lnTo>
                    <a:lnTo>
                      <a:pt x="1150" y="922"/>
                    </a:lnTo>
                    <a:lnTo>
                      <a:pt x="1177" y="867"/>
                    </a:lnTo>
                    <a:lnTo>
                      <a:pt x="1195" y="812"/>
                    </a:lnTo>
                    <a:lnTo>
                      <a:pt x="1214" y="757"/>
                    </a:lnTo>
                    <a:lnTo>
                      <a:pt x="1223" y="703"/>
                    </a:lnTo>
                    <a:lnTo>
                      <a:pt x="1232" y="639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4" y="466"/>
                    </a:lnTo>
                    <a:lnTo>
                      <a:pt x="1195" y="411"/>
                    </a:lnTo>
                    <a:lnTo>
                      <a:pt x="1168" y="347"/>
                    </a:lnTo>
                    <a:lnTo>
                      <a:pt x="1141" y="292"/>
                    </a:lnTo>
                    <a:lnTo>
                      <a:pt x="1104" y="247"/>
                    </a:lnTo>
                    <a:lnTo>
                      <a:pt x="1068" y="192"/>
                    </a:lnTo>
                    <a:lnTo>
                      <a:pt x="1022" y="156"/>
                    </a:lnTo>
                    <a:lnTo>
                      <a:pt x="976" y="119"/>
                    </a:lnTo>
                    <a:lnTo>
                      <a:pt x="922" y="83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8" y="19"/>
                    </a:lnTo>
                    <a:lnTo>
                      <a:pt x="703" y="10"/>
                    </a:lnTo>
                    <a:lnTo>
                      <a:pt x="6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3">
                <a:extLst>
                  <a:ext uri="{FF2B5EF4-FFF2-40B4-BE49-F238E27FC236}">
                    <a16:creationId xmlns:a16="http://schemas.microsoft.com/office/drawing/2014/main" id="{3EDA85DC-AA98-D381-00A6-FFB885D41EA8}"/>
                  </a:ext>
                </a:extLst>
              </p:cNvPr>
              <p:cNvSpPr/>
              <p:nvPr/>
            </p:nvSpPr>
            <p:spPr>
              <a:xfrm>
                <a:off x="4660598" y="2821353"/>
                <a:ext cx="150445" cy="188069"/>
              </a:xfrm>
              <a:custGeom>
                <a:avLst/>
                <a:gdLst/>
                <a:ahLst/>
                <a:cxnLst/>
                <a:rect l="l" t="t" r="r" b="b"/>
                <a:pathLst>
                  <a:path w="2919" h="3649" extrusionOk="0">
                    <a:moveTo>
                      <a:pt x="2873" y="1"/>
                    </a:moveTo>
                    <a:lnTo>
                      <a:pt x="2709" y="19"/>
                    </a:lnTo>
                    <a:lnTo>
                      <a:pt x="2554" y="46"/>
                    </a:lnTo>
                    <a:lnTo>
                      <a:pt x="2399" y="83"/>
                    </a:lnTo>
                    <a:lnTo>
                      <a:pt x="2244" y="128"/>
                    </a:lnTo>
                    <a:lnTo>
                      <a:pt x="2098" y="183"/>
                    </a:lnTo>
                    <a:lnTo>
                      <a:pt x="1952" y="247"/>
                    </a:lnTo>
                    <a:lnTo>
                      <a:pt x="1806" y="311"/>
                    </a:lnTo>
                    <a:lnTo>
                      <a:pt x="1669" y="393"/>
                    </a:lnTo>
                    <a:lnTo>
                      <a:pt x="1532" y="475"/>
                    </a:lnTo>
                    <a:lnTo>
                      <a:pt x="1405" y="557"/>
                    </a:lnTo>
                    <a:lnTo>
                      <a:pt x="1277" y="657"/>
                    </a:lnTo>
                    <a:lnTo>
                      <a:pt x="1159" y="758"/>
                    </a:lnTo>
                    <a:lnTo>
                      <a:pt x="1040" y="858"/>
                    </a:lnTo>
                    <a:lnTo>
                      <a:pt x="931" y="976"/>
                    </a:lnTo>
                    <a:lnTo>
                      <a:pt x="830" y="1086"/>
                    </a:lnTo>
                    <a:lnTo>
                      <a:pt x="730" y="1213"/>
                    </a:lnTo>
                    <a:lnTo>
                      <a:pt x="630" y="1341"/>
                    </a:lnTo>
                    <a:lnTo>
                      <a:pt x="539" y="1469"/>
                    </a:lnTo>
                    <a:lnTo>
                      <a:pt x="456" y="1606"/>
                    </a:lnTo>
                    <a:lnTo>
                      <a:pt x="383" y="1742"/>
                    </a:lnTo>
                    <a:lnTo>
                      <a:pt x="311" y="1888"/>
                    </a:lnTo>
                    <a:lnTo>
                      <a:pt x="247" y="2034"/>
                    </a:lnTo>
                    <a:lnTo>
                      <a:pt x="192" y="2189"/>
                    </a:lnTo>
                    <a:lnTo>
                      <a:pt x="137" y="2335"/>
                    </a:lnTo>
                    <a:lnTo>
                      <a:pt x="101" y="2499"/>
                    </a:lnTo>
                    <a:lnTo>
                      <a:pt x="64" y="2654"/>
                    </a:lnTo>
                    <a:lnTo>
                      <a:pt x="37" y="2818"/>
                    </a:lnTo>
                    <a:lnTo>
                      <a:pt x="10" y="2973"/>
                    </a:lnTo>
                    <a:lnTo>
                      <a:pt x="1" y="3137"/>
                    </a:lnTo>
                    <a:lnTo>
                      <a:pt x="1" y="3311"/>
                    </a:lnTo>
                    <a:lnTo>
                      <a:pt x="1" y="3475"/>
                    </a:lnTo>
                    <a:lnTo>
                      <a:pt x="19" y="3648"/>
                    </a:lnTo>
                    <a:lnTo>
                      <a:pt x="539" y="3593"/>
                    </a:lnTo>
                    <a:lnTo>
                      <a:pt x="529" y="3448"/>
                    </a:lnTo>
                    <a:lnTo>
                      <a:pt x="520" y="3311"/>
                    </a:lnTo>
                    <a:lnTo>
                      <a:pt x="529" y="3165"/>
                    </a:lnTo>
                    <a:lnTo>
                      <a:pt x="539" y="3028"/>
                    </a:lnTo>
                    <a:lnTo>
                      <a:pt x="557" y="2891"/>
                    </a:lnTo>
                    <a:lnTo>
                      <a:pt x="575" y="2755"/>
                    </a:lnTo>
                    <a:lnTo>
                      <a:pt x="602" y="2627"/>
                    </a:lnTo>
                    <a:lnTo>
                      <a:pt x="639" y="2490"/>
                    </a:lnTo>
                    <a:lnTo>
                      <a:pt x="684" y="2362"/>
                    </a:lnTo>
                    <a:lnTo>
                      <a:pt x="730" y="2235"/>
                    </a:lnTo>
                    <a:lnTo>
                      <a:pt x="785" y="2116"/>
                    </a:lnTo>
                    <a:lnTo>
                      <a:pt x="839" y="1989"/>
                    </a:lnTo>
                    <a:lnTo>
                      <a:pt x="903" y="1870"/>
                    </a:lnTo>
                    <a:lnTo>
                      <a:pt x="976" y="1761"/>
                    </a:lnTo>
                    <a:lnTo>
                      <a:pt x="1049" y="1651"/>
                    </a:lnTo>
                    <a:lnTo>
                      <a:pt x="1131" y="1542"/>
                    </a:lnTo>
                    <a:lnTo>
                      <a:pt x="1213" y="1441"/>
                    </a:lnTo>
                    <a:lnTo>
                      <a:pt x="1304" y="1341"/>
                    </a:lnTo>
                    <a:lnTo>
                      <a:pt x="1396" y="1250"/>
                    </a:lnTo>
                    <a:lnTo>
                      <a:pt x="1496" y="1159"/>
                    </a:lnTo>
                    <a:lnTo>
                      <a:pt x="1596" y="1077"/>
                    </a:lnTo>
                    <a:lnTo>
                      <a:pt x="1697" y="995"/>
                    </a:lnTo>
                    <a:lnTo>
                      <a:pt x="1806" y="922"/>
                    </a:lnTo>
                    <a:lnTo>
                      <a:pt x="1915" y="849"/>
                    </a:lnTo>
                    <a:lnTo>
                      <a:pt x="2034" y="785"/>
                    </a:lnTo>
                    <a:lnTo>
                      <a:pt x="2153" y="730"/>
                    </a:lnTo>
                    <a:lnTo>
                      <a:pt x="2271" y="675"/>
                    </a:lnTo>
                    <a:lnTo>
                      <a:pt x="2399" y="639"/>
                    </a:lnTo>
                    <a:lnTo>
                      <a:pt x="2526" y="593"/>
                    </a:lnTo>
                    <a:lnTo>
                      <a:pt x="2654" y="566"/>
                    </a:lnTo>
                    <a:lnTo>
                      <a:pt x="2791" y="539"/>
                    </a:lnTo>
                    <a:lnTo>
                      <a:pt x="2918" y="520"/>
                    </a:lnTo>
                    <a:lnTo>
                      <a:pt x="287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3">
                <a:extLst>
                  <a:ext uri="{FF2B5EF4-FFF2-40B4-BE49-F238E27FC236}">
                    <a16:creationId xmlns:a16="http://schemas.microsoft.com/office/drawing/2014/main" id="{57541E1C-C413-0058-0D20-18C5D582AC19}"/>
                  </a:ext>
                </a:extLst>
              </p:cNvPr>
              <p:cNvSpPr/>
              <p:nvPr/>
            </p:nvSpPr>
            <p:spPr>
              <a:xfrm>
                <a:off x="4775276" y="280305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1" y="0"/>
                    </a:moveTo>
                    <a:lnTo>
                      <a:pt x="557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9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3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73" y="319"/>
                    </a:lnTo>
                    <a:lnTo>
                      <a:pt x="55" y="374"/>
                    </a:lnTo>
                    <a:lnTo>
                      <a:pt x="28" y="438"/>
                    </a:lnTo>
                    <a:lnTo>
                      <a:pt x="19" y="492"/>
                    </a:lnTo>
                    <a:lnTo>
                      <a:pt x="10" y="556"/>
                    </a:lnTo>
                    <a:lnTo>
                      <a:pt x="0" y="620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803"/>
                    </a:lnTo>
                    <a:lnTo>
                      <a:pt x="55" y="857"/>
                    </a:lnTo>
                    <a:lnTo>
                      <a:pt x="73" y="912"/>
                    </a:lnTo>
                    <a:lnTo>
                      <a:pt x="110" y="958"/>
                    </a:lnTo>
                    <a:lnTo>
                      <a:pt x="146" y="1003"/>
                    </a:lnTo>
                    <a:lnTo>
                      <a:pt x="183" y="1049"/>
                    </a:lnTo>
                    <a:lnTo>
                      <a:pt x="228" y="1094"/>
                    </a:lnTo>
                    <a:lnTo>
                      <a:pt x="274" y="1122"/>
                    </a:lnTo>
                    <a:lnTo>
                      <a:pt x="329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7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8" y="1185"/>
                    </a:lnTo>
                    <a:lnTo>
                      <a:pt x="912" y="1158"/>
                    </a:lnTo>
                    <a:lnTo>
                      <a:pt x="958" y="1122"/>
                    </a:lnTo>
                    <a:lnTo>
                      <a:pt x="1013" y="1094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31" y="958"/>
                    </a:lnTo>
                    <a:lnTo>
                      <a:pt x="1159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75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31" y="274"/>
                    </a:lnTo>
                    <a:lnTo>
                      <a:pt x="1095" y="228"/>
                    </a:lnTo>
                    <a:lnTo>
                      <a:pt x="1049" y="182"/>
                    </a:lnTo>
                    <a:lnTo>
                      <a:pt x="1013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8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3">
                <a:extLst>
                  <a:ext uri="{FF2B5EF4-FFF2-40B4-BE49-F238E27FC236}">
                    <a16:creationId xmlns:a16="http://schemas.microsoft.com/office/drawing/2014/main" id="{C6444D60-A789-AC4F-3BF2-A7F489DA13BE}"/>
                  </a:ext>
                </a:extLst>
              </p:cNvPr>
              <p:cNvSpPr/>
              <p:nvPr/>
            </p:nvSpPr>
            <p:spPr>
              <a:xfrm>
                <a:off x="5107559" y="3183735"/>
                <a:ext cx="84165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4569" extrusionOk="0">
                    <a:moveTo>
                      <a:pt x="1341" y="0"/>
                    </a:moveTo>
                    <a:lnTo>
                      <a:pt x="1204" y="91"/>
                    </a:lnTo>
                    <a:lnTo>
                      <a:pt x="1085" y="192"/>
                    </a:lnTo>
                    <a:lnTo>
                      <a:pt x="967" y="301"/>
                    </a:lnTo>
                    <a:lnTo>
                      <a:pt x="848" y="410"/>
                    </a:lnTo>
                    <a:lnTo>
                      <a:pt x="748" y="529"/>
                    </a:lnTo>
                    <a:lnTo>
                      <a:pt x="648" y="657"/>
                    </a:lnTo>
                    <a:lnTo>
                      <a:pt x="557" y="784"/>
                    </a:lnTo>
                    <a:lnTo>
                      <a:pt x="474" y="912"/>
                    </a:lnTo>
                    <a:lnTo>
                      <a:pt x="392" y="1049"/>
                    </a:lnTo>
                    <a:lnTo>
                      <a:pt x="329" y="1195"/>
                    </a:lnTo>
                    <a:lnTo>
                      <a:pt x="256" y="1331"/>
                    </a:lnTo>
                    <a:lnTo>
                      <a:pt x="201" y="1477"/>
                    </a:lnTo>
                    <a:lnTo>
                      <a:pt x="155" y="1632"/>
                    </a:lnTo>
                    <a:lnTo>
                      <a:pt x="110" y="1778"/>
                    </a:lnTo>
                    <a:lnTo>
                      <a:pt x="73" y="1933"/>
                    </a:lnTo>
                    <a:lnTo>
                      <a:pt x="46" y="2088"/>
                    </a:lnTo>
                    <a:lnTo>
                      <a:pt x="19" y="2243"/>
                    </a:lnTo>
                    <a:lnTo>
                      <a:pt x="9" y="2407"/>
                    </a:lnTo>
                    <a:lnTo>
                      <a:pt x="0" y="2562"/>
                    </a:lnTo>
                    <a:lnTo>
                      <a:pt x="0" y="2727"/>
                    </a:lnTo>
                    <a:lnTo>
                      <a:pt x="9" y="2882"/>
                    </a:lnTo>
                    <a:lnTo>
                      <a:pt x="19" y="3046"/>
                    </a:lnTo>
                    <a:lnTo>
                      <a:pt x="46" y="3201"/>
                    </a:lnTo>
                    <a:lnTo>
                      <a:pt x="73" y="3356"/>
                    </a:lnTo>
                    <a:lnTo>
                      <a:pt x="110" y="3520"/>
                    </a:lnTo>
                    <a:lnTo>
                      <a:pt x="155" y="3675"/>
                    </a:lnTo>
                    <a:lnTo>
                      <a:pt x="210" y="3830"/>
                    </a:lnTo>
                    <a:lnTo>
                      <a:pt x="274" y="3985"/>
                    </a:lnTo>
                    <a:lnTo>
                      <a:pt x="338" y="4131"/>
                    </a:lnTo>
                    <a:lnTo>
                      <a:pt x="420" y="4277"/>
                    </a:lnTo>
                    <a:lnTo>
                      <a:pt x="502" y="4423"/>
                    </a:lnTo>
                    <a:lnTo>
                      <a:pt x="593" y="4569"/>
                    </a:lnTo>
                    <a:lnTo>
                      <a:pt x="1031" y="4268"/>
                    </a:lnTo>
                    <a:lnTo>
                      <a:pt x="949" y="4149"/>
                    </a:lnTo>
                    <a:lnTo>
                      <a:pt x="876" y="4021"/>
                    </a:lnTo>
                    <a:lnTo>
                      <a:pt x="812" y="3903"/>
                    </a:lnTo>
                    <a:lnTo>
                      <a:pt x="757" y="3775"/>
                    </a:lnTo>
                    <a:lnTo>
                      <a:pt x="702" y="3648"/>
                    </a:lnTo>
                    <a:lnTo>
                      <a:pt x="657" y="3520"/>
                    </a:lnTo>
                    <a:lnTo>
                      <a:pt x="620" y="3383"/>
                    </a:lnTo>
                    <a:lnTo>
                      <a:pt x="584" y="3255"/>
                    </a:lnTo>
                    <a:lnTo>
                      <a:pt x="566" y="3119"/>
                    </a:lnTo>
                    <a:lnTo>
                      <a:pt x="547" y="2982"/>
                    </a:lnTo>
                    <a:lnTo>
                      <a:pt x="529" y="2854"/>
                    </a:lnTo>
                    <a:lnTo>
                      <a:pt x="520" y="2717"/>
                    </a:lnTo>
                    <a:lnTo>
                      <a:pt x="520" y="2581"/>
                    </a:lnTo>
                    <a:lnTo>
                      <a:pt x="529" y="2453"/>
                    </a:lnTo>
                    <a:lnTo>
                      <a:pt x="538" y="2316"/>
                    </a:lnTo>
                    <a:lnTo>
                      <a:pt x="557" y="2189"/>
                    </a:lnTo>
                    <a:lnTo>
                      <a:pt x="584" y="2052"/>
                    </a:lnTo>
                    <a:lnTo>
                      <a:pt x="611" y="1924"/>
                    </a:lnTo>
                    <a:lnTo>
                      <a:pt x="648" y="1796"/>
                    </a:lnTo>
                    <a:lnTo>
                      <a:pt x="693" y="1669"/>
                    </a:lnTo>
                    <a:lnTo>
                      <a:pt x="739" y="1550"/>
                    </a:lnTo>
                    <a:lnTo>
                      <a:pt x="794" y="1432"/>
                    </a:lnTo>
                    <a:lnTo>
                      <a:pt x="848" y="1313"/>
                    </a:lnTo>
                    <a:lnTo>
                      <a:pt x="912" y="1195"/>
                    </a:lnTo>
                    <a:lnTo>
                      <a:pt x="985" y="1085"/>
                    </a:lnTo>
                    <a:lnTo>
                      <a:pt x="1058" y="985"/>
                    </a:lnTo>
                    <a:lnTo>
                      <a:pt x="1140" y="876"/>
                    </a:lnTo>
                    <a:lnTo>
                      <a:pt x="1231" y="775"/>
                    </a:lnTo>
                    <a:lnTo>
                      <a:pt x="1323" y="684"/>
                    </a:lnTo>
                    <a:lnTo>
                      <a:pt x="1423" y="593"/>
                    </a:lnTo>
                    <a:lnTo>
                      <a:pt x="1523" y="511"/>
                    </a:lnTo>
                    <a:lnTo>
                      <a:pt x="1633" y="429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3">
                <a:extLst>
                  <a:ext uri="{FF2B5EF4-FFF2-40B4-BE49-F238E27FC236}">
                    <a16:creationId xmlns:a16="http://schemas.microsoft.com/office/drawing/2014/main" id="{354B8837-8CB0-0965-0EF5-5E2058A534B8}"/>
                  </a:ext>
                </a:extLst>
              </p:cNvPr>
              <p:cNvSpPr/>
              <p:nvPr/>
            </p:nvSpPr>
            <p:spPr>
              <a:xfrm>
                <a:off x="5149823" y="3164459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9" y="28"/>
                    </a:lnTo>
                    <a:lnTo>
                      <a:pt x="384" y="46"/>
                    </a:lnTo>
                    <a:lnTo>
                      <a:pt x="320" y="73"/>
                    </a:lnTo>
                    <a:lnTo>
                      <a:pt x="275" y="110"/>
                    </a:lnTo>
                    <a:lnTo>
                      <a:pt x="220" y="146"/>
                    </a:lnTo>
                    <a:lnTo>
                      <a:pt x="174" y="183"/>
                    </a:lnTo>
                    <a:lnTo>
                      <a:pt x="138" y="228"/>
                    </a:lnTo>
                    <a:lnTo>
                      <a:pt x="101" y="283"/>
                    </a:lnTo>
                    <a:lnTo>
                      <a:pt x="74" y="329"/>
                    </a:lnTo>
                    <a:lnTo>
                      <a:pt x="47" y="383"/>
                    </a:lnTo>
                    <a:lnTo>
                      <a:pt x="28" y="438"/>
                    </a:lnTo>
                    <a:lnTo>
                      <a:pt x="19" y="502"/>
                    </a:lnTo>
                    <a:lnTo>
                      <a:pt x="10" y="556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6" y="848"/>
                    </a:lnTo>
                    <a:lnTo>
                      <a:pt x="83" y="912"/>
                    </a:lnTo>
                    <a:lnTo>
                      <a:pt x="110" y="958"/>
                    </a:lnTo>
                    <a:lnTo>
                      <a:pt x="156" y="1012"/>
                    </a:lnTo>
                    <a:lnTo>
                      <a:pt x="192" y="1058"/>
                    </a:lnTo>
                    <a:lnTo>
                      <a:pt x="238" y="1094"/>
                    </a:lnTo>
                    <a:lnTo>
                      <a:pt x="284" y="1131"/>
                    </a:lnTo>
                    <a:lnTo>
                      <a:pt x="338" y="1158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3" y="1213"/>
                    </a:lnTo>
                    <a:lnTo>
                      <a:pt x="566" y="1222"/>
                    </a:lnTo>
                    <a:lnTo>
                      <a:pt x="685" y="1222"/>
                    </a:lnTo>
                    <a:lnTo>
                      <a:pt x="740" y="1213"/>
                    </a:lnTo>
                    <a:lnTo>
                      <a:pt x="803" y="1195"/>
                    </a:lnTo>
                    <a:lnTo>
                      <a:pt x="858" y="1177"/>
                    </a:lnTo>
                    <a:lnTo>
                      <a:pt x="913" y="1149"/>
                    </a:lnTo>
                    <a:lnTo>
                      <a:pt x="968" y="1113"/>
                    </a:lnTo>
                    <a:lnTo>
                      <a:pt x="1022" y="1076"/>
                    </a:lnTo>
                    <a:lnTo>
                      <a:pt x="1068" y="1040"/>
                    </a:lnTo>
                    <a:lnTo>
                      <a:pt x="1104" y="994"/>
                    </a:lnTo>
                    <a:lnTo>
                      <a:pt x="1141" y="939"/>
                    </a:lnTo>
                    <a:lnTo>
                      <a:pt x="1168" y="894"/>
                    </a:lnTo>
                    <a:lnTo>
                      <a:pt x="1196" y="839"/>
                    </a:lnTo>
                    <a:lnTo>
                      <a:pt x="1214" y="784"/>
                    </a:lnTo>
                    <a:lnTo>
                      <a:pt x="1223" y="721"/>
                    </a:lnTo>
                    <a:lnTo>
                      <a:pt x="1232" y="666"/>
                    </a:lnTo>
                    <a:lnTo>
                      <a:pt x="1232" y="602"/>
                    </a:lnTo>
                    <a:lnTo>
                      <a:pt x="1232" y="547"/>
                    </a:lnTo>
                    <a:lnTo>
                      <a:pt x="1223" y="484"/>
                    </a:lnTo>
                    <a:lnTo>
                      <a:pt x="1205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3" y="265"/>
                    </a:lnTo>
                    <a:lnTo>
                      <a:pt x="1086" y="210"/>
                    </a:lnTo>
                    <a:lnTo>
                      <a:pt x="1050" y="164"/>
                    </a:lnTo>
                    <a:lnTo>
                      <a:pt x="1004" y="128"/>
                    </a:lnTo>
                    <a:lnTo>
                      <a:pt x="949" y="91"/>
                    </a:lnTo>
                    <a:lnTo>
                      <a:pt x="904" y="64"/>
                    </a:lnTo>
                    <a:lnTo>
                      <a:pt x="849" y="37"/>
                    </a:lnTo>
                    <a:lnTo>
                      <a:pt x="794" y="18"/>
                    </a:lnTo>
                    <a:lnTo>
                      <a:pt x="730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3">
                <a:extLst>
                  <a:ext uri="{FF2B5EF4-FFF2-40B4-BE49-F238E27FC236}">
                    <a16:creationId xmlns:a16="http://schemas.microsoft.com/office/drawing/2014/main" id="{FAAFC54A-2E41-4677-F830-5621EBA5C05C}"/>
                  </a:ext>
                </a:extLst>
              </p:cNvPr>
              <p:cNvSpPr/>
              <p:nvPr/>
            </p:nvSpPr>
            <p:spPr>
              <a:xfrm>
                <a:off x="4756464" y="2535147"/>
                <a:ext cx="237857" cy="95452"/>
              </a:xfrm>
              <a:custGeom>
                <a:avLst/>
                <a:gdLst/>
                <a:ahLst/>
                <a:cxnLst/>
                <a:rect l="l" t="t" r="r" b="b"/>
                <a:pathLst>
                  <a:path w="4615" h="1852" extrusionOk="0">
                    <a:moveTo>
                      <a:pt x="2745" y="1"/>
                    </a:moveTo>
                    <a:lnTo>
                      <a:pt x="2581" y="10"/>
                    </a:lnTo>
                    <a:lnTo>
                      <a:pt x="2417" y="28"/>
                    </a:lnTo>
                    <a:lnTo>
                      <a:pt x="2253" y="55"/>
                    </a:lnTo>
                    <a:lnTo>
                      <a:pt x="2089" y="92"/>
                    </a:lnTo>
                    <a:lnTo>
                      <a:pt x="1925" y="128"/>
                    </a:lnTo>
                    <a:lnTo>
                      <a:pt x="1770" y="183"/>
                    </a:lnTo>
                    <a:lnTo>
                      <a:pt x="1615" y="238"/>
                    </a:lnTo>
                    <a:lnTo>
                      <a:pt x="1460" y="301"/>
                    </a:lnTo>
                    <a:lnTo>
                      <a:pt x="1314" y="374"/>
                    </a:lnTo>
                    <a:lnTo>
                      <a:pt x="1177" y="447"/>
                    </a:lnTo>
                    <a:lnTo>
                      <a:pt x="1031" y="529"/>
                    </a:lnTo>
                    <a:lnTo>
                      <a:pt x="903" y="621"/>
                    </a:lnTo>
                    <a:lnTo>
                      <a:pt x="767" y="721"/>
                    </a:lnTo>
                    <a:lnTo>
                      <a:pt x="639" y="821"/>
                    </a:lnTo>
                    <a:lnTo>
                      <a:pt x="520" y="931"/>
                    </a:lnTo>
                    <a:lnTo>
                      <a:pt x="411" y="1049"/>
                    </a:lnTo>
                    <a:lnTo>
                      <a:pt x="302" y="1177"/>
                    </a:lnTo>
                    <a:lnTo>
                      <a:pt x="192" y="1304"/>
                    </a:lnTo>
                    <a:lnTo>
                      <a:pt x="92" y="1432"/>
                    </a:lnTo>
                    <a:lnTo>
                      <a:pt x="1" y="1569"/>
                    </a:lnTo>
                    <a:lnTo>
                      <a:pt x="448" y="1852"/>
                    </a:lnTo>
                    <a:lnTo>
                      <a:pt x="530" y="1733"/>
                    </a:lnTo>
                    <a:lnTo>
                      <a:pt x="612" y="1624"/>
                    </a:lnTo>
                    <a:lnTo>
                      <a:pt x="694" y="1514"/>
                    </a:lnTo>
                    <a:lnTo>
                      <a:pt x="794" y="1414"/>
                    </a:lnTo>
                    <a:lnTo>
                      <a:pt x="885" y="1314"/>
                    </a:lnTo>
                    <a:lnTo>
                      <a:pt x="986" y="1222"/>
                    </a:lnTo>
                    <a:lnTo>
                      <a:pt x="1095" y="1131"/>
                    </a:lnTo>
                    <a:lnTo>
                      <a:pt x="1204" y="1049"/>
                    </a:lnTo>
                    <a:lnTo>
                      <a:pt x="1314" y="976"/>
                    </a:lnTo>
                    <a:lnTo>
                      <a:pt x="1432" y="903"/>
                    </a:lnTo>
                    <a:lnTo>
                      <a:pt x="1560" y="839"/>
                    </a:lnTo>
                    <a:lnTo>
                      <a:pt x="1679" y="776"/>
                    </a:lnTo>
                    <a:lnTo>
                      <a:pt x="1806" y="721"/>
                    </a:lnTo>
                    <a:lnTo>
                      <a:pt x="1943" y="675"/>
                    </a:lnTo>
                    <a:lnTo>
                      <a:pt x="2071" y="639"/>
                    </a:lnTo>
                    <a:lnTo>
                      <a:pt x="2207" y="602"/>
                    </a:lnTo>
                    <a:lnTo>
                      <a:pt x="2344" y="575"/>
                    </a:lnTo>
                    <a:lnTo>
                      <a:pt x="2481" y="548"/>
                    </a:lnTo>
                    <a:lnTo>
                      <a:pt x="2627" y="538"/>
                    </a:lnTo>
                    <a:lnTo>
                      <a:pt x="2764" y="529"/>
                    </a:lnTo>
                    <a:lnTo>
                      <a:pt x="2900" y="529"/>
                    </a:lnTo>
                    <a:lnTo>
                      <a:pt x="3037" y="538"/>
                    </a:lnTo>
                    <a:lnTo>
                      <a:pt x="3174" y="548"/>
                    </a:lnTo>
                    <a:lnTo>
                      <a:pt x="3311" y="566"/>
                    </a:lnTo>
                    <a:lnTo>
                      <a:pt x="3438" y="593"/>
                    </a:lnTo>
                    <a:lnTo>
                      <a:pt x="3575" y="630"/>
                    </a:lnTo>
                    <a:lnTo>
                      <a:pt x="3703" y="666"/>
                    </a:lnTo>
                    <a:lnTo>
                      <a:pt x="3840" y="712"/>
                    </a:lnTo>
                    <a:lnTo>
                      <a:pt x="3967" y="766"/>
                    </a:lnTo>
                    <a:lnTo>
                      <a:pt x="4095" y="821"/>
                    </a:lnTo>
                    <a:lnTo>
                      <a:pt x="4214" y="885"/>
                    </a:lnTo>
                    <a:lnTo>
                      <a:pt x="4332" y="958"/>
                    </a:lnTo>
                    <a:lnTo>
                      <a:pt x="4615" y="520"/>
                    </a:lnTo>
                    <a:lnTo>
                      <a:pt x="4469" y="429"/>
                    </a:lnTo>
                    <a:lnTo>
                      <a:pt x="4323" y="356"/>
                    </a:lnTo>
                    <a:lnTo>
                      <a:pt x="4177" y="283"/>
                    </a:lnTo>
                    <a:lnTo>
                      <a:pt x="4022" y="219"/>
                    </a:lnTo>
                    <a:lnTo>
                      <a:pt x="3867" y="165"/>
                    </a:lnTo>
                    <a:lnTo>
                      <a:pt x="3712" y="119"/>
                    </a:lnTo>
                    <a:lnTo>
                      <a:pt x="3557" y="83"/>
                    </a:lnTo>
                    <a:lnTo>
                      <a:pt x="3393" y="46"/>
                    </a:lnTo>
                    <a:lnTo>
                      <a:pt x="3238" y="28"/>
                    </a:lnTo>
                    <a:lnTo>
                      <a:pt x="3074" y="10"/>
                    </a:lnTo>
                    <a:lnTo>
                      <a:pt x="29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3">
                <a:extLst>
                  <a:ext uri="{FF2B5EF4-FFF2-40B4-BE49-F238E27FC236}">
                    <a16:creationId xmlns:a16="http://schemas.microsoft.com/office/drawing/2014/main" id="{1A74061A-23C4-01AE-0115-6ADC05EAC238}"/>
                  </a:ext>
                </a:extLst>
              </p:cNvPr>
              <p:cNvSpPr/>
              <p:nvPr/>
            </p:nvSpPr>
            <p:spPr>
              <a:xfrm>
                <a:off x="4740486" y="2584472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1"/>
                    </a:moveTo>
                    <a:lnTo>
                      <a:pt x="539" y="10"/>
                    </a:lnTo>
                    <a:lnTo>
                      <a:pt x="475" y="19"/>
                    </a:lnTo>
                    <a:lnTo>
                      <a:pt x="420" y="37"/>
                    </a:lnTo>
                    <a:lnTo>
                      <a:pt x="356" y="56"/>
                    </a:lnTo>
                    <a:lnTo>
                      <a:pt x="302" y="92"/>
                    </a:lnTo>
                    <a:lnTo>
                      <a:pt x="256" y="119"/>
                    </a:lnTo>
                    <a:lnTo>
                      <a:pt x="210" y="156"/>
                    </a:lnTo>
                    <a:lnTo>
                      <a:pt x="165" y="202"/>
                    </a:lnTo>
                    <a:lnTo>
                      <a:pt x="128" y="247"/>
                    </a:lnTo>
                    <a:lnTo>
                      <a:pt x="92" y="293"/>
                    </a:lnTo>
                    <a:lnTo>
                      <a:pt x="65" y="347"/>
                    </a:lnTo>
                    <a:lnTo>
                      <a:pt x="37" y="393"/>
                    </a:lnTo>
                    <a:lnTo>
                      <a:pt x="19" y="457"/>
                    </a:lnTo>
                    <a:lnTo>
                      <a:pt x="10" y="512"/>
                    </a:lnTo>
                    <a:lnTo>
                      <a:pt x="1" y="575"/>
                    </a:lnTo>
                    <a:lnTo>
                      <a:pt x="1" y="630"/>
                    </a:lnTo>
                    <a:lnTo>
                      <a:pt x="1" y="694"/>
                    </a:lnTo>
                    <a:lnTo>
                      <a:pt x="19" y="758"/>
                    </a:lnTo>
                    <a:lnTo>
                      <a:pt x="28" y="813"/>
                    </a:lnTo>
                    <a:lnTo>
                      <a:pt x="55" y="876"/>
                    </a:lnTo>
                    <a:lnTo>
                      <a:pt x="83" y="931"/>
                    </a:lnTo>
                    <a:lnTo>
                      <a:pt x="119" y="977"/>
                    </a:lnTo>
                    <a:lnTo>
                      <a:pt x="156" y="1022"/>
                    </a:lnTo>
                    <a:lnTo>
                      <a:pt x="192" y="1068"/>
                    </a:lnTo>
                    <a:lnTo>
                      <a:pt x="238" y="1104"/>
                    </a:lnTo>
                    <a:lnTo>
                      <a:pt x="283" y="1141"/>
                    </a:lnTo>
                    <a:lnTo>
                      <a:pt x="338" y="1168"/>
                    </a:lnTo>
                    <a:lnTo>
                      <a:pt x="393" y="1195"/>
                    </a:lnTo>
                    <a:lnTo>
                      <a:pt x="447" y="1214"/>
                    </a:lnTo>
                    <a:lnTo>
                      <a:pt x="502" y="1223"/>
                    </a:lnTo>
                    <a:lnTo>
                      <a:pt x="566" y="1232"/>
                    </a:lnTo>
                    <a:lnTo>
                      <a:pt x="685" y="1232"/>
                    </a:lnTo>
                    <a:lnTo>
                      <a:pt x="748" y="1223"/>
                    </a:lnTo>
                    <a:lnTo>
                      <a:pt x="812" y="1205"/>
                    </a:lnTo>
                    <a:lnTo>
                      <a:pt x="867" y="1177"/>
                    </a:lnTo>
                    <a:lnTo>
                      <a:pt x="922" y="1150"/>
                    </a:lnTo>
                    <a:lnTo>
                      <a:pt x="976" y="1123"/>
                    </a:lnTo>
                    <a:lnTo>
                      <a:pt x="1022" y="1086"/>
                    </a:lnTo>
                    <a:lnTo>
                      <a:pt x="1068" y="1040"/>
                    </a:lnTo>
                    <a:lnTo>
                      <a:pt x="1104" y="995"/>
                    </a:lnTo>
                    <a:lnTo>
                      <a:pt x="1131" y="949"/>
                    </a:lnTo>
                    <a:lnTo>
                      <a:pt x="1168" y="895"/>
                    </a:lnTo>
                    <a:lnTo>
                      <a:pt x="1186" y="840"/>
                    </a:lnTo>
                    <a:lnTo>
                      <a:pt x="1204" y="785"/>
                    </a:lnTo>
                    <a:lnTo>
                      <a:pt x="1223" y="730"/>
                    </a:lnTo>
                    <a:lnTo>
                      <a:pt x="1232" y="667"/>
                    </a:lnTo>
                    <a:lnTo>
                      <a:pt x="1232" y="603"/>
                    </a:lnTo>
                    <a:lnTo>
                      <a:pt x="1223" y="548"/>
                    </a:lnTo>
                    <a:lnTo>
                      <a:pt x="1213" y="484"/>
                    </a:lnTo>
                    <a:lnTo>
                      <a:pt x="1195" y="420"/>
                    </a:lnTo>
                    <a:lnTo>
                      <a:pt x="1177" y="366"/>
                    </a:lnTo>
                    <a:lnTo>
                      <a:pt x="1150" y="311"/>
                    </a:lnTo>
                    <a:lnTo>
                      <a:pt x="1113" y="256"/>
                    </a:lnTo>
                    <a:lnTo>
                      <a:pt x="1077" y="211"/>
                    </a:lnTo>
                    <a:lnTo>
                      <a:pt x="1031" y="174"/>
                    </a:lnTo>
                    <a:lnTo>
                      <a:pt x="995" y="138"/>
                    </a:lnTo>
                    <a:lnTo>
                      <a:pt x="940" y="101"/>
                    </a:lnTo>
                    <a:lnTo>
                      <a:pt x="894" y="74"/>
                    </a:lnTo>
                    <a:lnTo>
                      <a:pt x="840" y="47"/>
                    </a:lnTo>
                    <a:lnTo>
                      <a:pt x="776" y="28"/>
                    </a:lnTo>
                    <a:lnTo>
                      <a:pt x="721" y="10"/>
                    </a:lnTo>
                    <a:lnTo>
                      <a:pt x="666" y="10"/>
                    </a:lnTo>
                    <a:lnTo>
                      <a:pt x="6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3">
                <a:extLst>
                  <a:ext uri="{FF2B5EF4-FFF2-40B4-BE49-F238E27FC236}">
                    <a16:creationId xmlns:a16="http://schemas.microsoft.com/office/drawing/2014/main" id="{49738F5A-46CE-D565-C6F8-A64F6C55B769}"/>
                  </a:ext>
                </a:extLst>
              </p:cNvPr>
              <p:cNvSpPr/>
              <p:nvPr/>
            </p:nvSpPr>
            <p:spPr>
              <a:xfrm>
                <a:off x="5022002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0"/>
                    </a:moveTo>
                    <a:lnTo>
                      <a:pt x="539" y="9"/>
                    </a:lnTo>
                    <a:lnTo>
                      <a:pt x="475" y="18"/>
                    </a:lnTo>
                    <a:lnTo>
                      <a:pt x="420" y="37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201"/>
                    </a:lnTo>
                    <a:lnTo>
                      <a:pt x="128" y="237"/>
                    </a:lnTo>
                    <a:lnTo>
                      <a:pt x="92" y="292"/>
                    </a:lnTo>
                    <a:lnTo>
                      <a:pt x="65" y="337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5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57"/>
                    </a:lnTo>
                    <a:lnTo>
                      <a:pt x="28" y="812"/>
                    </a:lnTo>
                    <a:lnTo>
                      <a:pt x="55" y="875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1"/>
                    </a:lnTo>
                    <a:lnTo>
                      <a:pt x="192" y="1067"/>
                    </a:lnTo>
                    <a:lnTo>
                      <a:pt x="238" y="1103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95"/>
                    </a:lnTo>
                    <a:lnTo>
                      <a:pt x="448" y="1213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85" y="1231"/>
                    </a:lnTo>
                    <a:lnTo>
                      <a:pt x="748" y="1213"/>
                    </a:lnTo>
                    <a:lnTo>
                      <a:pt x="812" y="1204"/>
                    </a:lnTo>
                    <a:lnTo>
                      <a:pt x="867" y="1176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48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30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47"/>
                    </a:lnTo>
                    <a:lnTo>
                      <a:pt x="1213" y="483"/>
                    </a:lnTo>
                    <a:lnTo>
                      <a:pt x="1195" y="420"/>
                    </a:lnTo>
                    <a:lnTo>
                      <a:pt x="1177" y="365"/>
                    </a:lnTo>
                    <a:lnTo>
                      <a:pt x="1150" y="310"/>
                    </a:lnTo>
                    <a:lnTo>
                      <a:pt x="1113" y="255"/>
                    </a:lnTo>
                    <a:lnTo>
                      <a:pt x="1077" y="210"/>
                    </a:lnTo>
                    <a:lnTo>
                      <a:pt x="1031" y="173"/>
                    </a:lnTo>
                    <a:lnTo>
                      <a:pt x="986" y="128"/>
                    </a:lnTo>
                    <a:lnTo>
                      <a:pt x="940" y="100"/>
                    </a:lnTo>
                    <a:lnTo>
                      <a:pt x="894" y="64"/>
                    </a:lnTo>
                    <a:lnTo>
                      <a:pt x="840" y="46"/>
                    </a:lnTo>
                    <a:lnTo>
                      <a:pt x="776" y="27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3">
                <a:extLst>
                  <a:ext uri="{FF2B5EF4-FFF2-40B4-BE49-F238E27FC236}">
                    <a16:creationId xmlns:a16="http://schemas.microsoft.com/office/drawing/2014/main" id="{3D81EC9F-1013-52EE-4A01-7D28B00EF977}"/>
                  </a:ext>
                </a:extLst>
              </p:cNvPr>
              <p:cNvSpPr/>
              <p:nvPr/>
            </p:nvSpPr>
            <p:spPr>
              <a:xfrm>
                <a:off x="5022002" y="295437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39" y="0"/>
                    </a:moveTo>
                    <a:lnTo>
                      <a:pt x="475" y="19"/>
                    </a:lnTo>
                    <a:lnTo>
                      <a:pt x="420" y="28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192"/>
                    </a:lnTo>
                    <a:lnTo>
                      <a:pt x="128" y="237"/>
                    </a:lnTo>
                    <a:lnTo>
                      <a:pt x="92" y="283"/>
                    </a:lnTo>
                    <a:lnTo>
                      <a:pt x="65" y="338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6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48"/>
                    </a:lnTo>
                    <a:lnTo>
                      <a:pt x="28" y="812"/>
                    </a:lnTo>
                    <a:lnTo>
                      <a:pt x="55" y="867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2"/>
                    </a:lnTo>
                    <a:lnTo>
                      <a:pt x="192" y="1067"/>
                    </a:lnTo>
                    <a:lnTo>
                      <a:pt x="238" y="1104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30" y="1231"/>
                    </a:lnTo>
                    <a:lnTo>
                      <a:pt x="685" y="1222"/>
                    </a:lnTo>
                    <a:lnTo>
                      <a:pt x="748" y="1213"/>
                    </a:lnTo>
                    <a:lnTo>
                      <a:pt x="812" y="1195"/>
                    </a:lnTo>
                    <a:lnTo>
                      <a:pt x="867" y="1177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39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21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38"/>
                    </a:lnTo>
                    <a:lnTo>
                      <a:pt x="1213" y="474"/>
                    </a:lnTo>
                    <a:lnTo>
                      <a:pt x="1195" y="420"/>
                    </a:lnTo>
                    <a:lnTo>
                      <a:pt x="1177" y="356"/>
                    </a:lnTo>
                    <a:lnTo>
                      <a:pt x="1150" y="310"/>
                    </a:lnTo>
                    <a:lnTo>
                      <a:pt x="1113" y="256"/>
                    </a:lnTo>
                    <a:lnTo>
                      <a:pt x="1077" y="210"/>
                    </a:lnTo>
                    <a:lnTo>
                      <a:pt x="1031" y="164"/>
                    </a:lnTo>
                    <a:lnTo>
                      <a:pt x="986" y="128"/>
                    </a:lnTo>
                    <a:lnTo>
                      <a:pt x="940" y="91"/>
                    </a:lnTo>
                    <a:lnTo>
                      <a:pt x="894" y="64"/>
                    </a:lnTo>
                    <a:lnTo>
                      <a:pt x="840" y="37"/>
                    </a:lnTo>
                    <a:lnTo>
                      <a:pt x="776" y="19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3">
                <a:extLst>
                  <a:ext uri="{FF2B5EF4-FFF2-40B4-BE49-F238E27FC236}">
                    <a16:creationId xmlns:a16="http://schemas.microsoft.com/office/drawing/2014/main" id="{7C2A090C-2D68-5A90-F5CA-3A87E203334E}"/>
                  </a:ext>
                </a:extLst>
              </p:cNvPr>
              <p:cNvSpPr/>
              <p:nvPr/>
            </p:nvSpPr>
            <p:spPr>
              <a:xfrm>
                <a:off x="4067932" y="3164459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566" y="0"/>
                    </a:moveTo>
                    <a:lnTo>
                      <a:pt x="502" y="9"/>
                    </a:lnTo>
                    <a:lnTo>
                      <a:pt x="448" y="18"/>
                    </a:lnTo>
                    <a:lnTo>
                      <a:pt x="393" y="37"/>
                    </a:lnTo>
                    <a:lnTo>
                      <a:pt x="338" y="64"/>
                    </a:lnTo>
                    <a:lnTo>
                      <a:pt x="284" y="91"/>
                    </a:lnTo>
                    <a:lnTo>
                      <a:pt x="238" y="128"/>
                    </a:lnTo>
                    <a:lnTo>
                      <a:pt x="192" y="164"/>
                    </a:lnTo>
                    <a:lnTo>
                      <a:pt x="147" y="210"/>
                    </a:lnTo>
                    <a:lnTo>
                      <a:pt x="110" y="256"/>
                    </a:lnTo>
                    <a:lnTo>
                      <a:pt x="83" y="301"/>
                    </a:lnTo>
                    <a:lnTo>
                      <a:pt x="56" y="356"/>
                    </a:lnTo>
                    <a:lnTo>
                      <a:pt x="28" y="420"/>
                    </a:lnTo>
                    <a:lnTo>
                      <a:pt x="10" y="474"/>
                    </a:lnTo>
                    <a:lnTo>
                      <a:pt x="1" y="538"/>
                    </a:lnTo>
                    <a:lnTo>
                      <a:pt x="1" y="602"/>
                    </a:lnTo>
                    <a:lnTo>
                      <a:pt x="1" y="657"/>
                    </a:lnTo>
                    <a:lnTo>
                      <a:pt x="10" y="721"/>
                    </a:lnTo>
                    <a:lnTo>
                      <a:pt x="19" y="775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39"/>
                    </a:lnTo>
                    <a:lnTo>
                      <a:pt x="119" y="985"/>
                    </a:lnTo>
                    <a:lnTo>
                      <a:pt x="165" y="1031"/>
                    </a:lnTo>
                    <a:lnTo>
                      <a:pt x="202" y="1076"/>
                    </a:lnTo>
                    <a:lnTo>
                      <a:pt x="247" y="1113"/>
                    </a:lnTo>
                    <a:lnTo>
                      <a:pt x="302" y="1149"/>
                    </a:lnTo>
                    <a:lnTo>
                      <a:pt x="357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9" y="1222"/>
                    </a:lnTo>
                    <a:lnTo>
                      <a:pt x="594" y="1231"/>
                    </a:lnTo>
                    <a:lnTo>
                      <a:pt x="657" y="1231"/>
                    </a:lnTo>
                    <a:lnTo>
                      <a:pt x="721" y="1222"/>
                    </a:lnTo>
                    <a:lnTo>
                      <a:pt x="776" y="1204"/>
                    </a:lnTo>
                    <a:lnTo>
                      <a:pt x="831" y="1186"/>
                    </a:lnTo>
                    <a:lnTo>
                      <a:pt x="885" y="1167"/>
                    </a:lnTo>
                    <a:lnTo>
                      <a:pt x="940" y="1131"/>
                    </a:lnTo>
                    <a:lnTo>
                      <a:pt x="986" y="1104"/>
                    </a:lnTo>
                    <a:lnTo>
                      <a:pt x="1031" y="1067"/>
                    </a:lnTo>
                    <a:lnTo>
                      <a:pt x="1068" y="1022"/>
                    </a:lnTo>
                    <a:lnTo>
                      <a:pt x="1113" y="976"/>
                    </a:lnTo>
                    <a:lnTo>
                      <a:pt x="1141" y="921"/>
                    </a:lnTo>
                    <a:lnTo>
                      <a:pt x="1168" y="867"/>
                    </a:lnTo>
                    <a:lnTo>
                      <a:pt x="1195" y="812"/>
                    </a:lnTo>
                    <a:lnTo>
                      <a:pt x="1214" y="748"/>
                    </a:lnTo>
                    <a:lnTo>
                      <a:pt x="1223" y="684"/>
                    </a:lnTo>
                    <a:lnTo>
                      <a:pt x="1223" y="629"/>
                    </a:lnTo>
                    <a:lnTo>
                      <a:pt x="1223" y="566"/>
                    </a:lnTo>
                    <a:lnTo>
                      <a:pt x="1214" y="502"/>
                    </a:lnTo>
                    <a:lnTo>
                      <a:pt x="1205" y="447"/>
                    </a:lnTo>
                    <a:lnTo>
                      <a:pt x="1186" y="392"/>
                    </a:lnTo>
                    <a:lnTo>
                      <a:pt x="1159" y="338"/>
                    </a:lnTo>
                    <a:lnTo>
                      <a:pt x="1132" y="283"/>
                    </a:lnTo>
                    <a:lnTo>
                      <a:pt x="1095" y="237"/>
                    </a:lnTo>
                    <a:lnTo>
                      <a:pt x="1059" y="192"/>
                    </a:lnTo>
                    <a:lnTo>
                      <a:pt x="1013" y="146"/>
                    </a:lnTo>
                    <a:lnTo>
                      <a:pt x="968" y="110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03" y="28"/>
                    </a:lnTo>
                    <a:lnTo>
                      <a:pt x="749" y="9"/>
                    </a:lnTo>
                    <a:lnTo>
                      <a:pt x="6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3">
                <a:extLst>
                  <a:ext uri="{FF2B5EF4-FFF2-40B4-BE49-F238E27FC236}">
                    <a16:creationId xmlns:a16="http://schemas.microsoft.com/office/drawing/2014/main" id="{341BE555-6D18-5A9E-04F0-79FFEE565D94}"/>
                  </a:ext>
                </a:extLst>
              </p:cNvPr>
              <p:cNvSpPr/>
              <p:nvPr/>
            </p:nvSpPr>
            <p:spPr>
              <a:xfrm>
                <a:off x="3651999" y="3186982"/>
                <a:ext cx="464427" cy="303674"/>
              </a:xfrm>
              <a:custGeom>
                <a:avLst/>
                <a:gdLst/>
                <a:ahLst/>
                <a:cxnLst/>
                <a:rect l="l" t="t" r="r" b="b"/>
                <a:pathLst>
                  <a:path w="9011" h="5892" extrusionOk="0">
                    <a:moveTo>
                      <a:pt x="8955" y="1"/>
                    </a:moveTo>
                    <a:lnTo>
                      <a:pt x="8436" y="74"/>
                    </a:lnTo>
                    <a:lnTo>
                      <a:pt x="8472" y="357"/>
                    </a:lnTo>
                    <a:lnTo>
                      <a:pt x="8481" y="648"/>
                    </a:lnTo>
                    <a:lnTo>
                      <a:pt x="8481" y="931"/>
                    </a:lnTo>
                    <a:lnTo>
                      <a:pt x="8454" y="1214"/>
                    </a:lnTo>
                    <a:lnTo>
                      <a:pt x="8417" y="1496"/>
                    </a:lnTo>
                    <a:lnTo>
                      <a:pt x="8363" y="1770"/>
                    </a:lnTo>
                    <a:lnTo>
                      <a:pt x="8290" y="2044"/>
                    </a:lnTo>
                    <a:lnTo>
                      <a:pt x="8208" y="2308"/>
                    </a:lnTo>
                    <a:lnTo>
                      <a:pt x="8098" y="2572"/>
                    </a:lnTo>
                    <a:lnTo>
                      <a:pt x="7980" y="2828"/>
                    </a:lnTo>
                    <a:lnTo>
                      <a:pt x="7843" y="3074"/>
                    </a:lnTo>
                    <a:lnTo>
                      <a:pt x="7697" y="3311"/>
                    </a:lnTo>
                    <a:lnTo>
                      <a:pt x="7533" y="3539"/>
                    </a:lnTo>
                    <a:lnTo>
                      <a:pt x="7351" y="3758"/>
                    </a:lnTo>
                    <a:lnTo>
                      <a:pt x="7150" y="3977"/>
                    </a:lnTo>
                    <a:lnTo>
                      <a:pt x="6949" y="4168"/>
                    </a:lnTo>
                    <a:lnTo>
                      <a:pt x="6767" y="4323"/>
                    </a:lnTo>
                    <a:lnTo>
                      <a:pt x="6585" y="4460"/>
                    </a:lnTo>
                    <a:lnTo>
                      <a:pt x="6402" y="4597"/>
                    </a:lnTo>
                    <a:lnTo>
                      <a:pt x="6211" y="4715"/>
                    </a:lnTo>
                    <a:lnTo>
                      <a:pt x="6010" y="4825"/>
                    </a:lnTo>
                    <a:lnTo>
                      <a:pt x="5810" y="4934"/>
                    </a:lnTo>
                    <a:lnTo>
                      <a:pt x="5600" y="5025"/>
                    </a:lnTo>
                    <a:lnTo>
                      <a:pt x="5390" y="5098"/>
                    </a:lnTo>
                    <a:lnTo>
                      <a:pt x="5180" y="5171"/>
                    </a:lnTo>
                    <a:lnTo>
                      <a:pt x="4961" y="5235"/>
                    </a:lnTo>
                    <a:lnTo>
                      <a:pt x="4734" y="5281"/>
                    </a:lnTo>
                    <a:lnTo>
                      <a:pt x="4515" y="5317"/>
                    </a:lnTo>
                    <a:lnTo>
                      <a:pt x="4287" y="5344"/>
                    </a:lnTo>
                    <a:lnTo>
                      <a:pt x="4059" y="5363"/>
                    </a:lnTo>
                    <a:lnTo>
                      <a:pt x="3594" y="5363"/>
                    </a:lnTo>
                    <a:lnTo>
                      <a:pt x="3366" y="5344"/>
                    </a:lnTo>
                    <a:lnTo>
                      <a:pt x="3138" y="5317"/>
                    </a:lnTo>
                    <a:lnTo>
                      <a:pt x="2910" y="5271"/>
                    </a:lnTo>
                    <a:lnTo>
                      <a:pt x="2691" y="5226"/>
                    </a:lnTo>
                    <a:lnTo>
                      <a:pt x="2472" y="5162"/>
                    </a:lnTo>
                    <a:lnTo>
                      <a:pt x="2253" y="5089"/>
                    </a:lnTo>
                    <a:lnTo>
                      <a:pt x="2044" y="5007"/>
                    </a:lnTo>
                    <a:lnTo>
                      <a:pt x="1834" y="4916"/>
                    </a:lnTo>
                    <a:lnTo>
                      <a:pt x="1633" y="4816"/>
                    </a:lnTo>
                    <a:lnTo>
                      <a:pt x="1442" y="4706"/>
                    </a:lnTo>
                    <a:lnTo>
                      <a:pt x="1250" y="4578"/>
                    </a:lnTo>
                    <a:lnTo>
                      <a:pt x="1068" y="4451"/>
                    </a:lnTo>
                    <a:lnTo>
                      <a:pt x="885" y="4305"/>
                    </a:lnTo>
                    <a:lnTo>
                      <a:pt x="712" y="4159"/>
                    </a:lnTo>
                    <a:lnTo>
                      <a:pt x="548" y="3995"/>
                    </a:lnTo>
                    <a:lnTo>
                      <a:pt x="384" y="3831"/>
                    </a:lnTo>
                    <a:lnTo>
                      <a:pt x="1" y="4186"/>
                    </a:lnTo>
                    <a:lnTo>
                      <a:pt x="174" y="4369"/>
                    </a:lnTo>
                    <a:lnTo>
                      <a:pt x="357" y="4551"/>
                    </a:lnTo>
                    <a:lnTo>
                      <a:pt x="548" y="4715"/>
                    </a:lnTo>
                    <a:lnTo>
                      <a:pt x="749" y="4870"/>
                    </a:lnTo>
                    <a:lnTo>
                      <a:pt x="958" y="5016"/>
                    </a:lnTo>
                    <a:lnTo>
                      <a:pt x="1168" y="5153"/>
                    </a:lnTo>
                    <a:lnTo>
                      <a:pt x="1387" y="5281"/>
                    </a:lnTo>
                    <a:lnTo>
                      <a:pt x="1615" y="5390"/>
                    </a:lnTo>
                    <a:lnTo>
                      <a:pt x="1843" y="5499"/>
                    </a:lnTo>
                    <a:lnTo>
                      <a:pt x="2071" y="5591"/>
                    </a:lnTo>
                    <a:lnTo>
                      <a:pt x="2317" y="5664"/>
                    </a:lnTo>
                    <a:lnTo>
                      <a:pt x="2554" y="5737"/>
                    </a:lnTo>
                    <a:lnTo>
                      <a:pt x="2809" y="5791"/>
                    </a:lnTo>
                    <a:lnTo>
                      <a:pt x="3056" y="5837"/>
                    </a:lnTo>
                    <a:lnTo>
                      <a:pt x="3311" y="5864"/>
                    </a:lnTo>
                    <a:lnTo>
                      <a:pt x="3566" y="5882"/>
                    </a:lnTo>
                    <a:lnTo>
                      <a:pt x="3840" y="5892"/>
                    </a:lnTo>
                    <a:lnTo>
                      <a:pt x="4086" y="5892"/>
                    </a:lnTo>
                    <a:lnTo>
                      <a:pt x="4323" y="5873"/>
                    </a:lnTo>
                    <a:lnTo>
                      <a:pt x="4560" y="5846"/>
                    </a:lnTo>
                    <a:lnTo>
                      <a:pt x="4788" y="5809"/>
                    </a:lnTo>
                    <a:lnTo>
                      <a:pt x="5016" y="5755"/>
                    </a:lnTo>
                    <a:lnTo>
                      <a:pt x="5244" y="5700"/>
                    </a:lnTo>
                    <a:lnTo>
                      <a:pt x="5472" y="5627"/>
                    </a:lnTo>
                    <a:lnTo>
                      <a:pt x="5691" y="5554"/>
                    </a:lnTo>
                    <a:lnTo>
                      <a:pt x="5910" y="5463"/>
                    </a:lnTo>
                    <a:lnTo>
                      <a:pt x="6120" y="5363"/>
                    </a:lnTo>
                    <a:lnTo>
                      <a:pt x="6329" y="5253"/>
                    </a:lnTo>
                    <a:lnTo>
                      <a:pt x="6539" y="5135"/>
                    </a:lnTo>
                    <a:lnTo>
                      <a:pt x="6730" y="5007"/>
                    </a:lnTo>
                    <a:lnTo>
                      <a:pt x="6931" y="4870"/>
                    </a:lnTo>
                    <a:lnTo>
                      <a:pt x="7113" y="4715"/>
                    </a:lnTo>
                    <a:lnTo>
                      <a:pt x="7296" y="4560"/>
                    </a:lnTo>
                    <a:lnTo>
                      <a:pt x="7533" y="4341"/>
                    </a:lnTo>
                    <a:lnTo>
                      <a:pt x="7752" y="4104"/>
                    </a:lnTo>
                    <a:lnTo>
                      <a:pt x="7943" y="3858"/>
                    </a:lnTo>
                    <a:lnTo>
                      <a:pt x="8135" y="3603"/>
                    </a:lnTo>
                    <a:lnTo>
                      <a:pt x="8299" y="3338"/>
                    </a:lnTo>
                    <a:lnTo>
                      <a:pt x="8445" y="3065"/>
                    </a:lnTo>
                    <a:lnTo>
                      <a:pt x="8582" y="2782"/>
                    </a:lnTo>
                    <a:lnTo>
                      <a:pt x="8700" y="2490"/>
                    </a:lnTo>
                    <a:lnTo>
                      <a:pt x="8791" y="2189"/>
                    </a:lnTo>
                    <a:lnTo>
                      <a:pt x="8873" y="1888"/>
                    </a:lnTo>
                    <a:lnTo>
                      <a:pt x="8937" y="1578"/>
                    </a:lnTo>
                    <a:lnTo>
                      <a:pt x="8983" y="1268"/>
                    </a:lnTo>
                    <a:lnTo>
                      <a:pt x="9001" y="958"/>
                    </a:lnTo>
                    <a:lnTo>
                      <a:pt x="9010" y="639"/>
                    </a:lnTo>
                    <a:lnTo>
                      <a:pt x="8992" y="320"/>
                    </a:lnTo>
                    <a:lnTo>
                      <a:pt x="895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3">
                <a:extLst>
                  <a:ext uri="{FF2B5EF4-FFF2-40B4-BE49-F238E27FC236}">
                    <a16:creationId xmlns:a16="http://schemas.microsoft.com/office/drawing/2014/main" id="{5014B2DA-2115-B65B-883C-B02A13766A6B}"/>
                  </a:ext>
                </a:extLst>
              </p:cNvPr>
              <p:cNvSpPr/>
              <p:nvPr/>
            </p:nvSpPr>
            <p:spPr>
              <a:xfrm>
                <a:off x="4015773" y="3398041"/>
                <a:ext cx="216262" cy="65353"/>
              </a:xfrm>
              <a:custGeom>
                <a:avLst/>
                <a:gdLst/>
                <a:ahLst/>
                <a:cxnLst/>
                <a:rect l="l" t="t" r="r" b="b"/>
                <a:pathLst>
                  <a:path w="4196" h="1268" extrusionOk="0">
                    <a:moveTo>
                      <a:pt x="375" y="0"/>
                    </a:moveTo>
                    <a:lnTo>
                      <a:pt x="1" y="365"/>
                    </a:lnTo>
                    <a:lnTo>
                      <a:pt x="101" y="465"/>
                    </a:lnTo>
                    <a:lnTo>
                      <a:pt x="210" y="566"/>
                    </a:lnTo>
                    <a:lnTo>
                      <a:pt x="329" y="657"/>
                    </a:lnTo>
                    <a:lnTo>
                      <a:pt x="448" y="748"/>
                    </a:lnTo>
                    <a:lnTo>
                      <a:pt x="566" y="821"/>
                    </a:lnTo>
                    <a:lnTo>
                      <a:pt x="685" y="894"/>
                    </a:lnTo>
                    <a:lnTo>
                      <a:pt x="812" y="967"/>
                    </a:lnTo>
                    <a:lnTo>
                      <a:pt x="949" y="1021"/>
                    </a:lnTo>
                    <a:lnTo>
                      <a:pt x="1086" y="1076"/>
                    </a:lnTo>
                    <a:lnTo>
                      <a:pt x="1214" y="1131"/>
                    </a:lnTo>
                    <a:lnTo>
                      <a:pt x="1359" y="1167"/>
                    </a:lnTo>
                    <a:lnTo>
                      <a:pt x="1496" y="1204"/>
                    </a:lnTo>
                    <a:lnTo>
                      <a:pt x="1642" y="1231"/>
                    </a:lnTo>
                    <a:lnTo>
                      <a:pt x="1788" y="1249"/>
                    </a:lnTo>
                    <a:lnTo>
                      <a:pt x="1934" y="1268"/>
                    </a:lnTo>
                    <a:lnTo>
                      <a:pt x="2280" y="1268"/>
                    </a:lnTo>
                    <a:lnTo>
                      <a:pt x="2426" y="1259"/>
                    </a:lnTo>
                    <a:lnTo>
                      <a:pt x="2563" y="1240"/>
                    </a:lnTo>
                    <a:lnTo>
                      <a:pt x="2700" y="1213"/>
                    </a:lnTo>
                    <a:lnTo>
                      <a:pt x="2846" y="1186"/>
                    </a:lnTo>
                    <a:lnTo>
                      <a:pt x="2983" y="1149"/>
                    </a:lnTo>
                    <a:lnTo>
                      <a:pt x="3110" y="1104"/>
                    </a:lnTo>
                    <a:lnTo>
                      <a:pt x="3247" y="1058"/>
                    </a:lnTo>
                    <a:lnTo>
                      <a:pt x="3375" y="1003"/>
                    </a:lnTo>
                    <a:lnTo>
                      <a:pt x="3502" y="939"/>
                    </a:lnTo>
                    <a:lnTo>
                      <a:pt x="3630" y="866"/>
                    </a:lnTo>
                    <a:lnTo>
                      <a:pt x="3749" y="794"/>
                    </a:lnTo>
                    <a:lnTo>
                      <a:pt x="3867" y="711"/>
                    </a:lnTo>
                    <a:lnTo>
                      <a:pt x="3976" y="629"/>
                    </a:lnTo>
                    <a:lnTo>
                      <a:pt x="4086" y="538"/>
                    </a:lnTo>
                    <a:lnTo>
                      <a:pt x="4195" y="438"/>
                    </a:lnTo>
                    <a:lnTo>
                      <a:pt x="3831" y="64"/>
                    </a:lnTo>
                    <a:lnTo>
                      <a:pt x="3739" y="146"/>
                    </a:lnTo>
                    <a:lnTo>
                      <a:pt x="3648" y="219"/>
                    </a:lnTo>
                    <a:lnTo>
                      <a:pt x="3548" y="292"/>
                    </a:lnTo>
                    <a:lnTo>
                      <a:pt x="3448" y="356"/>
                    </a:lnTo>
                    <a:lnTo>
                      <a:pt x="3347" y="420"/>
                    </a:lnTo>
                    <a:lnTo>
                      <a:pt x="3247" y="483"/>
                    </a:lnTo>
                    <a:lnTo>
                      <a:pt x="3138" y="529"/>
                    </a:lnTo>
                    <a:lnTo>
                      <a:pt x="3028" y="575"/>
                    </a:lnTo>
                    <a:lnTo>
                      <a:pt x="2919" y="620"/>
                    </a:lnTo>
                    <a:lnTo>
                      <a:pt x="2800" y="657"/>
                    </a:lnTo>
                    <a:lnTo>
                      <a:pt x="2691" y="684"/>
                    </a:lnTo>
                    <a:lnTo>
                      <a:pt x="2572" y="711"/>
                    </a:lnTo>
                    <a:lnTo>
                      <a:pt x="2454" y="730"/>
                    </a:lnTo>
                    <a:lnTo>
                      <a:pt x="2335" y="739"/>
                    </a:lnTo>
                    <a:lnTo>
                      <a:pt x="2217" y="748"/>
                    </a:lnTo>
                    <a:lnTo>
                      <a:pt x="2089" y="748"/>
                    </a:lnTo>
                    <a:lnTo>
                      <a:pt x="1970" y="739"/>
                    </a:lnTo>
                    <a:lnTo>
                      <a:pt x="1852" y="730"/>
                    </a:lnTo>
                    <a:lnTo>
                      <a:pt x="1724" y="711"/>
                    </a:lnTo>
                    <a:lnTo>
                      <a:pt x="1606" y="693"/>
                    </a:lnTo>
                    <a:lnTo>
                      <a:pt x="1496" y="666"/>
                    </a:lnTo>
                    <a:lnTo>
                      <a:pt x="1378" y="629"/>
                    </a:lnTo>
                    <a:lnTo>
                      <a:pt x="1268" y="593"/>
                    </a:lnTo>
                    <a:lnTo>
                      <a:pt x="1159" y="547"/>
                    </a:lnTo>
                    <a:lnTo>
                      <a:pt x="1049" y="493"/>
                    </a:lnTo>
                    <a:lnTo>
                      <a:pt x="940" y="438"/>
                    </a:lnTo>
                    <a:lnTo>
                      <a:pt x="840" y="374"/>
                    </a:lnTo>
                    <a:lnTo>
                      <a:pt x="739" y="310"/>
                    </a:lnTo>
                    <a:lnTo>
                      <a:pt x="648" y="237"/>
                    </a:lnTo>
                    <a:lnTo>
                      <a:pt x="548" y="164"/>
                    </a:lnTo>
                    <a:lnTo>
                      <a:pt x="466" y="82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3">
                <a:extLst>
                  <a:ext uri="{FF2B5EF4-FFF2-40B4-BE49-F238E27FC236}">
                    <a16:creationId xmlns:a16="http://schemas.microsoft.com/office/drawing/2014/main" id="{4B9486F1-5EF2-4D68-DE71-1A9B16375CC0}"/>
                  </a:ext>
                </a:extLst>
              </p:cNvPr>
              <p:cNvSpPr/>
              <p:nvPr/>
            </p:nvSpPr>
            <p:spPr>
              <a:xfrm>
                <a:off x="4186373" y="3383455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75" y="1"/>
                    </a:moveTo>
                    <a:lnTo>
                      <a:pt x="511" y="10"/>
                    </a:lnTo>
                    <a:lnTo>
                      <a:pt x="457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74"/>
                    </a:lnTo>
                    <a:lnTo>
                      <a:pt x="147" y="219"/>
                    </a:lnTo>
                    <a:lnTo>
                      <a:pt x="110" y="265"/>
                    </a:lnTo>
                    <a:lnTo>
                      <a:pt x="83" y="320"/>
                    </a:lnTo>
                    <a:lnTo>
                      <a:pt x="56" y="374"/>
                    </a:lnTo>
                    <a:lnTo>
                      <a:pt x="37" y="429"/>
                    </a:lnTo>
                    <a:lnTo>
                      <a:pt x="19" y="484"/>
                    </a:lnTo>
                    <a:lnTo>
                      <a:pt x="10" y="539"/>
                    </a:lnTo>
                    <a:lnTo>
                      <a:pt x="1" y="602"/>
                    </a:lnTo>
                    <a:lnTo>
                      <a:pt x="10" y="657"/>
                    </a:lnTo>
                    <a:lnTo>
                      <a:pt x="10" y="721"/>
                    </a:lnTo>
                    <a:lnTo>
                      <a:pt x="28" y="776"/>
                    </a:lnTo>
                    <a:lnTo>
                      <a:pt x="46" y="830"/>
                    </a:lnTo>
                    <a:lnTo>
                      <a:pt x="74" y="885"/>
                    </a:lnTo>
                    <a:lnTo>
                      <a:pt x="101" y="940"/>
                    </a:lnTo>
                    <a:lnTo>
                      <a:pt x="138" y="994"/>
                    </a:lnTo>
                    <a:lnTo>
                      <a:pt x="174" y="1040"/>
                    </a:lnTo>
                    <a:lnTo>
                      <a:pt x="220" y="1086"/>
                    </a:lnTo>
                    <a:lnTo>
                      <a:pt x="274" y="1122"/>
                    </a:lnTo>
                    <a:lnTo>
                      <a:pt x="320" y="1149"/>
                    </a:lnTo>
                    <a:lnTo>
                      <a:pt x="375" y="1177"/>
                    </a:lnTo>
                    <a:lnTo>
                      <a:pt x="439" y="1195"/>
                    </a:lnTo>
                    <a:lnTo>
                      <a:pt x="493" y="1213"/>
                    </a:lnTo>
                    <a:lnTo>
                      <a:pt x="548" y="1222"/>
                    </a:lnTo>
                    <a:lnTo>
                      <a:pt x="666" y="1222"/>
                    </a:lnTo>
                    <a:lnTo>
                      <a:pt x="730" y="1213"/>
                    </a:lnTo>
                    <a:lnTo>
                      <a:pt x="785" y="1204"/>
                    </a:lnTo>
                    <a:lnTo>
                      <a:pt x="840" y="1186"/>
                    </a:lnTo>
                    <a:lnTo>
                      <a:pt x="894" y="1159"/>
                    </a:lnTo>
                    <a:lnTo>
                      <a:pt x="949" y="1131"/>
                    </a:lnTo>
                    <a:lnTo>
                      <a:pt x="995" y="1095"/>
                    </a:lnTo>
                    <a:lnTo>
                      <a:pt x="1049" y="1058"/>
                    </a:lnTo>
                    <a:lnTo>
                      <a:pt x="1086" y="101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8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84"/>
                    </a:lnTo>
                    <a:lnTo>
                      <a:pt x="1232" y="621"/>
                    </a:lnTo>
                    <a:lnTo>
                      <a:pt x="1232" y="566"/>
                    </a:lnTo>
                    <a:lnTo>
                      <a:pt x="1223" y="502"/>
                    </a:lnTo>
                    <a:lnTo>
                      <a:pt x="1214" y="447"/>
                    </a:lnTo>
                    <a:lnTo>
                      <a:pt x="1195" y="393"/>
                    </a:lnTo>
                    <a:lnTo>
                      <a:pt x="1168" y="338"/>
                    </a:lnTo>
                    <a:lnTo>
                      <a:pt x="1141" y="283"/>
                    </a:lnTo>
                    <a:lnTo>
                      <a:pt x="1104" y="228"/>
                    </a:lnTo>
                    <a:lnTo>
                      <a:pt x="1059" y="183"/>
                    </a:lnTo>
                    <a:lnTo>
                      <a:pt x="1013" y="146"/>
                    </a:lnTo>
                    <a:lnTo>
                      <a:pt x="967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3">
                <a:extLst>
                  <a:ext uri="{FF2B5EF4-FFF2-40B4-BE49-F238E27FC236}">
                    <a16:creationId xmlns:a16="http://schemas.microsoft.com/office/drawing/2014/main" id="{5FA17C72-0BD8-869F-E69A-4837063355A1}"/>
                  </a:ext>
                </a:extLst>
              </p:cNvPr>
              <p:cNvSpPr/>
              <p:nvPr/>
            </p:nvSpPr>
            <p:spPr>
              <a:xfrm>
                <a:off x="3716425" y="3543695"/>
                <a:ext cx="707799" cy="560291"/>
              </a:xfrm>
              <a:custGeom>
                <a:avLst/>
                <a:gdLst/>
                <a:ahLst/>
                <a:cxnLst/>
                <a:rect l="l" t="t" r="r" b="b"/>
                <a:pathLst>
                  <a:path w="13733" h="10871" extrusionOk="0">
                    <a:moveTo>
                      <a:pt x="4888" y="1"/>
                    </a:moveTo>
                    <a:lnTo>
                      <a:pt x="4860" y="37"/>
                    </a:lnTo>
                    <a:lnTo>
                      <a:pt x="4806" y="129"/>
                    </a:lnTo>
                    <a:lnTo>
                      <a:pt x="4623" y="466"/>
                    </a:lnTo>
                    <a:lnTo>
                      <a:pt x="4368" y="986"/>
                    </a:lnTo>
                    <a:lnTo>
                      <a:pt x="4040" y="1661"/>
                    </a:lnTo>
                    <a:lnTo>
                      <a:pt x="3256" y="3329"/>
                    </a:lnTo>
                    <a:lnTo>
                      <a:pt x="2371" y="5244"/>
                    </a:lnTo>
                    <a:lnTo>
                      <a:pt x="730" y="8819"/>
                    </a:lnTo>
                    <a:lnTo>
                      <a:pt x="0" y="10442"/>
                    </a:lnTo>
                    <a:lnTo>
                      <a:pt x="3301" y="10870"/>
                    </a:lnTo>
                    <a:lnTo>
                      <a:pt x="3365" y="10651"/>
                    </a:lnTo>
                    <a:lnTo>
                      <a:pt x="3438" y="10396"/>
                    </a:lnTo>
                    <a:lnTo>
                      <a:pt x="3547" y="10077"/>
                    </a:lnTo>
                    <a:lnTo>
                      <a:pt x="3702" y="9703"/>
                    </a:lnTo>
                    <a:lnTo>
                      <a:pt x="3794" y="9493"/>
                    </a:lnTo>
                    <a:lnTo>
                      <a:pt x="3894" y="9275"/>
                    </a:lnTo>
                    <a:lnTo>
                      <a:pt x="4003" y="9056"/>
                    </a:lnTo>
                    <a:lnTo>
                      <a:pt x="4122" y="8837"/>
                    </a:lnTo>
                    <a:lnTo>
                      <a:pt x="4259" y="8609"/>
                    </a:lnTo>
                    <a:lnTo>
                      <a:pt x="4405" y="8372"/>
                    </a:lnTo>
                    <a:lnTo>
                      <a:pt x="4560" y="8153"/>
                    </a:lnTo>
                    <a:lnTo>
                      <a:pt x="4724" y="7925"/>
                    </a:lnTo>
                    <a:lnTo>
                      <a:pt x="4906" y="7706"/>
                    </a:lnTo>
                    <a:lnTo>
                      <a:pt x="5107" y="7496"/>
                    </a:lnTo>
                    <a:lnTo>
                      <a:pt x="5316" y="7296"/>
                    </a:lnTo>
                    <a:lnTo>
                      <a:pt x="5535" y="7104"/>
                    </a:lnTo>
                    <a:lnTo>
                      <a:pt x="5772" y="6922"/>
                    </a:lnTo>
                    <a:lnTo>
                      <a:pt x="6028" y="6758"/>
                    </a:lnTo>
                    <a:lnTo>
                      <a:pt x="6155" y="6685"/>
                    </a:lnTo>
                    <a:lnTo>
                      <a:pt x="6292" y="6612"/>
                    </a:lnTo>
                    <a:lnTo>
                      <a:pt x="6429" y="6548"/>
                    </a:lnTo>
                    <a:lnTo>
                      <a:pt x="6566" y="6484"/>
                    </a:lnTo>
                    <a:lnTo>
                      <a:pt x="6712" y="6430"/>
                    </a:lnTo>
                    <a:lnTo>
                      <a:pt x="6867" y="6384"/>
                    </a:lnTo>
                    <a:lnTo>
                      <a:pt x="7022" y="6338"/>
                    </a:lnTo>
                    <a:lnTo>
                      <a:pt x="7177" y="6302"/>
                    </a:lnTo>
                    <a:lnTo>
                      <a:pt x="7341" y="6265"/>
                    </a:lnTo>
                    <a:lnTo>
                      <a:pt x="7505" y="6238"/>
                    </a:lnTo>
                    <a:lnTo>
                      <a:pt x="7678" y="6220"/>
                    </a:lnTo>
                    <a:lnTo>
                      <a:pt x="7851" y="6211"/>
                    </a:lnTo>
                    <a:lnTo>
                      <a:pt x="8025" y="6202"/>
                    </a:lnTo>
                    <a:lnTo>
                      <a:pt x="8207" y="6202"/>
                    </a:lnTo>
                    <a:lnTo>
                      <a:pt x="8398" y="6211"/>
                    </a:lnTo>
                    <a:lnTo>
                      <a:pt x="8590" y="6229"/>
                    </a:lnTo>
                    <a:lnTo>
                      <a:pt x="8781" y="6247"/>
                    </a:lnTo>
                    <a:lnTo>
                      <a:pt x="8973" y="6256"/>
                    </a:lnTo>
                    <a:lnTo>
                      <a:pt x="9164" y="6256"/>
                    </a:lnTo>
                    <a:lnTo>
                      <a:pt x="9347" y="6247"/>
                    </a:lnTo>
                    <a:lnTo>
                      <a:pt x="9520" y="6238"/>
                    </a:lnTo>
                    <a:lnTo>
                      <a:pt x="9693" y="6211"/>
                    </a:lnTo>
                    <a:lnTo>
                      <a:pt x="9867" y="6183"/>
                    </a:lnTo>
                    <a:lnTo>
                      <a:pt x="10031" y="6147"/>
                    </a:lnTo>
                    <a:lnTo>
                      <a:pt x="10186" y="6101"/>
                    </a:lnTo>
                    <a:lnTo>
                      <a:pt x="10350" y="6047"/>
                    </a:lnTo>
                    <a:lnTo>
                      <a:pt x="10496" y="5992"/>
                    </a:lnTo>
                    <a:lnTo>
                      <a:pt x="10651" y="5928"/>
                    </a:lnTo>
                    <a:lnTo>
                      <a:pt x="10788" y="5855"/>
                    </a:lnTo>
                    <a:lnTo>
                      <a:pt x="10933" y="5782"/>
                    </a:lnTo>
                    <a:lnTo>
                      <a:pt x="11070" y="5700"/>
                    </a:lnTo>
                    <a:lnTo>
                      <a:pt x="11198" y="5618"/>
                    </a:lnTo>
                    <a:lnTo>
                      <a:pt x="11326" y="5527"/>
                    </a:lnTo>
                    <a:lnTo>
                      <a:pt x="11453" y="5426"/>
                    </a:lnTo>
                    <a:lnTo>
                      <a:pt x="11572" y="5326"/>
                    </a:lnTo>
                    <a:lnTo>
                      <a:pt x="11690" y="5226"/>
                    </a:lnTo>
                    <a:lnTo>
                      <a:pt x="11909" y="5007"/>
                    </a:lnTo>
                    <a:lnTo>
                      <a:pt x="12119" y="4779"/>
                    </a:lnTo>
                    <a:lnTo>
                      <a:pt x="12310" y="4542"/>
                    </a:lnTo>
                    <a:lnTo>
                      <a:pt x="12493" y="4296"/>
                    </a:lnTo>
                    <a:lnTo>
                      <a:pt x="12657" y="4050"/>
                    </a:lnTo>
                    <a:lnTo>
                      <a:pt x="12803" y="3794"/>
                    </a:lnTo>
                    <a:lnTo>
                      <a:pt x="12949" y="3530"/>
                    </a:lnTo>
                    <a:lnTo>
                      <a:pt x="13076" y="3275"/>
                    </a:lnTo>
                    <a:lnTo>
                      <a:pt x="13186" y="3028"/>
                    </a:lnTo>
                    <a:lnTo>
                      <a:pt x="13286" y="2773"/>
                    </a:lnTo>
                    <a:lnTo>
                      <a:pt x="13377" y="2536"/>
                    </a:lnTo>
                    <a:lnTo>
                      <a:pt x="13459" y="2308"/>
                    </a:lnTo>
                    <a:lnTo>
                      <a:pt x="13532" y="2089"/>
                    </a:lnTo>
                    <a:lnTo>
                      <a:pt x="13587" y="1879"/>
                    </a:lnTo>
                    <a:lnTo>
                      <a:pt x="13633" y="1688"/>
                    </a:lnTo>
                    <a:lnTo>
                      <a:pt x="13669" y="1515"/>
                    </a:lnTo>
                    <a:lnTo>
                      <a:pt x="13705" y="1369"/>
                    </a:lnTo>
                    <a:lnTo>
                      <a:pt x="13724" y="1241"/>
                    </a:lnTo>
                    <a:lnTo>
                      <a:pt x="13733" y="1132"/>
                    </a:lnTo>
                    <a:lnTo>
                      <a:pt x="13733" y="1059"/>
                    </a:lnTo>
                    <a:lnTo>
                      <a:pt x="13724" y="1013"/>
                    </a:lnTo>
                    <a:lnTo>
                      <a:pt x="13724" y="995"/>
                    </a:lnTo>
                    <a:lnTo>
                      <a:pt x="13715" y="995"/>
                    </a:lnTo>
                    <a:lnTo>
                      <a:pt x="13277" y="949"/>
                    </a:lnTo>
                    <a:lnTo>
                      <a:pt x="12256" y="840"/>
                    </a:lnTo>
                    <a:lnTo>
                      <a:pt x="9228" y="493"/>
                    </a:lnTo>
                    <a:lnTo>
                      <a:pt x="48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3">
                <a:extLst>
                  <a:ext uri="{FF2B5EF4-FFF2-40B4-BE49-F238E27FC236}">
                    <a16:creationId xmlns:a16="http://schemas.microsoft.com/office/drawing/2014/main" id="{82B65830-EE0D-9E6C-6571-958D9FF812CF}"/>
                  </a:ext>
                </a:extLst>
              </p:cNvPr>
              <p:cNvSpPr/>
              <p:nvPr/>
            </p:nvSpPr>
            <p:spPr>
              <a:xfrm>
                <a:off x="4673277" y="2405419"/>
                <a:ext cx="393920" cy="372737"/>
              </a:xfrm>
              <a:custGeom>
                <a:avLst/>
                <a:gdLst/>
                <a:ahLst/>
                <a:cxnLst/>
                <a:rect l="l" t="t" r="r" b="b"/>
                <a:pathLst>
                  <a:path w="7643" h="7232" extrusionOk="0">
                    <a:moveTo>
                      <a:pt x="201" y="1"/>
                    </a:moveTo>
                    <a:lnTo>
                      <a:pt x="1" y="10"/>
                    </a:lnTo>
                    <a:lnTo>
                      <a:pt x="28" y="539"/>
                    </a:lnTo>
                    <a:lnTo>
                      <a:pt x="411" y="521"/>
                    </a:lnTo>
                    <a:lnTo>
                      <a:pt x="748" y="530"/>
                    </a:lnTo>
                    <a:lnTo>
                      <a:pt x="1095" y="557"/>
                    </a:lnTo>
                    <a:lnTo>
                      <a:pt x="1432" y="603"/>
                    </a:lnTo>
                    <a:lnTo>
                      <a:pt x="1761" y="657"/>
                    </a:lnTo>
                    <a:lnTo>
                      <a:pt x="2080" y="739"/>
                    </a:lnTo>
                    <a:lnTo>
                      <a:pt x="2399" y="831"/>
                    </a:lnTo>
                    <a:lnTo>
                      <a:pt x="2709" y="931"/>
                    </a:lnTo>
                    <a:lnTo>
                      <a:pt x="3019" y="1049"/>
                    </a:lnTo>
                    <a:lnTo>
                      <a:pt x="3311" y="1186"/>
                    </a:lnTo>
                    <a:lnTo>
                      <a:pt x="3603" y="1332"/>
                    </a:lnTo>
                    <a:lnTo>
                      <a:pt x="3885" y="1496"/>
                    </a:lnTo>
                    <a:lnTo>
                      <a:pt x="4159" y="1669"/>
                    </a:lnTo>
                    <a:lnTo>
                      <a:pt x="4423" y="1861"/>
                    </a:lnTo>
                    <a:lnTo>
                      <a:pt x="4669" y="2062"/>
                    </a:lnTo>
                    <a:lnTo>
                      <a:pt x="4916" y="2271"/>
                    </a:lnTo>
                    <a:lnTo>
                      <a:pt x="5153" y="2490"/>
                    </a:lnTo>
                    <a:lnTo>
                      <a:pt x="5372" y="2727"/>
                    </a:lnTo>
                    <a:lnTo>
                      <a:pt x="5581" y="2964"/>
                    </a:lnTo>
                    <a:lnTo>
                      <a:pt x="5782" y="3220"/>
                    </a:lnTo>
                    <a:lnTo>
                      <a:pt x="5973" y="3484"/>
                    </a:lnTo>
                    <a:lnTo>
                      <a:pt x="6147" y="3758"/>
                    </a:lnTo>
                    <a:lnTo>
                      <a:pt x="6302" y="4040"/>
                    </a:lnTo>
                    <a:lnTo>
                      <a:pt x="6457" y="4323"/>
                    </a:lnTo>
                    <a:lnTo>
                      <a:pt x="6584" y="4624"/>
                    </a:lnTo>
                    <a:lnTo>
                      <a:pt x="6712" y="4925"/>
                    </a:lnTo>
                    <a:lnTo>
                      <a:pt x="6812" y="5244"/>
                    </a:lnTo>
                    <a:lnTo>
                      <a:pt x="6904" y="5554"/>
                    </a:lnTo>
                    <a:lnTo>
                      <a:pt x="6976" y="5882"/>
                    </a:lnTo>
                    <a:lnTo>
                      <a:pt x="7040" y="6211"/>
                    </a:lnTo>
                    <a:lnTo>
                      <a:pt x="7077" y="6548"/>
                    </a:lnTo>
                    <a:lnTo>
                      <a:pt x="7104" y="6885"/>
                    </a:lnTo>
                    <a:lnTo>
                      <a:pt x="7113" y="7232"/>
                    </a:lnTo>
                    <a:lnTo>
                      <a:pt x="7642" y="7232"/>
                    </a:lnTo>
                    <a:lnTo>
                      <a:pt x="7633" y="6858"/>
                    </a:lnTo>
                    <a:lnTo>
                      <a:pt x="7606" y="6493"/>
                    </a:lnTo>
                    <a:lnTo>
                      <a:pt x="7560" y="6128"/>
                    </a:lnTo>
                    <a:lnTo>
                      <a:pt x="7496" y="5773"/>
                    </a:lnTo>
                    <a:lnTo>
                      <a:pt x="7414" y="5426"/>
                    </a:lnTo>
                    <a:lnTo>
                      <a:pt x="7314" y="5080"/>
                    </a:lnTo>
                    <a:lnTo>
                      <a:pt x="7204" y="4742"/>
                    </a:lnTo>
                    <a:lnTo>
                      <a:pt x="7068" y="4414"/>
                    </a:lnTo>
                    <a:lnTo>
                      <a:pt x="6931" y="4095"/>
                    </a:lnTo>
                    <a:lnTo>
                      <a:pt x="6767" y="3785"/>
                    </a:lnTo>
                    <a:lnTo>
                      <a:pt x="6593" y="3484"/>
                    </a:lnTo>
                    <a:lnTo>
                      <a:pt x="6402" y="3192"/>
                    </a:lnTo>
                    <a:lnTo>
                      <a:pt x="6201" y="2910"/>
                    </a:lnTo>
                    <a:lnTo>
                      <a:pt x="5992" y="2636"/>
                    </a:lnTo>
                    <a:lnTo>
                      <a:pt x="5764" y="2372"/>
                    </a:lnTo>
                    <a:lnTo>
                      <a:pt x="5517" y="2116"/>
                    </a:lnTo>
                    <a:lnTo>
                      <a:pt x="5271" y="1879"/>
                    </a:lnTo>
                    <a:lnTo>
                      <a:pt x="5007" y="1651"/>
                    </a:lnTo>
                    <a:lnTo>
                      <a:pt x="4733" y="1442"/>
                    </a:lnTo>
                    <a:lnTo>
                      <a:pt x="4451" y="1232"/>
                    </a:lnTo>
                    <a:lnTo>
                      <a:pt x="4159" y="1049"/>
                    </a:lnTo>
                    <a:lnTo>
                      <a:pt x="3849" y="876"/>
                    </a:lnTo>
                    <a:lnTo>
                      <a:pt x="3539" y="712"/>
                    </a:lnTo>
                    <a:lnTo>
                      <a:pt x="3220" y="566"/>
                    </a:lnTo>
                    <a:lnTo>
                      <a:pt x="2891" y="438"/>
                    </a:lnTo>
                    <a:lnTo>
                      <a:pt x="2554" y="320"/>
                    </a:lnTo>
                    <a:lnTo>
                      <a:pt x="2217" y="229"/>
                    </a:lnTo>
                    <a:lnTo>
                      <a:pt x="1861" y="147"/>
                    </a:lnTo>
                    <a:lnTo>
                      <a:pt x="1505" y="83"/>
                    </a:lnTo>
                    <a:lnTo>
                      <a:pt x="1150" y="37"/>
                    </a:lnTo>
                    <a:lnTo>
                      <a:pt x="776" y="10"/>
                    </a:lnTo>
                    <a:lnTo>
                      <a:pt x="4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3">
                <a:extLst>
                  <a:ext uri="{FF2B5EF4-FFF2-40B4-BE49-F238E27FC236}">
                    <a16:creationId xmlns:a16="http://schemas.microsoft.com/office/drawing/2014/main" id="{9EDD6AC6-46E1-2C95-CCAE-ACC327040D32}"/>
                  </a:ext>
                </a:extLst>
              </p:cNvPr>
              <p:cNvSpPr/>
              <p:nvPr/>
            </p:nvSpPr>
            <p:spPr>
              <a:xfrm>
                <a:off x="5039422" y="2854751"/>
                <a:ext cx="421597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8180" h="4569" extrusionOk="0">
                    <a:moveTo>
                      <a:pt x="7651" y="0"/>
                    </a:moveTo>
                    <a:lnTo>
                      <a:pt x="7642" y="210"/>
                    </a:lnTo>
                    <a:lnTo>
                      <a:pt x="7623" y="410"/>
                    </a:lnTo>
                    <a:lnTo>
                      <a:pt x="7605" y="611"/>
                    </a:lnTo>
                    <a:lnTo>
                      <a:pt x="7569" y="812"/>
                    </a:lnTo>
                    <a:lnTo>
                      <a:pt x="7523" y="1003"/>
                    </a:lnTo>
                    <a:lnTo>
                      <a:pt x="7468" y="1195"/>
                    </a:lnTo>
                    <a:lnTo>
                      <a:pt x="7404" y="1386"/>
                    </a:lnTo>
                    <a:lnTo>
                      <a:pt x="7331" y="1569"/>
                    </a:lnTo>
                    <a:lnTo>
                      <a:pt x="7249" y="1751"/>
                    </a:lnTo>
                    <a:lnTo>
                      <a:pt x="7158" y="1924"/>
                    </a:lnTo>
                    <a:lnTo>
                      <a:pt x="7067" y="2088"/>
                    </a:lnTo>
                    <a:lnTo>
                      <a:pt x="6958" y="2252"/>
                    </a:lnTo>
                    <a:lnTo>
                      <a:pt x="6848" y="2417"/>
                    </a:lnTo>
                    <a:lnTo>
                      <a:pt x="6730" y="2572"/>
                    </a:lnTo>
                    <a:lnTo>
                      <a:pt x="6602" y="2717"/>
                    </a:lnTo>
                    <a:lnTo>
                      <a:pt x="6465" y="2854"/>
                    </a:lnTo>
                    <a:lnTo>
                      <a:pt x="6328" y="2991"/>
                    </a:lnTo>
                    <a:lnTo>
                      <a:pt x="6183" y="3119"/>
                    </a:lnTo>
                    <a:lnTo>
                      <a:pt x="6028" y="3237"/>
                    </a:lnTo>
                    <a:lnTo>
                      <a:pt x="5863" y="3347"/>
                    </a:lnTo>
                    <a:lnTo>
                      <a:pt x="5699" y="3456"/>
                    </a:lnTo>
                    <a:lnTo>
                      <a:pt x="5535" y="3547"/>
                    </a:lnTo>
                    <a:lnTo>
                      <a:pt x="5362" y="3638"/>
                    </a:lnTo>
                    <a:lnTo>
                      <a:pt x="5179" y="3721"/>
                    </a:lnTo>
                    <a:lnTo>
                      <a:pt x="4997" y="3793"/>
                    </a:lnTo>
                    <a:lnTo>
                      <a:pt x="4815" y="3857"/>
                    </a:lnTo>
                    <a:lnTo>
                      <a:pt x="4623" y="3912"/>
                    </a:lnTo>
                    <a:lnTo>
                      <a:pt x="4423" y="3958"/>
                    </a:lnTo>
                    <a:lnTo>
                      <a:pt x="4222" y="3994"/>
                    </a:lnTo>
                    <a:lnTo>
                      <a:pt x="4021" y="4021"/>
                    </a:lnTo>
                    <a:lnTo>
                      <a:pt x="3821" y="4031"/>
                    </a:lnTo>
                    <a:lnTo>
                      <a:pt x="3611" y="4040"/>
                    </a:lnTo>
                    <a:lnTo>
                      <a:pt x="3374" y="4031"/>
                    </a:lnTo>
                    <a:lnTo>
                      <a:pt x="3146" y="4012"/>
                    </a:lnTo>
                    <a:lnTo>
                      <a:pt x="2918" y="3976"/>
                    </a:lnTo>
                    <a:lnTo>
                      <a:pt x="2690" y="3930"/>
                    </a:lnTo>
                    <a:lnTo>
                      <a:pt x="2471" y="3876"/>
                    </a:lnTo>
                    <a:lnTo>
                      <a:pt x="2252" y="3803"/>
                    </a:lnTo>
                    <a:lnTo>
                      <a:pt x="2043" y="3721"/>
                    </a:lnTo>
                    <a:lnTo>
                      <a:pt x="1833" y="3629"/>
                    </a:lnTo>
                    <a:lnTo>
                      <a:pt x="1632" y="3520"/>
                    </a:lnTo>
                    <a:lnTo>
                      <a:pt x="1432" y="3401"/>
                    </a:lnTo>
                    <a:lnTo>
                      <a:pt x="1249" y="3274"/>
                    </a:lnTo>
                    <a:lnTo>
                      <a:pt x="1067" y="3137"/>
                    </a:lnTo>
                    <a:lnTo>
                      <a:pt x="894" y="2982"/>
                    </a:lnTo>
                    <a:lnTo>
                      <a:pt x="720" y="2827"/>
                    </a:lnTo>
                    <a:lnTo>
                      <a:pt x="565" y="2654"/>
                    </a:lnTo>
                    <a:lnTo>
                      <a:pt x="420" y="2471"/>
                    </a:lnTo>
                    <a:lnTo>
                      <a:pt x="0" y="2790"/>
                    </a:lnTo>
                    <a:lnTo>
                      <a:pt x="173" y="3000"/>
                    </a:lnTo>
                    <a:lnTo>
                      <a:pt x="347" y="3192"/>
                    </a:lnTo>
                    <a:lnTo>
                      <a:pt x="538" y="3374"/>
                    </a:lnTo>
                    <a:lnTo>
                      <a:pt x="730" y="3547"/>
                    </a:lnTo>
                    <a:lnTo>
                      <a:pt x="939" y="3702"/>
                    </a:lnTo>
                    <a:lnTo>
                      <a:pt x="1149" y="3848"/>
                    </a:lnTo>
                    <a:lnTo>
                      <a:pt x="1368" y="3985"/>
                    </a:lnTo>
                    <a:lnTo>
                      <a:pt x="1596" y="4103"/>
                    </a:lnTo>
                    <a:lnTo>
                      <a:pt x="1833" y="4204"/>
                    </a:lnTo>
                    <a:lnTo>
                      <a:pt x="2070" y="4304"/>
                    </a:lnTo>
                    <a:lnTo>
                      <a:pt x="2316" y="4377"/>
                    </a:lnTo>
                    <a:lnTo>
                      <a:pt x="2572" y="4450"/>
                    </a:lnTo>
                    <a:lnTo>
                      <a:pt x="2827" y="4496"/>
                    </a:lnTo>
                    <a:lnTo>
                      <a:pt x="3082" y="4532"/>
                    </a:lnTo>
                    <a:lnTo>
                      <a:pt x="3347" y="4559"/>
                    </a:lnTo>
                    <a:lnTo>
                      <a:pt x="3611" y="4569"/>
                    </a:lnTo>
                    <a:lnTo>
                      <a:pt x="3848" y="4559"/>
                    </a:lnTo>
                    <a:lnTo>
                      <a:pt x="4076" y="4541"/>
                    </a:lnTo>
                    <a:lnTo>
                      <a:pt x="4304" y="4514"/>
                    </a:lnTo>
                    <a:lnTo>
                      <a:pt x="4532" y="4468"/>
                    </a:lnTo>
                    <a:lnTo>
                      <a:pt x="4751" y="4423"/>
                    </a:lnTo>
                    <a:lnTo>
                      <a:pt x="4970" y="4359"/>
                    </a:lnTo>
                    <a:lnTo>
                      <a:pt x="5179" y="4286"/>
                    </a:lnTo>
                    <a:lnTo>
                      <a:pt x="5389" y="4204"/>
                    </a:lnTo>
                    <a:lnTo>
                      <a:pt x="5590" y="4113"/>
                    </a:lnTo>
                    <a:lnTo>
                      <a:pt x="5781" y="4012"/>
                    </a:lnTo>
                    <a:lnTo>
                      <a:pt x="5973" y="3903"/>
                    </a:lnTo>
                    <a:lnTo>
                      <a:pt x="6164" y="3784"/>
                    </a:lnTo>
                    <a:lnTo>
                      <a:pt x="6338" y="3657"/>
                    </a:lnTo>
                    <a:lnTo>
                      <a:pt x="6511" y="3520"/>
                    </a:lnTo>
                    <a:lnTo>
                      <a:pt x="6675" y="3374"/>
                    </a:lnTo>
                    <a:lnTo>
                      <a:pt x="6839" y="3228"/>
                    </a:lnTo>
                    <a:lnTo>
                      <a:pt x="6985" y="3064"/>
                    </a:lnTo>
                    <a:lnTo>
                      <a:pt x="7131" y="2900"/>
                    </a:lnTo>
                    <a:lnTo>
                      <a:pt x="7268" y="2727"/>
                    </a:lnTo>
                    <a:lnTo>
                      <a:pt x="7395" y="2553"/>
                    </a:lnTo>
                    <a:lnTo>
                      <a:pt x="7514" y="2362"/>
                    </a:lnTo>
                    <a:lnTo>
                      <a:pt x="7623" y="2170"/>
                    </a:lnTo>
                    <a:lnTo>
                      <a:pt x="7724" y="1979"/>
                    </a:lnTo>
                    <a:lnTo>
                      <a:pt x="7815" y="1778"/>
                    </a:lnTo>
                    <a:lnTo>
                      <a:pt x="7897" y="1569"/>
                    </a:lnTo>
                    <a:lnTo>
                      <a:pt x="7970" y="1359"/>
                    </a:lnTo>
                    <a:lnTo>
                      <a:pt x="8034" y="1140"/>
                    </a:lnTo>
                    <a:lnTo>
                      <a:pt x="8079" y="921"/>
                    </a:lnTo>
                    <a:lnTo>
                      <a:pt x="8125" y="693"/>
                    </a:lnTo>
                    <a:lnTo>
                      <a:pt x="8152" y="465"/>
                    </a:lnTo>
                    <a:lnTo>
                      <a:pt x="8170" y="237"/>
                    </a:lnTo>
                    <a:lnTo>
                      <a:pt x="81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3">
                <a:extLst>
                  <a:ext uri="{FF2B5EF4-FFF2-40B4-BE49-F238E27FC236}">
                    <a16:creationId xmlns:a16="http://schemas.microsoft.com/office/drawing/2014/main" id="{7A36BB9C-6876-23BC-B5DD-6BFB06D573B2}"/>
                  </a:ext>
                </a:extLst>
              </p:cNvPr>
              <p:cNvSpPr/>
              <p:nvPr/>
            </p:nvSpPr>
            <p:spPr>
              <a:xfrm>
                <a:off x="4382846" y="2982572"/>
                <a:ext cx="668835" cy="669298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2986" extrusionOk="0">
                    <a:moveTo>
                      <a:pt x="6484" y="0"/>
                    </a:moveTo>
                    <a:lnTo>
                      <a:pt x="6155" y="9"/>
                    </a:lnTo>
                    <a:lnTo>
                      <a:pt x="5827" y="37"/>
                    </a:lnTo>
                    <a:lnTo>
                      <a:pt x="5499" y="73"/>
                    </a:lnTo>
                    <a:lnTo>
                      <a:pt x="5180" y="128"/>
                    </a:lnTo>
                    <a:lnTo>
                      <a:pt x="4870" y="201"/>
                    </a:lnTo>
                    <a:lnTo>
                      <a:pt x="4560" y="292"/>
                    </a:lnTo>
                    <a:lnTo>
                      <a:pt x="4259" y="392"/>
                    </a:lnTo>
                    <a:lnTo>
                      <a:pt x="3967" y="511"/>
                    </a:lnTo>
                    <a:lnTo>
                      <a:pt x="3675" y="639"/>
                    </a:lnTo>
                    <a:lnTo>
                      <a:pt x="3393" y="785"/>
                    </a:lnTo>
                    <a:lnTo>
                      <a:pt x="3128" y="940"/>
                    </a:lnTo>
                    <a:lnTo>
                      <a:pt x="2864" y="1113"/>
                    </a:lnTo>
                    <a:lnTo>
                      <a:pt x="2608" y="1286"/>
                    </a:lnTo>
                    <a:lnTo>
                      <a:pt x="2362" y="1487"/>
                    </a:lnTo>
                    <a:lnTo>
                      <a:pt x="2125" y="1687"/>
                    </a:lnTo>
                    <a:lnTo>
                      <a:pt x="1897" y="1906"/>
                    </a:lnTo>
                    <a:lnTo>
                      <a:pt x="1687" y="2125"/>
                    </a:lnTo>
                    <a:lnTo>
                      <a:pt x="1478" y="2362"/>
                    </a:lnTo>
                    <a:lnTo>
                      <a:pt x="1286" y="2608"/>
                    </a:lnTo>
                    <a:lnTo>
                      <a:pt x="1104" y="2864"/>
                    </a:lnTo>
                    <a:lnTo>
                      <a:pt x="940" y="3128"/>
                    </a:lnTo>
                    <a:lnTo>
                      <a:pt x="785" y="3402"/>
                    </a:lnTo>
                    <a:lnTo>
                      <a:pt x="639" y="3675"/>
                    </a:lnTo>
                    <a:lnTo>
                      <a:pt x="511" y="3967"/>
                    </a:lnTo>
                    <a:lnTo>
                      <a:pt x="393" y="4259"/>
                    </a:lnTo>
                    <a:lnTo>
                      <a:pt x="292" y="4560"/>
                    </a:lnTo>
                    <a:lnTo>
                      <a:pt x="201" y="4870"/>
                    </a:lnTo>
                    <a:lnTo>
                      <a:pt x="128" y="5180"/>
                    </a:lnTo>
                    <a:lnTo>
                      <a:pt x="73" y="5499"/>
                    </a:lnTo>
                    <a:lnTo>
                      <a:pt x="28" y="5827"/>
                    </a:lnTo>
                    <a:lnTo>
                      <a:pt x="10" y="6155"/>
                    </a:lnTo>
                    <a:lnTo>
                      <a:pt x="0" y="6493"/>
                    </a:lnTo>
                    <a:lnTo>
                      <a:pt x="520" y="6493"/>
                    </a:lnTo>
                    <a:lnTo>
                      <a:pt x="529" y="6183"/>
                    </a:lnTo>
                    <a:lnTo>
                      <a:pt x="557" y="5882"/>
                    </a:lnTo>
                    <a:lnTo>
                      <a:pt x="593" y="5581"/>
                    </a:lnTo>
                    <a:lnTo>
                      <a:pt x="648" y="5289"/>
                    </a:lnTo>
                    <a:lnTo>
                      <a:pt x="712" y="4997"/>
                    </a:lnTo>
                    <a:lnTo>
                      <a:pt x="794" y="4715"/>
                    </a:lnTo>
                    <a:lnTo>
                      <a:pt x="885" y="4441"/>
                    </a:lnTo>
                    <a:lnTo>
                      <a:pt x="994" y="4168"/>
                    </a:lnTo>
                    <a:lnTo>
                      <a:pt x="1113" y="3903"/>
                    </a:lnTo>
                    <a:lnTo>
                      <a:pt x="1241" y="3648"/>
                    </a:lnTo>
                    <a:lnTo>
                      <a:pt x="1386" y="3402"/>
                    </a:lnTo>
                    <a:lnTo>
                      <a:pt x="1541" y="3155"/>
                    </a:lnTo>
                    <a:lnTo>
                      <a:pt x="1706" y="2918"/>
                    </a:lnTo>
                    <a:lnTo>
                      <a:pt x="1888" y="2699"/>
                    </a:lnTo>
                    <a:lnTo>
                      <a:pt x="2070" y="2481"/>
                    </a:lnTo>
                    <a:lnTo>
                      <a:pt x="2271" y="2271"/>
                    </a:lnTo>
                    <a:lnTo>
                      <a:pt x="2481" y="2079"/>
                    </a:lnTo>
                    <a:lnTo>
                      <a:pt x="2690" y="1888"/>
                    </a:lnTo>
                    <a:lnTo>
                      <a:pt x="2918" y="1715"/>
                    </a:lnTo>
                    <a:lnTo>
                      <a:pt x="3155" y="1541"/>
                    </a:lnTo>
                    <a:lnTo>
                      <a:pt x="3393" y="1386"/>
                    </a:lnTo>
                    <a:lnTo>
                      <a:pt x="3648" y="1250"/>
                    </a:lnTo>
                    <a:lnTo>
                      <a:pt x="3903" y="1113"/>
                    </a:lnTo>
                    <a:lnTo>
                      <a:pt x="4168" y="994"/>
                    </a:lnTo>
                    <a:lnTo>
                      <a:pt x="4441" y="885"/>
                    </a:lnTo>
                    <a:lnTo>
                      <a:pt x="4715" y="794"/>
                    </a:lnTo>
                    <a:lnTo>
                      <a:pt x="4997" y="712"/>
                    </a:lnTo>
                    <a:lnTo>
                      <a:pt x="5289" y="648"/>
                    </a:lnTo>
                    <a:lnTo>
                      <a:pt x="5581" y="593"/>
                    </a:lnTo>
                    <a:lnTo>
                      <a:pt x="5882" y="557"/>
                    </a:lnTo>
                    <a:lnTo>
                      <a:pt x="6183" y="529"/>
                    </a:lnTo>
                    <a:lnTo>
                      <a:pt x="6484" y="520"/>
                    </a:lnTo>
                    <a:lnTo>
                      <a:pt x="6794" y="529"/>
                    </a:lnTo>
                    <a:lnTo>
                      <a:pt x="7095" y="557"/>
                    </a:lnTo>
                    <a:lnTo>
                      <a:pt x="7396" y="593"/>
                    </a:lnTo>
                    <a:lnTo>
                      <a:pt x="7687" y="648"/>
                    </a:lnTo>
                    <a:lnTo>
                      <a:pt x="7979" y="712"/>
                    </a:lnTo>
                    <a:lnTo>
                      <a:pt x="8262" y="794"/>
                    </a:lnTo>
                    <a:lnTo>
                      <a:pt x="8535" y="885"/>
                    </a:lnTo>
                    <a:lnTo>
                      <a:pt x="8809" y="994"/>
                    </a:lnTo>
                    <a:lnTo>
                      <a:pt x="9073" y="1113"/>
                    </a:lnTo>
                    <a:lnTo>
                      <a:pt x="9329" y="1250"/>
                    </a:lnTo>
                    <a:lnTo>
                      <a:pt x="9584" y="1386"/>
                    </a:lnTo>
                    <a:lnTo>
                      <a:pt x="9821" y="1541"/>
                    </a:lnTo>
                    <a:lnTo>
                      <a:pt x="10058" y="1715"/>
                    </a:lnTo>
                    <a:lnTo>
                      <a:pt x="10277" y="1888"/>
                    </a:lnTo>
                    <a:lnTo>
                      <a:pt x="10496" y="2079"/>
                    </a:lnTo>
                    <a:lnTo>
                      <a:pt x="10706" y="2271"/>
                    </a:lnTo>
                    <a:lnTo>
                      <a:pt x="10906" y="2481"/>
                    </a:lnTo>
                    <a:lnTo>
                      <a:pt x="11089" y="2699"/>
                    </a:lnTo>
                    <a:lnTo>
                      <a:pt x="11271" y="2918"/>
                    </a:lnTo>
                    <a:lnTo>
                      <a:pt x="11435" y="3155"/>
                    </a:lnTo>
                    <a:lnTo>
                      <a:pt x="11590" y="3402"/>
                    </a:lnTo>
                    <a:lnTo>
                      <a:pt x="11736" y="3648"/>
                    </a:lnTo>
                    <a:lnTo>
                      <a:pt x="11864" y="3903"/>
                    </a:lnTo>
                    <a:lnTo>
                      <a:pt x="11982" y="4168"/>
                    </a:lnTo>
                    <a:lnTo>
                      <a:pt x="12092" y="4441"/>
                    </a:lnTo>
                    <a:lnTo>
                      <a:pt x="12183" y="4715"/>
                    </a:lnTo>
                    <a:lnTo>
                      <a:pt x="12265" y="4997"/>
                    </a:lnTo>
                    <a:lnTo>
                      <a:pt x="12338" y="5289"/>
                    </a:lnTo>
                    <a:lnTo>
                      <a:pt x="12383" y="5581"/>
                    </a:lnTo>
                    <a:lnTo>
                      <a:pt x="12420" y="5882"/>
                    </a:lnTo>
                    <a:lnTo>
                      <a:pt x="12447" y="6183"/>
                    </a:lnTo>
                    <a:lnTo>
                      <a:pt x="12456" y="6493"/>
                    </a:lnTo>
                    <a:lnTo>
                      <a:pt x="12447" y="6794"/>
                    </a:lnTo>
                    <a:lnTo>
                      <a:pt x="12420" y="7095"/>
                    </a:lnTo>
                    <a:lnTo>
                      <a:pt x="12383" y="7396"/>
                    </a:lnTo>
                    <a:lnTo>
                      <a:pt x="12338" y="7687"/>
                    </a:lnTo>
                    <a:lnTo>
                      <a:pt x="12265" y="7979"/>
                    </a:lnTo>
                    <a:lnTo>
                      <a:pt x="12183" y="8262"/>
                    </a:lnTo>
                    <a:lnTo>
                      <a:pt x="12092" y="8535"/>
                    </a:lnTo>
                    <a:lnTo>
                      <a:pt x="11982" y="8809"/>
                    </a:lnTo>
                    <a:lnTo>
                      <a:pt x="11864" y="9073"/>
                    </a:lnTo>
                    <a:lnTo>
                      <a:pt x="11736" y="9329"/>
                    </a:lnTo>
                    <a:lnTo>
                      <a:pt x="11590" y="9584"/>
                    </a:lnTo>
                    <a:lnTo>
                      <a:pt x="11435" y="9821"/>
                    </a:lnTo>
                    <a:lnTo>
                      <a:pt x="11271" y="10058"/>
                    </a:lnTo>
                    <a:lnTo>
                      <a:pt x="11089" y="10286"/>
                    </a:lnTo>
                    <a:lnTo>
                      <a:pt x="10906" y="10496"/>
                    </a:lnTo>
                    <a:lnTo>
                      <a:pt x="10706" y="10706"/>
                    </a:lnTo>
                    <a:lnTo>
                      <a:pt x="10496" y="10906"/>
                    </a:lnTo>
                    <a:lnTo>
                      <a:pt x="10277" y="11089"/>
                    </a:lnTo>
                    <a:lnTo>
                      <a:pt x="10058" y="11271"/>
                    </a:lnTo>
                    <a:lnTo>
                      <a:pt x="9821" y="11435"/>
                    </a:lnTo>
                    <a:lnTo>
                      <a:pt x="9584" y="11590"/>
                    </a:lnTo>
                    <a:lnTo>
                      <a:pt x="9329" y="11736"/>
                    </a:lnTo>
                    <a:lnTo>
                      <a:pt x="9073" y="11864"/>
                    </a:lnTo>
                    <a:lnTo>
                      <a:pt x="8809" y="11982"/>
                    </a:lnTo>
                    <a:lnTo>
                      <a:pt x="8535" y="12092"/>
                    </a:lnTo>
                    <a:lnTo>
                      <a:pt x="8262" y="12192"/>
                    </a:lnTo>
                    <a:lnTo>
                      <a:pt x="7979" y="12265"/>
                    </a:lnTo>
                    <a:lnTo>
                      <a:pt x="7687" y="12338"/>
                    </a:lnTo>
                    <a:lnTo>
                      <a:pt x="7396" y="12383"/>
                    </a:lnTo>
                    <a:lnTo>
                      <a:pt x="7095" y="12429"/>
                    </a:lnTo>
                    <a:lnTo>
                      <a:pt x="6794" y="12447"/>
                    </a:lnTo>
                    <a:lnTo>
                      <a:pt x="6484" y="12456"/>
                    </a:lnTo>
                    <a:lnTo>
                      <a:pt x="6484" y="12985"/>
                    </a:lnTo>
                    <a:lnTo>
                      <a:pt x="6821" y="12976"/>
                    </a:lnTo>
                    <a:lnTo>
                      <a:pt x="7149" y="12949"/>
                    </a:lnTo>
                    <a:lnTo>
                      <a:pt x="7478" y="12903"/>
                    </a:lnTo>
                    <a:lnTo>
                      <a:pt x="7797" y="12848"/>
                    </a:lnTo>
                    <a:lnTo>
                      <a:pt x="8107" y="12775"/>
                    </a:lnTo>
                    <a:lnTo>
                      <a:pt x="8417" y="12693"/>
                    </a:lnTo>
                    <a:lnTo>
                      <a:pt x="8718" y="12584"/>
                    </a:lnTo>
                    <a:lnTo>
                      <a:pt x="9010" y="12475"/>
                    </a:lnTo>
                    <a:lnTo>
                      <a:pt x="9301" y="12338"/>
                    </a:lnTo>
                    <a:lnTo>
                      <a:pt x="9584" y="12201"/>
                    </a:lnTo>
                    <a:lnTo>
                      <a:pt x="9849" y="12037"/>
                    </a:lnTo>
                    <a:lnTo>
                      <a:pt x="10113" y="11873"/>
                    </a:lnTo>
                    <a:lnTo>
                      <a:pt x="10368" y="11690"/>
                    </a:lnTo>
                    <a:lnTo>
                      <a:pt x="10614" y="11499"/>
                    </a:lnTo>
                    <a:lnTo>
                      <a:pt x="10852" y="11289"/>
                    </a:lnTo>
                    <a:lnTo>
                      <a:pt x="11080" y="11079"/>
                    </a:lnTo>
                    <a:lnTo>
                      <a:pt x="11289" y="10851"/>
                    </a:lnTo>
                    <a:lnTo>
                      <a:pt x="11499" y="10614"/>
                    </a:lnTo>
                    <a:lnTo>
                      <a:pt x="11690" y="10368"/>
                    </a:lnTo>
                    <a:lnTo>
                      <a:pt x="11873" y="10113"/>
                    </a:lnTo>
                    <a:lnTo>
                      <a:pt x="12037" y="9848"/>
                    </a:lnTo>
                    <a:lnTo>
                      <a:pt x="12192" y="9584"/>
                    </a:lnTo>
                    <a:lnTo>
                      <a:pt x="12338" y="9301"/>
                    </a:lnTo>
                    <a:lnTo>
                      <a:pt x="12466" y="9010"/>
                    </a:lnTo>
                    <a:lnTo>
                      <a:pt x="12584" y="8718"/>
                    </a:lnTo>
                    <a:lnTo>
                      <a:pt x="12684" y="8417"/>
                    </a:lnTo>
                    <a:lnTo>
                      <a:pt x="12776" y="8107"/>
                    </a:lnTo>
                    <a:lnTo>
                      <a:pt x="12849" y="7797"/>
                    </a:lnTo>
                    <a:lnTo>
                      <a:pt x="12903" y="7478"/>
                    </a:lnTo>
                    <a:lnTo>
                      <a:pt x="12949" y="7149"/>
                    </a:lnTo>
                    <a:lnTo>
                      <a:pt x="12967" y="6821"/>
                    </a:lnTo>
                    <a:lnTo>
                      <a:pt x="12976" y="6493"/>
                    </a:lnTo>
                    <a:lnTo>
                      <a:pt x="12967" y="6155"/>
                    </a:lnTo>
                    <a:lnTo>
                      <a:pt x="12949" y="5827"/>
                    </a:lnTo>
                    <a:lnTo>
                      <a:pt x="12903" y="5499"/>
                    </a:lnTo>
                    <a:lnTo>
                      <a:pt x="12849" y="5180"/>
                    </a:lnTo>
                    <a:lnTo>
                      <a:pt x="12776" y="4870"/>
                    </a:lnTo>
                    <a:lnTo>
                      <a:pt x="12684" y="4560"/>
                    </a:lnTo>
                    <a:lnTo>
                      <a:pt x="12584" y="4259"/>
                    </a:lnTo>
                    <a:lnTo>
                      <a:pt x="12466" y="3967"/>
                    </a:lnTo>
                    <a:lnTo>
                      <a:pt x="12338" y="3675"/>
                    </a:lnTo>
                    <a:lnTo>
                      <a:pt x="12192" y="3402"/>
                    </a:lnTo>
                    <a:lnTo>
                      <a:pt x="12037" y="3128"/>
                    </a:lnTo>
                    <a:lnTo>
                      <a:pt x="11873" y="2864"/>
                    </a:lnTo>
                    <a:lnTo>
                      <a:pt x="11690" y="2608"/>
                    </a:lnTo>
                    <a:lnTo>
                      <a:pt x="11499" y="2362"/>
                    </a:lnTo>
                    <a:lnTo>
                      <a:pt x="11289" y="2125"/>
                    </a:lnTo>
                    <a:lnTo>
                      <a:pt x="11080" y="1906"/>
                    </a:lnTo>
                    <a:lnTo>
                      <a:pt x="10852" y="1687"/>
                    </a:lnTo>
                    <a:lnTo>
                      <a:pt x="10614" y="1487"/>
                    </a:lnTo>
                    <a:lnTo>
                      <a:pt x="10368" y="1286"/>
                    </a:lnTo>
                    <a:lnTo>
                      <a:pt x="10113" y="1113"/>
                    </a:lnTo>
                    <a:lnTo>
                      <a:pt x="9849" y="940"/>
                    </a:lnTo>
                    <a:lnTo>
                      <a:pt x="9584" y="785"/>
                    </a:lnTo>
                    <a:lnTo>
                      <a:pt x="9301" y="639"/>
                    </a:lnTo>
                    <a:lnTo>
                      <a:pt x="9010" y="511"/>
                    </a:lnTo>
                    <a:lnTo>
                      <a:pt x="8718" y="392"/>
                    </a:lnTo>
                    <a:lnTo>
                      <a:pt x="8417" y="292"/>
                    </a:lnTo>
                    <a:lnTo>
                      <a:pt x="8107" y="201"/>
                    </a:lnTo>
                    <a:lnTo>
                      <a:pt x="7797" y="128"/>
                    </a:lnTo>
                    <a:lnTo>
                      <a:pt x="7478" y="73"/>
                    </a:lnTo>
                    <a:lnTo>
                      <a:pt x="7149" y="37"/>
                    </a:lnTo>
                    <a:lnTo>
                      <a:pt x="6821" y="9"/>
                    </a:lnTo>
                    <a:lnTo>
                      <a:pt x="64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3">
                <a:extLst>
                  <a:ext uri="{FF2B5EF4-FFF2-40B4-BE49-F238E27FC236}">
                    <a16:creationId xmlns:a16="http://schemas.microsoft.com/office/drawing/2014/main" id="{8568A267-0A00-51D8-4944-45482178EA30}"/>
                  </a:ext>
                </a:extLst>
              </p:cNvPr>
              <p:cNvSpPr/>
              <p:nvPr/>
            </p:nvSpPr>
            <p:spPr>
              <a:xfrm>
                <a:off x="4423717" y="2437374"/>
                <a:ext cx="134004" cy="438090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8500" extrusionOk="0">
                    <a:moveTo>
                      <a:pt x="2317" y="1"/>
                    </a:moveTo>
                    <a:lnTo>
                      <a:pt x="2098" y="156"/>
                    </a:lnTo>
                    <a:lnTo>
                      <a:pt x="1888" y="311"/>
                    </a:lnTo>
                    <a:lnTo>
                      <a:pt x="1697" y="484"/>
                    </a:lnTo>
                    <a:lnTo>
                      <a:pt x="1505" y="666"/>
                    </a:lnTo>
                    <a:lnTo>
                      <a:pt x="1323" y="858"/>
                    </a:lnTo>
                    <a:lnTo>
                      <a:pt x="1159" y="1059"/>
                    </a:lnTo>
                    <a:lnTo>
                      <a:pt x="995" y="1268"/>
                    </a:lnTo>
                    <a:lnTo>
                      <a:pt x="849" y="1487"/>
                    </a:lnTo>
                    <a:lnTo>
                      <a:pt x="712" y="1715"/>
                    </a:lnTo>
                    <a:lnTo>
                      <a:pt x="584" y="1952"/>
                    </a:lnTo>
                    <a:lnTo>
                      <a:pt x="475" y="2198"/>
                    </a:lnTo>
                    <a:lnTo>
                      <a:pt x="365" y="2445"/>
                    </a:lnTo>
                    <a:lnTo>
                      <a:pt x="274" y="2700"/>
                    </a:lnTo>
                    <a:lnTo>
                      <a:pt x="201" y="2964"/>
                    </a:lnTo>
                    <a:lnTo>
                      <a:pt x="128" y="3229"/>
                    </a:lnTo>
                    <a:lnTo>
                      <a:pt x="74" y="3502"/>
                    </a:lnTo>
                    <a:lnTo>
                      <a:pt x="37" y="3776"/>
                    </a:lnTo>
                    <a:lnTo>
                      <a:pt x="10" y="4049"/>
                    </a:lnTo>
                    <a:lnTo>
                      <a:pt x="1" y="4323"/>
                    </a:lnTo>
                    <a:lnTo>
                      <a:pt x="1" y="4587"/>
                    </a:lnTo>
                    <a:lnTo>
                      <a:pt x="19" y="4861"/>
                    </a:lnTo>
                    <a:lnTo>
                      <a:pt x="46" y="5125"/>
                    </a:lnTo>
                    <a:lnTo>
                      <a:pt x="83" y="5381"/>
                    </a:lnTo>
                    <a:lnTo>
                      <a:pt x="138" y="5645"/>
                    </a:lnTo>
                    <a:lnTo>
                      <a:pt x="210" y="5901"/>
                    </a:lnTo>
                    <a:lnTo>
                      <a:pt x="283" y="6147"/>
                    </a:lnTo>
                    <a:lnTo>
                      <a:pt x="375" y="6393"/>
                    </a:lnTo>
                    <a:lnTo>
                      <a:pt x="484" y="6630"/>
                    </a:lnTo>
                    <a:lnTo>
                      <a:pt x="603" y="6867"/>
                    </a:lnTo>
                    <a:lnTo>
                      <a:pt x="730" y="7086"/>
                    </a:lnTo>
                    <a:lnTo>
                      <a:pt x="867" y="7305"/>
                    </a:lnTo>
                    <a:lnTo>
                      <a:pt x="1022" y="7515"/>
                    </a:lnTo>
                    <a:lnTo>
                      <a:pt x="1131" y="7651"/>
                    </a:lnTo>
                    <a:lnTo>
                      <a:pt x="1250" y="7788"/>
                    </a:lnTo>
                    <a:lnTo>
                      <a:pt x="1369" y="7916"/>
                    </a:lnTo>
                    <a:lnTo>
                      <a:pt x="1487" y="8043"/>
                    </a:lnTo>
                    <a:lnTo>
                      <a:pt x="1615" y="8162"/>
                    </a:lnTo>
                    <a:lnTo>
                      <a:pt x="1752" y="8280"/>
                    </a:lnTo>
                    <a:lnTo>
                      <a:pt x="1888" y="8399"/>
                    </a:lnTo>
                    <a:lnTo>
                      <a:pt x="2025" y="8499"/>
                    </a:lnTo>
                    <a:lnTo>
                      <a:pt x="2344" y="8080"/>
                    </a:lnTo>
                    <a:lnTo>
                      <a:pt x="2089" y="7879"/>
                    </a:lnTo>
                    <a:lnTo>
                      <a:pt x="1861" y="7670"/>
                    </a:lnTo>
                    <a:lnTo>
                      <a:pt x="1642" y="7442"/>
                    </a:lnTo>
                    <a:lnTo>
                      <a:pt x="1533" y="7323"/>
                    </a:lnTo>
                    <a:lnTo>
                      <a:pt x="1441" y="7195"/>
                    </a:lnTo>
                    <a:lnTo>
                      <a:pt x="1305" y="7013"/>
                    </a:lnTo>
                    <a:lnTo>
                      <a:pt x="1177" y="6812"/>
                    </a:lnTo>
                    <a:lnTo>
                      <a:pt x="1058" y="6612"/>
                    </a:lnTo>
                    <a:lnTo>
                      <a:pt x="958" y="6402"/>
                    </a:lnTo>
                    <a:lnTo>
                      <a:pt x="858" y="6192"/>
                    </a:lnTo>
                    <a:lnTo>
                      <a:pt x="776" y="5974"/>
                    </a:lnTo>
                    <a:lnTo>
                      <a:pt x="712" y="5746"/>
                    </a:lnTo>
                    <a:lnTo>
                      <a:pt x="648" y="5518"/>
                    </a:lnTo>
                    <a:lnTo>
                      <a:pt x="603" y="5280"/>
                    </a:lnTo>
                    <a:lnTo>
                      <a:pt x="566" y="5053"/>
                    </a:lnTo>
                    <a:lnTo>
                      <a:pt x="539" y="4806"/>
                    </a:lnTo>
                    <a:lnTo>
                      <a:pt x="530" y="4569"/>
                    </a:lnTo>
                    <a:lnTo>
                      <a:pt x="530" y="4323"/>
                    </a:lnTo>
                    <a:lnTo>
                      <a:pt x="539" y="4086"/>
                    </a:lnTo>
                    <a:lnTo>
                      <a:pt x="557" y="3840"/>
                    </a:lnTo>
                    <a:lnTo>
                      <a:pt x="593" y="3594"/>
                    </a:lnTo>
                    <a:lnTo>
                      <a:pt x="648" y="3347"/>
                    </a:lnTo>
                    <a:lnTo>
                      <a:pt x="703" y="3101"/>
                    </a:lnTo>
                    <a:lnTo>
                      <a:pt x="776" y="2873"/>
                    </a:lnTo>
                    <a:lnTo>
                      <a:pt x="858" y="2636"/>
                    </a:lnTo>
                    <a:lnTo>
                      <a:pt x="949" y="2417"/>
                    </a:lnTo>
                    <a:lnTo>
                      <a:pt x="1049" y="2198"/>
                    </a:lnTo>
                    <a:lnTo>
                      <a:pt x="1168" y="1980"/>
                    </a:lnTo>
                    <a:lnTo>
                      <a:pt x="1286" y="1779"/>
                    </a:lnTo>
                    <a:lnTo>
                      <a:pt x="1423" y="1578"/>
                    </a:lnTo>
                    <a:lnTo>
                      <a:pt x="1560" y="1387"/>
                    </a:lnTo>
                    <a:lnTo>
                      <a:pt x="1715" y="1214"/>
                    </a:lnTo>
                    <a:lnTo>
                      <a:pt x="1879" y="1040"/>
                    </a:lnTo>
                    <a:lnTo>
                      <a:pt x="2043" y="876"/>
                    </a:lnTo>
                    <a:lnTo>
                      <a:pt x="2226" y="721"/>
                    </a:lnTo>
                    <a:lnTo>
                      <a:pt x="2408" y="575"/>
                    </a:lnTo>
                    <a:lnTo>
                      <a:pt x="2600" y="448"/>
                    </a:lnTo>
                    <a:lnTo>
                      <a:pt x="23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3">
                <a:extLst>
                  <a:ext uri="{FF2B5EF4-FFF2-40B4-BE49-F238E27FC236}">
                    <a16:creationId xmlns:a16="http://schemas.microsoft.com/office/drawing/2014/main" id="{31D24BEE-56C3-8C79-04CF-5F773DD730F6}"/>
                  </a:ext>
                </a:extLst>
              </p:cNvPr>
              <p:cNvSpPr/>
              <p:nvPr/>
            </p:nvSpPr>
            <p:spPr>
              <a:xfrm>
                <a:off x="4504585" y="283310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9" y="10"/>
                    </a:lnTo>
                    <a:lnTo>
                      <a:pt x="465" y="19"/>
                    </a:lnTo>
                    <a:lnTo>
                      <a:pt x="410" y="37"/>
                    </a:lnTo>
                    <a:lnTo>
                      <a:pt x="356" y="55"/>
                    </a:lnTo>
                    <a:lnTo>
                      <a:pt x="301" y="83"/>
                    </a:lnTo>
                    <a:lnTo>
                      <a:pt x="255" y="119"/>
                    </a:lnTo>
                    <a:lnTo>
                      <a:pt x="210" y="156"/>
                    </a:lnTo>
                    <a:lnTo>
                      <a:pt x="164" y="201"/>
                    </a:lnTo>
                    <a:lnTo>
                      <a:pt x="119" y="247"/>
                    </a:lnTo>
                    <a:lnTo>
                      <a:pt x="91" y="302"/>
                    </a:lnTo>
                    <a:lnTo>
                      <a:pt x="55" y="356"/>
                    </a:lnTo>
                    <a:lnTo>
                      <a:pt x="37" y="411"/>
                    </a:lnTo>
                    <a:lnTo>
                      <a:pt x="18" y="466"/>
                    </a:lnTo>
                    <a:lnTo>
                      <a:pt x="9" y="530"/>
                    </a:lnTo>
                    <a:lnTo>
                      <a:pt x="0" y="584"/>
                    </a:lnTo>
                    <a:lnTo>
                      <a:pt x="0" y="648"/>
                    </a:lnTo>
                    <a:lnTo>
                      <a:pt x="9" y="703"/>
                    </a:lnTo>
                    <a:lnTo>
                      <a:pt x="18" y="767"/>
                    </a:lnTo>
                    <a:lnTo>
                      <a:pt x="37" y="821"/>
                    </a:lnTo>
                    <a:lnTo>
                      <a:pt x="55" y="876"/>
                    </a:lnTo>
                    <a:lnTo>
                      <a:pt x="91" y="931"/>
                    </a:lnTo>
                    <a:lnTo>
                      <a:pt x="119" y="976"/>
                    </a:lnTo>
                    <a:lnTo>
                      <a:pt x="155" y="1022"/>
                    </a:lnTo>
                    <a:lnTo>
                      <a:pt x="201" y="1068"/>
                    </a:lnTo>
                    <a:lnTo>
                      <a:pt x="246" y="1113"/>
                    </a:lnTo>
                    <a:lnTo>
                      <a:pt x="301" y="1140"/>
                    </a:lnTo>
                    <a:lnTo>
                      <a:pt x="356" y="1177"/>
                    </a:lnTo>
                    <a:lnTo>
                      <a:pt x="410" y="1195"/>
                    </a:lnTo>
                    <a:lnTo>
                      <a:pt x="474" y="1213"/>
                    </a:lnTo>
                    <a:lnTo>
                      <a:pt x="529" y="1223"/>
                    </a:lnTo>
                    <a:lnTo>
                      <a:pt x="593" y="1232"/>
                    </a:lnTo>
                    <a:lnTo>
                      <a:pt x="648" y="1232"/>
                    </a:lnTo>
                    <a:lnTo>
                      <a:pt x="711" y="1223"/>
                    </a:lnTo>
                    <a:lnTo>
                      <a:pt x="766" y="1213"/>
                    </a:lnTo>
                    <a:lnTo>
                      <a:pt x="821" y="1195"/>
                    </a:lnTo>
                    <a:lnTo>
                      <a:pt x="876" y="1177"/>
                    </a:lnTo>
                    <a:lnTo>
                      <a:pt x="930" y="1150"/>
                    </a:lnTo>
                    <a:lnTo>
                      <a:pt x="976" y="1113"/>
                    </a:lnTo>
                    <a:lnTo>
                      <a:pt x="1031" y="1077"/>
                    </a:lnTo>
                    <a:lnTo>
                      <a:pt x="1067" y="1031"/>
                    </a:lnTo>
                    <a:lnTo>
                      <a:pt x="1113" y="985"/>
                    </a:lnTo>
                    <a:lnTo>
                      <a:pt x="1149" y="931"/>
                    </a:lnTo>
                    <a:lnTo>
                      <a:pt x="1176" y="876"/>
                    </a:lnTo>
                    <a:lnTo>
                      <a:pt x="1195" y="821"/>
                    </a:lnTo>
                    <a:lnTo>
                      <a:pt x="1213" y="758"/>
                    </a:lnTo>
                    <a:lnTo>
                      <a:pt x="1222" y="703"/>
                    </a:lnTo>
                    <a:lnTo>
                      <a:pt x="1231" y="639"/>
                    </a:lnTo>
                    <a:lnTo>
                      <a:pt x="1231" y="584"/>
                    </a:lnTo>
                    <a:lnTo>
                      <a:pt x="1222" y="530"/>
                    </a:lnTo>
                    <a:lnTo>
                      <a:pt x="1213" y="466"/>
                    </a:lnTo>
                    <a:lnTo>
                      <a:pt x="1195" y="411"/>
                    </a:lnTo>
                    <a:lnTo>
                      <a:pt x="1176" y="356"/>
                    </a:lnTo>
                    <a:lnTo>
                      <a:pt x="1149" y="302"/>
                    </a:lnTo>
                    <a:lnTo>
                      <a:pt x="1113" y="256"/>
                    </a:lnTo>
                    <a:lnTo>
                      <a:pt x="1076" y="201"/>
                    </a:lnTo>
                    <a:lnTo>
                      <a:pt x="1031" y="165"/>
                    </a:lnTo>
                    <a:lnTo>
                      <a:pt x="985" y="119"/>
                    </a:lnTo>
                    <a:lnTo>
                      <a:pt x="930" y="83"/>
                    </a:lnTo>
                    <a:lnTo>
                      <a:pt x="876" y="55"/>
                    </a:lnTo>
                    <a:lnTo>
                      <a:pt x="821" y="37"/>
                    </a:lnTo>
                    <a:lnTo>
                      <a:pt x="766" y="19"/>
                    </a:lnTo>
                    <a:lnTo>
                      <a:pt x="702" y="10"/>
                    </a:lnTo>
                    <a:lnTo>
                      <a:pt x="6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3">
                <a:extLst>
                  <a:ext uri="{FF2B5EF4-FFF2-40B4-BE49-F238E27FC236}">
                    <a16:creationId xmlns:a16="http://schemas.microsoft.com/office/drawing/2014/main" id="{AA34B7A5-B0A6-D4AC-7C89-94BD430E1610}"/>
                  </a:ext>
                </a:extLst>
              </p:cNvPr>
              <p:cNvSpPr/>
              <p:nvPr/>
            </p:nvSpPr>
            <p:spPr>
              <a:xfrm>
                <a:off x="3603138" y="2348106"/>
                <a:ext cx="1937749" cy="1518059"/>
              </a:xfrm>
              <a:custGeom>
                <a:avLst/>
                <a:gdLst/>
                <a:ahLst/>
                <a:cxnLst/>
                <a:rect l="l" t="t" r="r" b="b"/>
                <a:pathLst>
                  <a:path w="37597" h="29454" extrusionOk="0">
                    <a:moveTo>
                      <a:pt x="14198" y="520"/>
                    </a:moveTo>
                    <a:lnTo>
                      <a:pt x="14463" y="529"/>
                    </a:lnTo>
                    <a:lnTo>
                      <a:pt x="14727" y="557"/>
                    </a:lnTo>
                    <a:lnTo>
                      <a:pt x="14992" y="593"/>
                    </a:lnTo>
                    <a:lnTo>
                      <a:pt x="15247" y="639"/>
                    </a:lnTo>
                    <a:lnTo>
                      <a:pt x="15502" y="702"/>
                    </a:lnTo>
                    <a:lnTo>
                      <a:pt x="15748" y="785"/>
                    </a:lnTo>
                    <a:lnTo>
                      <a:pt x="15986" y="876"/>
                    </a:lnTo>
                    <a:lnTo>
                      <a:pt x="16223" y="985"/>
                    </a:lnTo>
                    <a:lnTo>
                      <a:pt x="16460" y="1095"/>
                    </a:lnTo>
                    <a:lnTo>
                      <a:pt x="16679" y="1231"/>
                    </a:lnTo>
                    <a:lnTo>
                      <a:pt x="16897" y="1377"/>
                    </a:lnTo>
                    <a:lnTo>
                      <a:pt x="17107" y="1532"/>
                    </a:lnTo>
                    <a:lnTo>
                      <a:pt x="17308" y="1696"/>
                    </a:lnTo>
                    <a:lnTo>
                      <a:pt x="17499" y="1879"/>
                    </a:lnTo>
                    <a:lnTo>
                      <a:pt x="17682" y="2070"/>
                    </a:lnTo>
                    <a:lnTo>
                      <a:pt x="17855" y="2271"/>
                    </a:lnTo>
                    <a:lnTo>
                      <a:pt x="17992" y="2435"/>
                    </a:lnTo>
                    <a:lnTo>
                      <a:pt x="18183" y="2344"/>
                    </a:lnTo>
                    <a:lnTo>
                      <a:pt x="18356" y="2253"/>
                    </a:lnTo>
                    <a:lnTo>
                      <a:pt x="18530" y="2180"/>
                    </a:lnTo>
                    <a:lnTo>
                      <a:pt x="18712" y="2098"/>
                    </a:lnTo>
                    <a:lnTo>
                      <a:pt x="18894" y="2034"/>
                    </a:lnTo>
                    <a:lnTo>
                      <a:pt x="19077" y="1970"/>
                    </a:lnTo>
                    <a:lnTo>
                      <a:pt x="19259" y="1915"/>
                    </a:lnTo>
                    <a:lnTo>
                      <a:pt x="19442" y="1860"/>
                    </a:lnTo>
                    <a:lnTo>
                      <a:pt x="19633" y="1815"/>
                    </a:lnTo>
                    <a:lnTo>
                      <a:pt x="19824" y="1769"/>
                    </a:lnTo>
                    <a:lnTo>
                      <a:pt x="20007" y="1733"/>
                    </a:lnTo>
                    <a:lnTo>
                      <a:pt x="20198" y="1705"/>
                    </a:lnTo>
                    <a:lnTo>
                      <a:pt x="20390" y="1678"/>
                    </a:lnTo>
                    <a:lnTo>
                      <a:pt x="20581" y="1660"/>
                    </a:lnTo>
                    <a:lnTo>
                      <a:pt x="20782" y="1651"/>
                    </a:lnTo>
                    <a:lnTo>
                      <a:pt x="20973" y="1642"/>
                    </a:lnTo>
                    <a:lnTo>
                      <a:pt x="21174" y="1633"/>
                    </a:lnTo>
                    <a:lnTo>
                      <a:pt x="21429" y="1642"/>
                    </a:lnTo>
                    <a:lnTo>
                      <a:pt x="21694" y="1660"/>
                    </a:lnTo>
                    <a:lnTo>
                      <a:pt x="21949" y="1678"/>
                    </a:lnTo>
                    <a:lnTo>
                      <a:pt x="22204" y="1715"/>
                    </a:lnTo>
                    <a:lnTo>
                      <a:pt x="22460" y="1760"/>
                    </a:lnTo>
                    <a:lnTo>
                      <a:pt x="22715" y="1815"/>
                    </a:lnTo>
                    <a:lnTo>
                      <a:pt x="22961" y="1879"/>
                    </a:lnTo>
                    <a:lnTo>
                      <a:pt x="23207" y="1952"/>
                    </a:lnTo>
                    <a:lnTo>
                      <a:pt x="23445" y="2034"/>
                    </a:lnTo>
                    <a:lnTo>
                      <a:pt x="23691" y="2125"/>
                    </a:lnTo>
                    <a:lnTo>
                      <a:pt x="23928" y="2225"/>
                    </a:lnTo>
                    <a:lnTo>
                      <a:pt x="24156" y="2335"/>
                    </a:lnTo>
                    <a:lnTo>
                      <a:pt x="24384" y="2453"/>
                    </a:lnTo>
                    <a:lnTo>
                      <a:pt x="24612" y="2590"/>
                    </a:lnTo>
                    <a:lnTo>
                      <a:pt x="24831" y="2727"/>
                    </a:lnTo>
                    <a:lnTo>
                      <a:pt x="25040" y="2873"/>
                    </a:lnTo>
                    <a:lnTo>
                      <a:pt x="25159" y="2955"/>
                    </a:lnTo>
                    <a:lnTo>
                      <a:pt x="25296" y="2900"/>
                    </a:lnTo>
                    <a:lnTo>
                      <a:pt x="25478" y="2827"/>
                    </a:lnTo>
                    <a:lnTo>
                      <a:pt x="25660" y="2772"/>
                    </a:lnTo>
                    <a:lnTo>
                      <a:pt x="25852" y="2718"/>
                    </a:lnTo>
                    <a:lnTo>
                      <a:pt x="26034" y="2681"/>
                    </a:lnTo>
                    <a:lnTo>
                      <a:pt x="26226" y="2645"/>
                    </a:lnTo>
                    <a:lnTo>
                      <a:pt x="26417" y="2626"/>
                    </a:lnTo>
                    <a:lnTo>
                      <a:pt x="26609" y="2608"/>
                    </a:lnTo>
                    <a:lnTo>
                      <a:pt x="26983" y="2608"/>
                    </a:lnTo>
                    <a:lnTo>
                      <a:pt x="27147" y="2617"/>
                    </a:lnTo>
                    <a:lnTo>
                      <a:pt x="27320" y="2636"/>
                    </a:lnTo>
                    <a:lnTo>
                      <a:pt x="27484" y="2663"/>
                    </a:lnTo>
                    <a:lnTo>
                      <a:pt x="27648" y="2690"/>
                    </a:lnTo>
                    <a:lnTo>
                      <a:pt x="27812" y="2736"/>
                    </a:lnTo>
                    <a:lnTo>
                      <a:pt x="27967" y="2772"/>
                    </a:lnTo>
                    <a:lnTo>
                      <a:pt x="28132" y="2827"/>
                    </a:lnTo>
                    <a:lnTo>
                      <a:pt x="28287" y="2882"/>
                    </a:lnTo>
                    <a:lnTo>
                      <a:pt x="28432" y="2946"/>
                    </a:lnTo>
                    <a:lnTo>
                      <a:pt x="28587" y="3019"/>
                    </a:lnTo>
                    <a:lnTo>
                      <a:pt x="28724" y="3092"/>
                    </a:lnTo>
                    <a:lnTo>
                      <a:pt x="28870" y="3174"/>
                    </a:lnTo>
                    <a:lnTo>
                      <a:pt x="29007" y="3256"/>
                    </a:lnTo>
                    <a:lnTo>
                      <a:pt x="29144" y="3356"/>
                    </a:lnTo>
                    <a:lnTo>
                      <a:pt x="29271" y="3447"/>
                    </a:lnTo>
                    <a:lnTo>
                      <a:pt x="29399" y="3547"/>
                    </a:lnTo>
                    <a:lnTo>
                      <a:pt x="29527" y="3657"/>
                    </a:lnTo>
                    <a:lnTo>
                      <a:pt x="29645" y="3775"/>
                    </a:lnTo>
                    <a:lnTo>
                      <a:pt x="29755" y="3894"/>
                    </a:lnTo>
                    <a:lnTo>
                      <a:pt x="29864" y="4012"/>
                    </a:lnTo>
                    <a:lnTo>
                      <a:pt x="29974" y="4140"/>
                    </a:lnTo>
                    <a:lnTo>
                      <a:pt x="30074" y="4268"/>
                    </a:lnTo>
                    <a:lnTo>
                      <a:pt x="30165" y="4405"/>
                    </a:lnTo>
                    <a:lnTo>
                      <a:pt x="30256" y="4541"/>
                    </a:lnTo>
                    <a:lnTo>
                      <a:pt x="30338" y="4687"/>
                    </a:lnTo>
                    <a:lnTo>
                      <a:pt x="30420" y="4833"/>
                    </a:lnTo>
                    <a:lnTo>
                      <a:pt x="30484" y="4988"/>
                    </a:lnTo>
                    <a:lnTo>
                      <a:pt x="30557" y="5143"/>
                    </a:lnTo>
                    <a:lnTo>
                      <a:pt x="30612" y="5298"/>
                    </a:lnTo>
                    <a:lnTo>
                      <a:pt x="30667" y="5462"/>
                    </a:lnTo>
                    <a:lnTo>
                      <a:pt x="30712" y="5626"/>
                    </a:lnTo>
                    <a:lnTo>
                      <a:pt x="30767" y="5854"/>
                    </a:lnTo>
                    <a:lnTo>
                      <a:pt x="30995" y="5827"/>
                    </a:lnTo>
                    <a:lnTo>
                      <a:pt x="31250" y="5800"/>
                    </a:lnTo>
                    <a:lnTo>
                      <a:pt x="31478" y="5791"/>
                    </a:lnTo>
                    <a:lnTo>
                      <a:pt x="31688" y="5800"/>
                    </a:lnTo>
                    <a:lnTo>
                      <a:pt x="31888" y="5818"/>
                    </a:lnTo>
                    <a:lnTo>
                      <a:pt x="32089" y="5836"/>
                    </a:lnTo>
                    <a:lnTo>
                      <a:pt x="32290" y="5873"/>
                    </a:lnTo>
                    <a:lnTo>
                      <a:pt x="32490" y="5918"/>
                    </a:lnTo>
                    <a:lnTo>
                      <a:pt x="32682" y="5973"/>
                    </a:lnTo>
                    <a:lnTo>
                      <a:pt x="32864" y="6037"/>
                    </a:lnTo>
                    <a:lnTo>
                      <a:pt x="33046" y="6110"/>
                    </a:lnTo>
                    <a:lnTo>
                      <a:pt x="33229" y="6192"/>
                    </a:lnTo>
                    <a:lnTo>
                      <a:pt x="33402" y="6283"/>
                    </a:lnTo>
                    <a:lnTo>
                      <a:pt x="33566" y="6374"/>
                    </a:lnTo>
                    <a:lnTo>
                      <a:pt x="33730" y="6484"/>
                    </a:lnTo>
                    <a:lnTo>
                      <a:pt x="33895" y="6593"/>
                    </a:lnTo>
                    <a:lnTo>
                      <a:pt x="34050" y="6712"/>
                    </a:lnTo>
                    <a:lnTo>
                      <a:pt x="34195" y="6839"/>
                    </a:lnTo>
                    <a:lnTo>
                      <a:pt x="34332" y="6976"/>
                    </a:lnTo>
                    <a:lnTo>
                      <a:pt x="34469" y="7113"/>
                    </a:lnTo>
                    <a:lnTo>
                      <a:pt x="34597" y="7259"/>
                    </a:lnTo>
                    <a:lnTo>
                      <a:pt x="34715" y="7414"/>
                    </a:lnTo>
                    <a:lnTo>
                      <a:pt x="34825" y="7578"/>
                    </a:lnTo>
                    <a:lnTo>
                      <a:pt x="34934" y="7733"/>
                    </a:lnTo>
                    <a:lnTo>
                      <a:pt x="35025" y="7906"/>
                    </a:lnTo>
                    <a:lnTo>
                      <a:pt x="35116" y="8079"/>
                    </a:lnTo>
                    <a:lnTo>
                      <a:pt x="35198" y="8262"/>
                    </a:lnTo>
                    <a:lnTo>
                      <a:pt x="35271" y="8444"/>
                    </a:lnTo>
                    <a:lnTo>
                      <a:pt x="35335" y="8626"/>
                    </a:lnTo>
                    <a:lnTo>
                      <a:pt x="35390" y="8818"/>
                    </a:lnTo>
                    <a:lnTo>
                      <a:pt x="35436" y="9019"/>
                    </a:lnTo>
                    <a:lnTo>
                      <a:pt x="35472" y="9219"/>
                    </a:lnTo>
                    <a:lnTo>
                      <a:pt x="35490" y="9420"/>
                    </a:lnTo>
                    <a:lnTo>
                      <a:pt x="35509" y="9620"/>
                    </a:lnTo>
                    <a:lnTo>
                      <a:pt x="35518" y="9830"/>
                    </a:lnTo>
                    <a:lnTo>
                      <a:pt x="35509" y="10085"/>
                    </a:lnTo>
                    <a:lnTo>
                      <a:pt x="35472" y="10368"/>
                    </a:lnTo>
                    <a:lnTo>
                      <a:pt x="35463" y="10496"/>
                    </a:lnTo>
                    <a:lnTo>
                      <a:pt x="35545" y="10578"/>
                    </a:lnTo>
                    <a:lnTo>
                      <a:pt x="35718" y="10788"/>
                    </a:lnTo>
                    <a:lnTo>
                      <a:pt x="35891" y="11006"/>
                    </a:lnTo>
                    <a:lnTo>
                      <a:pt x="36047" y="11234"/>
                    </a:lnTo>
                    <a:lnTo>
                      <a:pt x="36202" y="11462"/>
                    </a:lnTo>
                    <a:lnTo>
                      <a:pt x="36338" y="11699"/>
                    </a:lnTo>
                    <a:lnTo>
                      <a:pt x="36457" y="11937"/>
                    </a:lnTo>
                    <a:lnTo>
                      <a:pt x="36575" y="12183"/>
                    </a:lnTo>
                    <a:lnTo>
                      <a:pt x="36676" y="12438"/>
                    </a:lnTo>
                    <a:lnTo>
                      <a:pt x="36767" y="12693"/>
                    </a:lnTo>
                    <a:lnTo>
                      <a:pt x="36849" y="12949"/>
                    </a:lnTo>
                    <a:lnTo>
                      <a:pt x="36913" y="13213"/>
                    </a:lnTo>
                    <a:lnTo>
                      <a:pt x="36977" y="13478"/>
                    </a:lnTo>
                    <a:lnTo>
                      <a:pt x="37013" y="13751"/>
                    </a:lnTo>
                    <a:lnTo>
                      <a:pt x="37050" y="14025"/>
                    </a:lnTo>
                    <a:lnTo>
                      <a:pt x="37068" y="14298"/>
                    </a:lnTo>
                    <a:lnTo>
                      <a:pt x="37077" y="14572"/>
                    </a:lnTo>
                    <a:lnTo>
                      <a:pt x="37068" y="14882"/>
                    </a:lnTo>
                    <a:lnTo>
                      <a:pt x="37040" y="15183"/>
                    </a:lnTo>
                    <a:lnTo>
                      <a:pt x="37004" y="15484"/>
                    </a:lnTo>
                    <a:lnTo>
                      <a:pt x="36949" y="15775"/>
                    </a:lnTo>
                    <a:lnTo>
                      <a:pt x="36885" y="16058"/>
                    </a:lnTo>
                    <a:lnTo>
                      <a:pt x="36803" y="16341"/>
                    </a:lnTo>
                    <a:lnTo>
                      <a:pt x="36712" y="16623"/>
                    </a:lnTo>
                    <a:lnTo>
                      <a:pt x="36603" y="16897"/>
                    </a:lnTo>
                    <a:lnTo>
                      <a:pt x="36484" y="17152"/>
                    </a:lnTo>
                    <a:lnTo>
                      <a:pt x="36357" y="17417"/>
                    </a:lnTo>
                    <a:lnTo>
                      <a:pt x="36211" y="17663"/>
                    </a:lnTo>
                    <a:lnTo>
                      <a:pt x="36056" y="17909"/>
                    </a:lnTo>
                    <a:lnTo>
                      <a:pt x="35882" y="18137"/>
                    </a:lnTo>
                    <a:lnTo>
                      <a:pt x="35709" y="18365"/>
                    </a:lnTo>
                    <a:lnTo>
                      <a:pt x="35518" y="18584"/>
                    </a:lnTo>
                    <a:lnTo>
                      <a:pt x="35326" y="18794"/>
                    </a:lnTo>
                    <a:lnTo>
                      <a:pt x="35116" y="18985"/>
                    </a:lnTo>
                    <a:lnTo>
                      <a:pt x="34898" y="19177"/>
                    </a:lnTo>
                    <a:lnTo>
                      <a:pt x="34679" y="19350"/>
                    </a:lnTo>
                    <a:lnTo>
                      <a:pt x="34442" y="19523"/>
                    </a:lnTo>
                    <a:lnTo>
                      <a:pt x="34195" y="19678"/>
                    </a:lnTo>
                    <a:lnTo>
                      <a:pt x="33949" y="19815"/>
                    </a:lnTo>
                    <a:lnTo>
                      <a:pt x="33694" y="19952"/>
                    </a:lnTo>
                    <a:lnTo>
                      <a:pt x="33429" y="20070"/>
                    </a:lnTo>
                    <a:lnTo>
                      <a:pt x="33156" y="20180"/>
                    </a:lnTo>
                    <a:lnTo>
                      <a:pt x="32882" y="20271"/>
                    </a:lnTo>
                    <a:lnTo>
                      <a:pt x="32600" y="20353"/>
                    </a:lnTo>
                    <a:lnTo>
                      <a:pt x="32308" y="20417"/>
                    </a:lnTo>
                    <a:lnTo>
                      <a:pt x="32016" y="20471"/>
                    </a:lnTo>
                    <a:lnTo>
                      <a:pt x="31715" y="20508"/>
                    </a:lnTo>
                    <a:lnTo>
                      <a:pt x="31414" y="20535"/>
                    </a:lnTo>
                    <a:lnTo>
                      <a:pt x="30803" y="20535"/>
                    </a:lnTo>
                    <a:lnTo>
                      <a:pt x="30502" y="20508"/>
                    </a:lnTo>
                    <a:lnTo>
                      <a:pt x="30211" y="20471"/>
                    </a:lnTo>
                    <a:lnTo>
                      <a:pt x="29919" y="20417"/>
                    </a:lnTo>
                    <a:lnTo>
                      <a:pt x="29782" y="20399"/>
                    </a:lnTo>
                    <a:lnTo>
                      <a:pt x="29682" y="20481"/>
                    </a:lnTo>
                    <a:lnTo>
                      <a:pt x="29563" y="20581"/>
                    </a:lnTo>
                    <a:lnTo>
                      <a:pt x="29445" y="20681"/>
                    </a:lnTo>
                    <a:lnTo>
                      <a:pt x="29317" y="20772"/>
                    </a:lnTo>
                    <a:lnTo>
                      <a:pt x="29180" y="20854"/>
                    </a:lnTo>
                    <a:lnTo>
                      <a:pt x="29043" y="20927"/>
                    </a:lnTo>
                    <a:lnTo>
                      <a:pt x="28907" y="21000"/>
                    </a:lnTo>
                    <a:lnTo>
                      <a:pt x="28770" y="21064"/>
                    </a:lnTo>
                    <a:lnTo>
                      <a:pt x="28624" y="21128"/>
                    </a:lnTo>
                    <a:lnTo>
                      <a:pt x="28478" y="21174"/>
                    </a:lnTo>
                    <a:lnTo>
                      <a:pt x="28332" y="21219"/>
                    </a:lnTo>
                    <a:lnTo>
                      <a:pt x="28186" y="21265"/>
                    </a:lnTo>
                    <a:lnTo>
                      <a:pt x="28031" y="21292"/>
                    </a:lnTo>
                    <a:lnTo>
                      <a:pt x="27876" y="21320"/>
                    </a:lnTo>
                    <a:lnTo>
                      <a:pt x="27721" y="21338"/>
                    </a:lnTo>
                    <a:lnTo>
                      <a:pt x="27566" y="21347"/>
                    </a:lnTo>
                    <a:lnTo>
                      <a:pt x="27411" y="21347"/>
                    </a:lnTo>
                    <a:lnTo>
                      <a:pt x="27247" y="21338"/>
                    </a:lnTo>
                    <a:lnTo>
                      <a:pt x="27019" y="21329"/>
                    </a:lnTo>
                    <a:lnTo>
                      <a:pt x="26946" y="21484"/>
                    </a:lnTo>
                    <a:lnTo>
                      <a:pt x="26846" y="21666"/>
                    </a:lnTo>
                    <a:lnTo>
                      <a:pt x="26746" y="21848"/>
                    </a:lnTo>
                    <a:lnTo>
                      <a:pt x="26627" y="22031"/>
                    </a:lnTo>
                    <a:lnTo>
                      <a:pt x="26518" y="22204"/>
                    </a:lnTo>
                    <a:lnTo>
                      <a:pt x="26390" y="22377"/>
                    </a:lnTo>
                    <a:lnTo>
                      <a:pt x="26271" y="22541"/>
                    </a:lnTo>
                    <a:lnTo>
                      <a:pt x="26135" y="22696"/>
                    </a:lnTo>
                    <a:lnTo>
                      <a:pt x="25998" y="22851"/>
                    </a:lnTo>
                    <a:lnTo>
                      <a:pt x="25861" y="22997"/>
                    </a:lnTo>
                    <a:lnTo>
                      <a:pt x="25715" y="23143"/>
                    </a:lnTo>
                    <a:lnTo>
                      <a:pt x="25560" y="23280"/>
                    </a:lnTo>
                    <a:lnTo>
                      <a:pt x="25405" y="23408"/>
                    </a:lnTo>
                    <a:lnTo>
                      <a:pt x="25250" y="23535"/>
                    </a:lnTo>
                    <a:lnTo>
                      <a:pt x="25086" y="23663"/>
                    </a:lnTo>
                    <a:lnTo>
                      <a:pt x="24922" y="23772"/>
                    </a:lnTo>
                    <a:lnTo>
                      <a:pt x="24749" y="23882"/>
                    </a:lnTo>
                    <a:lnTo>
                      <a:pt x="24575" y="23991"/>
                    </a:lnTo>
                    <a:lnTo>
                      <a:pt x="24393" y="24082"/>
                    </a:lnTo>
                    <a:lnTo>
                      <a:pt x="24211" y="24174"/>
                    </a:lnTo>
                    <a:lnTo>
                      <a:pt x="24028" y="24265"/>
                    </a:lnTo>
                    <a:lnTo>
                      <a:pt x="23837" y="24338"/>
                    </a:lnTo>
                    <a:lnTo>
                      <a:pt x="23654" y="24411"/>
                    </a:lnTo>
                    <a:lnTo>
                      <a:pt x="23454" y="24475"/>
                    </a:lnTo>
                    <a:lnTo>
                      <a:pt x="23262" y="24538"/>
                    </a:lnTo>
                    <a:lnTo>
                      <a:pt x="23062" y="24593"/>
                    </a:lnTo>
                    <a:lnTo>
                      <a:pt x="22861" y="24639"/>
                    </a:lnTo>
                    <a:lnTo>
                      <a:pt x="22660" y="24675"/>
                    </a:lnTo>
                    <a:lnTo>
                      <a:pt x="22451" y="24712"/>
                    </a:lnTo>
                    <a:lnTo>
                      <a:pt x="22250" y="24730"/>
                    </a:lnTo>
                    <a:lnTo>
                      <a:pt x="22040" y="24748"/>
                    </a:lnTo>
                    <a:lnTo>
                      <a:pt x="21831" y="24766"/>
                    </a:lnTo>
                    <a:lnTo>
                      <a:pt x="21612" y="24766"/>
                    </a:lnTo>
                    <a:lnTo>
                      <a:pt x="21356" y="24757"/>
                    </a:lnTo>
                    <a:lnTo>
                      <a:pt x="21101" y="24748"/>
                    </a:lnTo>
                    <a:lnTo>
                      <a:pt x="20855" y="24721"/>
                    </a:lnTo>
                    <a:lnTo>
                      <a:pt x="20600" y="24675"/>
                    </a:lnTo>
                    <a:lnTo>
                      <a:pt x="20353" y="24630"/>
                    </a:lnTo>
                    <a:lnTo>
                      <a:pt x="20107" y="24566"/>
                    </a:lnTo>
                    <a:lnTo>
                      <a:pt x="19861" y="24502"/>
                    </a:lnTo>
                    <a:lnTo>
                      <a:pt x="19624" y="24420"/>
                    </a:lnTo>
                    <a:lnTo>
                      <a:pt x="19387" y="24329"/>
                    </a:lnTo>
                    <a:lnTo>
                      <a:pt x="19150" y="24228"/>
                    </a:lnTo>
                    <a:lnTo>
                      <a:pt x="18922" y="24119"/>
                    </a:lnTo>
                    <a:lnTo>
                      <a:pt x="18694" y="24000"/>
                    </a:lnTo>
                    <a:lnTo>
                      <a:pt x="18475" y="23873"/>
                    </a:lnTo>
                    <a:lnTo>
                      <a:pt x="18265" y="23736"/>
                    </a:lnTo>
                    <a:lnTo>
                      <a:pt x="18055" y="23590"/>
                    </a:lnTo>
                    <a:lnTo>
                      <a:pt x="17855" y="23426"/>
                    </a:lnTo>
                    <a:lnTo>
                      <a:pt x="17517" y="23161"/>
                    </a:lnTo>
                    <a:lnTo>
                      <a:pt x="17435" y="23581"/>
                    </a:lnTo>
                    <a:lnTo>
                      <a:pt x="17362" y="23864"/>
                    </a:lnTo>
                    <a:lnTo>
                      <a:pt x="17290" y="24146"/>
                    </a:lnTo>
                    <a:lnTo>
                      <a:pt x="17198" y="24429"/>
                    </a:lnTo>
                    <a:lnTo>
                      <a:pt x="17098" y="24703"/>
                    </a:lnTo>
                    <a:lnTo>
                      <a:pt x="16979" y="24967"/>
                    </a:lnTo>
                    <a:lnTo>
                      <a:pt x="16861" y="25222"/>
                    </a:lnTo>
                    <a:lnTo>
                      <a:pt x="16724" y="25478"/>
                    </a:lnTo>
                    <a:lnTo>
                      <a:pt x="16578" y="25724"/>
                    </a:lnTo>
                    <a:lnTo>
                      <a:pt x="16423" y="25961"/>
                    </a:lnTo>
                    <a:lnTo>
                      <a:pt x="16259" y="26189"/>
                    </a:lnTo>
                    <a:lnTo>
                      <a:pt x="16086" y="26417"/>
                    </a:lnTo>
                    <a:lnTo>
                      <a:pt x="15903" y="26627"/>
                    </a:lnTo>
                    <a:lnTo>
                      <a:pt x="15712" y="26836"/>
                    </a:lnTo>
                    <a:lnTo>
                      <a:pt x="15521" y="27037"/>
                    </a:lnTo>
                    <a:lnTo>
                      <a:pt x="15311" y="27228"/>
                    </a:lnTo>
                    <a:lnTo>
                      <a:pt x="15092" y="27411"/>
                    </a:lnTo>
                    <a:lnTo>
                      <a:pt x="14873" y="27584"/>
                    </a:lnTo>
                    <a:lnTo>
                      <a:pt x="14645" y="27748"/>
                    </a:lnTo>
                    <a:lnTo>
                      <a:pt x="14408" y="27903"/>
                    </a:lnTo>
                    <a:lnTo>
                      <a:pt x="14162" y="28049"/>
                    </a:lnTo>
                    <a:lnTo>
                      <a:pt x="13916" y="28186"/>
                    </a:lnTo>
                    <a:lnTo>
                      <a:pt x="13660" y="28304"/>
                    </a:lnTo>
                    <a:lnTo>
                      <a:pt x="13405" y="28423"/>
                    </a:lnTo>
                    <a:lnTo>
                      <a:pt x="13131" y="28523"/>
                    </a:lnTo>
                    <a:lnTo>
                      <a:pt x="12867" y="28614"/>
                    </a:lnTo>
                    <a:lnTo>
                      <a:pt x="12593" y="28696"/>
                    </a:lnTo>
                    <a:lnTo>
                      <a:pt x="12311" y="28760"/>
                    </a:lnTo>
                    <a:lnTo>
                      <a:pt x="12028" y="28824"/>
                    </a:lnTo>
                    <a:lnTo>
                      <a:pt x="11745" y="28861"/>
                    </a:lnTo>
                    <a:lnTo>
                      <a:pt x="11454" y="28897"/>
                    </a:lnTo>
                    <a:lnTo>
                      <a:pt x="11162" y="28915"/>
                    </a:lnTo>
                    <a:lnTo>
                      <a:pt x="10861" y="28924"/>
                    </a:lnTo>
                    <a:lnTo>
                      <a:pt x="10542" y="28915"/>
                    </a:lnTo>
                    <a:lnTo>
                      <a:pt x="10223" y="28888"/>
                    </a:lnTo>
                    <a:lnTo>
                      <a:pt x="9913" y="28851"/>
                    </a:lnTo>
                    <a:lnTo>
                      <a:pt x="9603" y="28806"/>
                    </a:lnTo>
                    <a:lnTo>
                      <a:pt x="9302" y="28742"/>
                    </a:lnTo>
                    <a:lnTo>
                      <a:pt x="9001" y="28660"/>
                    </a:lnTo>
                    <a:lnTo>
                      <a:pt x="8709" y="28569"/>
                    </a:lnTo>
                    <a:lnTo>
                      <a:pt x="8417" y="28468"/>
                    </a:lnTo>
                    <a:lnTo>
                      <a:pt x="8134" y="28350"/>
                    </a:lnTo>
                    <a:lnTo>
                      <a:pt x="7861" y="28222"/>
                    </a:lnTo>
                    <a:lnTo>
                      <a:pt x="7596" y="28076"/>
                    </a:lnTo>
                    <a:lnTo>
                      <a:pt x="7332" y="27921"/>
                    </a:lnTo>
                    <a:lnTo>
                      <a:pt x="7077" y="27757"/>
                    </a:lnTo>
                    <a:lnTo>
                      <a:pt x="6830" y="27584"/>
                    </a:lnTo>
                    <a:lnTo>
                      <a:pt x="6593" y="27402"/>
                    </a:lnTo>
                    <a:lnTo>
                      <a:pt x="6365" y="27201"/>
                    </a:lnTo>
                    <a:lnTo>
                      <a:pt x="6147" y="27000"/>
                    </a:lnTo>
                    <a:lnTo>
                      <a:pt x="5937" y="26782"/>
                    </a:lnTo>
                    <a:lnTo>
                      <a:pt x="5736" y="26554"/>
                    </a:lnTo>
                    <a:lnTo>
                      <a:pt x="5554" y="26316"/>
                    </a:lnTo>
                    <a:lnTo>
                      <a:pt x="5371" y="26079"/>
                    </a:lnTo>
                    <a:lnTo>
                      <a:pt x="5207" y="25824"/>
                    </a:lnTo>
                    <a:lnTo>
                      <a:pt x="5043" y="25569"/>
                    </a:lnTo>
                    <a:lnTo>
                      <a:pt x="4897" y="25295"/>
                    </a:lnTo>
                    <a:lnTo>
                      <a:pt x="4770" y="25022"/>
                    </a:lnTo>
                    <a:lnTo>
                      <a:pt x="4642" y="24739"/>
                    </a:lnTo>
                    <a:lnTo>
                      <a:pt x="4533" y="24447"/>
                    </a:lnTo>
                    <a:lnTo>
                      <a:pt x="4441" y="24155"/>
                    </a:lnTo>
                    <a:lnTo>
                      <a:pt x="4359" y="23854"/>
                    </a:lnTo>
                    <a:lnTo>
                      <a:pt x="4286" y="23544"/>
                    </a:lnTo>
                    <a:lnTo>
                      <a:pt x="4232" y="23234"/>
                    </a:lnTo>
                    <a:lnTo>
                      <a:pt x="4195" y="22915"/>
                    </a:lnTo>
                    <a:lnTo>
                      <a:pt x="4177" y="22778"/>
                    </a:lnTo>
                    <a:lnTo>
                      <a:pt x="4058" y="22706"/>
                    </a:lnTo>
                    <a:lnTo>
                      <a:pt x="3858" y="22596"/>
                    </a:lnTo>
                    <a:lnTo>
                      <a:pt x="3657" y="22478"/>
                    </a:lnTo>
                    <a:lnTo>
                      <a:pt x="3466" y="22350"/>
                    </a:lnTo>
                    <a:lnTo>
                      <a:pt x="3274" y="22222"/>
                    </a:lnTo>
                    <a:lnTo>
                      <a:pt x="3101" y="22085"/>
                    </a:lnTo>
                    <a:lnTo>
                      <a:pt x="2919" y="21940"/>
                    </a:lnTo>
                    <a:lnTo>
                      <a:pt x="2754" y="21794"/>
                    </a:lnTo>
                    <a:lnTo>
                      <a:pt x="2581" y="21639"/>
                    </a:lnTo>
                    <a:lnTo>
                      <a:pt x="2426" y="21484"/>
                    </a:lnTo>
                    <a:lnTo>
                      <a:pt x="2271" y="21320"/>
                    </a:lnTo>
                    <a:lnTo>
                      <a:pt x="2125" y="21146"/>
                    </a:lnTo>
                    <a:lnTo>
                      <a:pt x="1979" y="20973"/>
                    </a:lnTo>
                    <a:lnTo>
                      <a:pt x="1843" y="20800"/>
                    </a:lnTo>
                    <a:lnTo>
                      <a:pt x="1715" y="20617"/>
                    </a:lnTo>
                    <a:lnTo>
                      <a:pt x="1587" y="20435"/>
                    </a:lnTo>
                    <a:lnTo>
                      <a:pt x="1469" y="20244"/>
                    </a:lnTo>
                    <a:lnTo>
                      <a:pt x="1359" y="20052"/>
                    </a:lnTo>
                    <a:lnTo>
                      <a:pt x="1259" y="19851"/>
                    </a:lnTo>
                    <a:lnTo>
                      <a:pt x="1159" y="19651"/>
                    </a:lnTo>
                    <a:lnTo>
                      <a:pt x="1068" y="19450"/>
                    </a:lnTo>
                    <a:lnTo>
                      <a:pt x="985" y="19240"/>
                    </a:lnTo>
                    <a:lnTo>
                      <a:pt x="903" y="19031"/>
                    </a:lnTo>
                    <a:lnTo>
                      <a:pt x="830" y="18821"/>
                    </a:lnTo>
                    <a:lnTo>
                      <a:pt x="767" y="18602"/>
                    </a:lnTo>
                    <a:lnTo>
                      <a:pt x="712" y="18383"/>
                    </a:lnTo>
                    <a:lnTo>
                      <a:pt x="666" y="18164"/>
                    </a:lnTo>
                    <a:lnTo>
                      <a:pt x="621" y="17946"/>
                    </a:lnTo>
                    <a:lnTo>
                      <a:pt x="584" y="17718"/>
                    </a:lnTo>
                    <a:lnTo>
                      <a:pt x="557" y="17490"/>
                    </a:lnTo>
                    <a:lnTo>
                      <a:pt x="539" y="17262"/>
                    </a:lnTo>
                    <a:lnTo>
                      <a:pt x="530" y="17034"/>
                    </a:lnTo>
                    <a:lnTo>
                      <a:pt x="520" y="16806"/>
                    </a:lnTo>
                    <a:lnTo>
                      <a:pt x="530" y="16523"/>
                    </a:lnTo>
                    <a:lnTo>
                      <a:pt x="548" y="16240"/>
                    </a:lnTo>
                    <a:lnTo>
                      <a:pt x="575" y="15958"/>
                    </a:lnTo>
                    <a:lnTo>
                      <a:pt x="621" y="15675"/>
                    </a:lnTo>
                    <a:lnTo>
                      <a:pt x="666" y="15402"/>
                    </a:lnTo>
                    <a:lnTo>
                      <a:pt x="730" y="15128"/>
                    </a:lnTo>
                    <a:lnTo>
                      <a:pt x="812" y="14854"/>
                    </a:lnTo>
                    <a:lnTo>
                      <a:pt x="894" y="14590"/>
                    </a:lnTo>
                    <a:lnTo>
                      <a:pt x="931" y="14490"/>
                    </a:lnTo>
                    <a:lnTo>
                      <a:pt x="894" y="14399"/>
                    </a:lnTo>
                    <a:lnTo>
                      <a:pt x="803" y="14180"/>
                    </a:lnTo>
                    <a:lnTo>
                      <a:pt x="730" y="13961"/>
                    </a:lnTo>
                    <a:lnTo>
                      <a:pt x="666" y="13733"/>
                    </a:lnTo>
                    <a:lnTo>
                      <a:pt x="621" y="13505"/>
                    </a:lnTo>
                    <a:lnTo>
                      <a:pt x="575" y="13277"/>
                    </a:lnTo>
                    <a:lnTo>
                      <a:pt x="548" y="13040"/>
                    </a:lnTo>
                    <a:lnTo>
                      <a:pt x="530" y="12812"/>
                    </a:lnTo>
                    <a:lnTo>
                      <a:pt x="520" y="12575"/>
                    </a:lnTo>
                    <a:lnTo>
                      <a:pt x="530" y="12383"/>
                    </a:lnTo>
                    <a:lnTo>
                      <a:pt x="539" y="12201"/>
                    </a:lnTo>
                    <a:lnTo>
                      <a:pt x="557" y="12019"/>
                    </a:lnTo>
                    <a:lnTo>
                      <a:pt x="584" y="11836"/>
                    </a:lnTo>
                    <a:lnTo>
                      <a:pt x="612" y="11663"/>
                    </a:lnTo>
                    <a:lnTo>
                      <a:pt x="648" y="11481"/>
                    </a:lnTo>
                    <a:lnTo>
                      <a:pt x="694" y="11307"/>
                    </a:lnTo>
                    <a:lnTo>
                      <a:pt x="748" y="11143"/>
                    </a:lnTo>
                    <a:lnTo>
                      <a:pt x="803" y="10970"/>
                    </a:lnTo>
                    <a:lnTo>
                      <a:pt x="867" y="10806"/>
                    </a:lnTo>
                    <a:lnTo>
                      <a:pt x="940" y="10642"/>
                    </a:lnTo>
                    <a:lnTo>
                      <a:pt x="1022" y="10478"/>
                    </a:lnTo>
                    <a:lnTo>
                      <a:pt x="1104" y="10323"/>
                    </a:lnTo>
                    <a:lnTo>
                      <a:pt x="1186" y="10168"/>
                    </a:lnTo>
                    <a:lnTo>
                      <a:pt x="1286" y="10012"/>
                    </a:lnTo>
                    <a:lnTo>
                      <a:pt x="1387" y="9867"/>
                    </a:lnTo>
                    <a:lnTo>
                      <a:pt x="1487" y="9721"/>
                    </a:lnTo>
                    <a:lnTo>
                      <a:pt x="1596" y="9584"/>
                    </a:lnTo>
                    <a:lnTo>
                      <a:pt x="1715" y="9447"/>
                    </a:lnTo>
                    <a:lnTo>
                      <a:pt x="1833" y="9319"/>
                    </a:lnTo>
                    <a:lnTo>
                      <a:pt x="1961" y="9192"/>
                    </a:lnTo>
                    <a:lnTo>
                      <a:pt x="2089" y="9073"/>
                    </a:lnTo>
                    <a:lnTo>
                      <a:pt x="2226" y="8955"/>
                    </a:lnTo>
                    <a:lnTo>
                      <a:pt x="2371" y="8836"/>
                    </a:lnTo>
                    <a:lnTo>
                      <a:pt x="2517" y="8736"/>
                    </a:lnTo>
                    <a:lnTo>
                      <a:pt x="2663" y="8636"/>
                    </a:lnTo>
                    <a:lnTo>
                      <a:pt x="2818" y="8535"/>
                    </a:lnTo>
                    <a:lnTo>
                      <a:pt x="2973" y="8444"/>
                    </a:lnTo>
                    <a:lnTo>
                      <a:pt x="3137" y="8362"/>
                    </a:lnTo>
                    <a:lnTo>
                      <a:pt x="3302" y="8280"/>
                    </a:lnTo>
                    <a:lnTo>
                      <a:pt x="3475" y="8207"/>
                    </a:lnTo>
                    <a:lnTo>
                      <a:pt x="3639" y="8143"/>
                    </a:lnTo>
                    <a:lnTo>
                      <a:pt x="3748" y="8107"/>
                    </a:lnTo>
                    <a:lnTo>
                      <a:pt x="3794" y="8016"/>
                    </a:lnTo>
                    <a:lnTo>
                      <a:pt x="3894" y="7815"/>
                    </a:lnTo>
                    <a:lnTo>
                      <a:pt x="4004" y="7614"/>
                    </a:lnTo>
                    <a:lnTo>
                      <a:pt x="4113" y="7423"/>
                    </a:lnTo>
                    <a:lnTo>
                      <a:pt x="4241" y="7231"/>
                    </a:lnTo>
                    <a:lnTo>
                      <a:pt x="4359" y="7049"/>
                    </a:lnTo>
                    <a:lnTo>
                      <a:pt x="4496" y="6876"/>
                    </a:lnTo>
                    <a:lnTo>
                      <a:pt x="4633" y="6702"/>
                    </a:lnTo>
                    <a:lnTo>
                      <a:pt x="4779" y="6529"/>
                    </a:lnTo>
                    <a:lnTo>
                      <a:pt x="4925" y="6365"/>
                    </a:lnTo>
                    <a:lnTo>
                      <a:pt x="5080" y="6210"/>
                    </a:lnTo>
                    <a:lnTo>
                      <a:pt x="5235" y="6055"/>
                    </a:lnTo>
                    <a:lnTo>
                      <a:pt x="5399" y="5909"/>
                    </a:lnTo>
                    <a:lnTo>
                      <a:pt x="5563" y="5763"/>
                    </a:lnTo>
                    <a:lnTo>
                      <a:pt x="5736" y="5626"/>
                    </a:lnTo>
                    <a:lnTo>
                      <a:pt x="5919" y="5499"/>
                    </a:lnTo>
                    <a:lnTo>
                      <a:pt x="6092" y="5371"/>
                    </a:lnTo>
                    <a:lnTo>
                      <a:pt x="6283" y="5253"/>
                    </a:lnTo>
                    <a:lnTo>
                      <a:pt x="6466" y="5143"/>
                    </a:lnTo>
                    <a:lnTo>
                      <a:pt x="6657" y="5034"/>
                    </a:lnTo>
                    <a:lnTo>
                      <a:pt x="6858" y="4933"/>
                    </a:lnTo>
                    <a:lnTo>
                      <a:pt x="7049" y="4842"/>
                    </a:lnTo>
                    <a:lnTo>
                      <a:pt x="7250" y="4751"/>
                    </a:lnTo>
                    <a:lnTo>
                      <a:pt x="7460" y="4669"/>
                    </a:lnTo>
                    <a:lnTo>
                      <a:pt x="7669" y="4596"/>
                    </a:lnTo>
                    <a:lnTo>
                      <a:pt x="7879" y="4523"/>
                    </a:lnTo>
                    <a:lnTo>
                      <a:pt x="8089" y="4468"/>
                    </a:lnTo>
                    <a:lnTo>
                      <a:pt x="8308" y="4414"/>
                    </a:lnTo>
                    <a:lnTo>
                      <a:pt x="8527" y="4368"/>
                    </a:lnTo>
                    <a:lnTo>
                      <a:pt x="8745" y="4323"/>
                    </a:lnTo>
                    <a:lnTo>
                      <a:pt x="8964" y="4295"/>
                    </a:lnTo>
                    <a:lnTo>
                      <a:pt x="9183" y="4268"/>
                    </a:lnTo>
                    <a:lnTo>
                      <a:pt x="9411" y="4250"/>
                    </a:lnTo>
                    <a:lnTo>
                      <a:pt x="9603" y="4240"/>
                    </a:lnTo>
                    <a:lnTo>
                      <a:pt x="9648" y="4049"/>
                    </a:lnTo>
                    <a:lnTo>
                      <a:pt x="9703" y="3857"/>
                    </a:lnTo>
                    <a:lnTo>
                      <a:pt x="9767" y="3675"/>
                    </a:lnTo>
                    <a:lnTo>
                      <a:pt x="9830" y="3484"/>
                    </a:lnTo>
                    <a:lnTo>
                      <a:pt x="9913" y="3301"/>
                    </a:lnTo>
                    <a:lnTo>
                      <a:pt x="9995" y="3128"/>
                    </a:lnTo>
                    <a:lnTo>
                      <a:pt x="10086" y="2955"/>
                    </a:lnTo>
                    <a:lnTo>
                      <a:pt x="10186" y="2791"/>
                    </a:lnTo>
                    <a:lnTo>
                      <a:pt x="10286" y="2626"/>
                    </a:lnTo>
                    <a:lnTo>
                      <a:pt x="10396" y="2471"/>
                    </a:lnTo>
                    <a:lnTo>
                      <a:pt x="10514" y="2316"/>
                    </a:lnTo>
                    <a:lnTo>
                      <a:pt x="10633" y="2161"/>
                    </a:lnTo>
                    <a:lnTo>
                      <a:pt x="10761" y="2025"/>
                    </a:lnTo>
                    <a:lnTo>
                      <a:pt x="10897" y="1888"/>
                    </a:lnTo>
                    <a:lnTo>
                      <a:pt x="11034" y="1751"/>
                    </a:lnTo>
                    <a:lnTo>
                      <a:pt x="11171" y="1633"/>
                    </a:lnTo>
                    <a:lnTo>
                      <a:pt x="11326" y="1505"/>
                    </a:lnTo>
                    <a:lnTo>
                      <a:pt x="11472" y="1395"/>
                    </a:lnTo>
                    <a:lnTo>
                      <a:pt x="11636" y="1286"/>
                    </a:lnTo>
                    <a:lnTo>
                      <a:pt x="11791" y="1186"/>
                    </a:lnTo>
                    <a:lnTo>
                      <a:pt x="11964" y="1095"/>
                    </a:lnTo>
                    <a:lnTo>
                      <a:pt x="12128" y="1003"/>
                    </a:lnTo>
                    <a:lnTo>
                      <a:pt x="12302" y="921"/>
                    </a:lnTo>
                    <a:lnTo>
                      <a:pt x="12484" y="848"/>
                    </a:lnTo>
                    <a:lnTo>
                      <a:pt x="12657" y="785"/>
                    </a:lnTo>
                    <a:lnTo>
                      <a:pt x="12840" y="721"/>
                    </a:lnTo>
                    <a:lnTo>
                      <a:pt x="13031" y="675"/>
                    </a:lnTo>
                    <a:lnTo>
                      <a:pt x="13223" y="629"/>
                    </a:lnTo>
                    <a:lnTo>
                      <a:pt x="13414" y="593"/>
                    </a:lnTo>
                    <a:lnTo>
                      <a:pt x="13606" y="557"/>
                    </a:lnTo>
                    <a:lnTo>
                      <a:pt x="13797" y="538"/>
                    </a:lnTo>
                    <a:lnTo>
                      <a:pt x="13998" y="529"/>
                    </a:lnTo>
                    <a:lnTo>
                      <a:pt x="14198" y="520"/>
                    </a:lnTo>
                    <a:close/>
                    <a:moveTo>
                      <a:pt x="13979" y="0"/>
                    </a:moveTo>
                    <a:lnTo>
                      <a:pt x="13770" y="19"/>
                    </a:lnTo>
                    <a:lnTo>
                      <a:pt x="13560" y="37"/>
                    </a:lnTo>
                    <a:lnTo>
                      <a:pt x="13350" y="73"/>
                    </a:lnTo>
                    <a:lnTo>
                      <a:pt x="13141" y="110"/>
                    </a:lnTo>
                    <a:lnTo>
                      <a:pt x="12931" y="155"/>
                    </a:lnTo>
                    <a:lnTo>
                      <a:pt x="12730" y="210"/>
                    </a:lnTo>
                    <a:lnTo>
                      <a:pt x="12530" y="274"/>
                    </a:lnTo>
                    <a:lnTo>
                      <a:pt x="12338" y="347"/>
                    </a:lnTo>
                    <a:lnTo>
                      <a:pt x="12147" y="420"/>
                    </a:lnTo>
                    <a:lnTo>
                      <a:pt x="11955" y="511"/>
                    </a:lnTo>
                    <a:lnTo>
                      <a:pt x="11773" y="602"/>
                    </a:lnTo>
                    <a:lnTo>
                      <a:pt x="11590" y="702"/>
                    </a:lnTo>
                    <a:lnTo>
                      <a:pt x="11408" y="803"/>
                    </a:lnTo>
                    <a:lnTo>
                      <a:pt x="11244" y="921"/>
                    </a:lnTo>
                    <a:lnTo>
                      <a:pt x="11071" y="1040"/>
                    </a:lnTo>
                    <a:lnTo>
                      <a:pt x="10906" y="1167"/>
                    </a:lnTo>
                    <a:lnTo>
                      <a:pt x="10751" y="1295"/>
                    </a:lnTo>
                    <a:lnTo>
                      <a:pt x="10596" y="1441"/>
                    </a:lnTo>
                    <a:lnTo>
                      <a:pt x="10451" y="1587"/>
                    </a:lnTo>
                    <a:lnTo>
                      <a:pt x="10314" y="1733"/>
                    </a:lnTo>
                    <a:lnTo>
                      <a:pt x="10177" y="1888"/>
                    </a:lnTo>
                    <a:lnTo>
                      <a:pt x="10049" y="2052"/>
                    </a:lnTo>
                    <a:lnTo>
                      <a:pt x="9922" y="2225"/>
                    </a:lnTo>
                    <a:lnTo>
                      <a:pt x="9812" y="2398"/>
                    </a:lnTo>
                    <a:lnTo>
                      <a:pt x="9703" y="2572"/>
                    </a:lnTo>
                    <a:lnTo>
                      <a:pt x="9593" y="2754"/>
                    </a:lnTo>
                    <a:lnTo>
                      <a:pt x="9502" y="2946"/>
                    </a:lnTo>
                    <a:lnTo>
                      <a:pt x="9411" y="3137"/>
                    </a:lnTo>
                    <a:lnTo>
                      <a:pt x="9329" y="3329"/>
                    </a:lnTo>
                    <a:lnTo>
                      <a:pt x="9256" y="3529"/>
                    </a:lnTo>
                    <a:lnTo>
                      <a:pt x="9192" y="3739"/>
                    </a:lnTo>
                    <a:lnTo>
                      <a:pt x="8964" y="3766"/>
                    </a:lnTo>
                    <a:lnTo>
                      <a:pt x="8727" y="3794"/>
                    </a:lnTo>
                    <a:lnTo>
                      <a:pt x="8499" y="3830"/>
                    </a:lnTo>
                    <a:lnTo>
                      <a:pt x="8271" y="3876"/>
                    </a:lnTo>
                    <a:lnTo>
                      <a:pt x="8052" y="3930"/>
                    </a:lnTo>
                    <a:lnTo>
                      <a:pt x="7824" y="3994"/>
                    </a:lnTo>
                    <a:lnTo>
                      <a:pt x="7606" y="4058"/>
                    </a:lnTo>
                    <a:lnTo>
                      <a:pt x="7396" y="4131"/>
                    </a:lnTo>
                    <a:lnTo>
                      <a:pt x="7177" y="4213"/>
                    </a:lnTo>
                    <a:lnTo>
                      <a:pt x="6967" y="4304"/>
                    </a:lnTo>
                    <a:lnTo>
                      <a:pt x="6758" y="4395"/>
                    </a:lnTo>
                    <a:lnTo>
                      <a:pt x="6557" y="4496"/>
                    </a:lnTo>
                    <a:lnTo>
                      <a:pt x="6356" y="4596"/>
                    </a:lnTo>
                    <a:lnTo>
                      <a:pt x="6156" y="4715"/>
                    </a:lnTo>
                    <a:lnTo>
                      <a:pt x="5964" y="4833"/>
                    </a:lnTo>
                    <a:lnTo>
                      <a:pt x="5773" y="4952"/>
                    </a:lnTo>
                    <a:lnTo>
                      <a:pt x="5581" y="5088"/>
                    </a:lnTo>
                    <a:lnTo>
                      <a:pt x="5399" y="5225"/>
                    </a:lnTo>
                    <a:lnTo>
                      <a:pt x="5226" y="5362"/>
                    </a:lnTo>
                    <a:lnTo>
                      <a:pt x="5052" y="5508"/>
                    </a:lnTo>
                    <a:lnTo>
                      <a:pt x="4879" y="5663"/>
                    </a:lnTo>
                    <a:lnTo>
                      <a:pt x="4715" y="5827"/>
                    </a:lnTo>
                    <a:lnTo>
                      <a:pt x="4560" y="5991"/>
                    </a:lnTo>
                    <a:lnTo>
                      <a:pt x="4405" y="6155"/>
                    </a:lnTo>
                    <a:lnTo>
                      <a:pt x="4250" y="6329"/>
                    </a:lnTo>
                    <a:lnTo>
                      <a:pt x="4113" y="6511"/>
                    </a:lnTo>
                    <a:lnTo>
                      <a:pt x="3967" y="6693"/>
                    </a:lnTo>
                    <a:lnTo>
                      <a:pt x="3840" y="6885"/>
                    </a:lnTo>
                    <a:lnTo>
                      <a:pt x="3712" y="7076"/>
                    </a:lnTo>
                    <a:lnTo>
                      <a:pt x="3593" y="7277"/>
                    </a:lnTo>
                    <a:lnTo>
                      <a:pt x="3475" y="7478"/>
                    </a:lnTo>
                    <a:lnTo>
                      <a:pt x="3365" y="7687"/>
                    </a:lnTo>
                    <a:lnTo>
                      <a:pt x="3183" y="7760"/>
                    </a:lnTo>
                    <a:lnTo>
                      <a:pt x="2992" y="7842"/>
                    </a:lnTo>
                    <a:lnTo>
                      <a:pt x="2818" y="7933"/>
                    </a:lnTo>
                    <a:lnTo>
                      <a:pt x="2645" y="8034"/>
                    </a:lnTo>
                    <a:lnTo>
                      <a:pt x="2472" y="8134"/>
                    </a:lnTo>
                    <a:lnTo>
                      <a:pt x="2308" y="8243"/>
                    </a:lnTo>
                    <a:lnTo>
                      <a:pt x="2144" y="8353"/>
                    </a:lnTo>
                    <a:lnTo>
                      <a:pt x="1988" y="8471"/>
                    </a:lnTo>
                    <a:lnTo>
                      <a:pt x="1833" y="8599"/>
                    </a:lnTo>
                    <a:lnTo>
                      <a:pt x="1688" y="8727"/>
                    </a:lnTo>
                    <a:lnTo>
                      <a:pt x="1551" y="8864"/>
                    </a:lnTo>
                    <a:lnTo>
                      <a:pt x="1414" y="9000"/>
                    </a:lnTo>
                    <a:lnTo>
                      <a:pt x="1286" y="9146"/>
                    </a:lnTo>
                    <a:lnTo>
                      <a:pt x="1159" y="9292"/>
                    </a:lnTo>
                    <a:lnTo>
                      <a:pt x="1040" y="9447"/>
                    </a:lnTo>
                    <a:lnTo>
                      <a:pt x="922" y="9611"/>
                    </a:lnTo>
                    <a:lnTo>
                      <a:pt x="821" y="9766"/>
                    </a:lnTo>
                    <a:lnTo>
                      <a:pt x="712" y="9940"/>
                    </a:lnTo>
                    <a:lnTo>
                      <a:pt x="621" y="10104"/>
                    </a:lnTo>
                    <a:lnTo>
                      <a:pt x="530" y="10277"/>
                    </a:lnTo>
                    <a:lnTo>
                      <a:pt x="447" y="10459"/>
                    </a:lnTo>
                    <a:lnTo>
                      <a:pt x="374" y="10633"/>
                    </a:lnTo>
                    <a:lnTo>
                      <a:pt x="302" y="10815"/>
                    </a:lnTo>
                    <a:lnTo>
                      <a:pt x="238" y="11006"/>
                    </a:lnTo>
                    <a:lnTo>
                      <a:pt x="183" y="11189"/>
                    </a:lnTo>
                    <a:lnTo>
                      <a:pt x="137" y="11380"/>
                    </a:lnTo>
                    <a:lnTo>
                      <a:pt x="92" y="11572"/>
                    </a:lnTo>
                    <a:lnTo>
                      <a:pt x="55" y="11772"/>
                    </a:lnTo>
                    <a:lnTo>
                      <a:pt x="37" y="11973"/>
                    </a:lnTo>
                    <a:lnTo>
                      <a:pt x="10" y="12164"/>
                    </a:lnTo>
                    <a:lnTo>
                      <a:pt x="1" y="12365"/>
                    </a:lnTo>
                    <a:lnTo>
                      <a:pt x="1" y="12575"/>
                    </a:lnTo>
                    <a:lnTo>
                      <a:pt x="1" y="12821"/>
                    </a:lnTo>
                    <a:lnTo>
                      <a:pt x="19" y="13067"/>
                    </a:lnTo>
                    <a:lnTo>
                      <a:pt x="46" y="13313"/>
                    </a:lnTo>
                    <a:lnTo>
                      <a:pt x="92" y="13560"/>
                    </a:lnTo>
                    <a:lnTo>
                      <a:pt x="147" y="13806"/>
                    </a:lnTo>
                    <a:lnTo>
                      <a:pt x="210" y="14043"/>
                    </a:lnTo>
                    <a:lnTo>
                      <a:pt x="283" y="14280"/>
                    </a:lnTo>
                    <a:lnTo>
                      <a:pt x="365" y="14508"/>
                    </a:lnTo>
                    <a:lnTo>
                      <a:pt x="283" y="14791"/>
                    </a:lnTo>
                    <a:lnTo>
                      <a:pt x="210" y="15073"/>
                    </a:lnTo>
                    <a:lnTo>
                      <a:pt x="147" y="15356"/>
                    </a:lnTo>
                    <a:lnTo>
                      <a:pt x="92" y="15639"/>
                    </a:lnTo>
                    <a:lnTo>
                      <a:pt x="46" y="15930"/>
                    </a:lnTo>
                    <a:lnTo>
                      <a:pt x="19" y="16222"/>
                    </a:lnTo>
                    <a:lnTo>
                      <a:pt x="1" y="16514"/>
                    </a:lnTo>
                    <a:lnTo>
                      <a:pt x="1" y="16806"/>
                    </a:lnTo>
                    <a:lnTo>
                      <a:pt x="1" y="17043"/>
                    </a:lnTo>
                    <a:lnTo>
                      <a:pt x="10" y="17289"/>
                    </a:lnTo>
                    <a:lnTo>
                      <a:pt x="37" y="17535"/>
                    </a:lnTo>
                    <a:lnTo>
                      <a:pt x="64" y="17772"/>
                    </a:lnTo>
                    <a:lnTo>
                      <a:pt x="101" y="18009"/>
                    </a:lnTo>
                    <a:lnTo>
                      <a:pt x="147" y="18247"/>
                    </a:lnTo>
                    <a:lnTo>
                      <a:pt x="192" y="18484"/>
                    </a:lnTo>
                    <a:lnTo>
                      <a:pt x="256" y="18712"/>
                    </a:lnTo>
                    <a:lnTo>
                      <a:pt x="320" y="18940"/>
                    </a:lnTo>
                    <a:lnTo>
                      <a:pt x="393" y="19168"/>
                    </a:lnTo>
                    <a:lnTo>
                      <a:pt x="475" y="19386"/>
                    </a:lnTo>
                    <a:lnTo>
                      <a:pt x="566" y="19605"/>
                    </a:lnTo>
                    <a:lnTo>
                      <a:pt x="657" y="19824"/>
                    </a:lnTo>
                    <a:lnTo>
                      <a:pt x="757" y="20043"/>
                    </a:lnTo>
                    <a:lnTo>
                      <a:pt x="867" y="20253"/>
                    </a:lnTo>
                    <a:lnTo>
                      <a:pt x="985" y="20453"/>
                    </a:lnTo>
                    <a:lnTo>
                      <a:pt x="1113" y="20654"/>
                    </a:lnTo>
                    <a:lnTo>
                      <a:pt x="1241" y="20854"/>
                    </a:lnTo>
                    <a:lnTo>
                      <a:pt x="1378" y="21046"/>
                    </a:lnTo>
                    <a:lnTo>
                      <a:pt x="1514" y="21237"/>
                    </a:lnTo>
                    <a:lnTo>
                      <a:pt x="1669" y="21420"/>
                    </a:lnTo>
                    <a:lnTo>
                      <a:pt x="1824" y="21602"/>
                    </a:lnTo>
                    <a:lnTo>
                      <a:pt x="1979" y="21775"/>
                    </a:lnTo>
                    <a:lnTo>
                      <a:pt x="2153" y="21949"/>
                    </a:lnTo>
                    <a:lnTo>
                      <a:pt x="2317" y="22113"/>
                    </a:lnTo>
                    <a:lnTo>
                      <a:pt x="2499" y="22277"/>
                    </a:lnTo>
                    <a:lnTo>
                      <a:pt x="2681" y="22423"/>
                    </a:lnTo>
                    <a:lnTo>
                      <a:pt x="2873" y="22578"/>
                    </a:lnTo>
                    <a:lnTo>
                      <a:pt x="3064" y="22715"/>
                    </a:lnTo>
                    <a:lnTo>
                      <a:pt x="3265" y="22851"/>
                    </a:lnTo>
                    <a:lnTo>
                      <a:pt x="3475" y="22979"/>
                    </a:lnTo>
                    <a:lnTo>
                      <a:pt x="3685" y="23107"/>
                    </a:lnTo>
                    <a:lnTo>
                      <a:pt x="3730" y="23426"/>
                    </a:lnTo>
                    <a:lnTo>
                      <a:pt x="3794" y="23745"/>
                    </a:lnTo>
                    <a:lnTo>
                      <a:pt x="3867" y="24055"/>
                    </a:lnTo>
                    <a:lnTo>
                      <a:pt x="3958" y="24365"/>
                    </a:lnTo>
                    <a:lnTo>
                      <a:pt x="4058" y="24666"/>
                    </a:lnTo>
                    <a:lnTo>
                      <a:pt x="4177" y="24967"/>
                    </a:lnTo>
                    <a:lnTo>
                      <a:pt x="4305" y="25259"/>
                    </a:lnTo>
                    <a:lnTo>
                      <a:pt x="4441" y="25541"/>
                    </a:lnTo>
                    <a:lnTo>
                      <a:pt x="4596" y="25824"/>
                    </a:lnTo>
                    <a:lnTo>
                      <a:pt x="4761" y="26098"/>
                    </a:lnTo>
                    <a:lnTo>
                      <a:pt x="4943" y="26362"/>
                    </a:lnTo>
                    <a:lnTo>
                      <a:pt x="5134" y="26627"/>
                    </a:lnTo>
                    <a:lnTo>
                      <a:pt x="5335" y="26873"/>
                    </a:lnTo>
                    <a:lnTo>
                      <a:pt x="5545" y="27119"/>
                    </a:lnTo>
                    <a:lnTo>
                      <a:pt x="5773" y="27347"/>
                    </a:lnTo>
                    <a:lnTo>
                      <a:pt x="6010" y="27575"/>
                    </a:lnTo>
                    <a:lnTo>
                      <a:pt x="6265" y="27794"/>
                    </a:lnTo>
                    <a:lnTo>
                      <a:pt x="6520" y="28003"/>
                    </a:lnTo>
                    <a:lnTo>
                      <a:pt x="6794" y="28195"/>
                    </a:lnTo>
                    <a:lnTo>
                      <a:pt x="7077" y="28377"/>
                    </a:lnTo>
                    <a:lnTo>
                      <a:pt x="7359" y="28541"/>
                    </a:lnTo>
                    <a:lnTo>
                      <a:pt x="7651" y="28696"/>
                    </a:lnTo>
                    <a:lnTo>
                      <a:pt x="7952" y="28842"/>
                    </a:lnTo>
                    <a:lnTo>
                      <a:pt x="8262" y="28961"/>
                    </a:lnTo>
                    <a:lnTo>
                      <a:pt x="8572" y="29079"/>
                    </a:lnTo>
                    <a:lnTo>
                      <a:pt x="8891" y="29171"/>
                    </a:lnTo>
                    <a:lnTo>
                      <a:pt x="9210" y="29253"/>
                    </a:lnTo>
                    <a:lnTo>
                      <a:pt x="9530" y="29326"/>
                    </a:lnTo>
                    <a:lnTo>
                      <a:pt x="9858" y="29380"/>
                    </a:lnTo>
                    <a:lnTo>
                      <a:pt x="10195" y="29417"/>
                    </a:lnTo>
                    <a:lnTo>
                      <a:pt x="10524" y="29444"/>
                    </a:lnTo>
                    <a:lnTo>
                      <a:pt x="10861" y="29453"/>
                    </a:lnTo>
                    <a:lnTo>
                      <a:pt x="11171" y="29444"/>
                    </a:lnTo>
                    <a:lnTo>
                      <a:pt x="11472" y="29426"/>
                    </a:lnTo>
                    <a:lnTo>
                      <a:pt x="11773" y="29389"/>
                    </a:lnTo>
                    <a:lnTo>
                      <a:pt x="12074" y="29344"/>
                    </a:lnTo>
                    <a:lnTo>
                      <a:pt x="12365" y="29289"/>
                    </a:lnTo>
                    <a:lnTo>
                      <a:pt x="12657" y="29225"/>
                    </a:lnTo>
                    <a:lnTo>
                      <a:pt x="12940" y="29143"/>
                    </a:lnTo>
                    <a:lnTo>
                      <a:pt x="13223" y="29052"/>
                    </a:lnTo>
                    <a:lnTo>
                      <a:pt x="13496" y="28952"/>
                    </a:lnTo>
                    <a:lnTo>
                      <a:pt x="13770" y="28833"/>
                    </a:lnTo>
                    <a:lnTo>
                      <a:pt x="14034" y="28715"/>
                    </a:lnTo>
                    <a:lnTo>
                      <a:pt x="14289" y="28578"/>
                    </a:lnTo>
                    <a:lnTo>
                      <a:pt x="14545" y="28432"/>
                    </a:lnTo>
                    <a:lnTo>
                      <a:pt x="14800" y="28277"/>
                    </a:lnTo>
                    <a:lnTo>
                      <a:pt x="15037" y="28113"/>
                    </a:lnTo>
                    <a:lnTo>
                      <a:pt x="15274" y="27940"/>
                    </a:lnTo>
                    <a:lnTo>
                      <a:pt x="15502" y="27757"/>
                    </a:lnTo>
                    <a:lnTo>
                      <a:pt x="15721" y="27566"/>
                    </a:lnTo>
                    <a:lnTo>
                      <a:pt x="15931" y="27365"/>
                    </a:lnTo>
                    <a:lnTo>
                      <a:pt x="16141" y="27155"/>
                    </a:lnTo>
                    <a:lnTo>
                      <a:pt x="16332" y="26946"/>
                    </a:lnTo>
                    <a:lnTo>
                      <a:pt x="16524" y="26718"/>
                    </a:lnTo>
                    <a:lnTo>
                      <a:pt x="16697" y="26481"/>
                    </a:lnTo>
                    <a:lnTo>
                      <a:pt x="16870" y="26244"/>
                    </a:lnTo>
                    <a:lnTo>
                      <a:pt x="17025" y="25997"/>
                    </a:lnTo>
                    <a:lnTo>
                      <a:pt x="17180" y="25742"/>
                    </a:lnTo>
                    <a:lnTo>
                      <a:pt x="17317" y="25487"/>
                    </a:lnTo>
                    <a:lnTo>
                      <a:pt x="17445" y="25213"/>
                    </a:lnTo>
                    <a:lnTo>
                      <a:pt x="17563" y="24940"/>
                    </a:lnTo>
                    <a:lnTo>
                      <a:pt x="17673" y="24666"/>
                    </a:lnTo>
                    <a:lnTo>
                      <a:pt x="17764" y="24374"/>
                    </a:lnTo>
                    <a:lnTo>
                      <a:pt x="17855" y="24082"/>
                    </a:lnTo>
                    <a:lnTo>
                      <a:pt x="18065" y="24228"/>
                    </a:lnTo>
                    <a:lnTo>
                      <a:pt x="18274" y="24365"/>
                    </a:lnTo>
                    <a:lnTo>
                      <a:pt x="18493" y="24484"/>
                    </a:lnTo>
                    <a:lnTo>
                      <a:pt x="18712" y="24602"/>
                    </a:lnTo>
                    <a:lnTo>
                      <a:pt x="18940" y="24712"/>
                    </a:lnTo>
                    <a:lnTo>
                      <a:pt x="19168" y="24812"/>
                    </a:lnTo>
                    <a:lnTo>
                      <a:pt x="19405" y="24903"/>
                    </a:lnTo>
                    <a:lnTo>
                      <a:pt x="19642" y="24985"/>
                    </a:lnTo>
                    <a:lnTo>
                      <a:pt x="19879" y="25058"/>
                    </a:lnTo>
                    <a:lnTo>
                      <a:pt x="20125" y="25113"/>
                    </a:lnTo>
                    <a:lnTo>
                      <a:pt x="20362" y="25168"/>
                    </a:lnTo>
                    <a:lnTo>
                      <a:pt x="20618" y="25213"/>
                    </a:lnTo>
                    <a:lnTo>
                      <a:pt x="20864" y="25250"/>
                    </a:lnTo>
                    <a:lnTo>
                      <a:pt x="21110" y="25268"/>
                    </a:lnTo>
                    <a:lnTo>
                      <a:pt x="21366" y="25286"/>
                    </a:lnTo>
                    <a:lnTo>
                      <a:pt x="21612" y="25295"/>
                    </a:lnTo>
                    <a:lnTo>
                      <a:pt x="21840" y="25286"/>
                    </a:lnTo>
                    <a:lnTo>
                      <a:pt x="22068" y="25277"/>
                    </a:lnTo>
                    <a:lnTo>
                      <a:pt x="22287" y="25259"/>
                    </a:lnTo>
                    <a:lnTo>
                      <a:pt x="22505" y="25231"/>
                    </a:lnTo>
                    <a:lnTo>
                      <a:pt x="22724" y="25195"/>
                    </a:lnTo>
                    <a:lnTo>
                      <a:pt x="22943" y="25158"/>
                    </a:lnTo>
                    <a:lnTo>
                      <a:pt x="23153" y="25113"/>
                    </a:lnTo>
                    <a:lnTo>
                      <a:pt x="23363" y="25058"/>
                    </a:lnTo>
                    <a:lnTo>
                      <a:pt x="23572" y="24994"/>
                    </a:lnTo>
                    <a:lnTo>
                      <a:pt x="23782" y="24921"/>
                    </a:lnTo>
                    <a:lnTo>
                      <a:pt x="23983" y="24848"/>
                    </a:lnTo>
                    <a:lnTo>
                      <a:pt x="24183" y="24766"/>
                    </a:lnTo>
                    <a:lnTo>
                      <a:pt x="24384" y="24675"/>
                    </a:lnTo>
                    <a:lnTo>
                      <a:pt x="24575" y="24584"/>
                    </a:lnTo>
                    <a:lnTo>
                      <a:pt x="24767" y="24484"/>
                    </a:lnTo>
                    <a:lnTo>
                      <a:pt x="24949" y="24374"/>
                    </a:lnTo>
                    <a:lnTo>
                      <a:pt x="25132" y="24265"/>
                    </a:lnTo>
                    <a:lnTo>
                      <a:pt x="25314" y="24137"/>
                    </a:lnTo>
                    <a:lnTo>
                      <a:pt x="25487" y="24019"/>
                    </a:lnTo>
                    <a:lnTo>
                      <a:pt x="25660" y="23882"/>
                    </a:lnTo>
                    <a:lnTo>
                      <a:pt x="25825" y="23745"/>
                    </a:lnTo>
                    <a:lnTo>
                      <a:pt x="25989" y="23599"/>
                    </a:lnTo>
                    <a:lnTo>
                      <a:pt x="26144" y="23453"/>
                    </a:lnTo>
                    <a:lnTo>
                      <a:pt x="26299" y="23298"/>
                    </a:lnTo>
                    <a:lnTo>
                      <a:pt x="26445" y="23143"/>
                    </a:lnTo>
                    <a:lnTo>
                      <a:pt x="26591" y="22970"/>
                    </a:lnTo>
                    <a:lnTo>
                      <a:pt x="26727" y="22806"/>
                    </a:lnTo>
                    <a:lnTo>
                      <a:pt x="26864" y="22623"/>
                    </a:lnTo>
                    <a:lnTo>
                      <a:pt x="26983" y="22450"/>
                    </a:lnTo>
                    <a:lnTo>
                      <a:pt x="27110" y="22259"/>
                    </a:lnTo>
                    <a:lnTo>
                      <a:pt x="27220" y="22067"/>
                    </a:lnTo>
                    <a:lnTo>
                      <a:pt x="27329" y="21876"/>
                    </a:lnTo>
                    <a:lnTo>
                      <a:pt x="27411" y="21876"/>
                    </a:lnTo>
                    <a:lnTo>
                      <a:pt x="27584" y="21867"/>
                    </a:lnTo>
                    <a:lnTo>
                      <a:pt x="27758" y="21858"/>
                    </a:lnTo>
                    <a:lnTo>
                      <a:pt x="27922" y="21839"/>
                    </a:lnTo>
                    <a:lnTo>
                      <a:pt x="28095" y="21812"/>
                    </a:lnTo>
                    <a:lnTo>
                      <a:pt x="28259" y="21785"/>
                    </a:lnTo>
                    <a:lnTo>
                      <a:pt x="28423" y="21739"/>
                    </a:lnTo>
                    <a:lnTo>
                      <a:pt x="28587" y="21693"/>
                    </a:lnTo>
                    <a:lnTo>
                      <a:pt x="28752" y="21639"/>
                    </a:lnTo>
                    <a:lnTo>
                      <a:pt x="28916" y="21575"/>
                    </a:lnTo>
                    <a:lnTo>
                      <a:pt x="29071" y="21511"/>
                    </a:lnTo>
                    <a:lnTo>
                      <a:pt x="29217" y="21429"/>
                    </a:lnTo>
                    <a:lnTo>
                      <a:pt x="29372" y="21356"/>
                    </a:lnTo>
                    <a:lnTo>
                      <a:pt x="29518" y="21265"/>
                    </a:lnTo>
                    <a:lnTo>
                      <a:pt x="29663" y="21165"/>
                    </a:lnTo>
                    <a:lnTo>
                      <a:pt x="29800" y="21064"/>
                    </a:lnTo>
                    <a:lnTo>
                      <a:pt x="29937" y="20955"/>
                    </a:lnTo>
                    <a:lnTo>
                      <a:pt x="30229" y="21009"/>
                    </a:lnTo>
                    <a:lnTo>
                      <a:pt x="30521" y="21037"/>
                    </a:lnTo>
                    <a:lnTo>
                      <a:pt x="30812" y="21055"/>
                    </a:lnTo>
                    <a:lnTo>
                      <a:pt x="31104" y="21064"/>
                    </a:lnTo>
                    <a:lnTo>
                      <a:pt x="31442" y="21055"/>
                    </a:lnTo>
                    <a:lnTo>
                      <a:pt x="31770" y="21028"/>
                    </a:lnTo>
                    <a:lnTo>
                      <a:pt x="32098" y="20991"/>
                    </a:lnTo>
                    <a:lnTo>
                      <a:pt x="32417" y="20937"/>
                    </a:lnTo>
                    <a:lnTo>
                      <a:pt x="32727" y="20864"/>
                    </a:lnTo>
                    <a:lnTo>
                      <a:pt x="33037" y="20772"/>
                    </a:lnTo>
                    <a:lnTo>
                      <a:pt x="33338" y="20672"/>
                    </a:lnTo>
                    <a:lnTo>
                      <a:pt x="33630" y="20554"/>
                    </a:lnTo>
                    <a:lnTo>
                      <a:pt x="33922" y="20426"/>
                    </a:lnTo>
                    <a:lnTo>
                      <a:pt x="34195" y="20280"/>
                    </a:lnTo>
                    <a:lnTo>
                      <a:pt x="34469" y="20125"/>
                    </a:lnTo>
                    <a:lnTo>
                      <a:pt x="34733" y="19952"/>
                    </a:lnTo>
                    <a:lnTo>
                      <a:pt x="34989" y="19769"/>
                    </a:lnTo>
                    <a:lnTo>
                      <a:pt x="35235" y="19578"/>
                    </a:lnTo>
                    <a:lnTo>
                      <a:pt x="35472" y="19377"/>
                    </a:lnTo>
                    <a:lnTo>
                      <a:pt x="35700" y="19158"/>
                    </a:lnTo>
                    <a:lnTo>
                      <a:pt x="35910" y="18940"/>
                    </a:lnTo>
                    <a:lnTo>
                      <a:pt x="36110" y="18702"/>
                    </a:lnTo>
                    <a:lnTo>
                      <a:pt x="36311" y="18456"/>
                    </a:lnTo>
                    <a:lnTo>
                      <a:pt x="36493" y="18201"/>
                    </a:lnTo>
                    <a:lnTo>
                      <a:pt x="36657" y="17937"/>
                    </a:lnTo>
                    <a:lnTo>
                      <a:pt x="36812" y="17663"/>
                    </a:lnTo>
                    <a:lnTo>
                      <a:pt x="36958" y="17380"/>
                    </a:lnTo>
                    <a:lnTo>
                      <a:pt x="37086" y="17098"/>
                    </a:lnTo>
                    <a:lnTo>
                      <a:pt x="37205" y="16806"/>
                    </a:lnTo>
                    <a:lnTo>
                      <a:pt x="37305" y="16505"/>
                    </a:lnTo>
                    <a:lnTo>
                      <a:pt x="37396" y="16195"/>
                    </a:lnTo>
                    <a:lnTo>
                      <a:pt x="37469" y="15876"/>
                    </a:lnTo>
                    <a:lnTo>
                      <a:pt x="37524" y="15557"/>
                    </a:lnTo>
                    <a:lnTo>
                      <a:pt x="37569" y="15237"/>
                    </a:lnTo>
                    <a:lnTo>
                      <a:pt x="37588" y="14909"/>
                    </a:lnTo>
                    <a:lnTo>
                      <a:pt x="37597" y="14572"/>
                    </a:lnTo>
                    <a:lnTo>
                      <a:pt x="37597" y="14280"/>
                    </a:lnTo>
                    <a:lnTo>
                      <a:pt x="37569" y="13988"/>
                    </a:lnTo>
                    <a:lnTo>
                      <a:pt x="37542" y="13696"/>
                    </a:lnTo>
                    <a:lnTo>
                      <a:pt x="37496" y="13414"/>
                    </a:lnTo>
                    <a:lnTo>
                      <a:pt x="37442" y="13131"/>
                    </a:lnTo>
                    <a:lnTo>
                      <a:pt x="37369" y="12848"/>
                    </a:lnTo>
                    <a:lnTo>
                      <a:pt x="37287" y="12575"/>
                    </a:lnTo>
                    <a:lnTo>
                      <a:pt x="37186" y="12301"/>
                    </a:lnTo>
                    <a:lnTo>
                      <a:pt x="37086" y="12037"/>
                    </a:lnTo>
                    <a:lnTo>
                      <a:pt x="36967" y="11772"/>
                    </a:lnTo>
                    <a:lnTo>
                      <a:pt x="36831" y="11517"/>
                    </a:lnTo>
                    <a:lnTo>
                      <a:pt x="36694" y="11262"/>
                    </a:lnTo>
                    <a:lnTo>
                      <a:pt x="36539" y="11016"/>
                    </a:lnTo>
                    <a:lnTo>
                      <a:pt x="36375" y="10778"/>
                    </a:lnTo>
                    <a:lnTo>
                      <a:pt x="36202" y="10541"/>
                    </a:lnTo>
                    <a:lnTo>
                      <a:pt x="36010" y="10323"/>
                    </a:lnTo>
                    <a:lnTo>
                      <a:pt x="36037" y="10067"/>
                    </a:lnTo>
                    <a:lnTo>
                      <a:pt x="36047" y="9830"/>
                    </a:lnTo>
                    <a:lnTo>
                      <a:pt x="36037" y="9593"/>
                    </a:lnTo>
                    <a:lnTo>
                      <a:pt x="36019" y="9365"/>
                    </a:lnTo>
                    <a:lnTo>
                      <a:pt x="35992" y="9137"/>
                    </a:lnTo>
                    <a:lnTo>
                      <a:pt x="35946" y="8909"/>
                    </a:lnTo>
                    <a:lnTo>
                      <a:pt x="35901" y="8690"/>
                    </a:lnTo>
                    <a:lnTo>
                      <a:pt x="35837" y="8471"/>
                    </a:lnTo>
                    <a:lnTo>
                      <a:pt x="35764" y="8262"/>
                    </a:lnTo>
                    <a:lnTo>
                      <a:pt x="35682" y="8052"/>
                    </a:lnTo>
                    <a:lnTo>
                      <a:pt x="35591" y="7851"/>
                    </a:lnTo>
                    <a:lnTo>
                      <a:pt x="35490" y="7660"/>
                    </a:lnTo>
                    <a:lnTo>
                      <a:pt x="35381" y="7468"/>
                    </a:lnTo>
                    <a:lnTo>
                      <a:pt x="35262" y="7277"/>
                    </a:lnTo>
                    <a:lnTo>
                      <a:pt x="35135" y="7104"/>
                    </a:lnTo>
                    <a:lnTo>
                      <a:pt x="34998" y="6930"/>
                    </a:lnTo>
                    <a:lnTo>
                      <a:pt x="34852" y="6766"/>
                    </a:lnTo>
                    <a:lnTo>
                      <a:pt x="34706" y="6602"/>
                    </a:lnTo>
                    <a:lnTo>
                      <a:pt x="34542" y="6456"/>
                    </a:lnTo>
                    <a:lnTo>
                      <a:pt x="34378" y="6310"/>
                    </a:lnTo>
                    <a:lnTo>
                      <a:pt x="34205" y="6174"/>
                    </a:lnTo>
                    <a:lnTo>
                      <a:pt x="34031" y="6046"/>
                    </a:lnTo>
                    <a:lnTo>
                      <a:pt x="33840" y="5927"/>
                    </a:lnTo>
                    <a:lnTo>
                      <a:pt x="33648" y="5818"/>
                    </a:lnTo>
                    <a:lnTo>
                      <a:pt x="33457" y="5718"/>
                    </a:lnTo>
                    <a:lnTo>
                      <a:pt x="33256" y="5626"/>
                    </a:lnTo>
                    <a:lnTo>
                      <a:pt x="33046" y="5544"/>
                    </a:lnTo>
                    <a:lnTo>
                      <a:pt x="32837" y="5471"/>
                    </a:lnTo>
                    <a:lnTo>
                      <a:pt x="32618" y="5408"/>
                    </a:lnTo>
                    <a:lnTo>
                      <a:pt x="32399" y="5362"/>
                    </a:lnTo>
                    <a:lnTo>
                      <a:pt x="32171" y="5316"/>
                    </a:lnTo>
                    <a:lnTo>
                      <a:pt x="31943" y="5289"/>
                    </a:lnTo>
                    <a:lnTo>
                      <a:pt x="31715" y="5271"/>
                    </a:lnTo>
                    <a:lnTo>
                      <a:pt x="31323" y="5271"/>
                    </a:lnTo>
                    <a:lnTo>
                      <a:pt x="31159" y="5280"/>
                    </a:lnTo>
                    <a:lnTo>
                      <a:pt x="31104" y="5107"/>
                    </a:lnTo>
                    <a:lnTo>
                      <a:pt x="31031" y="4933"/>
                    </a:lnTo>
                    <a:lnTo>
                      <a:pt x="30958" y="4760"/>
                    </a:lnTo>
                    <a:lnTo>
                      <a:pt x="30885" y="4596"/>
                    </a:lnTo>
                    <a:lnTo>
                      <a:pt x="30803" y="4441"/>
                    </a:lnTo>
                    <a:lnTo>
                      <a:pt x="30712" y="4277"/>
                    </a:lnTo>
                    <a:lnTo>
                      <a:pt x="30612" y="4131"/>
                    </a:lnTo>
                    <a:lnTo>
                      <a:pt x="30512" y="3976"/>
                    </a:lnTo>
                    <a:lnTo>
                      <a:pt x="30402" y="3839"/>
                    </a:lnTo>
                    <a:lnTo>
                      <a:pt x="30293" y="3693"/>
                    </a:lnTo>
                    <a:lnTo>
                      <a:pt x="30174" y="3566"/>
                    </a:lnTo>
                    <a:lnTo>
                      <a:pt x="30046" y="3438"/>
                    </a:lnTo>
                    <a:lnTo>
                      <a:pt x="29919" y="3310"/>
                    </a:lnTo>
                    <a:lnTo>
                      <a:pt x="29791" y="3192"/>
                    </a:lnTo>
                    <a:lnTo>
                      <a:pt x="29654" y="3073"/>
                    </a:lnTo>
                    <a:lnTo>
                      <a:pt x="29508" y="2973"/>
                    </a:lnTo>
                    <a:lnTo>
                      <a:pt x="29363" y="2864"/>
                    </a:lnTo>
                    <a:lnTo>
                      <a:pt x="29217" y="2772"/>
                    </a:lnTo>
                    <a:lnTo>
                      <a:pt x="29062" y="2681"/>
                    </a:lnTo>
                    <a:lnTo>
                      <a:pt x="28907" y="2590"/>
                    </a:lnTo>
                    <a:lnTo>
                      <a:pt x="28742" y="2517"/>
                    </a:lnTo>
                    <a:lnTo>
                      <a:pt x="28587" y="2444"/>
                    </a:lnTo>
                    <a:lnTo>
                      <a:pt x="28414" y="2371"/>
                    </a:lnTo>
                    <a:lnTo>
                      <a:pt x="28250" y="2316"/>
                    </a:lnTo>
                    <a:lnTo>
                      <a:pt x="28077" y="2262"/>
                    </a:lnTo>
                    <a:lnTo>
                      <a:pt x="27904" y="2216"/>
                    </a:lnTo>
                    <a:lnTo>
                      <a:pt x="27721" y="2171"/>
                    </a:lnTo>
                    <a:lnTo>
                      <a:pt x="27548" y="2143"/>
                    </a:lnTo>
                    <a:lnTo>
                      <a:pt x="27366" y="2116"/>
                    </a:lnTo>
                    <a:lnTo>
                      <a:pt x="27183" y="2098"/>
                    </a:lnTo>
                    <a:lnTo>
                      <a:pt x="26992" y="2079"/>
                    </a:lnTo>
                    <a:lnTo>
                      <a:pt x="26809" y="2079"/>
                    </a:lnTo>
                    <a:lnTo>
                      <a:pt x="26609" y="2088"/>
                    </a:lnTo>
                    <a:lnTo>
                      <a:pt x="26408" y="2098"/>
                    </a:lnTo>
                    <a:lnTo>
                      <a:pt x="26208" y="2116"/>
                    </a:lnTo>
                    <a:lnTo>
                      <a:pt x="26007" y="2152"/>
                    </a:lnTo>
                    <a:lnTo>
                      <a:pt x="25815" y="2189"/>
                    </a:lnTo>
                    <a:lnTo>
                      <a:pt x="25615" y="2234"/>
                    </a:lnTo>
                    <a:lnTo>
                      <a:pt x="25423" y="2298"/>
                    </a:lnTo>
                    <a:lnTo>
                      <a:pt x="25232" y="2362"/>
                    </a:lnTo>
                    <a:lnTo>
                      <a:pt x="25004" y="2207"/>
                    </a:lnTo>
                    <a:lnTo>
                      <a:pt x="24776" y="2070"/>
                    </a:lnTo>
                    <a:lnTo>
                      <a:pt x="24539" y="1943"/>
                    </a:lnTo>
                    <a:lnTo>
                      <a:pt x="24293" y="1824"/>
                    </a:lnTo>
                    <a:lnTo>
                      <a:pt x="24056" y="1705"/>
                    </a:lnTo>
                    <a:lnTo>
                      <a:pt x="23800" y="1605"/>
                    </a:lnTo>
                    <a:lnTo>
                      <a:pt x="23554" y="1514"/>
                    </a:lnTo>
                    <a:lnTo>
                      <a:pt x="23299" y="1432"/>
                    </a:lnTo>
                    <a:lnTo>
                      <a:pt x="23043" y="1359"/>
                    </a:lnTo>
                    <a:lnTo>
                      <a:pt x="22779" y="1286"/>
                    </a:lnTo>
                    <a:lnTo>
                      <a:pt x="22514" y="1231"/>
                    </a:lnTo>
                    <a:lnTo>
                      <a:pt x="22250" y="1195"/>
                    </a:lnTo>
                    <a:lnTo>
                      <a:pt x="21986" y="1158"/>
                    </a:lnTo>
                    <a:lnTo>
                      <a:pt x="21712" y="1131"/>
                    </a:lnTo>
                    <a:lnTo>
                      <a:pt x="21448" y="1113"/>
                    </a:lnTo>
                    <a:lnTo>
                      <a:pt x="21174" y="1113"/>
                    </a:lnTo>
                    <a:lnTo>
                      <a:pt x="20773" y="1122"/>
                    </a:lnTo>
                    <a:lnTo>
                      <a:pt x="20381" y="1149"/>
                    </a:lnTo>
                    <a:lnTo>
                      <a:pt x="19998" y="1204"/>
                    </a:lnTo>
                    <a:lnTo>
                      <a:pt x="19615" y="1277"/>
                    </a:lnTo>
                    <a:lnTo>
                      <a:pt x="19232" y="1377"/>
                    </a:lnTo>
                    <a:lnTo>
                      <a:pt x="18858" y="1487"/>
                    </a:lnTo>
                    <a:lnTo>
                      <a:pt x="18493" y="1623"/>
                    </a:lnTo>
                    <a:lnTo>
                      <a:pt x="18128" y="1778"/>
                    </a:lnTo>
                    <a:lnTo>
                      <a:pt x="17937" y="1578"/>
                    </a:lnTo>
                    <a:lnTo>
                      <a:pt x="17736" y="1377"/>
                    </a:lnTo>
                    <a:lnTo>
                      <a:pt x="17527" y="1195"/>
                    </a:lnTo>
                    <a:lnTo>
                      <a:pt x="17308" y="1022"/>
                    </a:lnTo>
                    <a:lnTo>
                      <a:pt x="17080" y="867"/>
                    </a:lnTo>
                    <a:lnTo>
                      <a:pt x="16852" y="721"/>
                    </a:lnTo>
                    <a:lnTo>
                      <a:pt x="16606" y="584"/>
                    </a:lnTo>
                    <a:lnTo>
                      <a:pt x="16359" y="465"/>
                    </a:lnTo>
                    <a:lnTo>
                      <a:pt x="16104" y="356"/>
                    </a:lnTo>
                    <a:lnTo>
                      <a:pt x="15849" y="265"/>
                    </a:lnTo>
                    <a:lnTo>
                      <a:pt x="15584" y="183"/>
                    </a:lnTo>
                    <a:lnTo>
                      <a:pt x="15311" y="119"/>
                    </a:lnTo>
                    <a:lnTo>
                      <a:pt x="15037" y="64"/>
                    </a:lnTo>
                    <a:lnTo>
                      <a:pt x="14764" y="28"/>
                    </a:lnTo>
                    <a:lnTo>
                      <a:pt x="14481" y="9"/>
                    </a:lnTo>
                    <a:lnTo>
                      <a:pt x="1419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3">
                <a:extLst>
                  <a:ext uri="{FF2B5EF4-FFF2-40B4-BE49-F238E27FC236}">
                    <a16:creationId xmlns:a16="http://schemas.microsoft.com/office/drawing/2014/main" id="{EB89BB76-FFAB-0A0A-97D0-4A66D66DB45A}"/>
                  </a:ext>
                </a:extLst>
              </p:cNvPr>
              <p:cNvSpPr/>
              <p:nvPr/>
            </p:nvSpPr>
            <p:spPr>
              <a:xfrm>
                <a:off x="3987580" y="3705378"/>
                <a:ext cx="218117" cy="126943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2463" extrusionOk="0">
                    <a:moveTo>
                      <a:pt x="3739" y="1"/>
                    </a:moveTo>
                    <a:lnTo>
                      <a:pt x="3685" y="138"/>
                    </a:lnTo>
                    <a:lnTo>
                      <a:pt x="3630" y="265"/>
                    </a:lnTo>
                    <a:lnTo>
                      <a:pt x="3575" y="393"/>
                    </a:lnTo>
                    <a:lnTo>
                      <a:pt x="3511" y="511"/>
                    </a:lnTo>
                    <a:lnTo>
                      <a:pt x="3438" y="630"/>
                    </a:lnTo>
                    <a:lnTo>
                      <a:pt x="3356" y="748"/>
                    </a:lnTo>
                    <a:lnTo>
                      <a:pt x="3274" y="858"/>
                    </a:lnTo>
                    <a:lnTo>
                      <a:pt x="3192" y="958"/>
                    </a:lnTo>
                    <a:lnTo>
                      <a:pt x="3101" y="1058"/>
                    </a:lnTo>
                    <a:lnTo>
                      <a:pt x="3001" y="1159"/>
                    </a:lnTo>
                    <a:lnTo>
                      <a:pt x="2900" y="1250"/>
                    </a:lnTo>
                    <a:lnTo>
                      <a:pt x="2791" y="1341"/>
                    </a:lnTo>
                    <a:lnTo>
                      <a:pt x="2682" y="1423"/>
                    </a:lnTo>
                    <a:lnTo>
                      <a:pt x="2563" y="1496"/>
                    </a:lnTo>
                    <a:lnTo>
                      <a:pt x="2444" y="1569"/>
                    </a:lnTo>
                    <a:lnTo>
                      <a:pt x="2317" y="1633"/>
                    </a:lnTo>
                    <a:lnTo>
                      <a:pt x="2189" y="1697"/>
                    </a:lnTo>
                    <a:lnTo>
                      <a:pt x="2061" y="1751"/>
                    </a:lnTo>
                    <a:lnTo>
                      <a:pt x="1934" y="1797"/>
                    </a:lnTo>
                    <a:lnTo>
                      <a:pt x="1797" y="1834"/>
                    </a:lnTo>
                    <a:lnTo>
                      <a:pt x="1669" y="1870"/>
                    </a:lnTo>
                    <a:lnTo>
                      <a:pt x="1533" y="1897"/>
                    </a:lnTo>
                    <a:lnTo>
                      <a:pt x="1396" y="1916"/>
                    </a:lnTo>
                    <a:lnTo>
                      <a:pt x="1259" y="1925"/>
                    </a:lnTo>
                    <a:lnTo>
                      <a:pt x="1122" y="1934"/>
                    </a:lnTo>
                    <a:lnTo>
                      <a:pt x="985" y="1934"/>
                    </a:lnTo>
                    <a:lnTo>
                      <a:pt x="849" y="1925"/>
                    </a:lnTo>
                    <a:lnTo>
                      <a:pt x="712" y="1907"/>
                    </a:lnTo>
                    <a:lnTo>
                      <a:pt x="575" y="1888"/>
                    </a:lnTo>
                    <a:lnTo>
                      <a:pt x="438" y="1861"/>
                    </a:lnTo>
                    <a:lnTo>
                      <a:pt x="302" y="1824"/>
                    </a:lnTo>
                    <a:lnTo>
                      <a:pt x="165" y="1788"/>
                    </a:lnTo>
                    <a:lnTo>
                      <a:pt x="1" y="2280"/>
                    </a:lnTo>
                    <a:lnTo>
                      <a:pt x="128" y="2326"/>
                    </a:lnTo>
                    <a:lnTo>
                      <a:pt x="265" y="2362"/>
                    </a:lnTo>
                    <a:lnTo>
                      <a:pt x="393" y="2390"/>
                    </a:lnTo>
                    <a:lnTo>
                      <a:pt x="530" y="2417"/>
                    </a:lnTo>
                    <a:lnTo>
                      <a:pt x="794" y="2445"/>
                    </a:lnTo>
                    <a:lnTo>
                      <a:pt x="1068" y="2463"/>
                    </a:lnTo>
                    <a:lnTo>
                      <a:pt x="1259" y="2454"/>
                    </a:lnTo>
                    <a:lnTo>
                      <a:pt x="1451" y="2435"/>
                    </a:lnTo>
                    <a:lnTo>
                      <a:pt x="1633" y="2408"/>
                    </a:lnTo>
                    <a:lnTo>
                      <a:pt x="1824" y="2372"/>
                    </a:lnTo>
                    <a:lnTo>
                      <a:pt x="2016" y="2317"/>
                    </a:lnTo>
                    <a:lnTo>
                      <a:pt x="2198" y="2262"/>
                    </a:lnTo>
                    <a:lnTo>
                      <a:pt x="2381" y="2189"/>
                    </a:lnTo>
                    <a:lnTo>
                      <a:pt x="2554" y="2107"/>
                    </a:lnTo>
                    <a:lnTo>
                      <a:pt x="2700" y="2025"/>
                    </a:lnTo>
                    <a:lnTo>
                      <a:pt x="2846" y="1943"/>
                    </a:lnTo>
                    <a:lnTo>
                      <a:pt x="2982" y="1852"/>
                    </a:lnTo>
                    <a:lnTo>
                      <a:pt x="3119" y="1751"/>
                    </a:lnTo>
                    <a:lnTo>
                      <a:pt x="3238" y="1651"/>
                    </a:lnTo>
                    <a:lnTo>
                      <a:pt x="3365" y="1542"/>
                    </a:lnTo>
                    <a:lnTo>
                      <a:pt x="3475" y="1423"/>
                    </a:lnTo>
                    <a:lnTo>
                      <a:pt x="3584" y="1305"/>
                    </a:lnTo>
                    <a:lnTo>
                      <a:pt x="3694" y="1177"/>
                    </a:lnTo>
                    <a:lnTo>
                      <a:pt x="3785" y="1049"/>
                    </a:lnTo>
                    <a:lnTo>
                      <a:pt x="3876" y="913"/>
                    </a:lnTo>
                    <a:lnTo>
                      <a:pt x="3967" y="776"/>
                    </a:lnTo>
                    <a:lnTo>
                      <a:pt x="4040" y="630"/>
                    </a:lnTo>
                    <a:lnTo>
                      <a:pt x="4113" y="484"/>
                    </a:lnTo>
                    <a:lnTo>
                      <a:pt x="4177" y="329"/>
                    </a:lnTo>
                    <a:lnTo>
                      <a:pt x="4232" y="174"/>
                    </a:lnTo>
                    <a:lnTo>
                      <a:pt x="37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3">
                <a:extLst>
                  <a:ext uri="{FF2B5EF4-FFF2-40B4-BE49-F238E27FC236}">
                    <a16:creationId xmlns:a16="http://schemas.microsoft.com/office/drawing/2014/main" id="{C8F2472A-E900-0388-E2E1-C6744FEFE67F}"/>
                  </a:ext>
                </a:extLst>
              </p:cNvPr>
              <p:cNvSpPr/>
              <p:nvPr/>
            </p:nvSpPr>
            <p:spPr>
              <a:xfrm>
                <a:off x="4159108" y="368610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12" y="1"/>
                    </a:moveTo>
                    <a:lnTo>
                      <a:pt x="457" y="19"/>
                    </a:lnTo>
                    <a:lnTo>
                      <a:pt x="393" y="37"/>
                    </a:lnTo>
                    <a:lnTo>
                      <a:pt x="338" y="65"/>
                    </a:lnTo>
                    <a:lnTo>
                      <a:pt x="284" y="92"/>
                    </a:lnTo>
                    <a:lnTo>
                      <a:pt x="238" y="129"/>
                    </a:lnTo>
                    <a:lnTo>
                      <a:pt x="183" y="165"/>
                    </a:lnTo>
                    <a:lnTo>
                      <a:pt x="147" y="211"/>
                    </a:lnTo>
                    <a:lnTo>
                      <a:pt x="110" y="256"/>
                    </a:lnTo>
                    <a:lnTo>
                      <a:pt x="74" y="311"/>
                    </a:lnTo>
                    <a:lnTo>
                      <a:pt x="47" y="356"/>
                    </a:lnTo>
                    <a:lnTo>
                      <a:pt x="28" y="411"/>
                    </a:lnTo>
                    <a:lnTo>
                      <a:pt x="10" y="475"/>
                    </a:lnTo>
                    <a:lnTo>
                      <a:pt x="1" y="530"/>
                    </a:lnTo>
                    <a:lnTo>
                      <a:pt x="1" y="594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1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9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66" y="1177"/>
                    </a:lnTo>
                    <a:lnTo>
                      <a:pt x="420" y="1195"/>
                    </a:lnTo>
                    <a:lnTo>
                      <a:pt x="475" y="1214"/>
                    </a:lnTo>
                    <a:lnTo>
                      <a:pt x="530" y="1223"/>
                    </a:lnTo>
                    <a:lnTo>
                      <a:pt x="712" y="1223"/>
                    </a:lnTo>
                    <a:lnTo>
                      <a:pt x="767" y="1205"/>
                    </a:lnTo>
                    <a:lnTo>
                      <a:pt x="831" y="1186"/>
                    </a:lnTo>
                    <a:lnTo>
                      <a:pt x="885" y="1159"/>
                    </a:lnTo>
                    <a:lnTo>
                      <a:pt x="940" y="1132"/>
                    </a:lnTo>
                    <a:lnTo>
                      <a:pt x="995" y="1095"/>
                    </a:lnTo>
                    <a:lnTo>
                      <a:pt x="1040" y="1059"/>
                    </a:lnTo>
                    <a:lnTo>
                      <a:pt x="1077" y="1013"/>
                    </a:lnTo>
                    <a:lnTo>
                      <a:pt x="1113" y="967"/>
                    </a:lnTo>
                    <a:lnTo>
                      <a:pt x="1150" y="913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4" y="749"/>
                    </a:lnTo>
                    <a:lnTo>
                      <a:pt x="1223" y="694"/>
                    </a:lnTo>
                    <a:lnTo>
                      <a:pt x="1232" y="630"/>
                    </a:lnTo>
                    <a:lnTo>
                      <a:pt x="1223" y="575"/>
                    </a:lnTo>
                    <a:lnTo>
                      <a:pt x="1223" y="512"/>
                    </a:lnTo>
                    <a:lnTo>
                      <a:pt x="1205" y="457"/>
                    </a:lnTo>
                    <a:lnTo>
                      <a:pt x="1186" y="393"/>
                    </a:lnTo>
                    <a:lnTo>
                      <a:pt x="1168" y="338"/>
                    </a:lnTo>
                    <a:lnTo>
                      <a:pt x="1132" y="284"/>
                    </a:lnTo>
                    <a:lnTo>
                      <a:pt x="1095" y="229"/>
                    </a:lnTo>
                    <a:lnTo>
                      <a:pt x="1059" y="183"/>
                    </a:lnTo>
                    <a:lnTo>
                      <a:pt x="1013" y="147"/>
                    </a:lnTo>
                    <a:lnTo>
                      <a:pt x="968" y="110"/>
                    </a:lnTo>
                    <a:lnTo>
                      <a:pt x="913" y="74"/>
                    </a:lnTo>
                    <a:lnTo>
                      <a:pt x="867" y="46"/>
                    </a:lnTo>
                    <a:lnTo>
                      <a:pt x="81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7" name="Google Shape;547;p23">
            <a:extLst>
              <a:ext uri="{FF2B5EF4-FFF2-40B4-BE49-F238E27FC236}">
                <a16:creationId xmlns:a16="http://schemas.microsoft.com/office/drawing/2014/main" id="{88AC6413-0024-C585-D035-DEA1FCD5128A}"/>
              </a:ext>
            </a:extLst>
          </p:cNvPr>
          <p:cNvSpPr/>
          <p:nvPr/>
        </p:nvSpPr>
        <p:spPr>
          <a:xfrm>
            <a:off x="4532285" y="1241367"/>
            <a:ext cx="680700" cy="680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3" name="Google Shape;553;p23">
            <a:extLst>
              <a:ext uri="{FF2B5EF4-FFF2-40B4-BE49-F238E27FC236}">
                <a16:creationId xmlns:a16="http://schemas.microsoft.com/office/drawing/2014/main" id="{A38F1CF4-C4F3-E7B3-A184-8069AAEF5BE3}"/>
              </a:ext>
            </a:extLst>
          </p:cNvPr>
          <p:cNvSpPr/>
          <p:nvPr/>
        </p:nvSpPr>
        <p:spPr>
          <a:xfrm>
            <a:off x="5318140" y="2136783"/>
            <a:ext cx="443100" cy="443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4" name="Google Shape;554;p23">
            <a:extLst>
              <a:ext uri="{FF2B5EF4-FFF2-40B4-BE49-F238E27FC236}">
                <a16:creationId xmlns:a16="http://schemas.microsoft.com/office/drawing/2014/main" id="{D7C4E94C-78AF-1523-E7C9-8E7F0BF29513}"/>
              </a:ext>
            </a:extLst>
          </p:cNvPr>
          <p:cNvSpPr/>
          <p:nvPr/>
        </p:nvSpPr>
        <p:spPr>
          <a:xfrm>
            <a:off x="5318190" y="2682834"/>
            <a:ext cx="443100" cy="443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5" name="Google Shape;555;p23">
            <a:extLst>
              <a:ext uri="{FF2B5EF4-FFF2-40B4-BE49-F238E27FC236}">
                <a16:creationId xmlns:a16="http://schemas.microsoft.com/office/drawing/2014/main" id="{5F88205A-FE10-229B-EEED-73BE7ED182BC}"/>
              </a:ext>
            </a:extLst>
          </p:cNvPr>
          <p:cNvSpPr/>
          <p:nvPr/>
        </p:nvSpPr>
        <p:spPr>
          <a:xfrm>
            <a:off x="5318240" y="3228885"/>
            <a:ext cx="443100" cy="443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556" name="Google Shape;556;p23">
            <a:extLst>
              <a:ext uri="{FF2B5EF4-FFF2-40B4-BE49-F238E27FC236}">
                <a16:creationId xmlns:a16="http://schemas.microsoft.com/office/drawing/2014/main" id="{8F15B91E-D343-4792-A2C7-EA70F098F591}"/>
              </a:ext>
            </a:extLst>
          </p:cNvPr>
          <p:cNvCxnSpPr>
            <a:stCxn id="547" idx="6"/>
            <a:endCxn id="553" idx="0"/>
          </p:cNvCxnSpPr>
          <p:nvPr/>
        </p:nvCxnSpPr>
        <p:spPr>
          <a:xfrm>
            <a:off x="5212985" y="1581717"/>
            <a:ext cx="326705" cy="555066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23">
            <a:extLst>
              <a:ext uri="{FF2B5EF4-FFF2-40B4-BE49-F238E27FC236}">
                <a16:creationId xmlns:a16="http://schemas.microsoft.com/office/drawing/2014/main" id="{DB604FFF-0DEA-C9E4-A0F8-34A08C2D956F}"/>
              </a:ext>
            </a:extLst>
          </p:cNvPr>
          <p:cNvSpPr/>
          <p:nvPr/>
        </p:nvSpPr>
        <p:spPr>
          <a:xfrm>
            <a:off x="5370254" y="2172714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3">
            <a:extLst>
              <a:ext uri="{FF2B5EF4-FFF2-40B4-BE49-F238E27FC236}">
                <a16:creationId xmlns:a16="http://schemas.microsoft.com/office/drawing/2014/main" id="{B225326C-B5E3-E2E0-1CEE-8231B627A2D0}"/>
              </a:ext>
            </a:extLst>
          </p:cNvPr>
          <p:cNvSpPr/>
          <p:nvPr/>
        </p:nvSpPr>
        <p:spPr>
          <a:xfrm>
            <a:off x="5370254" y="2700801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3">
            <a:extLst>
              <a:ext uri="{FF2B5EF4-FFF2-40B4-BE49-F238E27FC236}">
                <a16:creationId xmlns:a16="http://schemas.microsoft.com/office/drawing/2014/main" id="{FB744A99-8596-1384-B079-FEF2FC145152}"/>
              </a:ext>
            </a:extLst>
          </p:cNvPr>
          <p:cNvSpPr/>
          <p:nvPr/>
        </p:nvSpPr>
        <p:spPr>
          <a:xfrm>
            <a:off x="5370254" y="3264726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46;p23">
            <a:extLst>
              <a:ext uri="{FF2B5EF4-FFF2-40B4-BE49-F238E27FC236}">
                <a16:creationId xmlns:a16="http://schemas.microsoft.com/office/drawing/2014/main" id="{78E462F0-DD71-FD3E-E3B2-7DADD25F73CC}"/>
              </a:ext>
            </a:extLst>
          </p:cNvPr>
          <p:cNvSpPr txBox="1"/>
          <p:nvPr/>
        </p:nvSpPr>
        <p:spPr>
          <a:xfrm>
            <a:off x="327648" y="1380146"/>
            <a:ext cx="4069092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dirty="0"/>
              <a:t>A reliable predictive system has the potential to </a:t>
            </a:r>
            <a:r>
              <a:rPr lang="en-US" b="1" dirty="0"/>
              <a:t>support clinicians in recognizing subtle signs that might otherwise go unnoticed</a:t>
            </a:r>
            <a:r>
              <a:rPr lang="en-US" dirty="0"/>
              <a:t>. </a:t>
            </a:r>
            <a:endParaRPr lang="en-GB" dirty="0"/>
          </a:p>
        </p:txBody>
      </p:sp>
      <p:grpSp>
        <p:nvGrpSpPr>
          <p:cNvPr id="2" name="Google Shape;1212;p38">
            <a:extLst>
              <a:ext uri="{FF2B5EF4-FFF2-40B4-BE49-F238E27FC236}">
                <a16:creationId xmlns:a16="http://schemas.microsoft.com/office/drawing/2014/main" id="{B3C0B52E-C20E-B11B-C9BE-0FAB10612460}"/>
              </a:ext>
            </a:extLst>
          </p:cNvPr>
          <p:cNvGrpSpPr/>
          <p:nvPr/>
        </p:nvGrpSpPr>
        <p:grpSpPr>
          <a:xfrm>
            <a:off x="1007929" y="2122269"/>
            <a:ext cx="2218640" cy="2695337"/>
            <a:chOff x="1653875" y="238125"/>
            <a:chExt cx="4312225" cy="5238750"/>
          </a:xfrm>
        </p:grpSpPr>
        <p:sp>
          <p:nvSpPr>
            <p:cNvPr id="3" name="Google Shape;1213;p38">
              <a:extLst>
                <a:ext uri="{FF2B5EF4-FFF2-40B4-BE49-F238E27FC236}">
                  <a16:creationId xmlns:a16="http://schemas.microsoft.com/office/drawing/2014/main" id="{3C568E40-6833-34C3-CF17-EB6D27D0361D}"/>
                </a:ext>
              </a:extLst>
            </p:cNvPr>
            <p:cNvSpPr/>
            <p:nvPr/>
          </p:nvSpPr>
          <p:spPr>
            <a:xfrm>
              <a:off x="4538250" y="1201775"/>
              <a:ext cx="140525" cy="3293050"/>
            </a:xfrm>
            <a:custGeom>
              <a:avLst/>
              <a:gdLst/>
              <a:ahLst/>
              <a:cxnLst/>
              <a:rect l="l" t="t" r="r" b="b"/>
              <a:pathLst>
                <a:path w="5621" h="131722" extrusionOk="0">
                  <a:moveTo>
                    <a:pt x="0" y="1"/>
                  </a:moveTo>
                  <a:lnTo>
                    <a:pt x="0" y="131722"/>
                  </a:lnTo>
                  <a:lnTo>
                    <a:pt x="5620" y="131722"/>
                  </a:lnTo>
                  <a:lnTo>
                    <a:pt x="56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214;p38">
              <a:extLst>
                <a:ext uri="{FF2B5EF4-FFF2-40B4-BE49-F238E27FC236}">
                  <a16:creationId xmlns:a16="http://schemas.microsoft.com/office/drawing/2014/main" id="{80101B95-5A96-FD12-860D-96F9B818D3B8}"/>
                </a:ext>
              </a:extLst>
            </p:cNvPr>
            <p:cNvSpPr/>
            <p:nvPr/>
          </p:nvSpPr>
          <p:spPr>
            <a:xfrm>
              <a:off x="3675000" y="2472575"/>
              <a:ext cx="516800" cy="2552650"/>
            </a:xfrm>
            <a:custGeom>
              <a:avLst/>
              <a:gdLst/>
              <a:ahLst/>
              <a:cxnLst/>
              <a:rect l="l" t="t" r="r" b="b"/>
              <a:pathLst>
                <a:path w="20672" h="102106" extrusionOk="0">
                  <a:moveTo>
                    <a:pt x="15095" y="0"/>
                  </a:moveTo>
                  <a:lnTo>
                    <a:pt x="0" y="101517"/>
                  </a:lnTo>
                  <a:lnTo>
                    <a:pt x="5561" y="102105"/>
                  </a:lnTo>
                  <a:lnTo>
                    <a:pt x="20671" y="589"/>
                  </a:lnTo>
                  <a:lnTo>
                    <a:pt x="1509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15;p38">
              <a:extLst>
                <a:ext uri="{FF2B5EF4-FFF2-40B4-BE49-F238E27FC236}">
                  <a16:creationId xmlns:a16="http://schemas.microsoft.com/office/drawing/2014/main" id="{9A829109-D71F-FE33-BCA6-549ECD5FD738}"/>
                </a:ext>
              </a:extLst>
            </p:cNvPr>
            <p:cNvSpPr/>
            <p:nvPr/>
          </p:nvSpPr>
          <p:spPr>
            <a:xfrm>
              <a:off x="4991025" y="2475150"/>
              <a:ext cx="585200" cy="2547500"/>
            </a:xfrm>
            <a:custGeom>
              <a:avLst/>
              <a:gdLst/>
              <a:ahLst/>
              <a:cxnLst/>
              <a:rect l="l" t="t" r="r" b="b"/>
              <a:pathLst>
                <a:path w="23408" h="101900" extrusionOk="0">
                  <a:moveTo>
                    <a:pt x="5547" y="0"/>
                  </a:moveTo>
                  <a:lnTo>
                    <a:pt x="0" y="707"/>
                  </a:lnTo>
                  <a:lnTo>
                    <a:pt x="17861" y="101899"/>
                  </a:lnTo>
                  <a:lnTo>
                    <a:pt x="23408" y="101193"/>
                  </a:lnTo>
                  <a:lnTo>
                    <a:pt x="55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216;p38">
              <a:extLst>
                <a:ext uri="{FF2B5EF4-FFF2-40B4-BE49-F238E27FC236}">
                  <a16:creationId xmlns:a16="http://schemas.microsoft.com/office/drawing/2014/main" id="{D3A5FEB0-69FD-3ABB-E117-53F2AFA58185}"/>
                </a:ext>
              </a:extLst>
            </p:cNvPr>
            <p:cNvSpPr/>
            <p:nvPr/>
          </p:nvSpPr>
          <p:spPr>
            <a:xfrm>
              <a:off x="4390025" y="238125"/>
              <a:ext cx="372250" cy="716150"/>
            </a:xfrm>
            <a:custGeom>
              <a:avLst/>
              <a:gdLst/>
              <a:ahLst/>
              <a:cxnLst/>
              <a:rect l="l" t="t" r="r" b="b"/>
              <a:pathLst>
                <a:path w="14890" h="28646" extrusionOk="0">
                  <a:moveTo>
                    <a:pt x="0" y="0"/>
                  </a:moveTo>
                  <a:lnTo>
                    <a:pt x="0" y="28645"/>
                  </a:lnTo>
                  <a:lnTo>
                    <a:pt x="14889" y="28645"/>
                  </a:lnTo>
                  <a:lnTo>
                    <a:pt x="1488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217;p38">
              <a:extLst>
                <a:ext uri="{FF2B5EF4-FFF2-40B4-BE49-F238E27FC236}">
                  <a16:creationId xmlns:a16="http://schemas.microsoft.com/office/drawing/2014/main" id="{CFA958E6-F5D9-7FAC-2EAA-C47BA27871E0}"/>
                </a:ext>
              </a:extLst>
            </p:cNvPr>
            <p:cNvSpPr/>
            <p:nvPr/>
          </p:nvSpPr>
          <p:spPr>
            <a:xfrm>
              <a:off x="3150500" y="464675"/>
              <a:ext cx="2815600" cy="2128200"/>
            </a:xfrm>
            <a:custGeom>
              <a:avLst/>
              <a:gdLst/>
              <a:ahLst/>
              <a:cxnLst/>
              <a:rect l="l" t="t" r="r" b="b"/>
              <a:pathLst>
                <a:path w="112624" h="85128" extrusionOk="0">
                  <a:moveTo>
                    <a:pt x="0" y="1"/>
                  </a:moveTo>
                  <a:lnTo>
                    <a:pt x="0" y="85127"/>
                  </a:lnTo>
                  <a:lnTo>
                    <a:pt x="112624" y="85127"/>
                  </a:lnTo>
                  <a:lnTo>
                    <a:pt x="11262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218;p38">
              <a:extLst>
                <a:ext uri="{FF2B5EF4-FFF2-40B4-BE49-F238E27FC236}">
                  <a16:creationId xmlns:a16="http://schemas.microsoft.com/office/drawing/2014/main" id="{449C9C63-6AAE-CE52-59E8-9B8BF8CC0631}"/>
                </a:ext>
              </a:extLst>
            </p:cNvPr>
            <p:cNvSpPr/>
            <p:nvPr/>
          </p:nvSpPr>
          <p:spPr>
            <a:xfrm>
              <a:off x="4420900" y="2100725"/>
              <a:ext cx="1358000" cy="89400"/>
            </a:xfrm>
            <a:custGeom>
              <a:avLst/>
              <a:gdLst/>
              <a:ahLst/>
              <a:cxnLst/>
              <a:rect l="l" t="t" r="r" b="b"/>
              <a:pathLst>
                <a:path w="54320" h="3576" extrusionOk="0">
                  <a:moveTo>
                    <a:pt x="1" y="0"/>
                  </a:moveTo>
                  <a:lnTo>
                    <a:pt x="1" y="3575"/>
                  </a:lnTo>
                  <a:lnTo>
                    <a:pt x="54319" y="3575"/>
                  </a:lnTo>
                  <a:lnTo>
                    <a:pt x="543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219;p38">
              <a:extLst>
                <a:ext uri="{FF2B5EF4-FFF2-40B4-BE49-F238E27FC236}">
                  <a16:creationId xmlns:a16="http://schemas.microsoft.com/office/drawing/2014/main" id="{ED184DA2-710B-3BAB-D2F2-A7FA92D79476}"/>
                </a:ext>
              </a:extLst>
            </p:cNvPr>
            <p:cNvSpPr/>
            <p:nvPr/>
          </p:nvSpPr>
          <p:spPr>
            <a:xfrm>
              <a:off x="4420900" y="2265850"/>
              <a:ext cx="1358000" cy="89775"/>
            </a:xfrm>
            <a:custGeom>
              <a:avLst/>
              <a:gdLst/>
              <a:ahLst/>
              <a:cxnLst/>
              <a:rect l="l" t="t" r="r" b="b"/>
              <a:pathLst>
                <a:path w="54320" h="3591" extrusionOk="0">
                  <a:moveTo>
                    <a:pt x="1" y="1"/>
                  </a:moveTo>
                  <a:lnTo>
                    <a:pt x="1" y="3591"/>
                  </a:lnTo>
                  <a:lnTo>
                    <a:pt x="54319" y="3591"/>
                  </a:lnTo>
                  <a:lnTo>
                    <a:pt x="543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20;p38">
              <a:extLst>
                <a:ext uri="{FF2B5EF4-FFF2-40B4-BE49-F238E27FC236}">
                  <a16:creationId xmlns:a16="http://schemas.microsoft.com/office/drawing/2014/main" id="{F1C65FF0-9048-1AD8-CF5D-031E32BE256A}"/>
                </a:ext>
              </a:extLst>
            </p:cNvPr>
            <p:cNvSpPr/>
            <p:nvPr/>
          </p:nvSpPr>
          <p:spPr>
            <a:xfrm>
              <a:off x="4619150" y="599300"/>
              <a:ext cx="44900" cy="45275"/>
            </a:xfrm>
            <a:custGeom>
              <a:avLst/>
              <a:gdLst/>
              <a:ahLst/>
              <a:cxnLst/>
              <a:rect l="l" t="t" r="r" b="b"/>
              <a:pathLst>
                <a:path w="1796" h="1811" extrusionOk="0">
                  <a:moveTo>
                    <a:pt x="810" y="1"/>
                  </a:moveTo>
                  <a:lnTo>
                    <a:pt x="722" y="15"/>
                  </a:lnTo>
                  <a:lnTo>
                    <a:pt x="634" y="45"/>
                  </a:lnTo>
                  <a:lnTo>
                    <a:pt x="545" y="74"/>
                  </a:lnTo>
                  <a:lnTo>
                    <a:pt x="398" y="148"/>
                  </a:lnTo>
                  <a:lnTo>
                    <a:pt x="266" y="265"/>
                  </a:lnTo>
                  <a:lnTo>
                    <a:pt x="148" y="398"/>
                  </a:lnTo>
                  <a:lnTo>
                    <a:pt x="60" y="545"/>
                  </a:lnTo>
                  <a:lnTo>
                    <a:pt x="30" y="633"/>
                  </a:lnTo>
                  <a:lnTo>
                    <a:pt x="16" y="722"/>
                  </a:lnTo>
                  <a:lnTo>
                    <a:pt x="1" y="810"/>
                  </a:lnTo>
                  <a:lnTo>
                    <a:pt x="1" y="898"/>
                  </a:lnTo>
                  <a:lnTo>
                    <a:pt x="1" y="1001"/>
                  </a:lnTo>
                  <a:lnTo>
                    <a:pt x="16" y="1089"/>
                  </a:lnTo>
                  <a:lnTo>
                    <a:pt x="30" y="1178"/>
                  </a:lnTo>
                  <a:lnTo>
                    <a:pt x="60" y="1251"/>
                  </a:lnTo>
                  <a:lnTo>
                    <a:pt x="148" y="1413"/>
                  </a:lnTo>
                  <a:lnTo>
                    <a:pt x="266" y="1545"/>
                  </a:lnTo>
                  <a:lnTo>
                    <a:pt x="398" y="1648"/>
                  </a:lnTo>
                  <a:lnTo>
                    <a:pt x="545" y="1737"/>
                  </a:lnTo>
                  <a:lnTo>
                    <a:pt x="634" y="1766"/>
                  </a:lnTo>
                  <a:lnTo>
                    <a:pt x="722" y="1796"/>
                  </a:lnTo>
                  <a:lnTo>
                    <a:pt x="810" y="1810"/>
                  </a:lnTo>
                  <a:lnTo>
                    <a:pt x="987" y="1810"/>
                  </a:lnTo>
                  <a:lnTo>
                    <a:pt x="1075" y="1796"/>
                  </a:lnTo>
                  <a:lnTo>
                    <a:pt x="1163" y="1766"/>
                  </a:lnTo>
                  <a:lnTo>
                    <a:pt x="1252" y="1737"/>
                  </a:lnTo>
                  <a:lnTo>
                    <a:pt x="1399" y="1648"/>
                  </a:lnTo>
                  <a:lnTo>
                    <a:pt x="1531" y="1545"/>
                  </a:lnTo>
                  <a:lnTo>
                    <a:pt x="1649" y="1413"/>
                  </a:lnTo>
                  <a:lnTo>
                    <a:pt x="1737" y="1251"/>
                  </a:lnTo>
                  <a:lnTo>
                    <a:pt x="1766" y="1178"/>
                  </a:lnTo>
                  <a:lnTo>
                    <a:pt x="1781" y="1089"/>
                  </a:lnTo>
                  <a:lnTo>
                    <a:pt x="1796" y="1001"/>
                  </a:lnTo>
                  <a:lnTo>
                    <a:pt x="1796" y="898"/>
                  </a:lnTo>
                  <a:lnTo>
                    <a:pt x="1796" y="810"/>
                  </a:lnTo>
                  <a:lnTo>
                    <a:pt x="1781" y="722"/>
                  </a:lnTo>
                  <a:lnTo>
                    <a:pt x="1766" y="633"/>
                  </a:lnTo>
                  <a:lnTo>
                    <a:pt x="1737" y="545"/>
                  </a:lnTo>
                  <a:lnTo>
                    <a:pt x="1649" y="398"/>
                  </a:lnTo>
                  <a:lnTo>
                    <a:pt x="1531" y="265"/>
                  </a:lnTo>
                  <a:lnTo>
                    <a:pt x="1399" y="148"/>
                  </a:lnTo>
                  <a:lnTo>
                    <a:pt x="1252" y="74"/>
                  </a:lnTo>
                  <a:lnTo>
                    <a:pt x="1163" y="45"/>
                  </a:lnTo>
                  <a:lnTo>
                    <a:pt x="1075" y="15"/>
                  </a:lnTo>
                  <a:lnTo>
                    <a:pt x="987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21;p38">
              <a:extLst>
                <a:ext uri="{FF2B5EF4-FFF2-40B4-BE49-F238E27FC236}">
                  <a16:creationId xmlns:a16="http://schemas.microsoft.com/office/drawing/2014/main" id="{D40C46EC-A4C3-C68C-20E8-A9FFBF4B0159}"/>
                </a:ext>
              </a:extLst>
            </p:cNvPr>
            <p:cNvSpPr/>
            <p:nvPr/>
          </p:nvSpPr>
          <p:spPr>
            <a:xfrm>
              <a:off x="4632025" y="621750"/>
              <a:ext cx="186150" cy="273675"/>
            </a:xfrm>
            <a:custGeom>
              <a:avLst/>
              <a:gdLst/>
              <a:ahLst/>
              <a:cxnLst/>
              <a:rect l="l" t="t" r="r" b="b"/>
              <a:pathLst>
                <a:path w="7446" h="10947" extrusionOk="0">
                  <a:moveTo>
                    <a:pt x="1" y="0"/>
                  </a:moveTo>
                  <a:lnTo>
                    <a:pt x="1" y="5164"/>
                  </a:lnTo>
                  <a:lnTo>
                    <a:pt x="6960" y="10946"/>
                  </a:lnTo>
                  <a:lnTo>
                    <a:pt x="7445" y="10358"/>
                  </a:lnTo>
                  <a:lnTo>
                    <a:pt x="766" y="4796"/>
                  </a:lnTo>
                  <a:lnTo>
                    <a:pt x="766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22;p38">
              <a:extLst>
                <a:ext uri="{FF2B5EF4-FFF2-40B4-BE49-F238E27FC236}">
                  <a16:creationId xmlns:a16="http://schemas.microsoft.com/office/drawing/2014/main" id="{366974B1-4D66-7CC7-3A21-B64005FE505C}"/>
                </a:ext>
              </a:extLst>
            </p:cNvPr>
            <p:cNvSpPr/>
            <p:nvPr/>
          </p:nvSpPr>
          <p:spPr>
            <a:xfrm>
              <a:off x="5385325" y="627250"/>
              <a:ext cx="45250" cy="45275"/>
            </a:xfrm>
            <a:custGeom>
              <a:avLst/>
              <a:gdLst/>
              <a:ahLst/>
              <a:cxnLst/>
              <a:rect l="l" t="t" r="r" b="b"/>
              <a:pathLst>
                <a:path w="1810" h="1811" extrusionOk="0">
                  <a:moveTo>
                    <a:pt x="809" y="1"/>
                  </a:moveTo>
                  <a:lnTo>
                    <a:pt x="721" y="16"/>
                  </a:lnTo>
                  <a:lnTo>
                    <a:pt x="633" y="45"/>
                  </a:lnTo>
                  <a:lnTo>
                    <a:pt x="544" y="74"/>
                  </a:lnTo>
                  <a:lnTo>
                    <a:pt x="397" y="163"/>
                  </a:lnTo>
                  <a:lnTo>
                    <a:pt x="265" y="266"/>
                  </a:lnTo>
                  <a:lnTo>
                    <a:pt x="147" y="398"/>
                  </a:lnTo>
                  <a:lnTo>
                    <a:pt x="59" y="560"/>
                  </a:lnTo>
                  <a:lnTo>
                    <a:pt x="29" y="633"/>
                  </a:lnTo>
                  <a:lnTo>
                    <a:pt x="15" y="722"/>
                  </a:lnTo>
                  <a:lnTo>
                    <a:pt x="0" y="810"/>
                  </a:lnTo>
                  <a:lnTo>
                    <a:pt x="0" y="913"/>
                  </a:lnTo>
                  <a:lnTo>
                    <a:pt x="0" y="1001"/>
                  </a:lnTo>
                  <a:lnTo>
                    <a:pt x="15" y="1090"/>
                  </a:lnTo>
                  <a:lnTo>
                    <a:pt x="29" y="1178"/>
                  </a:lnTo>
                  <a:lnTo>
                    <a:pt x="59" y="1251"/>
                  </a:lnTo>
                  <a:lnTo>
                    <a:pt x="147" y="1413"/>
                  </a:lnTo>
                  <a:lnTo>
                    <a:pt x="265" y="1546"/>
                  </a:lnTo>
                  <a:lnTo>
                    <a:pt x="397" y="1663"/>
                  </a:lnTo>
                  <a:lnTo>
                    <a:pt x="544" y="1737"/>
                  </a:lnTo>
                  <a:lnTo>
                    <a:pt x="633" y="1766"/>
                  </a:lnTo>
                  <a:lnTo>
                    <a:pt x="721" y="1796"/>
                  </a:lnTo>
                  <a:lnTo>
                    <a:pt x="809" y="1810"/>
                  </a:lnTo>
                  <a:lnTo>
                    <a:pt x="986" y="1810"/>
                  </a:lnTo>
                  <a:lnTo>
                    <a:pt x="1089" y="1796"/>
                  </a:lnTo>
                  <a:lnTo>
                    <a:pt x="1162" y="1766"/>
                  </a:lnTo>
                  <a:lnTo>
                    <a:pt x="1251" y="1737"/>
                  </a:lnTo>
                  <a:lnTo>
                    <a:pt x="1412" y="1663"/>
                  </a:lnTo>
                  <a:lnTo>
                    <a:pt x="1545" y="1546"/>
                  </a:lnTo>
                  <a:lnTo>
                    <a:pt x="1648" y="1413"/>
                  </a:lnTo>
                  <a:lnTo>
                    <a:pt x="1736" y="1251"/>
                  </a:lnTo>
                  <a:lnTo>
                    <a:pt x="1766" y="1178"/>
                  </a:lnTo>
                  <a:lnTo>
                    <a:pt x="1780" y="1090"/>
                  </a:lnTo>
                  <a:lnTo>
                    <a:pt x="1795" y="1001"/>
                  </a:lnTo>
                  <a:lnTo>
                    <a:pt x="1810" y="913"/>
                  </a:lnTo>
                  <a:lnTo>
                    <a:pt x="1795" y="810"/>
                  </a:lnTo>
                  <a:lnTo>
                    <a:pt x="1780" y="722"/>
                  </a:lnTo>
                  <a:lnTo>
                    <a:pt x="1766" y="633"/>
                  </a:lnTo>
                  <a:lnTo>
                    <a:pt x="1736" y="560"/>
                  </a:lnTo>
                  <a:lnTo>
                    <a:pt x="1648" y="398"/>
                  </a:lnTo>
                  <a:lnTo>
                    <a:pt x="1545" y="266"/>
                  </a:lnTo>
                  <a:lnTo>
                    <a:pt x="1412" y="163"/>
                  </a:lnTo>
                  <a:lnTo>
                    <a:pt x="1251" y="74"/>
                  </a:lnTo>
                  <a:lnTo>
                    <a:pt x="1162" y="45"/>
                  </a:lnTo>
                  <a:lnTo>
                    <a:pt x="1089" y="16"/>
                  </a:lnTo>
                  <a:lnTo>
                    <a:pt x="986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23;p38">
              <a:extLst>
                <a:ext uri="{FF2B5EF4-FFF2-40B4-BE49-F238E27FC236}">
                  <a16:creationId xmlns:a16="http://schemas.microsoft.com/office/drawing/2014/main" id="{C27FEE7F-959B-31F6-7787-0752F0D88FDD}"/>
                </a:ext>
              </a:extLst>
            </p:cNvPr>
            <p:cNvSpPr/>
            <p:nvPr/>
          </p:nvSpPr>
          <p:spPr>
            <a:xfrm>
              <a:off x="5302925" y="650050"/>
              <a:ext cx="114400" cy="271475"/>
            </a:xfrm>
            <a:custGeom>
              <a:avLst/>
              <a:gdLst/>
              <a:ahLst/>
              <a:cxnLst/>
              <a:rect l="l" t="t" r="r" b="b"/>
              <a:pathLst>
                <a:path w="4576" h="10859" extrusionOk="0">
                  <a:moveTo>
                    <a:pt x="3811" y="1"/>
                  </a:moveTo>
                  <a:lnTo>
                    <a:pt x="3811" y="4856"/>
                  </a:lnTo>
                  <a:lnTo>
                    <a:pt x="0" y="10432"/>
                  </a:lnTo>
                  <a:lnTo>
                    <a:pt x="648" y="10859"/>
                  </a:lnTo>
                  <a:lnTo>
                    <a:pt x="4576" y="5092"/>
                  </a:lnTo>
                  <a:lnTo>
                    <a:pt x="4576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24;p38">
              <a:extLst>
                <a:ext uri="{FF2B5EF4-FFF2-40B4-BE49-F238E27FC236}">
                  <a16:creationId xmlns:a16="http://schemas.microsoft.com/office/drawing/2014/main" id="{6E30DD57-C019-F7A6-6867-36935940E972}"/>
                </a:ext>
              </a:extLst>
            </p:cNvPr>
            <p:cNvSpPr/>
            <p:nvPr/>
          </p:nvSpPr>
          <p:spPr>
            <a:xfrm>
              <a:off x="5433875" y="1901000"/>
              <a:ext cx="45250" cy="45250"/>
            </a:xfrm>
            <a:custGeom>
              <a:avLst/>
              <a:gdLst/>
              <a:ahLst/>
              <a:cxnLst/>
              <a:rect l="l" t="t" r="r" b="b"/>
              <a:pathLst>
                <a:path w="1810" h="1810" extrusionOk="0">
                  <a:moveTo>
                    <a:pt x="809" y="0"/>
                  </a:moveTo>
                  <a:lnTo>
                    <a:pt x="721" y="15"/>
                  </a:lnTo>
                  <a:lnTo>
                    <a:pt x="633" y="44"/>
                  </a:lnTo>
                  <a:lnTo>
                    <a:pt x="559" y="74"/>
                  </a:lnTo>
                  <a:lnTo>
                    <a:pt x="397" y="147"/>
                  </a:lnTo>
                  <a:lnTo>
                    <a:pt x="265" y="265"/>
                  </a:lnTo>
                  <a:lnTo>
                    <a:pt x="162" y="397"/>
                  </a:lnTo>
                  <a:lnTo>
                    <a:pt x="74" y="559"/>
                  </a:lnTo>
                  <a:lnTo>
                    <a:pt x="44" y="633"/>
                  </a:lnTo>
                  <a:lnTo>
                    <a:pt x="15" y="721"/>
                  </a:lnTo>
                  <a:lnTo>
                    <a:pt x="0" y="809"/>
                  </a:lnTo>
                  <a:lnTo>
                    <a:pt x="0" y="898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44" y="1177"/>
                  </a:lnTo>
                  <a:lnTo>
                    <a:pt x="74" y="1251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397" y="1648"/>
                  </a:lnTo>
                  <a:lnTo>
                    <a:pt x="559" y="1736"/>
                  </a:lnTo>
                  <a:lnTo>
                    <a:pt x="633" y="1766"/>
                  </a:lnTo>
                  <a:lnTo>
                    <a:pt x="721" y="1795"/>
                  </a:lnTo>
                  <a:lnTo>
                    <a:pt x="809" y="1810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7" y="1766"/>
                  </a:lnTo>
                  <a:lnTo>
                    <a:pt x="1265" y="1736"/>
                  </a:lnTo>
                  <a:lnTo>
                    <a:pt x="1412" y="1648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6" y="1251"/>
                  </a:lnTo>
                  <a:lnTo>
                    <a:pt x="1766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898"/>
                  </a:lnTo>
                  <a:lnTo>
                    <a:pt x="1810" y="809"/>
                  </a:lnTo>
                  <a:lnTo>
                    <a:pt x="1795" y="721"/>
                  </a:lnTo>
                  <a:lnTo>
                    <a:pt x="1766" y="633"/>
                  </a:lnTo>
                  <a:lnTo>
                    <a:pt x="1736" y="559"/>
                  </a:lnTo>
                  <a:lnTo>
                    <a:pt x="1663" y="397"/>
                  </a:lnTo>
                  <a:lnTo>
                    <a:pt x="1545" y="265"/>
                  </a:lnTo>
                  <a:lnTo>
                    <a:pt x="1412" y="147"/>
                  </a:lnTo>
                  <a:lnTo>
                    <a:pt x="1265" y="74"/>
                  </a:lnTo>
                  <a:lnTo>
                    <a:pt x="1177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225;p38">
              <a:extLst>
                <a:ext uri="{FF2B5EF4-FFF2-40B4-BE49-F238E27FC236}">
                  <a16:creationId xmlns:a16="http://schemas.microsoft.com/office/drawing/2014/main" id="{361552A0-D854-52B8-BB92-F7BF9948E56E}"/>
                </a:ext>
              </a:extLst>
            </p:cNvPr>
            <p:cNvSpPr/>
            <p:nvPr/>
          </p:nvSpPr>
          <p:spPr>
            <a:xfrm>
              <a:off x="5279750" y="1649775"/>
              <a:ext cx="186500" cy="273675"/>
            </a:xfrm>
            <a:custGeom>
              <a:avLst/>
              <a:gdLst/>
              <a:ahLst/>
              <a:cxnLst/>
              <a:rect l="l" t="t" r="r" b="b"/>
              <a:pathLst>
                <a:path w="7460" h="10947" extrusionOk="0">
                  <a:moveTo>
                    <a:pt x="501" y="1"/>
                  </a:moveTo>
                  <a:lnTo>
                    <a:pt x="1" y="604"/>
                  </a:lnTo>
                  <a:lnTo>
                    <a:pt x="6680" y="6150"/>
                  </a:lnTo>
                  <a:lnTo>
                    <a:pt x="6680" y="10947"/>
                  </a:lnTo>
                  <a:lnTo>
                    <a:pt x="7460" y="10947"/>
                  </a:lnTo>
                  <a:lnTo>
                    <a:pt x="7460" y="5797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226;p38">
              <a:extLst>
                <a:ext uri="{FF2B5EF4-FFF2-40B4-BE49-F238E27FC236}">
                  <a16:creationId xmlns:a16="http://schemas.microsoft.com/office/drawing/2014/main" id="{68428AFB-10CE-6541-50A6-B7E859F5E7C7}"/>
                </a:ext>
              </a:extLst>
            </p:cNvPr>
            <p:cNvSpPr/>
            <p:nvPr/>
          </p:nvSpPr>
          <p:spPr>
            <a:xfrm>
              <a:off x="4305050" y="1174200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10" y="0"/>
                  </a:moveTo>
                  <a:lnTo>
                    <a:pt x="721" y="15"/>
                  </a:lnTo>
                  <a:lnTo>
                    <a:pt x="633" y="44"/>
                  </a:lnTo>
                  <a:lnTo>
                    <a:pt x="545" y="74"/>
                  </a:lnTo>
                  <a:lnTo>
                    <a:pt x="398" y="147"/>
                  </a:lnTo>
                  <a:lnTo>
                    <a:pt x="265" y="265"/>
                  </a:lnTo>
                  <a:lnTo>
                    <a:pt x="148" y="398"/>
                  </a:lnTo>
                  <a:lnTo>
                    <a:pt x="74" y="545"/>
                  </a:lnTo>
                  <a:lnTo>
                    <a:pt x="30" y="633"/>
                  </a:lnTo>
                  <a:lnTo>
                    <a:pt x="15" y="721"/>
                  </a:lnTo>
                  <a:lnTo>
                    <a:pt x="0" y="809"/>
                  </a:lnTo>
                  <a:lnTo>
                    <a:pt x="0" y="898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30" y="1177"/>
                  </a:lnTo>
                  <a:lnTo>
                    <a:pt x="74" y="1251"/>
                  </a:lnTo>
                  <a:lnTo>
                    <a:pt x="148" y="1413"/>
                  </a:lnTo>
                  <a:lnTo>
                    <a:pt x="265" y="1545"/>
                  </a:lnTo>
                  <a:lnTo>
                    <a:pt x="398" y="1648"/>
                  </a:lnTo>
                  <a:lnTo>
                    <a:pt x="545" y="1736"/>
                  </a:lnTo>
                  <a:lnTo>
                    <a:pt x="633" y="1766"/>
                  </a:lnTo>
                  <a:lnTo>
                    <a:pt x="721" y="1795"/>
                  </a:lnTo>
                  <a:lnTo>
                    <a:pt x="810" y="1795"/>
                  </a:lnTo>
                  <a:lnTo>
                    <a:pt x="898" y="1810"/>
                  </a:lnTo>
                  <a:lnTo>
                    <a:pt x="986" y="1795"/>
                  </a:lnTo>
                  <a:lnTo>
                    <a:pt x="1089" y="1795"/>
                  </a:lnTo>
                  <a:lnTo>
                    <a:pt x="1163" y="1766"/>
                  </a:lnTo>
                  <a:lnTo>
                    <a:pt x="1251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48" y="1413"/>
                  </a:lnTo>
                  <a:lnTo>
                    <a:pt x="1737" y="1251"/>
                  </a:lnTo>
                  <a:lnTo>
                    <a:pt x="1766" y="1177"/>
                  </a:lnTo>
                  <a:lnTo>
                    <a:pt x="1795" y="1089"/>
                  </a:lnTo>
                  <a:lnTo>
                    <a:pt x="1795" y="1001"/>
                  </a:lnTo>
                  <a:lnTo>
                    <a:pt x="1810" y="898"/>
                  </a:lnTo>
                  <a:lnTo>
                    <a:pt x="1795" y="809"/>
                  </a:lnTo>
                  <a:lnTo>
                    <a:pt x="1795" y="721"/>
                  </a:lnTo>
                  <a:lnTo>
                    <a:pt x="1766" y="633"/>
                  </a:lnTo>
                  <a:lnTo>
                    <a:pt x="1737" y="545"/>
                  </a:lnTo>
                  <a:lnTo>
                    <a:pt x="1648" y="398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51" y="74"/>
                  </a:lnTo>
                  <a:lnTo>
                    <a:pt x="1163" y="44"/>
                  </a:lnTo>
                  <a:lnTo>
                    <a:pt x="1089" y="15"/>
                  </a:lnTo>
                  <a:lnTo>
                    <a:pt x="986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27;p38">
              <a:extLst>
                <a:ext uri="{FF2B5EF4-FFF2-40B4-BE49-F238E27FC236}">
                  <a16:creationId xmlns:a16="http://schemas.microsoft.com/office/drawing/2014/main" id="{A5C3440A-0B92-7528-9B17-366679A35F58}"/>
                </a:ext>
              </a:extLst>
            </p:cNvPr>
            <p:cNvSpPr/>
            <p:nvPr/>
          </p:nvSpPr>
          <p:spPr>
            <a:xfrm>
              <a:off x="4317550" y="1187075"/>
              <a:ext cx="281775" cy="129125"/>
            </a:xfrm>
            <a:custGeom>
              <a:avLst/>
              <a:gdLst/>
              <a:ahLst/>
              <a:cxnLst/>
              <a:rect l="l" t="t" r="r" b="b"/>
              <a:pathLst>
                <a:path w="11271" h="5165" extrusionOk="0">
                  <a:moveTo>
                    <a:pt x="1" y="0"/>
                  </a:moveTo>
                  <a:lnTo>
                    <a:pt x="1" y="780"/>
                  </a:lnTo>
                  <a:lnTo>
                    <a:pt x="6342" y="780"/>
                  </a:lnTo>
                  <a:lnTo>
                    <a:pt x="10726" y="5164"/>
                  </a:lnTo>
                  <a:lnTo>
                    <a:pt x="11270" y="4605"/>
                  </a:lnTo>
                  <a:lnTo>
                    <a:pt x="6665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28;p38">
              <a:extLst>
                <a:ext uri="{FF2B5EF4-FFF2-40B4-BE49-F238E27FC236}">
                  <a16:creationId xmlns:a16="http://schemas.microsoft.com/office/drawing/2014/main" id="{300FB48C-7634-9A25-722C-5D28365000EA}"/>
                </a:ext>
              </a:extLst>
            </p:cNvPr>
            <p:cNvSpPr/>
            <p:nvPr/>
          </p:nvSpPr>
          <p:spPr>
            <a:xfrm>
              <a:off x="4594875" y="1683250"/>
              <a:ext cx="279950" cy="276625"/>
            </a:xfrm>
            <a:custGeom>
              <a:avLst/>
              <a:gdLst/>
              <a:ahLst/>
              <a:cxnLst/>
              <a:rect l="l" t="t" r="r" b="b"/>
              <a:pathLst>
                <a:path w="11198" h="11065" extrusionOk="0">
                  <a:moveTo>
                    <a:pt x="10962" y="0"/>
                  </a:moveTo>
                  <a:lnTo>
                    <a:pt x="1" y="3723"/>
                  </a:lnTo>
                  <a:lnTo>
                    <a:pt x="1" y="11064"/>
                  </a:lnTo>
                  <a:lnTo>
                    <a:pt x="781" y="11064"/>
                  </a:lnTo>
                  <a:lnTo>
                    <a:pt x="781" y="4267"/>
                  </a:lnTo>
                  <a:lnTo>
                    <a:pt x="11197" y="736"/>
                  </a:lnTo>
                  <a:lnTo>
                    <a:pt x="10962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29;p38">
              <a:extLst>
                <a:ext uri="{FF2B5EF4-FFF2-40B4-BE49-F238E27FC236}">
                  <a16:creationId xmlns:a16="http://schemas.microsoft.com/office/drawing/2014/main" id="{8689779C-0259-71DD-8229-99B7CF5C1DBC}"/>
                </a:ext>
              </a:extLst>
            </p:cNvPr>
            <p:cNvSpPr/>
            <p:nvPr/>
          </p:nvSpPr>
          <p:spPr>
            <a:xfrm>
              <a:off x="5459600" y="1437550"/>
              <a:ext cx="313400" cy="174000"/>
            </a:xfrm>
            <a:custGeom>
              <a:avLst/>
              <a:gdLst/>
              <a:ahLst/>
              <a:cxnLst/>
              <a:rect l="l" t="t" r="r" b="b"/>
              <a:pathLst>
                <a:path w="12536" h="6960" extrusionOk="0">
                  <a:moveTo>
                    <a:pt x="545" y="0"/>
                  </a:moveTo>
                  <a:lnTo>
                    <a:pt x="1" y="545"/>
                  </a:lnTo>
                  <a:lnTo>
                    <a:pt x="6416" y="6959"/>
                  </a:lnTo>
                  <a:lnTo>
                    <a:pt x="12536" y="6959"/>
                  </a:lnTo>
                  <a:lnTo>
                    <a:pt x="12536" y="6180"/>
                  </a:lnTo>
                  <a:lnTo>
                    <a:pt x="6725" y="6180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30;p38">
              <a:extLst>
                <a:ext uri="{FF2B5EF4-FFF2-40B4-BE49-F238E27FC236}">
                  <a16:creationId xmlns:a16="http://schemas.microsoft.com/office/drawing/2014/main" id="{44DB8308-CFB1-1752-BEEE-AFAC739F0E6D}"/>
                </a:ext>
              </a:extLst>
            </p:cNvPr>
            <p:cNvSpPr/>
            <p:nvPr/>
          </p:nvSpPr>
          <p:spPr>
            <a:xfrm>
              <a:off x="5464750" y="1078575"/>
              <a:ext cx="335100" cy="105950"/>
            </a:xfrm>
            <a:custGeom>
              <a:avLst/>
              <a:gdLst/>
              <a:ahLst/>
              <a:cxnLst/>
              <a:rect l="l" t="t" r="r" b="b"/>
              <a:pathLst>
                <a:path w="13404" h="4238" extrusionOk="0">
                  <a:moveTo>
                    <a:pt x="6283" y="0"/>
                  </a:moveTo>
                  <a:lnTo>
                    <a:pt x="6195" y="59"/>
                  </a:lnTo>
                  <a:lnTo>
                    <a:pt x="4120" y="1221"/>
                  </a:lnTo>
                  <a:lnTo>
                    <a:pt x="2178" y="2354"/>
                  </a:lnTo>
                  <a:lnTo>
                    <a:pt x="1354" y="2840"/>
                  </a:lnTo>
                  <a:lnTo>
                    <a:pt x="692" y="3252"/>
                  </a:lnTo>
                  <a:lnTo>
                    <a:pt x="236" y="3560"/>
                  </a:lnTo>
                  <a:lnTo>
                    <a:pt x="89" y="3663"/>
                  </a:lnTo>
                  <a:lnTo>
                    <a:pt x="1" y="3737"/>
                  </a:lnTo>
                  <a:lnTo>
                    <a:pt x="619" y="4208"/>
                  </a:lnTo>
                  <a:lnTo>
                    <a:pt x="604" y="4237"/>
                  </a:lnTo>
                  <a:lnTo>
                    <a:pt x="692" y="4164"/>
                  </a:lnTo>
                  <a:lnTo>
                    <a:pt x="854" y="4061"/>
                  </a:lnTo>
                  <a:lnTo>
                    <a:pt x="1340" y="3752"/>
                  </a:lnTo>
                  <a:lnTo>
                    <a:pt x="2031" y="3340"/>
                  </a:lnTo>
                  <a:lnTo>
                    <a:pt x="2840" y="2854"/>
                  </a:lnTo>
                  <a:lnTo>
                    <a:pt x="4694" y="1795"/>
                  </a:lnTo>
                  <a:lnTo>
                    <a:pt x="6489" y="780"/>
                  </a:lnTo>
                  <a:lnTo>
                    <a:pt x="13404" y="780"/>
                  </a:lnTo>
                  <a:lnTo>
                    <a:pt x="13404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31;p38">
              <a:extLst>
                <a:ext uri="{FF2B5EF4-FFF2-40B4-BE49-F238E27FC236}">
                  <a16:creationId xmlns:a16="http://schemas.microsoft.com/office/drawing/2014/main" id="{6732F901-3885-64FA-B135-06E63DB51D3B}"/>
                </a:ext>
              </a:extLst>
            </p:cNvPr>
            <p:cNvSpPr/>
            <p:nvPr/>
          </p:nvSpPr>
          <p:spPr>
            <a:xfrm>
              <a:off x="5771150" y="1067900"/>
              <a:ext cx="44900" cy="45275"/>
            </a:xfrm>
            <a:custGeom>
              <a:avLst/>
              <a:gdLst/>
              <a:ahLst/>
              <a:cxnLst/>
              <a:rect l="l" t="t" r="r" b="b"/>
              <a:pathLst>
                <a:path w="1796" h="1811" extrusionOk="0">
                  <a:moveTo>
                    <a:pt x="898" y="0"/>
                  </a:moveTo>
                  <a:lnTo>
                    <a:pt x="810" y="15"/>
                  </a:lnTo>
                  <a:lnTo>
                    <a:pt x="721" y="30"/>
                  </a:lnTo>
                  <a:lnTo>
                    <a:pt x="633" y="45"/>
                  </a:lnTo>
                  <a:lnTo>
                    <a:pt x="545" y="74"/>
                  </a:lnTo>
                  <a:lnTo>
                    <a:pt x="398" y="162"/>
                  </a:lnTo>
                  <a:lnTo>
                    <a:pt x="265" y="265"/>
                  </a:lnTo>
                  <a:lnTo>
                    <a:pt x="148" y="398"/>
                  </a:lnTo>
                  <a:lnTo>
                    <a:pt x="59" y="559"/>
                  </a:lnTo>
                  <a:lnTo>
                    <a:pt x="30" y="633"/>
                  </a:lnTo>
                  <a:lnTo>
                    <a:pt x="15" y="721"/>
                  </a:lnTo>
                  <a:lnTo>
                    <a:pt x="0" y="810"/>
                  </a:lnTo>
                  <a:lnTo>
                    <a:pt x="0" y="913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30" y="1177"/>
                  </a:lnTo>
                  <a:lnTo>
                    <a:pt x="59" y="1266"/>
                  </a:lnTo>
                  <a:lnTo>
                    <a:pt x="148" y="1413"/>
                  </a:lnTo>
                  <a:lnTo>
                    <a:pt x="265" y="1545"/>
                  </a:lnTo>
                  <a:lnTo>
                    <a:pt x="398" y="1663"/>
                  </a:lnTo>
                  <a:lnTo>
                    <a:pt x="545" y="1751"/>
                  </a:lnTo>
                  <a:lnTo>
                    <a:pt x="633" y="1781"/>
                  </a:lnTo>
                  <a:lnTo>
                    <a:pt x="721" y="1795"/>
                  </a:lnTo>
                  <a:lnTo>
                    <a:pt x="810" y="1810"/>
                  </a:lnTo>
                  <a:lnTo>
                    <a:pt x="986" y="1810"/>
                  </a:lnTo>
                  <a:lnTo>
                    <a:pt x="1089" y="1795"/>
                  </a:lnTo>
                  <a:lnTo>
                    <a:pt x="1163" y="1781"/>
                  </a:lnTo>
                  <a:lnTo>
                    <a:pt x="1251" y="1751"/>
                  </a:lnTo>
                  <a:lnTo>
                    <a:pt x="1398" y="1663"/>
                  </a:lnTo>
                  <a:lnTo>
                    <a:pt x="1545" y="1545"/>
                  </a:lnTo>
                  <a:lnTo>
                    <a:pt x="1648" y="1413"/>
                  </a:lnTo>
                  <a:lnTo>
                    <a:pt x="1736" y="1266"/>
                  </a:lnTo>
                  <a:lnTo>
                    <a:pt x="1766" y="1177"/>
                  </a:lnTo>
                  <a:lnTo>
                    <a:pt x="1781" y="1089"/>
                  </a:lnTo>
                  <a:lnTo>
                    <a:pt x="1795" y="1001"/>
                  </a:lnTo>
                  <a:lnTo>
                    <a:pt x="1795" y="913"/>
                  </a:lnTo>
                  <a:lnTo>
                    <a:pt x="1795" y="810"/>
                  </a:lnTo>
                  <a:lnTo>
                    <a:pt x="1781" y="721"/>
                  </a:lnTo>
                  <a:lnTo>
                    <a:pt x="1766" y="633"/>
                  </a:lnTo>
                  <a:lnTo>
                    <a:pt x="1736" y="559"/>
                  </a:lnTo>
                  <a:lnTo>
                    <a:pt x="1648" y="398"/>
                  </a:lnTo>
                  <a:lnTo>
                    <a:pt x="1545" y="265"/>
                  </a:lnTo>
                  <a:lnTo>
                    <a:pt x="1398" y="162"/>
                  </a:lnTo>
                  <a:lnTo>
                    <a:pt x="1251" y="74"/>
                  </a:lnTo>
                  <a:lnTo>
                    <a:pt x="1163" y="45"/>
                  </a:lnTo>
                  <a:lnTo>
                    <a:pt x="1089" y="30"/>
                  </a:lnTo>
                  <a:lnTo>
                    <a:pt x="986" y="15"/>
                  </a:lnTo>
                  <a:lnTo>
                    <a:pt x="898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32;p38">
              <a:extLst>
                <a:ext uri="{FF2B5EF4-FFF2-40B4-BE49-F238E27FC236}">
                  <a16:creationId xmlns:a16="http://schemas.microsoft.com/office/drawing/2014/main" id="{2772DDE1-3093-49C7-0D49-4B4C9535D802}"/>
                </a:ext>
              </a:extLst>
            </p:cNvPr>
            <p:cNvSpPr/>
            <p:nvPr/>
          </p:nvSpPr>
          <p:spPr>
            <a:xfrm>
              <a:off x="5748350" y="1579150"/>
              <a:ext cx="45250" cy="45275"/>
            </a:xfrm>
            <a:custGeom>
              <a:avLst/>
              <a:gdLst/>
              <a:ahLst/>
              <a:cxnLst/>
              <a:rect l="l" t="t" r="r" b="b"/>
              <a:pathLst>
                <a:path w="1810" h="1811" extrusionOk="0">
                  <a:moveTo>
                    <a:pt x="809" y="1"/>
                  </a:moveTo>
                  <a:lnTo>
                    <a:pt x="721" y="15"/>
                  </a:lnTo>
                  <a:lnTo>
                    <a:pt x="633" y="45"/>
                  </a:lnTo>
                  <a:lnTo>
                    <a:pt x="559" y="74"/>
                  </a:lnTo>
                  <a:lnTo>
                    <a:pt x="397" y="163"/>
                  </a:lnTo>
                  <a:lnTo>
                    <a:pt x="265" y="266"/>
                  </a:lnTo>
                  <a:lnTo>
                    <a:pt x="162" y="398"/>
                  </a:lnTo>
                  <a:lnTo>
                    <a:pt x="74" y="560"/>
                  </a:lnTo>
                  <a:lnTo>
                    <a:pt x="44" y="633"/>
                  </a:lnTo>
                  <a:lnTo>
                    <a:pt x="15" y="722"/>
                  </a:lnTo>
                  <a:lnTo>
                    <a:pt x="0" y="810"/>
                  </a:lnTo>
                  <a:lnTo>
                    <a:pt x="0" y="913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44" y="1178"/>
                  </a:lnTo>
                  <a:lnTo>
                    <a:pt x="74" y="1266"/>
                  </a:lnTo>
                  <a:lnTo>
                    <a:pt x="162" y="1413"/>
                  </a:lnTo>
                  <a:lnTo>
                    <a:pt x="265" y="1546"/>
                  </a:lnTo>
                  <a:lnTo>
                    <a:pt x="397" y="1663"/>
                  </a:lnTo>
                  <a:lnTo>
                    <a:pt x="559" y="1737"/>
                  </a:lnTo>
                  <a:lnTo>
                    <a:pt x="633" y="1766"/>
                  </a:lnTo>
                  <a:lnTo>
                    <a:pt x="721" y="1796"/>
                  </a:lnTo>
                  <a:lnTo>
                    <a:pt x="809" y="1810"/>
                  </a:lnTo>
                  <a:lnTo>
                    <a:pt x="1001" y="1810"/>
                  </a:lnTo>
                  <a:lnTo>
                    <a:pt x="1089" y="1796"/>
                  </a:lnTo>
                  <a:lnTo>
                    <a:pt x="1177" y="1766"/>
                  </a:lnTo>
                  <a:lnTo>
                    <a:pt x="1251" y="1737"/>
                  </a:lnTo>
                  <a:lnTo>
                    <a:pt x="1413" y="1663"/>
                  </a:lnTo>
                  <a:lnTo>
                    <a:pt x="1545" y="1546"/>
                  </a:lnTo>
                  <a:lnTo>
                    <a:pt x="1663" y="1413"/>
                  </a:lnTo>
                  <a:lnTo>
                    <a:pt x="1736" y="1266"/>
                  </a:lnTo>
                  <a:lnTo>
                    <a:pt x="1766" y="1178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913"/>
                  </a:lnTo>
                  <a:lnTo>
                    <a:pt x="1810" y="810"/>
                  </a:lnTo>
                  <a:lnTo>
                    <a:pt x="1795" y="722"/>
                  </a:lnTo>
                  <a:lnTo>
                    <a:pt x="1766" y="633"/>
                  </a:lnTo>
                  <a:lnTo>
                    <a:pt x="1736" y="560"/>
                  </a:lnTo>
                  <a:lnTo>
                    <a:pt x="1663" y="398"/>
                  </a:lnTo>
                  <a:lnTo>
                    <a:pt x="1545" y="266"/>
                  </a:lnTo>
                  <a:lnTo>
                    <a:pt x="1413" y="163"/>
                  </a:lnTo>
                  <a:lnTo>
                    <a:pt x="1251" y="74"/>
                  </a:lnTo>
                  <a:lnTo>
                    <a:pt x="1177" y="45"/>
                  </a:lnTo>
                  <a:lnTo>
                    <a:pt x="1089" y="15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33;p38">
              <a:extLst>
                <a:ext uri="{FF2B5EF4-FFF2-40B4-BE49-F238E27FC236}">
                  <a16:creationId xmlns:a16="http://schemas.microsoft.com/office/drawing/2014/main" id="{A85A3FA2-86C0-ABFE-4F6E-51F45A55FA74}"/>
                </a:ext>
              </a:extLst>
            </p:cNvPr>
            <p:cNvSpPr/>
            <p:nvPr/>
          </p:nvSpPr>
          <p:spPr>
            <a:xfrm>
              <a:off x="4582000" y="1923425"/>
              <a:ext cx="45275" cy="45275"/>
            </a:xfrm>
            <a:custGeom>
              <a:avLst/>
              <a:gdLst/>
              <a:ahLst/>
              <a:cxnLst/>
              <a:rect l="l" t="t" r="r" b="b"/>
              <a:pathLst>
                <a:path w="1811" h="1811" extrusionOk="0">
                  <a:moveTo>
                    <a:pt x="898" y="1"/>
                  </a:moveTo>
                  <a:lnTo>
                    <a:pt x="810" y="15"/>
                  </a:lnTo>
                  <a:lnTo>
                    <a:pt x="722" y="30"/>
                  </a:lnTo>
                  <a:lnTo>
                    <a:pt x="634" y="45"/>
                  </a:lnTo>
                  <a:lnTo>
                    <a:pt x="545" y="74"/>
                  </a:lnTo>
                  <a:lnTo>
                    <a:pt x="398" y="162"/>
                  </a:lnTo>
                  <a:lnTo>
                    <a:pt x="266" y="265"/>
                  </a:lnTo>
                  <a:lnTo>
                    <a:pt x="148" y="413"/>
                  </a:lnTo>
                  <a:lnTo>
                    <a:pt x="75" y="560"/>
                  </a:lnTo>
                  <a:lnTo>
                    <a:pt x="45" y="648"/>
                  </a:lnTo>
                  <a:lnTo>
                    <a:pt x="16" y="736"/>
                  </a:lnTo>
                  <a:lnTo>
                    <a:pt x="1" y="825"/>
                  </a:lnTo>
                  <a:lnTo>
                    <a:pt x="1" y="913"/>
                  </a:lnTo>
                  <a:lnTo>
                    <a:pt x="1" y="1001"/>
                  </a:lnTo>
                  <a:lnTo>
                    <a:pt x="16" y="1089"/>
                  </a:lnTo>
                  <a:lnTo>
                    <a:pt x="45" y="1178"/>
                  </a:lnTo>
                  <a:lnTo>
                    <a:pt x="75" y="1266"/>
                  </a:lnTo>
                  <a:lnTo>
                    <a:pt x="148" y="1413"/>
                  </a:lnTo>
                  <a:lnTo>
                    <a:pt x="266" y="1545"/>
                  </a:lnTo>
                  <a:lnTo>
                    <a:pt x="398" y="1663"/>
                  </a:lnTo>
                  <a:lnTo>
                    <a:pt x="545" y="1751"/>
                  </a:lnTo>
                  <a:lnTo>
                    <a:pt x="634" y="1781"/>
                  </a:lnTo>
                  <a:lnTo>
                    <a:pt x="722" y="1796"/>
                  </a:lnTo>
                  <a:lnTo>
                    <a:pt x="810" y="1810"/>
                  </a:lnTo>
                  <a:lnTo>
                    <a:pt x="1001" y="1810"/>
                  </a:lnTo>
                  <a:lnTo>
                    <a:pt x="1090" y="1796"/>
                  </a:lnTo>
                  <a:lnTo>
                    <a:pt x="1178" y="1781"/>
                  </a:lnTo>
                  <a:lnTo>
                    <a:pt x="1252" y="1751"/>
                  </a:lnTo>
                  <a:lnTo>
                    <a:pt x="1413" y="1663"/>
                  </a:lnTo>
                  <a:lnTo>
                    <a:pt x="1546" y="1545"/>
                  </a:lnTo>
                  <a:lnTo>
                    <a:pt x="1649" y="1413"/>
                  </a:lnTo>
                  <a:lnTo>
                    <a:pt x="1737" y="1266"/>
                  </a:lnTo>
                  <a:lnTo>
                    <a:pt x="1766" y="1178"/>
                  </a:lnTo>
                  <a:lnTo>
                    <a:pt x="1781" y="1089"/>
                  </a:lnTo>
                  <a:lnTo>
                    <a:pt x="1796" y="1001"/>
                  </a:lnTo>
                  <a:lnTo>
                    <a:pt x="1811" y="913"/>
                  </a:lnTo>
                  <a:lnTo>
                    <a:pt x="1796" y="825"/>
                  </a:lnTo>
                  <a:lnTo>
                    <a:pt x="1781" y="736"/>
                  </a:lnTo>
                  <a:lnTo>
                    <a:pt x="1766" y="648"/>
                  </a:lnTo>
                  <a:lnTo>
                    <a:pt x="1737" y="560"/>
                  </a:lnTo>
                  <a:lnTo>
                    <a:pt x="1649" y="413"/>
                  </a:lnTo>
                  <a:lnTo>
                    <a:pt x="1546" y="265"/>
                  </a:lnTo>
                  <a:lnTo>
                    <a:pt x="1413" y="162"/>
                  </a:lnTo>
                  <a:lnTo>
                    <a:pt x="1252" y="74"/>
                  </a:lnTo>
                  <a:lnTo>
                    <a:pt x="1178" y="45"/>
                  </a:lnTo>
                  <a:lnTo>
                    <a:pt x="1090" y="30"/>
                  </a:lnTo>
                  <a:lnTo>
                    <a:pt x="1001" y="15"/>
                  </a:lnTo>
                  <a:lnTo>
                    <a:pt x="898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34;p38">
              <a:extLst>
                <a:ext uri="{FF2B5EF4-FFF2-40B4-BE49-F238E27FC236}">
                  <a16:creationId xmlns:a16="http://schemas.microsoft.com/office/drawing/2014/main" id="{89889D15-5D33-A082-F395-4D42AC700E5B}"/>
                </a:ext>
              </a:extLst>
            </p:cNvPr>
            <p:cNvSpPr/>
            <p:nvPr/>
          </p:nvSpPr>
          <p:spPr>
            <a:xfrm>
              <a:off x="4478300" y="727675"/>
              <a:ext cx="552475" cy="1125150"/>
            </a:xfrm>
            <a:custGeom>
              <a:avLst/>
              <a:gdLst/>
              <a:ahLst/>
              <a:cxnLst/>
              <a:rect l="l" t="t" r="r" b="b"/>
              <a:pathLst>
                <a:path w="22099" h="45006" extrusionOk="0">
                  <a:moveTo>
                    <a:pt x="16728" y="0"/>
                  </a:moveTo>
                  <a:lnTo>
                    <a:pt x="16449" y="15"/>
                  </a:lnTo>
                  <a:lnTo>
                    <a:pt x="16184" y="30"/>
                  </a:lnTo>
                  <a:lnTo>
                    <a:pt x="15919" y="59"/>
                  </a:lnTo>
                  <a:lnTo>
                    <a:pt x="15654" y="118"/>
                  </a:lnTo>
                  <a:lnTo>
                    <a:pt x="15389" y="177"/>
                  </a:lnTo>
                  <a:lnTo>
                    <a:pt x="15139" y="236"/>
                  </a:lnTo>
                  <a:lnTo>
                    <a:pt x="14889" y="324"/>
                  </a:lnTo>
                  <a:lnTo>
                    <a:pt x="14654" y="412"/>
                  </a:lnTo>
                  <a:lnTo>
                    <a:pt x="14418" y="530"/>
                  </a:lnTo>
                  <a:lnTo>
                    <a:pt x="14183" y="648"/>
                  </a:lnTo>
                  <a:lnTo>
                    <a:pt x="13962" y="765"/>
                  </a:lnTo>
                  <a:lnTo>
                    <a:pt x="13742" y="913"/>
                  </a:lnTo>
                  <a:lnTo>
                    <a:pt x="13536" y="1060"/>
                  </a:lnTo>
                  <a:lnTo>
                    <a:pt x="13330" y="1207"/>
                  </a:lnTo>
                  <a:lnTo>
                    <a:pt x="13138" y="1383"/>
                  </a:lnTo>
                  <a:lnTo>
                    <a:pt x="12947" y="1545"/>
                  </a:lnTo>
                  <a:lnTo>
                    <a:pt x="12770" y="1736"/>
                  </a:lnTo>
                  <a:lnTo>
                    <a:pt x="12609" y="1928"/>
                  </a:lnTo>
                  <a:lnTo>
                    <a:pt x="12447" y="2119"/>
                  </a:lnTo>
                  <a:lnTo>
                    <a:pt x="12300" y="2340"/>
                  </a:lnTo>
                  <a:lnTo>
                    <a:pt x="12153" y="2546"/>
                  </a:lnTo>
                  <a:lnTo>
                    <a:pt x="12020" y="2766"/>
                  </a:lnTo>
                  <a:lnTo>
                    <a:pt x="11902" y="3002"/>
                  </a:lnTo>
                  <a:lnTo>
                    <a:pt x="11799" y="3237"/>
                  </a:lnTo>
                  <a:lnTo>
                    <a:pt x="11696" y="3472"/>
                  </a:lnTo>
                  <a:lnTo>
                    <a:pt x="11608" y="3723"/>
                  </a:lnTo>
                  <a:lnTo>
                    <a:pt x="11535" y="3973"/>
                  </a:lnTo>
                  <a:lnTo>
                    <a:pt x="11476" y="4223"/>
                  </a:lnTo>
                  <a:lnTo>
                    <a:pt x="11417" y="4488"/>
                  </a:lnTo>
                  <a:lnTo>
                    <a:pt x="11388" y="4752"/>
                  </a:lnTo>
                  <a:lnTo>
                    <a:pt x="11358" y="5017"/>
                  </a:lnTo>
                  <a:lnTo>
                    <a:pt x="11343" y="5297"/>
                  </a:lnTo>
                  <a:lnTo>
                    <a:pt x="11020" y="5238"/>
                  </a:lnTo>
                  <a:lnTo>
                    <a:pt x="10667" y="5209"/>
                  </a:lnTo>
                  <a:lnTo>
                    <a:pt x="10328" y="5179"/>
                  </a:lnTo>
                  <a:lnTo>
                    <a:pt x="9975" y="5164"/>
                  </a:lnTo>
                  <a:lnTo>
                    <a:pt x="9578" y="5179"/>
                  </a:lnTo>
                  <a:lnTo>
                    <a:pt x="9195" y="5209"/>
                  </a:lnTo>
                  <a:lnTo>
                    <a:pt x="8813" y="5253"/>
                  </a:lnTo>
                  <a:lnTo>
                    <a:pt x="8430" y="5326"/>
                  </a:lnTo>
                  <a:lnTo>
                    <a:pt x="8062" y="5415"/>
                  </a:lnTo>
                  <a:lnTo>
                    <a:pt x="7709" y="5518"/>
                  </a:lnTo>
                  <a:lnTo>
                    <a:pt x="7356" y="5635"/>
                  </a:lnTo>
                  <a:lnTo>
                    <a:pt x="7003" y="5768"/>
                  </a:lnTo>
                  <a:lnTo>
                    <a:pt x="6665" y="5929"/>
                  </a:lnTo>
                  <a:lnTo>
                    <a:pt x="6341" y="6091"/>
                  </a:lnTo>
                  <a:lnTo>
                    <a:pt x="6017" y="6283"/>
                  </a:lnTo>
                  <a:lnTo>
                    <a:pt x="5709" y="6474"/>
                  </a:lnTo>
                  <a:lnTo>
                    <a:pt x="5400" y="6695"/>
                  </a:lnTo>
                  <a:lnTo>
                    <a:pt x="5120" y="6915"/>
                  </a:lnTo>
                  <a:lnTo>
                    <a:pt x="4840" y="7151"/>
                  </a:lnTo>
                  <a:lnTo>
                    <a:pt x="4576" y="7415"/>
                  </a:lnTo>
                  <a:lnTo>
                    <a:pt x="4326" y="7680"/>
                  </a:lnTo>
                  <a:lnTo>
                    <a:pt x="4075" y="7945"/>
                  </a:lnTo>
                  <a:lnTo>
                    <a:pt x="3855" y="8239"/>
                  </a:lnTo>
                  <a:lnTo>
                    <a:pt x="3649" y="8534"/>
                  </a:lnTo>
                  <a:lnTo>
                    <a:pt x="3443" y="8843"/>
                  </a:lnTo>
                  <a:lnTo>
                    <a:pt x="3266" y="9166"/>
                  </a:lnTo>
                  <a:lnTo>
                    <a:pt x="3090" y="9505"/>
                  </a:lnTo>
                  <a:lnTo>
                    <a:pt x="2943" y="9843"/>
                  </a:lnTo>
                  <a:lnTo>
                    <a:pt x="2795" y="10181"/>
                  </a:lnTo>
                  <a:lnTo>
                    <a:pt x="2678" y="10534"/>
                  </a:lnTo>
                  <a:lnTo>
                    <a:pt x="2575" y="10902"/>
                  </a:lnTo>
                  <a:lnTo>
                    <a:pt x="2486" y="11270"/>
                  </a:lnTo>
                  <a:lnTo>
                    <a:pt x="2428" y="11653"/>
                  </a:lnTo>
                  <a:lnTo>
                    <a:pt x="2383" y="12035"/>
                  </a:lnTo>
                  <a:lnTo>
                    <a:pt x="2354" y="12418"/>
                  </a:lnTo>
                  <a:lnTo>
                    <a:pt x="2339" y="12815"/>
                  </a:lnTo>
                  <a:lnTo>
                    <a:pt x="2354" y="13330"/>
                  </a:lnTo>
                  <a:lnTo>
                    <a:pt x="2413" y="13845"/>
                  </a:lnTo>
                  <a:lnTo>
                    <a:pt x="2486" y="14345"/>
                  </a:lnTo>
                  <a:lnTo>
                    <a:pt x="2604" y="14831"/>
                  </a:lnTo>
                  <a:lnTo>
                    <a:pt x="2751" y="15301"/>
                  </a:lnTo>
                  <a:lnTo>
                    <a:pt x="2928" y="15772"/>
                  </a:lnTo>
                  <a:lnTo>
                    <a:pt x="3134" y="16213"/>
                  </a:lnTo>
                  <a:lnTo>
                    <a:pt x="3369" y="16640"/>
                  </a:lnTo>
                  <a:lnTo>
                    <a:pt x="3119" y="17067"/>
                  </a:lnTo>
                  <a:lnTo>
                    <a:pt x="2913" y="17508"/>
                  </a:lnTo>
                  <a:lnTo>
                    <a:pt x="2722" y="17964"/>
                  </a:lnTo>
                  <a:lnTo>
                    <a:pt x="2560" y="18435"/>
                  </a:lnTo>
                  <a:lnTo>
                    <a:pt x="2442" y="18921"/>
                  </a:lnTo>
                  <a:lnTo>
                    <a:pt x="2398" y="19171"/>
                  </a:lnTo>
                  <a:lnTo>
                    <a:pt x="2354" y="19421"/>
                  </a:lnTo>
                  <a:lnTo>
                    <a:pt x="2325" y="19671"/>
                  </a:lnTo>
                  <a:lnTo>
                    <a:pt x="2295" y="19936"/>
                  </a:lnTo>
                  <a:lnTo>
                    <a:pt x="2280" y="20186"/>
                  </a:lnTo>
                  <a:lnTo>
                    <a:pt x="2280" y="20451"/>
                  </a:lnTo>
                  <a:lnTo>
                    <a:pt x="2280" y="20613"/>
                  </a:lnTo>
                  <a:lnTo>
                    <a:pt x="2030" y="20877"/>
                  </a:lnTo>
                  <a:lnTo>
                    <a:pt x="1780" y="21142"/>
                  </a:lnTo>
                  <a:lnTo>
                    <a:pt x="1560" y="21422"/>
                  </a:lnTo>
                  <a:lnTo>
                    <a:pt x="1339" y="21701"/>
                  </a:lnTo>
                  <a:lnTo>
                    <a:pt x="1133" y="22010"/>
                  </a:lnTo>
                  <a:lnTo>
                    <a:pt x="942" y="22319"/>
                  </a:lnTo>
                  <a:lnTo>
                    <a:pt x="780" y="22643"/>
                  </a:lnTo>
                  <a:lnTo>
                    <a:pt x="618" y="22967"/>
                  </a:lnTo>
                  <a:lnTo>
                    <a:pt x="471" y="23305"/>
                  </a:lnTo>
                  <a:lnTo>
                    <a:pt x="353" y="23658"/>
                  </a:lnTo>
                  <a:lnTo>
                    <a:pt x="250" y="24011"/>
                  </a:lnTo>
                  <a:lnTo>
                    <a:pt x="162" y="24379"/>
                  </a:lnTo>
                  <a:lnTo>
                    <a:pt x="88" y="24747"/>
                  </a:lnTo>
                  <a:lnTo>
                    <a:pt x="44" y="25115"/>
                  </a:lnTo>
                  <a:lnTo>
                    <a:pt x="15" y="25497"/>
                  </a:lnTo>
                  <a:lnTo>
                    <a:pt x="0" y="25880"/>
                  </a:lnTo>
                  <a:lnTo>
                    <a:pt x="15" y="26350"/>
                  </a:lnTo>
                  <a:lnTo>
                    <a:pt x="59" y="26821"/>
                  </a:lnTo>
                  <a:lnTo>
                    <a:pt x="132" y="27277"/>
                  </a:lnTo>
                  <a:lnTo>
                    <a:pt x="235" y="27719"/>
                  </a:lnTo>
                  <a:lnTo>
                    <a:pt x="368" y="28145"/>
                  </a:lnTo>
                  <a:lnTo>
                    <a:pt x="515" y="28572"/>
                  </a:lnTo>
                  <a:lnTo>
                    <a:pt x="692" y="28984"/>
                  </a:lnTo>
                  <a:lnTo>
                    <a:pt x="898" y="29366"/>
                  </a:lnTo>
                  <a:lnTo>
                    <a:pt x="1118" y="29749"/>
                  </a:lnTo>
                  <a:lnTo>
                    <a:pt x="1368" y="30117"/>
                  </a:lnTo>
                  <a:lnTo>
                    <a:pt x="1648" y="30470"/>
                  </a:lnTo>
                  <a:lnTo>
                    <a:pt x="1927" y="30794"/>
                  </a:lnTo>
                  <a:lnTo>
                    <a:pt x="2236" y="31103"/>
                  </a:lnTo>
                  <a:lnTo>
                    <a:pt x="2560" y="31397"/>
                  </a:lnTo>
                  <a:lnTo>
                    <a:pt x="2913" y="31676"/>
                  </a:lnTo>
                  <a:lnTo>
                    <a:pt x="3266" y="31926"/>
                  </a:lnTo>
                  <a:lnTo>
                    <a:pt x="3222" y="32221"/>
                  </a:lnTo>
                  <a:lnTo>
                    <a:pt x="3193" y="32515"/>
                  </a:lnTo>
                  <a:lnTo>
                    <a:pt x="3178" y="32809"/>
                  </a:lnTo>
                  <a:lnTo>
                    <a:pt x="3178" y="33103"/>
                  </a:lnTo>
                  <a:lnTo>
                    <a:pt x="3178" y="33471"/>
                  </a:lnTo>
                  <a:lnTo>
                    <a:pt x="3207" y="33824"/>
                  </a:lnTo>
                  <a:lnTo>
                    <a:pt x="3252" y="34163"/>
                  </a:lnTo>
                  <a:lnTo>
                    <a:pt x="3310" y="34516"/>
                  </a:lnTo>
                  <a:lnTo>
                    <a:pt x="3384" y="34854"/>
                  </a:lnTo>
                  <a:lnTo>
                    <a:pt x="3472" y="35178"/>
                  </a:lnTo>
                  <a:lnTo>
                    <a:pt x="3590" y="35516"/>
                  </a:lnTo>
                  <a:lnTo>
                    <a:pt x="3708" y="35825"/>
                  </a:lnTo>
                  <a:lnTo>
                    <a:pt x="3840" y="36134"/>
                  </a:lnTo>
                  <a:lnTo>
                    <a:pt x="3987" y="36443"/>
                  </a:lnTo>
                  <a:lnTo>
                    <a:pt x="4149" y="36737"/>
                  </a:lnTo>
                  <a:lnTo>
                    <a:pt x="4326" y="37032"/>
                  </a:lnTo>
                  <a:lnTo>
                    <a:pt x="4517" y="37296"/>
                  </a:lnTo>
                  <a:lnTo>
                    <a:pt x="4723" y="37576"/>
                  </a:lnTo>
                  <a:lnTo>
                    <a:pt x="4929" y="37826"/>
                  </a:lnTo>
                  <a:lnTo>
                    <a:pt x="5149" y="38076"/>
                  </a:lnTo>
                  <a:lnTo>
                    <a:pt x="5385" y="38312"/>
                  </a:lnTo>
                  <a:lnTo>
                    <a:pt x="5635" y="38547"/>
                  </a:lnTo>
                  <a:lnTo>
                    <a:pt x="5900" y="38753"/>
                  </a:lnTo>
                  <a:lnTo>
                    <a:pt x="6165" y="38959"/>
                  </a:lnTo>
                  <a:lnTo>
                    <a:pt x="6444" y="39150"/>
                  </a:lnTo>
                  <a:lnTo>
                    <a:pt x="6724" y="39327"/>
                  </a:lnTo>
                  <a:lnTo>
                    <a:pt x="7018" y="39489"/>
                  </a:lnTo>
                  <a:lnTo>
                    <a:pt x="7312" y="39636"/>
                  </a:lnTo>
                  <a:lnTo>
                    <a:pt x="7636" y="39783"/>
                  </a:lnTo>
                  <a:lnTo>
                    <a:pt x="7945" y="39901"/>
                  </a:lnTo>
                  <a:lnTo>
                    <a:pt x="8268" y="40004"/>
                  </a:lnTo>
                  <a:lnTo>
                    <a:pt x="8607" y="40107"/>
                  </a:lnTo>
                  <a:lnTo>
                    <a:pt x="8945" y="40180"/>
                  </a:lnTo>
                  <a:lnTo>
                    <a:pt x="9284" y="40239"/>
                  </a:lnTo>
                  <a:lnTo>
                    <a:pt x="9637" y="40283"/>
                  </a:lnTo>
                  <a:lnTo>
                    <a:pt x="9990" y="40313"/>
                  </a:lnTo>
                  <a:lnTo>
                    <a:pt x="10049" y="40563"/>
                  </a:lnTo>
                  <a:lnTo>
                    <a:pt x="10122" y="40813"/>
                  </a:lnTo>
                  <a:lnTo>
                    <a:pt x="10211" y="41048"/>
                  </a:lnTo>
                  <a:lnTo>
                    <a:pt x="10314" y="41298"/>
                  </a:lnTo>
                  <a:lnTo>
                    <a:pt x="10416" y="41519"/>
                  </a:lnTo>
                  <a:lnTo>
                    <a:pt x="10534" y="41754"/>
                  </a:lnTo>
                  <a:lnTo>
                    <a:pt x="10652" y="41975"/>
                  </a:lnTo>
                  <a:lnTo>
                    <a:pt x="10784" y="42181"/>
                  </a:lnTo>
                  <a:lnTo>
                    <a:pt x="10931" y="42402"/>
                  </a:lnTo>
                  <a:lnTo>
                    <a:pt x="11079" y="42593"/>
                  </a:lnTo>
                  <a:lnTo>
                    <a:pt x="11226" y="42799"/>
                  </a:lnTo>
                  <a:lnTo>
                    <a:pt x="11402" y="42990"/>
                  </a:lnTo>
                  <a:lnTo>
                    <a:pt x="11564" y="43167"/>
                  </a:lnTo>
                  <a:lnTo>
                    <a:pt x="11755" y="43343"/>
                  </a:lnTo>
                  <a:lnTo>
                    <a:pt x="11932" y="43520"/>
                  </a:lnTo>
                  <a:lnTo>
                    <a:pt x="12123" y="43682"/>
                  </a:lnTo>
                  <a:lnTo>
                    <a:pt x="12329" y="43829"/>
                  </a:lnTo>
                  <a:lnTo>
                    <a:pt x="12535" y="43976"/>
                  </a:lnTo>
                  <a:lnTo>
                    <a:pt x="12756" y="44108"/>
                  </a:lnTo>
                  <a:lnTo>
                    <a:pt x="12962" y="44241"/>
                  </a:lnTo>
                  <a:lnTo>
                    <a:pt x="13197" y="44358"/>
                  </a:lnTo>
                  <a:lnTo>
                    <a:pt x="13418" y="44461"/>
                  </a:lnTo>
                  <a:lnTo>
                    <a:pt x="13653" y="44564"/>
                  </a:lnTo>
                  <a:lnTo>
                    <a:pt x="13889" y="44653"/>
                  </a:lnTo>
                  <a:lnTo>
                    <a:pt x="14139" y="44741"/>
                  </a:lnTo>
                  <a:lnTo>
                    <a:pt x="14389" y="44815"/>
                  </a:lnTo>
                  <a:lnTo>
                    <a:pt x="14639" y="44873"/>
                  </a:lnTo>
                  <a:lnTo>
                    <a:pt x="14889" y="44918"/>
                  </a:lnTo>
                  <a:lnTo>
                    <a:pt x="15154" y="44962"/>
                  </a:lnTo>
                  <a:lnTo>
                    <a:pt x="15419" y="44991"/>
                  </a:lnTo>
                  <a:lnTo>
                    <a:pt x="15684" y="45006"/>
                  </a:lnTo>
                  <a:lnTo>
                    <a:pt x="16272" y="45006"/>
                  </a:lnTo>
                  <a:lnTo>
                    <a:pt x="16581" y="44976"/>
                  </a:lnTo>
                  <a:lnTo>
                    <a:pt x="16890" y="44947"/>
                  </a:lnTo>
                  <a:lnTo>
                    <a:pt x="17199" y="44888"/>
                  </a:lnTo>
                  <a:lnTo>
                    <a:pt x="17493" y="44815"/>
                  </a:lnTo>
                  <a:lnTo>
                    <a:pt x="17787" y="44741"/>
                  </a:lnTo>
                  <a:lnTo>
                    <a:pt x="18067" y="44638"/>
                  </a:lnTo>
                  <a:lnTo>
                    <a:pt x="18347" y="44535"/>
                  </a:lnTo>
                  <a:lnTo>
                    <a:pt x="18626" y="44403"/>
                  </a:lnTo>
                  <a:lnTo>
                    <a:pt x="18891" y="44270"/>
                  </a:lnTo>
                  <a:lnTo>
                    <a:pt x="19141" y="44123"/>
                  </a:lnTo>
                  <a:lnTo>
                    <a:pt x="19391" y="43961"/>
                  </a:lnTo>
                  <a:lnTo>
                    <a:pt x="19627" y="43785"/>
                  </a:lnTo>
                  <a:lnTo>
                    <a:pt x="19862" y="43608"/>
                  </a:lnTo>
                  <a:lnTo>
                    <a:pt x="20083" y="43417"/>
                  </a:lnTo>
                  <a:lnTo>
                    <a:pt x="20303" y="43211"/>
                  </a:lnTo>
                  <a:lnTo>
                    <a:pt x="20509" y="43005"/>
                  </a:lnTo>
                  <a:lnTo>
                    <a:pt x="20701" y="42770"/>
                  </a:lnTo>
                  <a:lnTo>
                    <a:pt x="20877" y="42549"/>
                  </a:lnTo>
                  <a:lnTo>
                    <a:pt x="21054" y="42299"/>
                  </a:lnTo>
                  <a:lnTo>
                    <a:pt x="21215" y="42049"/>
                  </a:lnTo>
                  <a:lnTo>
                    <a:pt x="21363" y="41799"/>
                  </a:lnTo>
                  <a:lnTo>
                    <a:pt x="21495" y="41534"/>
                  </a:lnTo>
                  <a:lnTo>
                    <a:pt x="21613" y="41254"/>
                  </a:lnTo>
                  <a:lnTo>
                    <a:pt x="21730" y="40975"/>
                  </a:lnTo>
                  <a:lnTo>
                    <a:pt x="21819" y="40695"/>
                  </a:lnTo>
                  <a:lnTo>
                    <a:pt x="21907" y="40401"/>
                  </a:lnTo>
                  <a:lnTo>
                    <a:pt x="21980" y="40107"/>
                  </a:lnTo>
                  <a:lnTo>
                    <a:pt x="22025" y="39798"/>
                  </a:lnTo>
                  <a:lnTo>
                    <a:pt x="22069" y="39489"/>
                  </a:lnTo>
                  <a:lnTo>
                    <a:pt x="22098" y="39180"/>
                  </a:lnTo>
                  <a:lnTo>
                    <a:pt x="22098" y="38871"/>
                  </a:lnTo>
                  <a:lnTo>
                    <a:pt x="22098" y="5385"/>
                  </a:lnTo>
                  <a:lnTo>
                    <a:pt x="22098" y="5106"/>
                  </a:lnTo>
                  <a:lnTo>
                    <a:pt x="22069" y="4826"/>
                  </a:lnTo>
                  <a:lnTo>
                    <a:pt x="22039" y="4561"/>
                  </a:lnTo>
                  <a:lnTo>
                    <a:pt x="21995" y="4296"/>
                  </a:lnTo>
                  <a:lnTo>
                    <a:pt x="21936" y="4032"/>
                  </a:lnTo>
                  <a:lnTo>
                    <a:pt x="21863" y="3781"/>
                  </a:lnTo>
                  <a:lnTo>
                    <a:pt x="21775" y="3531"/>
                  </a:lnTo>
                  <a:lnTo>
                    <a:pt x="21672" y="3296"/>
                  </a:lnTo>
                  <a:lnTo>
                    <a:pt x="21569" y="3046"/>
                  </a:lnTo>
                  <a:lnTo>
                    <a:pt x="21451" y="2825"/>
                  </a:lnTo>
                  <a:lnTo>
                    <a:pt x="21318" y="2590"/>
                  </a:lnTo>
                  <a:lnTo>
                    <a:pt x="21186" y="2369"/>
                  </a:lnTo>
                  <a:lnTo>
                    <a:pt x="21039" y="2163"/>
                  </a:lnTo>
                  <a:lnTo>
                    <a:pt x="20877" y="1957"/>
                  </a:lnTo>
                  <a:lnTo>
                    <a:pt x="20701" y="1766"/>
                  </a:lnTo>
                  <a:lnTo>
                    <a:pt x="20524" y="1575"/>
                  </a:lnTo>
                  <a:lnTo>
                    <a:pt x="20333" y="1398"/>
                  </a:lnTo>
                  <a:lnTo>
                    <a:pt x="20141" y="1236"/>
                  </a:lnTo>
                  <a:lnTo>
                    <a:pt x="19935" y="1074"/>
                  </a:lnTo>
                  <a:lnTo>
                    <a:pt x="19729" y="927"/>
                  </a:lnTo>
                  <a:lnTo>
                    <a:pt x="19509" y="780"/>
                  </a:lnTo>
                  <a:lnTo>
                    <a:pt x="19288" y="648"/>
                  </a:lnTo>
                  <a:lnTo>
                    <a:pt x="19053" y="530"/>
                  </a:lnTo>
                  <a:lnTo>
                    <a:pt x="18817" y="427"/>
                  </a:lnTo>
                  <a:lnTo>
                    <a:pt x="18567" y="324"/>
                  </a:lnTo>
                  <a:lnTo>
                    <a:pt x="18317" y="250"/>
                  </a:lnTo>
                  <a:lnTo>
                    <a:pt x="18067" y="177"/>
                  </a:lnTo>
                  <a:lnTo>
                    <a:pt x="17802" y="118"/>
                  </a:lnTo>
                  <a:lnTo>
                    <a:pt x="17537" y="59"/>
                  </a:lnTo>
                  <a:lnTo>
                    <a:pt x="17273" y="30"/>
                  </a:lnTo>
                  <a:lnTo>
                    <a:pt x="16993" y="15"/>
                  </a:lnTo>
                  <a:lnTo>
                    <a:pt x="167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35;p38">
              <a:extLst>
                <a:ext uri="{FF2B5EF4-FFF2-40B4-BE49-F238E27FC236}">
                  <a16:creationId xmlns:a16="http://schemas.microsoft.com/office/drawing/2014/main" id="{67F6676D-793E-2E5B-7D32-D7776426E865}"/>
                </a:ext>
              </a:extLst>
            </p:cNvPr>
            <p:cNvSpPr/>
            <p:nvPr/>
          </p:nvSpPr>
          <p:spPr>
            <a:xfrm>
              <a:off x="5067150" y="727675"/>
              <a:ext cx="552475" cy="1125150"/>
            </a:xfrm>
            <a:custGeom>
              <a:avLst/>
              <a:gdLst/>
              <a:ahLst/>
              <a:cxnLst/>
              <a:rect l="l" t="t" r="r" b="b"/>
              <a:pathLst>
                <a:path w="22099" h="45006" extrusionOk="0">
                  <a:moveTo>
                    <a:pt x="5385" y="0"/>
                  </a:moveTo>
                  <a:lnTo>
                    <a:pt x="5106" y="15"/>
                  </a:lnTo>
                  <a:lnTo>
                    <a:pt x="4826" y="30"/>
                  </a:lnTo>
                  <a:lnTo>
                    <a:pt x="4562" y="59"/>
                  </a:lnTo>
                  <a:lnTo>
                    <a:pt x="4297" y="118"/>
                  </a:lnTo>
                  <a:lnTo>
                    <a:pt x="4032" y="177"/>
                  </a:lnTo>
                  <a:lnTo>
                    <a:pt x="3782" y="250"/>
                  </a:lnTo>
                  <a:lnTo>
                    <a:pt x="3532" y="324"/>
                  </a:lnTo>
                  <a:lnTo>
                    <a:pt x="3282" y="427"/>
                  </a:lnTo>
                  <a:lnTo>
                    <a:pt x="3046" y="530"/>
                  </a:lnTo>
                  <a:lnTo>
                    <a:pt x="2811" y="648"/>
                  </a:lnTo>
                  <a:lnTo>
                    <a:pt x="2590" y="780"/>
                  </a:lnTo>
                  <a:lnTo>
                    <a:pt x="2369" y="927"/>
                  </a:lnTo>
                  <a:lnTo>
                    <a:pt x="2163" y="1074"/>
                  </a:lnTo>
                  <a:lnTo>
                    <a:pt x="1957" y="1236"/>
                  </a:lnTo>
                  <a:lnTo>
                    <a:pt x="1766" y="1398"/>
                  </a:lnTo>
                  <a:lnTo>
                    <a:pt x="1575" y="1575"/>
                  </a:lnTo>
                  <a:lnTo>
                    <a:pt x="1398" y="1766"/>
                  </a:lnTo>
                  <a:lnTo>
                    <a:pt x="1237" y="1957"/>
                  </a:lnTo>
                  <a:lnTo>
                    <a:pt x="1075" y="2163"/>
                  </a:lnTo>
                  <a:lnTo>
                    <a:pt x="928" y="2369"/>
                  </a:lnTo>
                  <a:lnTo>
                    <a:pt x="780" y="2590"/>
                  </a:lnTo>
                  <a:lnTo>
                    <a:pt x="648" y="2825"/>
                  </a:lnTo>
                  <a:lnTo>
                    <a:pt x="530" y="3046"/>
                  </a:lnTo>
                  <a:lnTo>
                    <a:pt x="427" y="3296"/>
                  </a:lnTo>
                  <a:lnTo>
                    <a:pt x="324" y="3531"/>
                  </a:lnTo>
                  <a:lnTo>
                    <a:pt x="251" y="3781"/>
                  </a:lnTo>
                  <a:lnTo>
                    <a:pt x="177" y="4032"/>
                  </a:lnTo>
                  <a:lnTo>
                    <a:pt x="118" y="4296"/>
                  </a:lnTo>
                  <a:lnTo>
                    <a:pt x="60" y="4561"/>
                  </a:lnTo>
                  <a:lnTo>
                    <a:pt x="30" y="4826"/>
                  </a:lnTo>
                  <a:lnTo>
                    <a:pt x="15" y="5106"/>
                  </a:lnTo>
                  <a:lnTo>
                    <a:pt x="1" y="5385"/>
                  </a:lnTo>
                  <a:lnTo>
                    <a:pt x="1" y="38871"/>
                  </a:lnTo>
                  <a:lnTo>
                    <a:pt x="15" y="39180"/>
                  </a:lnTo>
                  <a:lnTo>
                    <a:pt x="30" y="39489"/>
                  </a:lnTo>
                  <a:lnTo>
                    <a:pt x="74" y="39798"/>
                  </a:lnTo>
                  <a:lnTo>
                    <a:pt x="133" y="40107"/>
                  </a:lnTo>
                  <a:lnTo>
                    <a:pt x="192" y="40401"/>
                  </a:lnTo>
                  <a:lnTo>
                    <a:pt x="280" y="40695"/>
                  </a:lnTo>
                  <a:lnTo>
                    <a:pt x="383" y="40975"/>
                  </a:lnTo>
                  <a:lnTo>
                    <a:pt x="486" y="41254"/>
                  </a:lnTo>
                  <a:lnTo>
                    <a:pt x="604" y="41534"/>
                  </a:lnTo>
                  <a:lnTo>
                    <a:pt x="751" y="41799"/>
                  </a:lnTo>
                  <a:lnTo>
                    <a:pt x="898" y="42049"/>
                  </a:lnTo>
                  <a:lnTo>
                    <a:pt x="1060" y="42299"/>
                  </a:lnTo>
                  <a:lnTo>
                    <a:pt x="1222" y="42549"/>
                  </a:lnTo>
                  <a:lnTo>
                    <a:pt x="1413" y="42770"/>
                  </a:lnTo>
                  <a:lnTo>
                    <a:pt x="1604" y="43005"/>
                  </a:lnTo>
                  <a:lnTo>
                    <a:pt x="1810" y="43211"/>
                  </a:lnTo>
                  <a:lnTo>
                    <a:pt x="2016" y="43417"/>
                  </a:lnTo>
                  <a:lnTo>
                    <a:pt x="2237" y="43608"/>
                  </a:lnTo>
                  <a:lnTo>
                    <a:pt x="2472" y="43785"/>
                  </a:lnTo>
                  <a:lnTo>
                    <a:pt x="2708" y="43961"/>
                  </a:lnTo>
                  <a:lnTo>
                    <a:pt x="2958" y="44123"/>
                  </a:lnTo>
                  <a:lnTo>
                    <a:pt x="3223" y="44270"/>
                  </a:lnTo>
                  <a:lnTo>
                    <a:pt x="3488" y="44403"/>
                  </a:lnTo>
                  <a:lnTo>
                    <a:pt x="3752" y="44535"/>
                  </a:lnTo>
                  <a:lnTo>
                    <a:pt x="4032" y="44638"/>
                  </a:lnTo>
                  <a:lnTo>
                    <a:pt x="4326" y="44741"/>
                  </a:lnTo>
                  <a:lnTo>
                    <a:pt x="4606" y="44815"/>
                  </a:lnTo>
                  <a:lnTo>
                    <a:pt x="4915" y="44888"/>
                  </a:lnTo>
                  <a:lnTo>
                    <a:pt x="5209" y="44947"/>
                  </a:lnTo>
                  <a:lnTo>
                    <a:pt x="5518" y="44976"/>
                  </a:lnTo>
                  <a:lnTo>
                    <a:pt x="5827" y="45006"/>
                  </a:lnTo>
                  <a:lnTo>
                    <a:pt x="6415" y="45006"/>
                  </a:lnTo>
                  <a:lnTo>
                    <a:pt x="6680" y="44991"/>
                  </a:lnTo>
                  <a:lnTo>
                    <a:pt x="6945" y="44962"/>
                  </a:lnTo>
                  <a:lnTo>
                    <a:pt x="7210" y="44918"/>
                  </a:lnTo>
                  <a:lnTo>
                    <a:pt x="7460" y="44873"/>
                  </a:lnTo>
                  <a:lnTo>
                    <a:pt x="7725" y="44815"/>
                  </a:lnTo>
                  <a:lnTo>
                    <a:pt x="7960" y="44741"/>
                  </a:lnTo>
                  <a:lnTo>
                    <a:pt x="8210" y="44653"/>
                  </a:lnTo>
                  <a:lnTo>
                    <a:pt x="8446" y="44564"/>
                  </a:lnTo>
                  <a:lnTo>
                    <a:pt x="8681" y="44461"/>
                  </a:lnTo>
                  <a:lnTo>
                    <a:pt x="8916" y="44358"/>
                  </a:lnTo>
                  <a:lnTo>
                    <a:pt x="9137" y="44241"/>
                  </a:lnTo>
                  <a:lnTo>
                    <a:pt x="9358" y="44108"/>
                  </a:lnTo>
                  <a:lnTo>
                    <a:pt x="9564" y="43976"/>
                  </a:lnTo>
                  <a:lnTo>
                    <a:pt x="9770" y="43829"/>
                  </a:lnTo>
                  <a:lnTo>
                    <a:pt x="9976" y="43682"/>
                  </a:lnTo>
                  <a:lnTo>
                    <a:pt x="10167" y="43520"/>
                  </a:lnTo>
                  <a:lnTo>
                    <a:pt x="10358" y="43343"/>
                  </a:lnTo>
                  <a:lnTo>
                    <a:pt x="10535" y="43167"/>
                  </a:lnTo>
                  <a:lnTo>
                    <a:pt x="10711" y="42990"/>
                  </a:lnTo>
                  <a:lnTo>
                    <a:pt x="10873" y="42799"/>
                  </a:lnTo>
                  <a:lnTo>
                    <a:pt x="11035" y="42593"/>
                  </a:lnTo>
                  <a:lnTo>
                    <a:pt x="11182" y="42402"/>
                  </a:lnTo>
                  <a:lnTo>
                    <a:pt x="11315" y="42181"/>
                  </a:lnTo>
                  <a:lnTo>
                    <a:pt x="11447" y="41975"/>
                  </a:lnTo>
                  <a:lnTo>
                    <a:pt x="11579" y="41754"/>
                  </a:lnTo>
                  <a:lnTo>
                    <a:pt x="11697" y="41519"/>
                  </a:lnTo>
                  <a:lnTo>
                    <a:pt x="11800" y="41298"/>
                  </a:lnTo>
                  <a:lnTo>
                    <a:pt x="11888" y="41048"/>
                  </a:lnTo>
                  <a:lnTo>
                    <a:pt x="11977" y="40813"/>
                  </a:lnTo>
                  <a:lnTo>
                    <a:pt x="12050" y="40563"/>
                  </a:lnTo>
                  <a:lnTo>
                    <a:pt x="12124" y="40313"/>
                  </a:lnTo>
                  <a:lnTo>
                    <a:pt x="12477" y="40283"/>
                  </a:lnTo>
                  <a:lnTo>
                    <a:pt x="12830" y="40239"/>
                  </a:lnTo>
                  <a:lnTo>
                    <a:pt x="13168" y="40180"/>
                  </a:lnTo>
                  <a:lnTo>
                    <a:pt x="13507" y="40107"/>
                  </a:lnTo>
                  <a:lnTo>
                    <a:pt x="13830" y="40004"/>
                  </a:lnTo>
                  <a:lnTo>
                    <a:pt x="14154" y="39901"/>
                  </a:lnTo>
                  <a:lnTo>
                    <a:pt x="14478" y="39783"/>
                  </a:lnTo>
                  <a:lnTo>
                    <a:pt x="14787" y="39636"/>
                  </a:lnTo>
                  <a:lnTo>
                    <a:pt x="15096" y="39489"/>
                  </a:lnTo>
                  <a:lnTo>
                    <a:pt x="15390" y="39327"/>
                  </a:lnTo>
                  <a:lnTo>
                    <a:pt x="15670" y="39150"/>
                  </a:lnTo>
                  <a:lnTo>
                    <a:pt x="15949" y="38959"/>
                  </a:lnTo>
                  <a:lnTo>
                    <a:pt x="16214" y="38753"/>
                  </a:lnTo>
                  <a:lnTo>
                    <a:pt x="16464" y="38547"/>
                  </a:lnTo>
                  <a:lnTo>
                    <a:pt x="16714" y="38312"/>
                  </a:lnTo>
                  <a:lnTo>
                    <a:pt x="16949" y="38076"/>
                  </a:lnTo>
                  <a:lnTo>
                    <a:pt x="17170" y="37826"/>
                  </a:lnTo>
                  <a:lnTo>
                    <a:pt x="17391" y="37576"/>
                  </a:lnTo>
                  <a:lnTo>
                    <a:pt x="17597" y="37296"/>
                  </a:lnTo>
                  <a:lnTo>
                    <a:pt x="17773" y="37032"/>
                  </a:lnTo>
                  <a:lnTo>
                    <a:pt x="17950" y="36737"/>
                  </a:lnTo>
                  <a:lnTo>
                    <a:pt x="18112" y="36443"/>
                  </a:lnTo>
                  <a:lnTo>
                    <a:pt x="18274" y="36134"/>
                  </a:lnTo>
                  <a:lnTo>
                    <a:pt x="18406" y="35825"/>
                  </a:lnTo>
                  <a:lnTo>
                    <a:pt x="18524" y="35516"/>
                  </a:lnTo>
                  <a:lnTo>
                    <a:pt x="18627" y="35178"/>
                  </a:lnTo>
                  <a:lnTo>
                    <a:pt x="18715" y="34854"/>
                  </a:lnTo>
                  <a:lnTo>
                    <a:pt x="18789" y="34516"/>
                  </a:lnTo>
                  <a:lnTo>
                    <a:pt x="18847" y="34163"/>
                  </a:lnTo>
                  <a:lnTo>
                    <a:pt x="18892" y="33824"/>
                  </a:lnTo>
                  <a:lnTo>
                    <a:pt x="18921" y="33471"/>
                  </a:lnTo>
                  <a:lnTo>
                    <a:pt x="18936" y="33103"/>
                  </a:lnTo>
                  <a:lnTo>
                    <a:pt x="18921" y="32809"/>
                  </a:lnTo>
                  <a:lnTo>
                    <a:pt x="18906" y="32515"/>
                  </a:lnTo>
                  <a:lnTo>
                    <a:pt x="18877" y="32221"/>
                  </a:lnTo>
                  <a:lnTo>
                    <a:pt x="18833" y="31926"/>
                  </a:lnTo>
                  <a:lnTo>
                    <a:pt x="19201" y="31676"/>
                  </a:lnTo>
                  <a:lnTo>
                    <a:pt x="19539" y="31397"/>
                  </a:lnTo>
                  <a:lnTo>
                    <a:pt x="19863" y="31103"/>
                  </a:lnTo>
                  <a:lnTo>
                    <a:pt x="20172" y="30794"/>
                  </a:lnTo>
                  <a:lnTo>
                    <a:pt x="20466" y="30470"/>
                  </a:lnTo>
                  <a:lnTo>
                    <a:pt x="20731" y="30117"/>
                  </a:lnTo>
                  <a:lnTo>
                    <a:pt x="20981" y="29749"/>
                  </a:lnTo>
                  <a:lnTo>
                    <a:pt x="21201" y="29366"/>
                  </a:lnTo>
                  <a:lnTo>
                    <a:pt x="21407" y="28984"/>
                  </a:lnTo>
                  <a:lnTo>
                    <a:pt x="21584" y="28572"/>
                  </a:lnTo>
                  <a:lnTo>
                    <a:pt x="21746" y="28145"/>
                  </a:lnTo>
                  <a:lnTo>
                    <a:pt x="21863" y="27719"/>
                  </a:lnTo>
                  <a:lnTo>
                    <a:pt x="21966" y="27277"/>
                  </a:lnTo>
                  <a:lnTo>
                    <a:pt x="22040" y="26821"/>
                  </a:lnTo>
                  <a:lnTo>
                    <a:pt x="22084" y="26350"/>
                  </a:lnTo>
                  <a:lnTo>
                    <a:pt x="22099" y="25880"/>
                  </a:lnTo>
                  <a:lnTo>
                    <a:pt x="22099" y="25497"/>
                  </a:lnTo>
                  <a:lnTo>
                    <a:pt x="22069" y="25115"/>
                  </a:lnTo>
                  <a:lnTo>
                    <a:pt x="22011" y="24747"/>
                  </a:lnTo>
                  <a:lnTo>
                    <a:pt x="21937" y="24379"/>
                  </a:lnTo>
                  <a:lnTo>
                    <a:pt x="21863" y="24011"/>
                  </a:lnTo>
                  <a:lnTo>
                    <a:pt x="21746" y="23658"/>
                  </a:lnTo>
                  <a:lnTo>
                    <a:pt x="21628" y="23305"/>
                  </a:lnTo>
                  <a:lnTo>
                    <a:pt x="21496" y="22967"/>
                  </a:lnTo>
                  <a:lnTo>
                    <a:pt x="21334" y="22643"/>
                  </a:lnTo>
                  <a:lnTo>
                    <a:pt x="21157" y="22319"/>
                  </a:lnTo>
                  <a:lnTo>
                    <a:pt x="20966" y="22010"/>
                  </a:lnTo>
                  <a:lnTo>
                    <a:pt x="20775" y="21701"/>
                  </a:lnTo>
                  <a:lnTo>
                    <a:pt x="20554" y="21422"/>
                  </a:lnTo>
                  <a:lnTo>
                    <a:pt x="20319" y="21142"/>
                  </a:lnTo>
                  <a:lnTo>
                    <a:pt x="20083" y="20877"/>
                  </a:lnTo>
                  <a:lnTo>
                    <a:pt x="19818" y="20613"/>
                  </a:lnTo>
                  <a:lnTo>
                    <a:pt x="19818" y="20451"/>
                  </a:lnTo>
                  <a:lnTo>
                    <a:pt x="19818" y="20186"/>
                  </a:lnTo>
                  <a:lnTo>
                    <a:pt x="19804" y="19936"/>
                  </a:lnTo>
                  <a:lnTo>
                    <a:pt x="19789" y="19671"/>
                  </a:lnTo>
                  <a:lnTo>
                    <a:pt x="19745" y="19421"/>
                  </a:lnTo>
                  <a:lnTo>
                    <a:pt x="19715" y="19171"/>
                  </a:lnTo>
                  <a:lnTo>
                    <a:pt x="19657" y="18921"/>
                  </a:lnTo>
                  <a:lnTo>
                    <a:pt x="19539" y="18435"/>
                  </a:lnTo>
                  <a:lnTo>
                    <a:pt x="19392" y="17964"/>
                  </a:lnTo>
                  <a:lnTo>
                    <a:pt x="19201" y="17508"/>
                  </a:lnTo>
                  <a:lnTo>
                    <a:pt x="18980" y="17067"/>
                  </a:lnTo>
                  <a:lnTo>
                    <a:pt x="18744" y="16640"/>
                  </a:lnTo>
                  <a:lnTo>
                    <a:pt x="18965" y="16213"/>
                  </a:lnTo>
                  <a:lnTo>
                    <a:pt x="19171" y="15772"/>
                  </a:lnTo>
                  <a:lnTo>
                    <a:pt x="19348" y="15301"/>
                  </a:lnTo>
                  <a:lnTo>
                    <a:pt x="19495" y="14831"/>
                  </a:lnTo>
                  <a:lnTo>
                    <a:pt x="19612" y="14345"/>
                  </a:lnTo>
                  <a:lnTo>
                    <a:pt x="19701" y="13845"/>
                  </a:lnTo>
                  <a:lnTo>
                    <a:pt x="19745" y="13330"/>
                  </a:lnTo>
                  <a:lnTo>
                    <a:pt x="19774" y="12815"/>
                  </a:lnTo>
                  <a:lnTo>
                    <a:pt x="19760" y="12418"/>
                  </a:lnTo>
                  <a:lnTo>
                    <a:pt x="19730" y="12035"/>
                  </a:lnTo>
                  <a:lnTo>
                    <a:pt x="19686" y="11653"/>
                  </a:lnTo>
                  <a:lnTo>
                    <a:pt x="19612" y="11270"/>
                  </a:lnTo>
                  <a:lnTo>
                    <a:pt x="19524" y="10902"/>
                  </a:lnTo>
                  <a:lnTo>
                    <a:pt x="19421" y="10534"/>
                  </a:lnTo>
                  <a:lnTo>
                    <a:pt x="19303" y="10181"/>
                  </a:lnTo>
                  <a:lnTo>
                    <a:pt x="19171" y="9843"/>
                  </a:lnTo>
                  <a:lnTo>
                    <a:pt x="19009" y="9505"/>
                  </a:lnTo>
                  <a:lnTo>
                    <a:pt x="18847" y="9166"/>
                  </a:lnTo>
                  <a:lnTo>
                    <a:pt x="18656" y="8843"/>
                  </a:lnTo>
                  <a:lnTo>
                    <a:pt x="18465" y="8534"/>
                  </a:lnTo>
                  <a:lnTo>
                    <a:pt x="18244" y="8239"/>
                  </a:lnTo>
                  <a:lnTo>
                    <a:pt x="18024" y="7945"/>
                  </a:lnTo>
                  <a:lnTo>
                    <a:pt x="17788" y="7680"/>
                  </a:lnTo>
                  <a:lnTo>
                    <a:pt x="17523" y="7415"/>
                  </a:lnTo>
                  <a:lnTo>
                    <a:pt x="17258" y="7151"/>
                  </a:lnTo>
                  <a:lnTo>
                    <a:pt x="16994" y="6915"/>
                  </a:lnTo>
                  <a:lnTo>
                    <a:pt x="16699" y="6695"/>
                  </a:lnTo>
                  <a:lnTo>
                    <a:pt x="16405" y="6474"/>
                  </a:lnTo>
                  <a:lnTo>
                    <a:pt x="16096" y="6283"/>
                  </a:lnTo>
                  <a:lnTo>
                    <a:pt x="15772" y="6091"/>
                  </a:lnTo>
                  <a:lnTo>
                    <a:pt x="15434" y="5929"/>
                  </a:lnTo>
                  <a:lnTo>
                    <a:pt x="15096" y="5768"/>
                  </a:lnTo>
                  <a:lnTo>
                    <a:pt x="14757" y="5635"/>
                  </a:lnTo>
                  <a:lnTo>
                    <a:pt x="14404" y="5518"/>
                  </a:lnTo>
                  <a:lnTo>
                    <a:pt x="14036" y="5415"/>
                  </a:lnTo>
                  <a:lnTo>
                    <a:pt x="13669" y="5326"/>
                  </a:lnTo>
                  <a:lnTo>
                    <a:pt x="13286" y="5253"/>
                  </a:lnTo>
                  <a:lnTo>
                    <a:pt x="12904" y="5209"/>
                  </a:lnTo>
                  <a:lnTo>
                    <a:pt x="12521" y="5179"/>
                  </a:lnTo>
                  <a:lnTo>
                    <a:pt x="12124" y="5164"/>
                  </a:lnTo>
                  <a:lnTo>
                    <a:pt x="11785" y="5179"/>
                  </a:lnTo>
                  <a:lnTo>
                    <a:pt x="11432" y="5209"/>
                  </a:lnTo>
                  <a:lnTo>
                    <a:pt x="11094" y="5238"/>
                  </a:lnTo>
                  <a:lnTo>
                    <a:pt x="10756" y="5297"/>
                  </a:lnTo>
                  <a:lnTo>
                    <a:pt x="10756" y="5017"/>
                  </a:lnTo>
                  <a:lnTo>
                    <a:pt x="10726" y="4752"/>
                  </a:lnTo>
                  <a:lnTo>
                    <a:pt x="10682" y="4488"/>
                  </a:lnTo>
                  <a:lnTo>
                    <a:pt x="10638" y="4223"/>
                  </a:lnTo>
                  <a:lnTo>
                    <a:pt x="10579" y="3973"/>
                  </a:lnTo>
                  <a:lnTo>
                    <a:pt x="10505" y="3723"/>
                  </a:lnTo>
                  <a:lnTo>
                    <a:pt x="10417" y="3472"/>
                  </a:lnTo>
                  <a:lnTo>
                    <a:pt x="10314" y="3237"/>
                  </a:lnTo>
                  <a:lnTo>
                    <a:pt x="10211" y="3002"/>
                  </a:lnTo>
                  <a:lnTo>
                    <a:pt x="10079" y="2766"/>
                  </a:lnTo>
                  <a:lnTo>
                    <a:pt x="9961" y="2546"/>
                  </a:lnTo>
                  <a:lnTo>
                    <a:pt x="9814" y="2340"/>
                  </a:lnTo>
                  <a:lnTo>
                    <a:pt x="9667" y="2119"/>
                  </a:lnTo>
                  <a:lnTo>
                    <a:pt x="9505" y="1928"/>
                  </a:lnTo>
                  <a:lnTo>
                    <a:pt x="9328" y="1736"/>
                  </a:lnTo>
                  <a:lnTo>
                    <a:pt x="9152" y="1545"/>
                  </a:lnTo>
                  <a:lnTo>
                    <a:pt x="8975" y="1383"/>
                  </a:lnTo>
                  <a:lnTo>
                    <a:pt x="8769" y="1207"/>
                  </a:lnTo>
                  <a:lnTo>
                    <a:pt x="8578" y="1060"/>
                  </a:lnTo>
                  <a:lnTo>
                    <a:pt x="8357" y="913"/>
                  </a:lnTo>
                  <a:lnTo>
                    <a:pt x="8151" y="765"/>
                  </a:lnTo>
                  <a:lnTo>
                    <a:pt x="7931" y="648"/>
                  </a:lnTo>
                  <a:lnTo>
                    <a:pt x="7695" y="530"/>
                  </a:lnTo>
                  <a:lnTo>
                    <a:pt x="7460" y="412"/>
                  </a:lnTo>
                  <a:lnTo>
                    <a:pt x="7210" y="324"/>
                  </a:lnTo>
                  <a:lnTo>
                    <a:pt x="6960" y="236"/>
                  </a:lnTo>
                  <a:lnTo>
                    <a:pt x="6710" y="177"/>
                  </a:lnTo>
                  <a:lnTo>
                    <a:pt x="6460" y="118"/>
                  </a:lnTo>
                  <a:lnTo>
                    <a:pt x="6195" y="59"/>
                  </a:lnTo>
                  <a:lnTo>
                    <a:pt x="5930" y="30"/>
                  </a:lnTo>
                  <a:lnTo>
                    <a:pt x="5650" y="15"/>
                  </a:lnTo>
                  <a:lnTo>
                    <a:pt x="53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36;p38">
              <a:extLst>
                <a:ext uri="{FF2B5EF4-FFF2-40B4-BE49-F238E27FC236}">
                  <a16:creationId xmlns:a16="http://schemas.microsoft.com/office/drawing/2014/main" id="{3097A581-68D1-F74E-2827-5ED13D8B5D89}"/>
                </a:ext>
              </a:extLst>
            </p:cNvPr>
            <p:cNvSpPr/>
            <p:nvPr/>
          </p:nvSpPr>
          <p:spPr>
            <a:xfrm>
              <a:off x="4468725" y="718100"/>
              <a:ext cx="571975" cy="1144675"/>
            </a:xfrm>
            <a:custGeom>
              <a:avLst/>
              <a:gdLst/>
              <a:ahLst/>
              <a:cxnLst/>
              <a:rect l="l" t="t" r="r" b="b"/>
              <a:pathLst>
                <a:path w="22879" h="45787" extrusionOk="0">
                  <a:moveTo>
                    <a:pt x="17361" y="781"/>
                  </a:moveTo>
                  <a:lnTo>
                    <a:pt x="17611" y="795"/>
                  </a:lnTo>
                  <a:lnTo>
                    <a:pt x="17861" y="839"/>
                  </a:lnTo>
                  <a:lnTo>
                    <a:pt x="18112" y="869"/>
                  </a:lnTo>
                  <a:lnTo>
                    <a:pt x="18347" y="928"/>
                  </a:lnTo>
                  <a:lnTo>
                    <a:pt x="18582" y="1001"/>
                  </a:lnTo>
                  <a:lnTo>
                    <a:pt x="18818" y="1075"/>
                  </a:lnTo>
                  <a:lnTo>
                    <a:pt x="19053" y="1163"/>
                  </a:lnTo>
                  <a:lnTo>
                    <a:pt x="19274" y="1266"/>
                  </a:lnTo>
                  <a:lnTo>
                    <a:pt x="19480" y="1384"/>
                  </a:lnTo>
                  <a:lnTo>
                    <a:pt x="19686" y="1501"/>
                  </a:lnTo>
                  <a:lnTo>
                    <a:pt x="19892" y="1634"/>
                  </a:lnTo>
                  <a:lnTo>
                    <a:pt x="20098" y="1766"/>
                  </a:lnTo>
                  <a:lnTo>
                    <a:pt x="20274" y="1913"/>
                  </a:lnTo>
                  <a:lnTo>
                    <a:pt x="20466" y="2075"/>
                  </a:lnTo>
                  <a:lnTo>
                    <a:pt x="20642" y="2237"/>
                  </a:lnTo>
                  <a:lnTo>
                    <a:pt x="20804" y="2414"/>
                  </a:lnTo>
                  <a:lnTo>
                    <a:pt x="20951" y="2590"/>
                  </a:lnTo>
                  <a:lnTo>
                    <a:pt x="21113" y="2781"/>
                  </a:lnTo>
                  <a:lnTo>
                    <a:pt x="21245" y="2973"/>
                  </a:lnTo>
                  <a:lnTo>
                    <a:pt x="21378" y="3179"/>
                  </a:lnTo>
                  <a:lnTo>
                    <a:pt x="21495" y="3385"/>
                  </a:lnTo>
                  <a:lnTo>
                    <a:pt x="21613" y="3605"/>
                  </a:lnTo>
                  <a:lnTo>
                    <a:pt x="21701" y="3826"/>
                  </a:lnTo>
                  <a:lnTo>
                    <a:pt x="21790" y="4047"/>
                  </a:lnTo>
                  <a:lnTo>
                    <a:pt x="21878" y="4282"/>
                  </a:lnTo>
                  <a:lnTo>
                    <a:pt x="21937" y="4518"/>
                  </a:lnTo>
                  <a:lnTo>
                    <a:pt x="21996" y="4768"/>
                  </a:lnTo>
                  <a:lnTo>
                    <a:pt x="22040" y="5003"/>
                  </a:lnTo>
                  <a:lnTo>
                    <a:pt x="22069" y="5253"/>
                  </a:lnTo>
                  <a:lnTo>
                    <a:pt x="22099" y="5518"/>
                  </a:lnTo>
                  <a:lnTo>
                    <a:pt x="22099" y="5768"/>
                  </a:lnTo>
                  <a:lnTo>
                    <a:pt x="22099" y="39254"/>
                  </a:lnTo>
                  <a:lnTo>
                    <a:pt x="22099" y="39548"/>
                  </a:lnTo>
                  <a:lnTo>
                    <a:pt x="22069" y="39842"/>
                  </a:lnTo>
                  <a:lnTo>
                    <a:pt x="22040" y="40122"/>
                  </a:lnTo>
                  <a:lnTo>
                    <a:pt x="21981" y="40416"/>
                  </a:lnTo>
                  <a:lnTo>
                    <a:pt x="21922" y="40681"/>
                  </a:lnTo>
                  <a:lnTo>
                    <a:pt x="21834" y="40960"/>
                  </a:lnTo>
                  <a:lnTo>
                    <a:pt x="21746" y="41225"/>
                  </a:lnTo>
                  <a:lnTo>
                    <a:pt x="21643" y="41490"/>
                  </a:lnTo>
                  <a:lnTo>
                    <a:pt x="21525" y="41740"/>
                  </a:lnTo>
                  <a:lnTo>
                    <a:pt x="21407" y="41990"/>
                  </a:lnTo>
                  <a:lnTo>
                    <a:pt x="21260" y="42240"/>
                  </a:lnTo>
                  <a:lnTo>
                    <a:pt x="21113" y="42461"/>
                  </a:lnTo>
                  <a:lnTo>
                    <a:pt x="20951" y="42696"/>
                  </a:lnTo>
                  <a:lnTo>
                    <a:pt x="20789" y="42917"/>
                  </a:lnTo>
                  <a:lnTo>
                    <a:pt x="20598" y="43123"/>
                  </a:lnTo>
                  <a:lnTo>
                    <a:pt x="20407" y="43314"/>
                  </a:lnTo>
                  <a:lnTo>
                    <a:pt x="20215" y="43506"/>
                  </a:lnTo>
                  <a:lnTo>
                    <a:pt x="19995" y="43697"/>
                  </a:lnTo>
                  <a:lnTo>
                    <a:pt x="19789" y="43859"/>
                  </a:lnTo>
                  <a:lnTo>
                    <a:pt x="19553" y="44021"/>
                  </a:lnTo>
                  <a:lnTo>
                    <a:pt x="19318" y="44168"/>
                  </a:lnTo>
                  <a:lnTo>
                    <a:pt x="19083" y="44315"/>
                  </a:lnTo>
                  <a:lnTo>
                    <a:pt x="18833" y="44433"/>
                  </a:lnTo>
                  <a:lnTo>
                    <a:pt x="18582" y="44550"/>
                  </a:lnTo>
                  <a:lnTo>
                    <a:pt x="18318" y="44653"/>
                  </a:lnTo>
                  <a:lnTo>
                    <a:pt x="18053" y="44741"/>
                  </a:lnTo>
                  <a:lnTo>
                    <a:pt x="17773" y="44830"/>
                  </a:lnTo>
                  <a:lnTo>
                    <a:pt x="17494" y="44889"/>
                  </a:lnTo>
                  <a:lnTo>
                    <a:pt x="17214" y="44947"/>
                  </a:lnTo>
                  <a:lnTo>
                    <a:pt x="16920" y="44977"/>
                  </a:lnTo>
                  <a:lnTo>
                    <a:pt x="16640" y="45006"/>
                  </a:lnTo>
                  <a:lnTo>
                    <a:pt x="16096" y="45006"/>
                  </a:lnTo>
                  <a:lnTo>
                    <a:pt x="15846" y="44992"/>
                  </a:lnTo>
                  <a:lnTo>
                    <a:pt x="15596" y="44962"/>
                  </a:lnTo>
                  <a:lnTo>
                    <a:pt x="15360" y="44918"/>
                  </a:lnTo>
                  <a:lnTo>
                    <a:pt x="15125" y="44874"/>
                  </a:lnTo>
                  <a:lnTo>
                    <a:pt x="14890" y="44830"/>
                  </a:lnTo>
                  <a:lnTo>
                    <a:pt x="14654" y="44756"/>
                  </a:lnTo>
                  <a:lnTo>
                    <a:pt x="14433" y="44683"/>
                  </a:lnTo>
                  <a:lnTo>
                    <a:pt x="14198" y="44594"/>
                  </a:lnTo>
                  <a:lnTo>
                    <a:pt x="13992" y="44506"/>
                  </a:lnTo>
                  <a:lnTo>
                    <a:pt x="13771" y="44403"/>
                  </a:lnTo>
                  <a:lnTo>
                    <a:pt x="13565" y="44300"/>
                  </a:lnTo>
                  <a:lnTo>
                    <a:pt x="13359" y="44182"/>
                  </a:lnTo>
                  <a:lnTo>
                    <a:pt x="13153" y="44050"/>
                  </a:lnTo>
                  <a:lnTo>
                    <a:pt x="12962" y="43918"/>
                  </a:lnTo>
                  <a:lnTo>
                    <a:pt x="12771" y="43785"/>
                  </a:lnTo>
                  <a:lnTo>
                    <a:pt x="12594" y="43638"/>
                  </a:lnTo>
                  <a:lnTo>
                    <a:pt x="12418" y="43476"/>
                  </a:lnTo>
                  <a:lnTo>
                    <a:pt x="12256" y="43314"/>
                  </a:lnTo>
                  <a:lnTo>
                    <a:pt x="12094" y="43138"/>
                  </a:lnTo>
                  <a:lnTo>
                    <a:pt x="11932" y="42961"/>
                  </a:lnTo>
                  <a:lnTo>
                    <a:pt x="11785" y="42785"/>
                  </a:lnTo>
                  <a:lnTo>
                    <a:pt x="11638" y="42593"/>
                  </a:lnTo>
                  <a:lnTo>
                    <a:pt x="11506" y="42387"/>
                  </a:lnTo>
                  <a:lnTo>
                    <a:pt x="11388" y="42182"/>
                  </a:lnTo>
                  <a:lnTo>
                    <a:pt x="11270" y="41976"/>
                  </a:lnTo>
                  <a:lnTo>
                    <a:pt x="11153" y="41770"/>
                  </a:lnTo>
                  <a:lnTo>
                    <a:pt x="11050" y="41549"/>
                  </a:lnTo>
                  <a:lnTo>
                    <a:pt x="10961" y="41313"/>
                  </a:lnTo>
                  <a:lnTo>
                    <a:pt x="10888" y="41093"/>
                  </a:lnTo>
                  <a:lnTo>
                    <a:pt x="10814" y="40843"/>
                  </a:lnTo>
                  <a:lnTo>
                    <a:pt x="10741" y="40607"/>
                  </a:lnTo>
                  <a:lnTo>
                    <a:pt x="10682" y="40328"/>
                  </a:lnTo>
                  <a:lnTo>
                    <a:pt x="10388" y="40313"/>
                  </a:lnTo>
                  <a:lnTo>
                    <a:pt x="10049" y="40284"/>
                  </a:lnTo>
                  <a:lnTo>
                    <a:pt x="9725" y="40239"/>
                  </a:lnTo>
                  <a:lnTo>
                    <a:pt x="9402" y="40181"/>
                  </a:lnTo>
                  <a:lnTo>
                    <a:pt x="9078" y="40107"/>
                  </a:lnTo>
                  <a:lnTo>
                    <a:pt x="8769" y="40019"/>
                  </a:lnTo>
                  <a:lnTo>
                    <a:pt x="8460" y="39916"/>
                  </a:lnTo>
                  <a:lnTo>
                    <a:pt x="8151" y="39798"/>
                  </a:lnTo>
                  <a:lnTo>
                    <a:pt x="7857" y="39666"/>
                  </a:lnTo>
                  <a:lnTo>
                    <a:pt x="7577" y="39533"/>
                  </a:lnTo>
                  <a:lnTo>
                    <a:pt x="7298" y="39371"/>
                  </a:lnTo>
                  <a:lnTo>
                    <a:pt x="7018" y="39195"/>
                  </a:lnTo>
                  <a:lnTo>
                    <a:pt x="6768" y="39018"/>
                  </a:lnTo>
                  <a:lnTo>
                    <a:pt x="6503" y="38827"/>
                  </a:lnTo>
                  <a:lnTo>
                    <a:pt x="6268" y="38621"/>
                  </a:lnTo>
                  <a:lnTo>
                    <a:pt x="6033" y="38415"/>
                  </a:lnTo>
                  <a:lnTo>
                    <a:pt x="5812" y="38180"/>
                  </a:lnTo>
                  <a:lnTo>
                    <a:pt x="5606" y="37944"/>
                  </a:lnTo>
                  <a:lnTo>
                    <a:pt x="5400" y="37709"/>
                  </a:lnTo>
                  <a:lnTo>
                    <a:pt x="5209" y="37444"/>
                  </a:lnTo>
                  <a:lnTo>
                    <a:pt x="5032" y="37194"/>
                  </a:lnTo>
                  <a:lnTo>
                    <a:pt x="4870" y="36914"/>
                  </a:lnTo>
                  <a:lnTo>
                    <a:pt x="4709" y="36635"/>
                  </a:lnTo>
                  <a:lnTo>
                    <a:pt x="4576" y="36355"/>
                  </a:lnTo>
                  <a:lnTo>
                    <a:pt x="4444" y="36061"/>
                  </a:lnTo>
                  <a:lnTo>
                    <a:pt x="4326" y="35752"/>
                  </a:lnTo>
                  <a:lnTo>
                    <a:pt x="4223" y="35443"/>
                  </a:lnTo>
                  <a:lnTo>
                    <a:pt x="4149" y="35134"/>
                  </a:lnTo>
                  <a:lnTo>
                    <a:pt x="4076" y="34811"/>
                  </a:lnTo>
                  <a:lnTo>
                    <a:pt x="4017" y="34487"/>
                  </a:lnTo>
                  <a:lnTo>
                    <a:pt x="3973" y="34163"/>
                  </a:lnTo>
                  <a:lnTo>
                    <a:pt x="3958" y="33825"/>
                  </a:lnTo>
                  <a:lnTo>
                    <a:pt x="3943" y="33486"/>
                  </a:lnTo>
                  <a:lnTo>
                    <a:pt x="3943" y="33207"/>
                  </a:lnTo>
                  <a:lnTo>
                    <a:pt x="3973" y="32927"/>
                  </a:lnTo>
                  <a:lnTo>
                    <a:pt x="4002" y="32648"/>
                  </a:lnTo>
                  <a:lnTo>
                    <a:pt x="4032" y="32368"/>
                  </a:lnTo>
                  <a:lnTo>
                    <a:pt x="4076" y="32118"/>
                  </a:lnTo>
                  <a:lnTo>
                    <a:pt x="3870" y="31986"/>
                  </a:lnTo>
                  <a:lnTo>
                    <a:pt x="3517" y="31736"/>
                  </a:lnTo>
                  <a:lnTo>
                    <a:pt x="3178" y="31471"/>
                  </a:lnTo>
                  <a:lnTo>
                    <a:pt x="2855" y="31191"/>
                  </a:lnTo>
                  <a:lnTo>
                    <a:pt x="2561" y="30882"/>
                  </a:lnTo>
                  <a:lnTo>
                    <a:pt x="2296" y="30559"/>
                  </a:lnTo>
                  <a:lnTo>
                    <a:pt x="2031" y="30235"/>
                  </a:lnTo>
                  <a:lnTo>
                    <a:pt x="1810" y="29882"/>
                  </a:lnTo>
                  <a:lnTo>
                    <a:pt x="1589" y="29514"/>
                  </a:lnTo>
                  <a:lnTo>
                    <a:pt x="1398" y="29146"/>
                  </a:lnTo>
                  <a:lnTo>
                    <a:pt x="1236" y="28764"/>
                  </a:lnTo>
                  <a:lnTo>
                    <a:pt x="1104" y="28366"/>
                  </a:lnTo>
                  <a:lnTo>
                    <a:pt x="986" y="27955"/>
                  </a:lnTo>
                  <a:lnTo>
                    <a:pt x="898" y="27543"/>
                  </a:lnTo>
                  <a:lnTo>
                    <a:pt x="824" y="27131"/>
                  </a:lnTo>
                  <a:lnTo>
                    <a:pt x="780" y="26704"/>
                  </a:lnTo>
                  <a:lnTo>
                    <a:pt x="766" y="26263"/>
                  </a:lnTo>
                  <a:lnTo>
                    <a:pt x="780" y="25909"/>
                  </a:lnTo>
                  <a:lnTo>
                    <a:pt x="810" y="25556"/>
                  </a:lnTo>
                  <a:lnTo>
                    <a:pt x="854" y="25218"/>
                  </a:lnTo>
                  <a:lnTo>
                    <a:pt x="913" y="24865"/>
                  </a:lnTo>
                  <a:lnTo>
                    <a:pt x="986" y="24527"/>
                  </a:lnTo>
                  <a:lnTo>
                    <a:pt x="1089" y="24203"/>
                  </a:lnTo>
                  <a:lnTo>
                    <a:pt x="1207" y="23864"/>
                  </a:lnTo>
                  <a:lnTo>
                    <a:pt x="1325" y="23555"/>
                  </a:lnTo>
                  <a:lnTo>
                    <a:pt x="1472" y="23232"/>
                  </a:lnTo>
                  <a:lnTo>
                    <a:pt x="1634" y="22938"/>
                  </a:lnTo>
                  <a:lnTo>
                    <a:pt x="1810" y="22629"/>
                  </a:lnTo>
                  <a:lnTo>
                    <a:pt x="2001" y="22349"/>
                  </a:lnTo>
                  <a:lnTo>
                    <a:pt x="2222" y="22070"/>
                  </a:lnTo>
                  <a:lnTo>
                    <a:pt x="2443" y="21790"/>
                  </a:lnTo>
                  <a:lnTo>
                    <a:pt x="2678" y="21540"/>
                  </a:lnTo>
                  <a:lnTo>
                    <a:pt x="2928" y="21290"/>
                  </a:lnTo>
                  <a:lnTo>
                    <a:pt x="3061" y="21172"/>
                  </a:lnTo>
                  <a:lnTo>
                    <a:pt x="3046" y="20937"/>
                  </a:lnTo>
                  <a:lnTo>
                    <a:pt x="3046" y="20834"/>
                  </a:lnTo>
                  <a:lnTo>
                    <a:pt x="3061" y="20363"/>
                  </a:lnTo>
                  <a:lnTo>
                    <a:pt x="3120" y="19877"/>
                  </a:lnTo>
                  <a:lnTo>
                    <a:pt x="3193" y="19421"/>
                  </a:lnTo>
                  <a:lnTo>
                    <a:pt x="3311" y="18965"/>
                  </a:lnTo>
                  <a:lnTo>
                    <a:pt x="3458" y="18509"/>
                  </a:lnTo>
                  <a:lnTo>
                    <a:pt x="3635" y="18068"/>
                  </a:lnTo>
                  <a:lnTo>
                    <a:pt x="3840" y="17641"/>
                  </a:lnTo>
                  <a:lnTo>
                    <a:pt x="4076" y="17229"/>
                  </a:lnTo>
                  <a:lnTo>
                    <a:pt x="4194" y="17038"/>
                  </a:lnTo>
                  <a:lnTo>
                    <a:pt x="4076" y="16832"/>
                  </a:lnTo>
                  <a:lnTo>
                    <a:pt x="3855" y="16405"/>
                  </a:lnTo>
                  <a:lnTo>
                    <a:pt x="3664" y="15979"/>
                  </a:lnTo>
                  <a:lnTo>
                    <a:pt x="3487" y="15537"/>
                  </a:lnTo>
                  <a:lnTo>
                    <a:pt x="3355" y="15081"/>
                  </a:lnTo>
                  <a:lnTo>
                    <a:pt x="3252" y="14610"/>
                  </a:lnTo>
                  <a:lnTo>
                    <a:pt x="3164" y="14140"/>
                  </a:lnTo>
                  <a:lnTo>
                    <a:pt x="3120" y="13669"/>
                  </a:lnTo>
                  <a:lnTo>
                    <a:pt x="3105" y="13198"/>
                  </a:lnTo>
                  <a:lnTo>
                    <a:pt x="3120" y="12830"/>
                  </a:lnTo>
                  <a:lnTo>
                    <a:pt x="3149" y="12448"/>
                  </a:lnTo>
                  <a:lnTo>
                    <a:pt x="3193" y="12094"/>
                  </a:lnTo>
                  <a:lnTo>
                    <a:pt x="3252" y="11741"/>
                  </a:lnTo>
                  <a:lnTo>
                    <a:pt x="3340" y="11388"/>
                  </a:lnTo>
                  <a:lnTo>
                    <a:pt x="3429" y="11035"/>
                  </a:lnTo>
                  <a:lnTo>
                    <a:pt x="3546" y="10697"/>
                  </a:lnTo>
                  <a:lnTo>
                    <a:pt x="3679" y="10373"/>
                  </a:lnTo>
                  <a:lnTo>
                    <a:pt x="3826" y="10049"/>
                  </a:lnTo>
                  <a:lnTo>
                    <a:pt x="3988" y="9740"/>
                  </a:lnTo>
                  <a:lnTo>
                    <a:pt x="4164" y="9432"/>
                  </a:lnTo>
                  <a:lnTo>
                    <a:pt x="4341" y="9137"/>
                  </a:lnTo>
                  <a:lnTo>
                    <a:pt x="4547" y="8858"/>
                  </a:lnTo>
                  <a:lnTo>
                    <a:pt x="4767" y="8578"/>
                  </a:lnTo>
                  <a:lnTo>
                    <a:pt x="4988" y="8313"/>
                  </a:lnTo>
                  <a:lnTo>
                    <a:pt x="5238" y="8063"/>
                  </a:lnTo>
                  <a:lnTo>
                    <a:pt x="5488" y="7828"/>
                  </a:lnTo>
                  <a:lnTo>
                    <a:pt x="5753" y="7592"/>
                  </a:lnTo>
                  <a:lnTo>
                    <a:pt x="6018" y="7386"/>
                  </a:lnTo>
                  <a:lnTo>
                    <a:pt x="6312" y="7180"/>
                  </a:lnTo>
                  <a:lnTo>
                    <a:pt x="6606" y="6989"/>
                  </a:lnTo>
                  <a:lnTo>
                    <a:pt x="6901" y="6813"/>
                  </a:lnTo>
                  <a:lnTo>
                    <a:pt x="7224" y="6651"/>
                  </a:lnTo>
                  <a:lnTo>
                    <a:pt x="7533" y="6518"/>
                  </a:lnTo>
                  <a:lnTo>
                    <a:pt x="7872" y="6386"/>
                  </a:lnTo>
                  <a:lnTo>
                    <a:pt x="8210" y="6268"/>
                  </a:lnTo>
                  <a:lnTo>
                    <a:pt x="8548" y="6165"/>
                  </a:lnTo>
                  <a:lnTo>
                    <a:pt x="8902" y="6092"/>
                  </a:lnTo>
                  <a:lnTo>
                    <a:pt x="9255" y="6018"/>
                  </a:lnTo>
                  <a:lnTo>
                    <a:pt x="9622" y="5974"/>
                  </a:lnTo>
                  <a:lnTo>
                    <a:pt x="9990" y="5945"/>
                  </a:lnTo>
                  <a:lnTo>
                    <a:pt x="10682" y="5945"/>
                  </a:lnTo>
                  <a:lnTo>
                    <a:pt x="11005" y="5974"/>
                  </a:lnTo>
                  <a:lnTo>
                    <a:pt x="11329" y="6003"/>
                  </a:lnTo>
                  <a:lnTo>
                    <a:pt x="11668" y="6062"/>
                  </a:lnTo>
                  <a:lnTo>
                    <a:pt x="12109" y="6136"/>
                  </a:lnTo>
                  <a:lnTo>
                    <a:pt x="12124" y="5680"/>
                  </a:lnTo>
                  <a:lnTo>
                    <a:pt x="12124" y="5430"/>
                  </a:lnTo>
                  <a:lnTo>
                    <a:pt x="12153" y="5180"/>
                  </a:lnTo>
                  <a:lnTo>
                    <a:pt x="12182" y="4944"/>
                  </a:lnTo>
                  <a:lnTo>
                    <a:pt x="12227" y="4694"/>
                  </a:lnTo>
                  <a:lnTo>
                    <a:pt x="12285" y="4459"/>
                  </a:lnTo>
                  <a:lnTo>
                    <a:pt x="12359" y="4223"/>
                  </a:lnTo>
                  <a:lnTo>
                    <a:pt x="12447" y="4003"/>
                  </a:lnTo>
                  <a:lnTo>
                    <a:pt x="12536" y="3782"/>
                  </a:lnTo>
                  <a:lnTo>
                    <a:pt x="12639" y="3561"/>
                  </a:lnTo>
                  <a:lnTo>
                    <a:pt x="12742" y="3341"/>
                  </a:lnTo>
                  <a:lnTo>
                    <a:pt x="12874" y="3135"/>
                  </a:lnTo>
                  <a:lnTo>
                    <a:pt x="13006" y="2943"/>
                  </a:lnTo>
                  <a:lnTo>
                    <a:pt x="13139" y="2752"/>
                  </a:lnTo>
                  <a:lnTo>
                    <a:pt x="13286" y="2561"/>
                  </a:lnTo>
                  <a:lnTo>
                    <a:pt x="13448" y="2384"/>
                  </a:lnTo>
                  <a:lnTo>
                    <a:pt x="13610" y="2208"/>
                  </a:lnTo>
                  <a:lnTo>
                    <a:pt x="13786" y="2046"/>
                  </a:lnTo>
                  <a:lnTo>
                    <a:pt x="13963" y="1899"/>
                  </a:lnTo>
                  <a:lnTo>
                    <a:pt x="14154" y="1752"/>
                  </a:lnTo>
                  <a:lnTo>
                    <a:pt x="14345" y="1619"/>
                  </a:lnTo>
                  <a:lnTo>
                    <a:pt x="14551" y="1487"/>
                  </a:lnTo>
                  <a:lnTo>
                    <a:pt x="14757" y="1369"/>
                  </a:lnTo>
                  <a:lnTo>
                    <a:pt x="14978" y="1266"/>
                  </a:lnTo>
                  <a:lnTo>
                    <a:pt x="15184" y="1163"/>
                  </a:lnTo>
                  <a:lnTo>
                    <a:pt x="15419" y="1075"/>
                  </a:lnTo>
                  <a:lnTo>
                    <a:pt x="15640" y="1001"/>
                  </a:lnTo>
                  <a:lnTo>
                    <a:pt x="15875" y="928"/>
                  </a:lnTo>
                  <a:lnTo>
                    <a:pt x="16111" y="869"/>
                  </a:lnTo>
                  <a:lnTo>
                    <a:pt x="16361" y="825"/>
                  </a:lnTo>
                  <a:lnTo>
                    <a:pt x="16611" y="795"/>
                  </a:lnTo>
                  <a:lnTo>
                    <a:pt x="16846" y="781"/>
                  </a:lnTo>
                  <a:close/>
                  <a:moveTo>
                    <a:pt x="16832" y="1"/>
                  </a:moveTo>
                  <a:lnTo>
                    <a:pt x="16552" y="30"/>
                  </a:lnTo>
                  <a:lnTo>
                    <a:pt x="16287" y="60"/>
                  </a:lnTo>
                  <a:lnTo>
                    <a:pt x="16008" y="104"/>
                  </a:lnTo>
                  <a:lnTo>
                    <a:pt x="15758" y="163"/>
                  </a:lnTo>
                  <a:lnTo>
                    <a:pt x="15493" y="236"/>
                  </a:lnTo>
                  <a:lnTo>
                    <a:pt x="15243" y="310"/>
                  </a:lnTo>
                  <a:lnTo>
                    <a:pt x="14993" y="413"/>
                  </a:lnTo>
                  <a:lnTo>
                    <a:pt x="14742" y="516"/>
                  </a:lnTo>
                  <a:lnTo>
                    <a:pt x="14507" y="619"/>
                  </a:lnTo>
                  <a:lnTo>
                    <a:pt x="14272" y="751"/>
                  </a:lnTo>
                  <a:lnTo>
                    <a:pt x="14051" y="884"/>
                  </a:lnTo>
                  <a:lnTo>
                    <a:pt x="13830" y="1031"/>
                  </a:lnTo>
                  <a:lnTo>
                    <a:pt x="13624" y="1178"/>
                  </a:lnTo>
                  <a:lnTo>
                    <a:pt x="13418" y="1354"/>
                  </a:lnTo>
                  <a:lnTo>
                    <a:pt x="13227" y="1516"/>
                  </a:lnTo>
                  <a:lnTo>
                    <a:pt x="13036" y="1707"/>
                  </a:lnTo>
                  <a:lnTo>
                    <a:pt x="12859" y="1884"/>
                  </a:lnTo>
                  <a:lnTo>
                    <a:pt x="12683" y="2090"/>
                  </a:lnTo>
                  <a:lnTo>
                    <a:pt x="12521" y="2296"/>
                  </a:lnTo>
                  <a:lnTo>
                    <a:pt x="12359" y="2502"/>
                  </a:lnTo>
                  <a:lnTo>
                    <a:pt x="12227" y="2723"/>
                  </a:lnTo>
                  <a:lnTo>
                    <a:pt x="12079" y="2943"/>
                  </a:lnTo>
                  <a:lnTo>
                    <a:pt x="11962" y="3179"/>
                  </a:lnTo>
                  <a:lnTo>
                    <a:pt x="11844" y="3414"/>
                  </a:lnTo>
                  <a:lnTo>
                    <a:pt x="11741" y="3664"/>
                  </a:lnTo>
                  <a:lnTo>
                    <a:pt x="11653" y="3914"/>
                  </a:lnTo>
                  <a:lnTo>
                    <a:pt x="11565" y="4164"/>
                  </a:lnTo>
                  <a:lnTo>
                    <a:pt x="11506" y="4429"/>
                  </a:lnTo>
                  <a:lnTo>
                    <a:pt x="11447" y="4694"/>
                  </a:lnTo>
                  <a:lnTo>
                    <a:pt x="11403" y="4959"/>
                  </a:lnTo>
                  <a:lnTo>
                    <a:pt x="11373" y="5238"/>
                  </a:lnTo>
                  <a:lnTo>
                    <a:pt x="10858" y="5180"/>
                  </a:lnTo>
                  <a:lnTo>
                    <a:pt x="10358" y="5165"/>
                  </a:lnTo>
                  <a:lnTo>
                    <a:pt x="9946" y="5180"/>
                  </a:lnTo>
                  <a:lnTo>
                    <a:pt x="9534" y="5209"/>
                  </a:lnTo>
                  <a:lnTo>
                    <a:pt x="9137" y="5253"/>
                  </a:lnTo>
                  <a:lnTo>
                    <a:pt x="8740" y="5327"/>
                  </a:lnTo>
                  <a:lnTo>
                    <a:pt x="8357" y="5415"/>
                  </a:lnTo>
                  <a:lnTo>
                    <a:pt x="7975" y="5533"/>
                  </a:lnTo>
                  <a:lnTo>
                    <a:pt x="7607" y="5650"/>
                  </a:lnTo>
                  <a:lnTo>
                    <a:pt x="7239" y="5798"/>
                  </a:lnTo>
                  <a:lnTo>
                    <a:pt x="6886" y="5959"/>
                  </a:lnTo>
                  <a:lnTo>
                    <a:pt x="6533" y="6136"/>
                  </a:lnTo>
                  <a:lnTo>
                    <a:pt x="6194" y="6327"/>
                  </a:lnTo>
                  <a:lnTo>
                    <a:pt x="5871" y="6533"/>
                  </a:lnTo>
                  <a:lnTo>
                    <a:pt x="5562" y="6769"/>
                  </a:lnTo>
                  <a:lnTo>
                    <a:pt x="5253" y="7004"/>
                  </a:lnTo>
                  <a:lnTo>
                    <a:pt x="4959" y="7254"/>
                  </a:lnTo>
                  <a:lnTo>
                    <a:pt x="4679" y="7519"/>
                  </a:lnTo>
                  <a:lnTo>
                    <a:pt x="4414" y="7798"/>
                  </a:lnTo>
                  <a:lnTo>
                    <a:pt x="4164" y="8093"/>
                  </a:lnTo>
                  <a:lnTo>
                    <a:pt x="3929" y="8387"/>
                  </a:lnTo>
                  <a:lnTo>
                    <a:pt x="3708" y="8711"/>
                  </a:lnTo>
                  <a:lnTo>
                    <a:pt x="3502" y="9034"/>
                  </a:lnTo>
                  <a:lnTo>
                    <a:pt x="3296" y="9373"/>
                  </a:lnTo>
                  <a:lnTo>
                    <a:pt x="3120" y="9711"/>
                  </a:lnTo>
                  <a:lnTo>
                    <a:pt x="2958" y="10079"/>
                  </a:lnTo>
                  <a:lnTo>
                    <a:pt x="2825" y="10432"/>
                  </a:lnTo>
                  <a:lnTo>
                    <a:pt x="2693" y="10814"/>
                  </a:lnTo>
                  <a:lnTo>
                    <a:pt x="2590" y="11197"/>
                  </a:lnTo>
                  <a:lnTo>
                    <a:pt x="2502" y="11580"/>
                  </a:lnTo>
                  <a:lnTo>
                    <a:pt x="2428" y="11977"/>
                  </a:lnTo>
                  <a:lnTo>
                    <a:pt x="2369" y="12374"/>
                  </a:lnTo>
                  <a:lnTo>
                    <a:pt x="2340" y="12786"/>
                  </a:lnTo>
                  <a:lnTo>
                    <a:pt x="2325" y="13198"/>
                  </a:lnTo>
                  <a:lnTo>
                    <a:pt x="2340" y="13698"/>
                  </a:lnTo>
                  <a:lnTo>
                    <a:pt x="2399" y="14198"/>
                  </a:lnTo>
                  <a:lnTo>
                    <a:pt x="2472" y="14684"/>
                  </a:lnTo>
                  <a:lnTo>
                    <a:pt x="2575" y="15169"/>
                  </a:lnTo>
                  <a:lnTo>
                    <a:pt x="2722" y="15640"/>
                  </a:lnTo>
                  <a:lnTo>
                    <a:pt x="2884" y="16111"/>
                  </a:lnTo>
                  <a:lnTo>
                    <a:pt x="3075" y="16567"/>
                  </a:lnTo>
                  <a:lnTo>
                    <a:pt x="3311" y="17023"/>
                  </a:lnTo>
                  <a:lnTo>
                    <a:pt x="3075" y="17465"/>
                  </a:lnTo>
                  <a:lnTo>
                    <a:pt x="2855" y="17921"/>
                  </a:lnTo>
                  <a:lnTo>
                    <a:pt x="2678" y="18377"/>
                  </a:lnTo>
                  <a:lnTo>
                    <a:pt x="2546" y="18862"/>
                  </a:lnTo>
                  <a:lnTo>
                    <a:pt x="2428" y="19348"/>
                  </a:lnTo>
                  <a:lnTo>
                    <a:pt x="2340" y="19833"/>
                  </a:lnTo>
                  <a:lnTo>
                    <a:pt x="2296" y="20333"/>
                  </a:lnTo>
                  <a:lnTo>
                    <a:pt x="2281" y="20834"/>
                  </a:lnTo>
                  <a:lnTo>
                    <a:pt x="2281" y="20848"/>
                  </a:lnTo>
                  <a:lnTo>
                    <a:pt x="2016" y="21113"/>
                  </a:lnTo>
                  <a:lnTo>
                    <a:pt x="1766" y="21407"/>
                  </a:lnTo>
                  <a:lnTo>
                    <a:pt x="1531" y="21702"/>
                  </a:lnTo>
                  <a:lnTo>
                    <a:pt x="1310" y="22011"/>
                  </a:lnTo>
                  <a:lnTo>
                    <a:pt x="1104" y="22320"/>
                  </a:lnTo>
                  <a:lnTo>
                    <a:pt x="913" y="22643"/>
                  </a:lnTo>
                  <a:lnTo>
                    <a:pt x="751" y="22982"/>
                  </a:lnTo>
                  <a:lnTo>
                    <a:pt x="589" y="23335"/>
                  </a:lnTo>
                  <a:lnTo>
                    <a:pt x="457" y="23673"/>
                  </a:lnTo>
                  <a:lnTo>
                    <a:pt x="339" y="24041"/>
                  </a:lnTo>
                  <a:lnTo>
                    <a:pt x="236" y="24394"/>
                  </a:lnTo>
                  <a:lnTo>
                    <a:pt x="148" y="24762"/>
                  </a:lnTo>
                  <a:lnTo>
                    <a:pt x="89" y="25130"/>
                  </a:lnTo>
                  <a:lnTo>
                    <a:pt x="45" y="25512"/>
                  </a:lnTo>
                  <a:lnTo>
                    <a:pt x="15" y="25895"/>
                  </a:lnTo>
                  <a:lnTo>
                    <a:pt x="1" y="26263"/>
                  </a:lnTo>
                  <a:lnTo>
                    <a:pt x="15" y="26733"/>
                  </a:lnTo>
                  <a:lnTo>
                    <a:pt x="59" y="27189"/>
                  </a:lnTo>
                  <a:lnTo>
                    <a:pt x="118" y="27646"/>
                  </a:lnTo>
                  <a:lnTo>
                    <a:pt x="221" y="28087"/>
                  </a:lnTo>
                  <a:lnTo>
                    <a:pt x="339" y="28528"/>
                  </a:lnTo>
                  <a:lnTo>
                    <a:pt x="486" y="28955"/>
                  </a:lnTo>
                  <a:lnTo>
                    <a:pt x="663" y="29367"/>
                  </a:lnTo>
                  <a:lnTo>
                    <a:pt x="854" y="29779"/>
                  </a:lnTo>
                  <a:lnTo>
                    <a:pt x="1075" y="30176"/>
                  </a:lnTo>
                  <a:lnTo>
                    <a:pt x="1325" y="30559"/>
                  </a:lnTo>
                  <a:lnTo>
                    <a:pt x="1589" y="30926"/>
                  </a:lnTo>
                  <a:lnTo>
                    <a:pt x="1869" y="31265"/>
                  </a:lnTo>
                  <a:lnTo>
                    <a:pt x="2178" y="31603"/>
                  </a:lnTo>
                  <a:lnTo>
                    <a:pt x="2516" y="31912"/>
                  </a:lnTo>
                  <a:lnTo>
                    <a:pt x="2869" y="32221"/>
                  </a:lnTo>
                  <a:lnTo>
                    <a:pt x="3237" y="32501"/>
                  </a:lnTo>
                  <a:lnTo>
                    <a:pt x="3193" y="33001"/>
                  </a:lnTo>
                  <a:lnTo>
                    <a:pt x="3178" y="33486"/>
                  </a:lnTo>
                  <a:lnTo>
                    <a:pt x="3178" y="33854"/>
                  </a:lnTo>
                  <a:lnTo>
                    <a:pt x="3208" y="34222"/>
                  </a:lnTo>
                  <a:lnTo>
                    <a:pt x="3252" y="34575"/>
                  </a:lnTo>
                  <a:lnTo>
                    <a:pt x="3311" y="34928"/>
                  </a:lnTo>
                  <a:lnTo>
                    <a:pt x="3384" y="35281"/>
                  </a:lnTo>
                  <a:lnTo>
                    <a:pt x="3473" y="35620"/>
                  </a:lnTo>
                  <a:lnTo>
                    <a:pt x="3576" y="35958"/>
                  </a:lnTo>
                  <a:lnTo>
                    <a:pt x="3708" y="36282"/>
                  </a:lnTo>
                  <a:lnTo>
                    <a:pt x="3840" y="36605"/>
                  </a:lnTo>
                  <a:lnTo>
                    <a:pt x="3988" y="36914"/>
                  </a:lnTo>
                  <a:lnTo>
                    <a:pt x="4149" y="37223"/>
                  </a:lnTo>
                  <a:lnTo>
                    <a:pt x="4326" y="37518"/>
                  </a:lnTo>
                  <a:lnTo>
                    <a:pt x="4517" y="37812"/>
                  </a:lnTo>
                  <a:lnTo>
                    <a:pt x="4723" y="38091"/>
                  </a:lnTo>
                  <a:lnTo>
                    <a:pt x="4929" y="38356"/>
                  </a:lnTo>
                  <a:lnTo>
                    <a:pt x="5165" y="38621"/>
                  </a:lnTo>
                  <a:lnTo>
                    <a:pt x="5400" y="38871"/>
                  </a:lnTo>
                  <a:lnTo>
                    <a:pt x="5650" y="39107"/>
                  </a:lnTo>
                  <a:lnTo>
                    <a:pt x="5900" y="39327"/>
                  </a:lnTo>
                  <a:lnTo>
                    <a:pt x="6180" y="39548"/>
                  </a:lnTo>
                  <a:lnTo>
                    <a:pt x="6459" y="39754"/>
                  </a:lnTo>
                  <a:lnTo>
                    <a:pt x="6739" y="39945"/>
                  </a:lnTo>
                  <a:lnTo>
                    <a:pt x="7048" y="40122"/>
                  </a:lnTo>
                  <a:lnTo>
                    <a:pt x="7357" y="40284"/>
                  </a:lnTo>
                  <a:lnTo>
                    <a:pt x="7666" y="40431"/>
                  </a:lnTo>
                  <a:lnTo>
                    <a:pt x="7989" y="40563"/>
                  </a:lnTo>
                  <a:lnTo>
                    <a:pt x="8313" y="40696"/>
                  </a:lnTo>
                  <a:lnTo>
                    <a:pt x="8651" y="40799"/>
                  </a:lnTo>
                  <a:lnTo>
                    <a:pt x="9005" y="40887"/>
                  </a:lnTo>
                  <a:lnTo>
                    <a:pt x="9343" y="40960"/>
                  </a:lnTo>
                  <a:lnTo>
                    <a:pt x="9711" y="41019"/>
                  </a:lnTo>
                  <a:lnTo>
                    <a:pt x="10064" y="41063"/>
                  </a:lnTo>
                  <a:lnTo>
                    <a:pt x="10152" y="41328"/>
                  </a:lnTo>
                  <a:lnTo>
                    <a:pt x="10240" y="41578"/>
                  </a:lnTo>
                  <a:lnTo>
                    <a:pt x="10343" y="41828"/>
                  </a:lnTo>
                  <a:lnTo>
                    <a:pt x="10446" y="42064"/>
                  </a:lnTo>
                  <a:lnTo>
                    <a:pt x="10564" y="42299"/>
                  </a:lnTo>
                  <a:lnTo>
                    <a:pt x="10697" y="42535"/>
                  </a:lnTo>
                  <a:lnTo>
                    <a:pt x="10829" y="42755"/>
                  </a:lnTo>
                  <a:lnTo>
                    <a:pt x="10976" y="42976"/>
                  </a:lnTo>
                  <a:lnTo>
                    <a:pt x="11123" y="43197"/>
                  </a:lnTo>
                  <a:lnTo>
                    <a:pt x="11285" y="43403"/>
                  </a:lnTo>
                  <a:lnTo>
                    <a:pt x="11462" y="43594"/>
                  </a:lnTo>
                  <a:lnTo>
                    <a:pt x="11638" y="43785"/>
                  </a:lnTo>
                  <a:lnTo>
                    <a:pt x="11815" y="43962"/>
                  </a:lnTo>
                  <a:lnTo>
                    <a:pt x="12006" y="44138"/>
                  </a:lnTo>
                  <a:lnTo>
                    <a:pt x="12197" y="44315"/>
                  </a:lnTo>
                  <a:lnTo>
                    <a:pt x="12403" y="44477"/>
                  </a:lnTo>
                  <a:lnTo>
                    <a:pt x="12609" y="44624"/>
                  </a:lnTo>
                  <a:lnTo>
                    <a:pt x="12830" y="44771"/>
                  </a:lnTo>
                  <a:lnTo>
                    <a:pt x="13051" y="44903"/>
                  </a:lnTo>
                  <a:lnTo>
                    <a:pt x="13271" y="45021"/>
                  </a:lnTo>
                  <a:lnTo>
                    <a:pt x="13507" y="45139"/>
                  </a:lnTo>
                  <a:lnTo>
                    <a:pt x="13742" y="45256"/>
                  </a:lnTo>
                  <a:lnTo>
                    <a:pt x="13992" y="45345"/>
                  </a:lnTo>
                  <a:lnTo>
                    <a:pt x="14242" y="45433"/>
                  </a:lnTo>
                  <a:lnTo>
                    <a:pt x="14492" y="45521"/>
                  </a:lnTo>
                  <a:lnTo>
                    <a:pt x="14742" y="45580"/>
                  </a:lnTo>
                  <a:lnTo>
                    <a:pt x="14993" y="45639"/>
                  </a:lnTo>
                  <a:lnTo>
                    <a:pt x="15257" y="45698"/>
                  </a:lnTo>
                  <a:lnTo>
                    <a:pt x="15522" y="45727"/>
                  </a:lnTo>
                  <a:lnTo>
                    <a:pt x="15787" y="45757"/>
                  </a:lnTo>
                  <a:lnTo>
                    <a:pt x="16067" y="45771"/>
                  </a:lnTo>
                  <a:lnTo>
                    <a:pt x="16331" y="45786"/>
                  </a:lnTo>
                  <a:lnTo>
                    <a:pt x="16670" y="45771"/>
                  </a:lnTo>
                  <a:lnTo>
                    <a:pt x="17008" y="45742"/>
                  </a:lnTo>
                  <a:lnTo>
                    <a:pt x="17332" y="45713"/>
                  </a:lnTo>
                  <a:lnTo>
                    <a:pt x="17656" y="45654"/>
                  </a:lnTo>
                  <a:lnTo>
                    <a:pt x="17964" y="45580"/>
                  </a:lnTo>
                  <a:lnTo>
                    <a:pt x="18273" y="45492"/>
                  </a:lnTo>
                  <a:lnTo>
                    <a:pt x="18582" y="45389"/>
                  </a:lnTo>
                  <a:lnTo>
                    <a:pt x="18877" y="45271"/>
                  </a:lnTo>
                  <a:lnTo>
                    <a:pt x="19171" y="45139"/>
                  </a:lnTo>
                  <a:lnTo>
                    <a:pt x="19450" y="44992"/>
                  </a:lnTo>
                  <a:lnTo>
                    <a:pt x="19730" y="44830"/>
                  </a:lnTo>
                  <a:lnTo>
                    <a:pt x="19995" y="44668"/>
                  </a:lnTo>
                  <a:lnTo>
                    <a:pt x="20245" y="44477"/>
                  </a:lnTo>
                  <a:lnTo>
                    <a:pt x="20495" y="44285"/>
                  </a:lnTo>
                  <a:lnTo>
                    <a:pt x="20730" y="44079"/>
                  </a:lnTo>
                  <a:lnTo>
                    <a:pt x="20951" y="43873"/>
                  </a:lnTo>
                  <a:lnTo>
                    <a:pt x="21172" y="43638"/>
                  </a:lnTo>
                  <a:lnTo>
                    <a:pt x="21378" y="43403"/>
                  </a:lnTo>
                  <a:lnTo>
                    <a:pt x="21569" y="43153"/>
                  </a:lnTo>
                  <a:lnTo>
                    <a:pt x="21760" y="42902"/>
                  </a:lnTo>
                  <a:lnTo>
                    <a:pt x="21922" y="42638"/>
                  </a:lnTo>
                  <a:lnTo>
                    <a:pt x="22084" y="42358"/>
                  </a:lnTo>
                  <a:lnTo>
                    <a:pt x="22231" y="42079"/>
                  </a:lnTo>
                  <a:lnTo>
                    <a:pt x="22363" y="41784"/>
                  </a:lnTo>
                  <a:lnTo>
                    <a:pt x="22481" y="41490"/>
                  </a:lnTo>
                  <a:lnTo>
                    <a:pt x="22584" y="41196"/>
                  </a:lnTo>
                  <a:lnTo>
                    <a:pt x="22672" y="40887"/>
                  </a:lnTo>
                  <a:lnTo>
                    <a:pt x="22746" y="40563"/>
                  </a:lnTo>
                  <a:lnTo>
                    <a:pt x="22805" y="40239"/>
                  </a:lnTo>
                  <a:lnTo>
                    <a:pt x="22834" y="39916"/>
                  </a:lnTo>
                  <a:lnTo>
                    <a:pt x="22864" y="39592"/>
                  </a:lnTo>
                  <a:lnTo>
                    <a:pt x="22878" y="39254"/>
                  </a:lnTo>
                  <a:lnTo>
                    <a:pt x="22878" y="5768"/>
                  </a:lnTo>
                  <a:lnTo>
                    <a:pt x="22864" y="5474"/>
                  </a:lnTo>
                  <a:lnTo>
                    <a:pt x="22849" y="5180"/>
                  </a:lnTo>
                  <a:lnTo>
                    <a:pt x="22805" y="4885"/>
                  </a:lnTo>
                  <a:lnTo>
                    <a:pt x="22761" y="4606"/>
                  </a:lnTo>
                  <a:lnTo>
                    <a:pt x="22687" y="4326"/>
                  </a:lnTo>
                  <a:lnTo>
                    <a:pt x="22614" y="4047"/>
                  </a:lnTo>
                  <a:lnTo>
                    <a:pt x="22525" y="3782"/>
                  </a:lnTo>
                  <a:lnTo>
                    <a:pt x="22422" y="3517"/>
                  </a:lnTo>
                  <a:lnTo>
                    <a:pt x="22305" y="3267"/>
                  </a:lnTo>
                  <a:lnTo>
                    <a:pt x="22172" y="3017"/>
                  </a:lnTo>
                  <a:lnTo>
                    <a:pt x="22040" y="2781"/>
                  </a:lnTo>
                  <a:lnTo>
                    <a:pt x="21893" y="2546"/>
                  </a:lnTo>
                  <a:lnTo>
                    <a:pt x="21731" y="2325"/>
                  </a:lnTo>
                  <a:lnTo>
                    <a:pt x="21554" y="2105"/>
                  </a:lnTo>
                  <a:lnTo>
                    <a:pt x="21378" y="1899"/>
                  </a:lnTo>
                  <a:lnTo>
                    <a:pt x="21186" y="1693"/>
                  </a:lnTo>
                  <a:lnTo>
                    <a:pt x="20981" y="1501"/>
                  </a:lnTo>
                  <a:lnTo>
                    <a:pt x="20775" y="1325"/>
                  </a:lnTo>
                  <a:lnTo>
                    <a:pt x="20554" y="1148"/>
                  </a:lnTo>
                  <a:lnTo>
                    <a:pt x="20333" y="987"/>
                  </a:lnTo>
                  <a:lnTo>
                    <a:pt x="20098" y="839"/>
                  </a:lnTo>
                  <a:lnTo>
                    <a:pt x="19848" y="692"/>
                  </a:lnTo>
                  <a:lnTo>
                    <a:pt x="19598" y="575"/>
                  </a:lnTo>
                  <a:lnTo>
                    <a:pt x="19347" y="457"/>
                  </a:lnTo>
                  <a:lnTo>
                    <a:pt x="19083" y="354"/>
                  </a:lnTo>
                  <a:lnTo>
                    <a:pt x="18818" y="266"/>
                  </a:lnTo>
                  <a:lnTo>
                    <a:pt x="18538" y="177"/>
                  </a:lnTo>
                  <a:lnTo>
                    <a:pt x="18273" y="119"/>
                  </a:lnTo>
                  <a:lnTo>
                    <a:pt x="17979" y="74"/>
                  </a:lnTo>
                  <a:lnTo>
                    <a:pt x="17700" y="30"/>
                  </a:lnTo>
                  <a:lnTo>
                    <a:pt x="17405" y="16"/>
                  </a:lnTo>
                  <a:lnTo>
                    <a:pt x="17111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37;p38">
              <a:extLst>
                <a:ext uri="{FF2B5EF4-FFF2-40B4-BE49-F238E27FC236}">
                  <a16:creationId xmlns:a16="http://schemas.microsoft.com/office/drawing/2014/main" id="{D6714EB9-1828-E1FC-1CA2-B4D19653CD09}"/>
                </a:ext>
              </a:extLst>
            </p:cNvPr>
            <p:cNvSpPr/>
            <p:nvPr/>
          </p:nvSpPr>
          <p:spPr>
            <a:xfrm>
              <a:off x="4526850" y="847200"/>
              <a:ext cx="401675" cy="353125"/>
            </a:xfrm>
            <a:custGeom>
              <a:avLst/>
              <a:gdLst/>
              <a:ahLst/>
              <a:cxnLst/>
              <a:rect l="l" t="t" r="r" b="b"/>
              <a:pathLst>
                <a:path w="16067" h="14125" extrusionOk="0">
                  <a:moveTo>
                    <a:pt x="8033" y="1"/>
                  </a:moveTo>
                  <a:lnTo>
                    <a:pt x="7621" y="16"/>
                  </a:lnTo>
                  <a:lnTo>
                    <a:pt x="7209" y="45"/>
                  </a:lnTo>
                  <a:lnTo>
                    <a:pt x="6812" y="89"/>
                  </a:lnTo>
                  <a:lnTo>
                    <a:pt x="6415" y="163"/>
                  </a:lnTo>
                  <a:lnTo>
                    <a:pt x="6032" y="251"/>
                  </a:lnTo>
                  <a:lnTo>
                    <a:pt x="5650" y="369"/>
                  </a:lnTo>
                  <a:lnTo>
                    <a:pt x="5282" y="486"/>
                  </a:lnTo>
                  <a:lnTo>
                    <a:pt x="4914" y="634"/>
                  </a:lnTo>
                  <a:lnTo>
                    <a:pt x="4561" y="795"/>
                  </a:lnTo>
                  <a:lnTo>
                    <a:pt x="4208" y="972"/>
                  </a:lnTo>
                  <a:lnTo>
                    <a:pt x="3869" y="1163"/>
                  </a:lnTo>
                  <a:lnTo>
                    <a:pt x="3546" y="1369"/>
                  </a:lnTo>
                  <a:lnTo>
                    <a:pt x="3237" y="1605"/>
                  </a:lnTo>
                  <a:lnTo>
                    <a:pt x="2928" y="1840"/>
                  </a:lnTo>
                  <a:lnTo>
                    <a:pt x="2634" y="2090"/>
                  </a:lnTo>
                  <a:lnTo>
                    <a:pt x="2354" y="2355"/>
                  </a:lnTo>
                  <a:lnTo>
                    <a:pt x="2089" y="2634"/>
                  </a:lnTo>
                  <a:lnTo>
                    <a:pt x="1839" y="2929"/>
                  </a:lnTo>
                  <a:lnTo>
                    <a:pt x="1604" y="3223"/>
                  </a:lnTo>
                  <a:lnTo>
                    <a:pt x="1383" y="3547"/>
                  </a:lnTo>
                  <a:lnTo>
                    <a:pt x="1177" y="3870"/>
                  </a:lnTo>
                  <a:lnTo>
                    <a:pt x="971" y="4209"/>
                  </a:lnTo>
                  <a:lnTo>
                    <a:pt x="795" y="4547"/>
                  </a:lnTo>
                  <a:lnTo>
                    <a:pt x="633" y="4915"/>
                  </a:lnTo>
                  <a:lnTo>
                    <a:pt x="500" y="5268"/>
                  </a:lnTo>
                  <a:lnTo>
                    <a:pt x="368" y="5650"/>
                  </a:lnTo>
                  <a:lnTo>
                    <a:pt x="265" y="6033"/>
                  </a:lnTo>
                  <a:lnTo>
                    <a:pt x="177" y="6416"/>
                  </a:lnTo>
                  <a:lnTo>
                    <a:pt x="103" y="6813"/>
                  </a:lnTo>
                  <a:lnTo>
                    <a:pt x="44" y="7210"/>
                  </a:lnTo>
                  <a:lnTo>
                    <a:pt x="15" y="7622"/>
                  </a:lnTo>
                  <a:lnTo>
                    <a:pt x="0" y="8034"/>
                  </a:lnTo>
                  <a:lnTo>
                    <a:pt x="780" y="8034"/>
                  </a:lnTo>
                  <a:lnTo>
                    <a:pt x="795" y="7666"/>
                  </a:lnTo>
                  <a:lnTo>
                    <a:pt x="824" y="7284"/>
                  </a:lnTo>
                  <a:lnTo>
                    <a:pt x="868" y="6930"/>
                  </a:lnTo>
                  <a:lnTo>
                    <a:pt x="927" y="6577"/>
                  </a:lnTo>
                  <a:lnTo>
                    <a:pt x="1015" y="6224"/>
                  </a:lnTo>
                  <a:lnTo>
                    <a:pt x="1104" y="5871"/>
                  </a:lnTo>
                  <a:lnTo>
                    <a:pt x="1221" y="5533"/>
                  </a:lnTo>
                  <a:lnTo>
                    <a:pt x="1354" y="5209"/>
                  </a:lnTo>
                  <a:lnTo>
                    <a:pt x="1501" y="4885"/>
                  </a:lnTo>
                  <a:lnTo>
                    <a:pt x="1663" y="4576"/>
                  </a:lnTo>
                  <a:lnTo>
                    <a:pt x="1839" y="4268"/>
                  </a:lnTo>
                  <a:lnTo>
                    <a:pt x="2016" y="3973"/>
                  </a:lnTo>
                  <a:lnTo>
                    <a:pt x="2222" y="3694"/>
                  </a:lnTo>
                  <a:lnTo>
                    <a:pt x="2442" y="3414"/>
                  </a:lnTo>
                  <a:lnTo>
                    <a:pt x="2663" y="3149"/>
                  </a:lnTo>
                  <a:lnTo>
                    <a:pt x="2913" y="2899"/>
                  </a:lnTo>
                  <a:lnTo>
                    <a:pt x="3163" y="2664"/>
                  </a:lnTo>
                  <a:lnTo>
                    <a:pt x="3428" y="2428"/>
                  </a:lnTo>
                  <a:lnTo>
                    <a:pt x="3693" y="2222"/>
                  </a:lnTo>
                  <a:lnTo>
                    <a:pt x="3987" y="2016"/>
                  </a:lnTo>
                  <a:lnTo>
                    <a:pt x="4281" y="1825"/>
                  </a:lnTo>
                  <a:lnTo>
                    <a:pt x="4576" y="1649"/>
                  </a:lnTo>
                  <a:lnTo>
                    <a:pt x="4899" y="1487"/>
                  </a:lnTo>
                  <a:lnTo>
                    <a:pt x="5208" y="1354"/>
                  </a:lnTo>
                  <a:lnTo>
                    <a:pt x="5547" y="1222"/>
                  </a:lnTo>
                  <a:lnTo>
                    <a:pt x="5885" y="1104"/>
                  </a:lnTo>
                  <a:lnTo>
                    <a:pt x="6223" y="1001"/>
                  </a:lnTo>
                  <a:lnTo>
                    <a:pt x="6577" y="928"/>
                  </a:lnTo>
                  <a:lnTo>
                    <a:pt x="6930" y="854"/>
                  </a:lnTo>
                  <a:lnTo>
                    <a:pt x="7297" y="810"/>
                  </a:lnTo>
                  <a:lnTo>
                    <a:pt x="7665" y="781"/>
                  </a:lnTo>
                  <a:lnTo>
                    <a:pt x="8401" y="781"/>
                  </a:lnTo>
                  <a:lnTo>
                    <a:pt x="8769" y="810"/>
                  </a:lnTo>
                  <a:lnTo>
                    <a:pt x="9137" y="854"/>
                  </a:lnTo>
                  <a:lnTo>
                    <a:pt x="9490" y="928"/>
                  </a:lnTo>
                  <a:lnTo>
                    <a:pt x="9843" y="1001"/>
                  </a:lnTo>
                  <a:lnTo>
                    <a:pt x="10196" y="1104"/>
                  </a:lnTo>
                  <a:lnTo>
                    <a:pt x="10520" y="1222"/>
                  </a:lnTo>
                  <a:lnTo>
                    <a:pt x="10858" y="1354"/>
                  </a:lnTo>
                  <a:lnTo>
                    <a:pt x="11182" y="1487"/>
                  </a:lnTo>
                  <a:lnTo>
                    <a:pt x="11491" y="1649"/>
                  </a:lnTo>
                  <a:lnTo>
                    <a:pt x="11800" y="1825"/>
                  </a:lnTo>
                  <a:lnTo>
                    <a:pt x="12094" y="2016"/>
                  </a:lnTo>
                  <a:lnTo>
                    <a:pt x="12373" y="2222"/>
                  </a:lnTo>
                  <a:lnTo>
                    <a:pt x="12653" y="2428"/>
                  </a:lnTo>
                  <a:lnTo>
                    <a:pt x="12903" y="2664"/>
                  </a:lnTo>
                  <a:lnTo>
                    <a:pt x="13168" y="2899"/>
                  </a:lnTo>
                  <a:lnTo>
                    <a:pt x="13403" y="3149"/>
                  </a:lnTo>
                  <a:lnTo>
                    <a:pt x="13624" y="3414"/>
                  </a:lnTo>
                  <a:lnTo>
                    <a:pt x="13845" y="3694"/>
                  </a:lnTo>
                  <a:lnTo>
                    <a:pt x="14051" y="3973"/>
                  </a:lnTo>
                  <a:lnTo>
                    <a:pt x="14242" y="4268"/>
                  </a:lnTo>
                  <a:lnTo>
                    <a:pt x="14418" y="4576"/>
                  </a:lnTo>
                  <a:lnTo>
                    <a:pt x="14565" y="4885"/>
                  </a:lnTo>
                  <a:lnTo>
                    <a:pt x="14713" y="5209"/>
                  </a:lnTo>
                  <a:lnTo>
                    <a:pt x="14845" y="5533"/>
                  </a:lnTo>
                  <a:lnTo>
                    <a:pt x="14963" y="5871"/>
                  </a:lnTo>
                  <a:lnTo>
                    <a:pt x="15066" y="6224"/>
                  </a:lnTo>
                  <a:lnTo>
                    <a:pt x="15139" y="6577"/>
                  </a:lnTo>
                  <a:lnTo>
                    <a:pt x="15198" y="6930"/>
                  </a:lnTo>
                  <a:lnTo>
                    <a:pt x="15257" y="7284"/>
                  </a:lnTo>
                  <a:lnTo>
                    <a:pt x="15286" y="7666"/>
                  </a:lnTo>
                  <a:lnTo>
                    <a:pt x="15286" y="8034"/>
                  </a:lnTo>
                  <a:lnTo>
                    <a:pt x="15272" y="8431"/>
                  </a:lnTo>
                  <a:lnTo>
                    <a:pt x="15242" y="8828"/>
                  </a:lnTo>
                  <a:lnTo>
                    <a:pt x="15198" y="9211"/>
                  </a:lnTo>
                  <a:lnTo>
                    <a:pt x="15125" y="9593"/>
                  </a:lnTo>
                  <a:lnTo>
                    <a:pt x="15022" y="9976"/>
                  </a:lnTo>
                  <a:lnTo>
                    <a:pt x="14904" y="10344"/>
                  </a:lnTo>
                  <a:lnTo>
                    <a:pt x="14771" y="10712"/>
                  </a:lnTo>
                  <a:lnTo>
                    <a:pt x="14624" y="11065"/>
                  </a:lnTo>
                  <a:lnTo>
                    <a:pt x="14448" y="11418"/>
                  </a:lnTo>
                  <a:lnTo>
                    <a:pt x="14256" y="11756"/>
                  </a:lnTo>
                  <a:lnTo>
                    <a:pt x="14051" y="12080"/>
                  </a:lnTo>
                  <a:lnTo>
                    <a:pt x="13830" y="12404"/>
                  </a:lnTo>
                  <a:lnTo>
                    <a:pt x="13580" y="12698"/>
                  </a:lnTo>
                  <a:lnTo>
                    <a:pt x="13315" y="12992"/>
                  </a:lnTo>
                  <a:lnTo>
                    <a:pt x="13035" y="13272"/>
                  </a:lnTo>
                  <a:lnTo>
                    <a:pt x="12741" y="13536"/>
                  </a:lnTo>
                  <a:lnTo>
                    <a:pt x="13241" y="14125"/>
                  </a:lnTo>
                  <a:lnTo>
                    <a:pt x="13580" y="13831"/>
                  </a:lnTo>
                  <a:lnTo>
                    <a:pt x="13889" y="13522"/>
                  </a:lnTo>
                  <a:lnTo>
                    <a:pt x="14168" y="13198"/>
                  </a:lnTo>
                  <a:lnTo>
                    <a:pt x="14448" y="12860"/>
                  </a:lnTo>
                  <a:lnTo>
                    <a:pt x="14698" y="12507"/>
                  </a:lnTo>
                  <a:lnTo>
                    <a:pt x="14919" y="12153"/>
                  </a:lnTo>
                  <a:lnTo>
                    <a:pt x="15139" y="11771"/>
                  </a:lnTo>
                  <a:lnTo>
                    <a:pt x="15331" y="11388"/>
                  </a:lnTo>
                  <a:lnTo>
                    <a:pt x="15492" y="10991"/>
                  </a:lnTo>
                  <a:lnTo>
                    <a:pt x="15639" y="10594"/>
                  </a:lnTo>
                  <a:lnTo>
                    <a:pt x="15772" y="10182"/>
                  </a:lnTo>
                  <a:lnTo>
                    <a:pt x="15875" y="9755"/>
                  </a:lnTo>
                  <a:lnTo>
                    <a:pt x="15963" y="9343"/>
                  </a:lnTo>
                  <a:lnTo>
                    <a:pt x="16022" y="8902"/>
                  </a:lnTo>
                  <a:lnTo>
                    <a:pt x="16051" y="8475"/>
                  </a:lnTo>
                  <a:lnTo>
                    <a:pt x="16066" y="8034"/>
                  </a:lnTo>
                  <a:lnTo>
                    <a:pt x="16051" y="7622"/>
                  </a:lnTo>
                  <a:lnTo>
                    <a:pt x="16022" y="7210"/>
                  </a:lnTo>
                  <a:lnTo>
                    <a:pt x="15963" y="6813"/>
                  </a:lnTo>
                  <a:lnTo>
                    <a:pt x="15904" y="6416"/>
                  </a:lnTo>
                  <a:lnTo>
                    <a:pt x="15816" y="6033"/>
                  </a:lnTo>
                  <a:lnTo>
                    <a:pt x="15698" y="5650"/>
                  </a:lnTo>
                  <a:lnTo>
                    <a:pt x="15581" y="5268"/>
                  </a:lnTo>
                  <a:lnTo>
                    <a:pt x="15433" y="4915"/>
                  </a:lnTo>
                  <a:lnTo>
                    <a:pt x="15272" y="4547"/>
                  </a:lnTo>
                  <a:lnTo>
                    <a:pt x="15095" y="4209"/>
                  </a:lnTo>
                  <a:lnTo>
                    <a:pt x="14904" y="3870"/>
                  </a:lnTo>
                  <a:lnTo>
                    <a:pt x="14683" y="3547"/>
                  </a:lnTo>
                  <a:lnTo>
                    <a:pt x="14462" y="3223"/>
                  </a:lnTo>
                  <a:lnTo>
                    <a:pt x="14227" y="2929"/>
                  </a:lnTo>
                  <a:lnTo>
                    <a:pt x="13977" y="2634"/>
                  </a:lnTo>
                  <a:lnTo>
                    <a:pt x="13712" y="2355"/>
                  </a:lnTo>
                  <a:lnTo>
                    <a:pt x="13433" y="2090"/>
                  </a:lnTo>
                  <a:lnTo>
                    <a:pt x="13138" y="1840"/>
                  </a:lnTo>
                  <a:lnTo>
                    <a:pt x="12829" y="1605"/>
                  </a:lnTo>
                  <a:lnTo>
                    <a:pt x="12520" y="1369"/>
                  </a:lnTo>
                  <a:lnTo>
                    <a:pt x="12197" y="1163"/>
                  </a:lnTo>
                  <a:lnTo>
                    <a:pt x="11858" y="972"/>
                  </a:lnTo>
                  <a:lnTo>
                    <a:pt x="11520" y="795"/>
                  </a:lnTo>
                  <a:lnTo>
                    <a:pt x="11152" y="634"/>
                  </a:lnTo>
                  <a:lnTo>
                    <a:pt x="10799" y="486"/>
                  </a:lnTo>
                  <a:lnTo>
                    <a:pt x="10417" y="369"/>
                  </a:lnTo>
                  <a:lnTo>
                    <a:pt x="10034" y="251"/>
                  </a:lnTo>
                  <a:lnTo>
                    <a:pt x="9651" y="163"/>
                  </a:lnTo>
                  <a:lnTo>
                    <a:pt x="9254" y="89"/>
                  </a:lnTo>
                  <a:lnTo>
                    <a:pt x="8857" y="45"/>
                  </a:lnTo>
                  <a:lnTo>
                    <a:pt x="8445" y="16"/>
                  </a:lnTo>
                  <a:lnTo>
                    <a:pt x="8033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38;p38">
              <a:extLst>
                <a:ext uri="{FF2B5EF4-FFF2-40B4-BE49-F238E27FC236}">
                  <a16:creationId xmlns:a16="http://schemas.microsoft.com/office/drawing/2014/main" id="{7D7F4B67-379F-B4E4-A646-07CDE7A8615D}"/>
                </a:ext>
              </a:extLst>
            </p:cNvPr>
            <p:cNvSpPr/>
            <p:nvPr/>
          </p:nvSpPr>
          <p:spPr>
            <a:xfrm>
              <a:off x="4871475" y="838025"/>
              <a:ext cx="71750" cy="107775"/>
            </a:xfrm>
            <a:custGeom>
              <a:avLst/>
              <a:gdLst/>
              <a:ahLst/>
              <a:cxnLst/>
              <a:rect l="l" t="t" r="r" b="b"/>
              <a:pathLst>
                <a:path w="2870" h="4311" extrusionOk="0">
                  <a:moveTo>
                    <a:pt x="2090" y="0"/>
                  </a:moveTo>
                  <a:lnTo>
                    <a:pt x="2075" y="265"/>
                  </a:lnTo>
                  <a:lnTo>
                    <a:pt x="2031" y="530"/>
                  </a:lnTo>
                  <a:lnTo>
                    <a:pt x="1972" y="795"/>
                  </a:lnTo>
                  <a:lnTo>
                    <a:pt x="1913" y="1059"/>
                  </a:lnTo>
                  <a:lnTo>
                    <a:pt x="1825" y="1324"/>
                  </a:lnTo>
                  <a:lnTo>
                    <a:pt x="1722" y="1574"/>
                  </a:lnTo>
                  <a:lnTo>
                    <a:pt x="1604" y="1824"/>
                  </a:lnTo>
                  <a:lnTo>
                    <a:pt x="1472" y="2060"/>
                  </a:lnTo>
                  <a:lnTo>
                    <a:pt x="1340" y="2295"/>
                  </a:lnTo>
                  <a:lnTo>
                    <a:pt x="1178" y="2516"/>
                  </a:lnTo>
                  <a:lnTo>
                    <a:pt x="1016" y="2737"/>
                  </a:lnTo>
                  <a:lnTo>
                    <a:pt x="839" y="2943"/>
                  </a:lnTo>
                  <a:lnTo>
                    <a:pt x="648" y="3149"/>
                  </a:lnTo>
                  <a:lnTo>
                    <a:pt x="442" y="3325"/>
                  </a:lnTo>
                  <a:lnTo>
                    <a:pt x="221" y="3502"/>
                  </a:lnTo>
                  <a:lnTo>
                    <a:pt x="1" y="3678"/>
                  </a:lnTo>
                  <a:lnTo>
                    <a:pt x="442" y="4311"/>
                  </a:lnTo>
                  <a:lnTo>
                    <a:pt x="692" y="4120"/>
                  </a:lnTo>
                  <a:lnTo>
                    <a:pt x="942" y="3914"/>
                  </a:lnTo>
                  <a:lnTo>
                    <a:pt x="1178" y="3693"/>
                  </a:lnTo>
                  <a:lnTo>
                    <a:pt x="1398" y="3458"/>
                  </a:lnTo>
                  <a:lnTo>
                    <a:pt x="1619" y="3222"/>
                  </a:lnTo>
                  <a:lnTo>
                    <a:pt x="1810" y="2972"/>
                  </a:lnTo>
                  <a:lnTo>
                    <a:pt x="1987" y="2707"/>
                  </a:lnTo>
                  <a:lnTo>
                    <a:pt x="2149" y="2442"/>
                  </a:lnTo>
                  <a:lnTo>
                    <a:pt x="2296" y="2163"/>
                  </a:lnTo>
                  <a:lnTo>
                    <a:pt x="2428" y="1869"/>
                  </a:lnTo>
                  <a:lnTo>
                    <a:pt x="2546" y="1574"/>
                  </a:lnTo>
                  <a:lnTo>
                    <a:pt x="2649" y="1280"/>
                  </a:lnTo>
                  <a:lnTo>
                    <a:pt x="2737" y="971"/>
                  </a:lnTo>
                  <a:lnTo>
                    <a:pt x="2796" y="662"/>
                  </a:lnTo>
                  <a:lnTo>
                    <a:pt x="2840" y="353"/>
                  </a:lnTo>
                  <a:lnTo>
                    <a:pt x="2870" y="44"/>
                  </a:lnTo>
                  <a:lnTo>
                    <a:pt x="2090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39;p38">
              <a:extLst>
                <a:ext uri="{FF2B5EF4-FFF2-40B4-BE49-F238E27FC236}">
                  <a16:creationId xmlns:a16="http://schemas.microsoft.com/office/drawing/2014/main" id="{E2372721-8931-EA00-9564-22CAF3330188}"/>
                </a:ext>
              </a:extLst>
            </p:cNvPr>
            <p:cNvSpPr/>
            <p:nvPr/>
          </p:nvSpPr>
          <p:spPr>
            <a:xfrm>
              <a:off x="4525725" y="1077825"/>
              <a:ext cx="257500" cy="189075"/>
            </a:xfrm>
            <a:custGeom>
              <a:avLst/>
              <a:gdLst/>
              <a:ahLst/>
              <a:cxnLst/>
              <a:rect l="l" t="t" r="r" b="b"/>
              <a:pathLst>
                <a:path w="10300" h="7563" extrusionOk="0">
                  <a:moveTo>
                    <a:pt x="9535" y="1"/>
                  </a:moveTo>
                  <a:lnTo>
                    <a:pt x="9505" y="471"/>
                  </a:lnTo>
                  <a:lnTo>
                    <a:pt x="9461" y="942"/>
                  </a:lnTo>
                  <a:lnTo>
                    <a:pt x="9388" y="1398"/>
                  </a:lnTo>
                  <a:lnTo>
                    <a:pt x="9270" y="1854"/>
                  </a:lnTo>
                  <a:lnTo>
                    <a:pt x="9167" y="2178"/>
                  </a:lnTo>
                  <a:lnTo>
                    <a:pt x="9049" y="2487"/>
                  </a:lnTo>
                  <a:lnTo>
                    <a:pt x="8917" y="2811"/>
                  </a:lnTo>
                  <a:lnTo>
                    <a:pt x="8755" y="3105"/>
                  </a:lnTo>
                  <a:lnTo>
                    <a:pt x="8593" y="3414"/>
                  </a:lnTo>
                  <a:lnTo>
                    <a:pt x="8402" y="3693"/>
                  </a:lnTo>
                  <a:lnTo>
                    <a:pt x="8196" y="3973"/>
                  </a:lnTo>
                  <a:lnTo>
                    <a:pt x="7975" y="4253"/>
                  </a:lnTo>
                  <a:lnTo>
                    <a:pt x="7754" y="4517"/>
                  </a:lnTo>
                  <a:lnTo>
                    <a:pt x="7504" y="4753"/>
                  </a:lnTo>
                  <a:lnTo>
                    <a:pt x="7240" y="5003"/>
                  </a:lnTo>
                  <a:lnTo>
                    <a:pt x="6975" y="5224"/>
                  </a:lnTo>
                  <a:lnTo>
                    <a:pt x="6680" y="5444"/>
                  </a:lnTo>
                  <a:lnTo>
                    <a:pt x="6386" y="5636"/>
                  </a:lnTo>
                  <a:lnTo>
                    <a:pt x="6077" y="5827"/>
                  </a:lnTo>
                  <a:lnTo>
                    <a:pt x="5754" y="6003"/>
                  </a:lnTo>
                  <a:lnTo>
                    <a:pt x="5415" y="6165"/>
                  </a:lnTo>
                  <a:lnTo>
                    <a:pt x="5077" y="6298"/>
                  </a:lnTo>
                  <a:lnTo>
                    <a:pt x="4738" y="6430"/>
                  </a:lnTo>
                  <a:lnTo>
                    <a:pt x="4400" y="6533"/>
                  </a:lnTo>
                  <a:lnTo>
                    <a:pt x="4047" y="6621"/>
                  </a:lnTo>
                  <a:lnTo>
                    <a:pt x="3709" y="6680"/>
                  </a:lnTo>
                  <a:lnTo>
                    <a:pt x="3355" y="6739"/>
                  </a:lnTo>
                  <a:lnTo>
                    <a:pt x="3002" y="6768"/>
                  </a:lnTo>
                  <a:lnTo>
                    <a:pt x="2649" y="6783"/>
                  </a:lnTo>
                  <a:lnTo>
                    <a:pt x="2311" y="6783"/>
                  </a:lnTo>
                  <a:lnTo>
                    <a:pt x="1958" y="6768"/>
                  </a:lnTo>
                  <a:lnTo>
                    <a:pt x="1619" y="6724"/>
                  </a:lnTo>
                  <a:lnTo>
                    <a:pt x="1266" y="6680"/>
                  </a:lnTo>
                  <a:lnTo>
                    <a:pt x="943" y="6607"/>
                  </a:lnTo>
                  <a:lnTo>
                    <a:pt x="604" y="6504"/>
                  </a:lnTo>
                  <a:lnTo>
                    <a:pt x="281" y="6401"/>
                  </a:lnTo>
                  <a:lnTo>
                    <a:pt x="1" y="7121"/>
                  </a:lnTo>
                  <a:lnTo>
                    <a:pt x="310" y="7224"/>
                  </a:lnTo>
                  <a:lnTo>
                    <a:pt x="619" y="7313"/>
                  </a:lnTo>
                  <a:lnTo>
                    <a:pt x="928" y="7386"/>
                  </a:lnTo>
                  <a:lnTo>
                    <a:pt x="1237" y="7460"/>
                  </a:lnTo>
                  <a:lnTo>
                    <a:pt x="1560" y="7504"/>
                  </a:lnTo>
                  <a:lnTo>
                    <a:pt x="1869" y="7533"/>
                  </a:lnTo>
                  <a:lnTo>
                    <a:pt x="2193" y="7563"/>
                  </a:lnTo>
                  <a:lnTo>
                    <a:pt x="2517" y="7563"/>
                  </a:lnTo>
                  <a:lnTo>
                    <a:pt x="2973" y="7548"/>
                  </a:lnTo>
                  <a:lnTo>
                    <a:pt x="3429" y="7504"/>
                  </a:lnTo>
                  <a:lnTo>
                    <a:pt x="3885" y="7445"/>
                  </a:lnTo>
                  <a:lnTo>
                    <a:pt x="4341" y="7342"/>
                  </a:lnTo>
                  <a:lnTo>
                    <a:pt x="4783" y="7224"/>
                  </a:lnTo>
                  <a:lnTo>
                    <a:pt x="5224" y="7077"/>
                  </a:lnTo>
                  <a:lnTo>
                    <a:pt x="5665" y="6901"/>
                  </a:lnTo>
                  <a:lnTo>
                    <a:pt x="6107" y="6695"/>
                  </a:lnTo>
                  <a:lnTo>
                    <a:pt x="6460" y="6504"/>
                  </a:lnTo>
                  <a:lnTo>
                    <a:pt x="6798" y="6283"/>
                  </a:lnTo>
                  <a:lnTo>
                    <a:pt x="7137" y="6062"/>
                  </a:lnTo>
                  <a:lnTo>
                    <a:pt x="7460" y="5827"/>
                  </a:lnTo>
                  <a:lnTo>
                    <a:pt x="7754" y="5577"/>
                  </a:lnTo>
                  <a:lnTo>
                    <a:pt x="8049" y="5312"/>
                  </a:lnTo>
                  <a:lnTo>
                    <a:pt x="8314" y="5032"/>
                  </a:lnTo>
                  <a:lnTo>
                    <a:pt x="8578" y="4738"/>
                  </a:lnTo>
                  <a:lnTo>
                    <a:pt x="8828" y="4444"/>
                  </a:lnTo>
                  <a:lnTo>
                    <a:pt x="9049" y="4120"/>
                  </a:lnTo>
                  <a:lnTo>
                    <a:pt x="9255" y="3796"/>
                  </a:lnTo>
                  <a:lnTo>
                    <a:pt x="9446" y="3473"/>
                  </a:lnTo>
                  <a:lnTo>
                    <a:pt x="9623" y="3134"/>
                  </a:lnTo>
                  <a:lnTo>
                    <a:pt x="9770" y="2781"/>
                  </a:lnTo>
                  <a:lnTo>
                    <a:pt x="9902" y="2428"/>
                  </a:lnTo>
                  <a:lnTo>
                    <a:pt x="10020" y="2060"/>
                  </a:lnTo>
                  <a:lnTo>
                    <a:pt x="10079" y="1810"/>
                  </a:lnTo>
                  <a:lnTo>
                    <a:pt x="10138" y="1560"/>
                  </a:lnTo>
                  <a:lnTo>
                    <a:pt x="10197" y="1295"/>
                  </a:lnTo>
                  <a:lnTo>
                    <a:pt x="10226" y="1045"/>
                  </a:lnTo>
                  <a:lnTo>
                    <a:pt x="10256" y="780"/>
                  </a:lnTo>
                  <a:lnTo>
                    <a:pt x="10285" y="530"/>
                  </a:lnTo>
                  <a:lnTo>
                    <a:pt x="10300" y="265"/>
                  </a:lnTo>
                  <a:lnTo>
                    <a:pt x="10300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1240;p38">
              <a:extLst>
                <a:ext uri="{FF2B5EF4-FFF2-40B4-BE49-F238E27FC236}">
                  <a16:creationId xmlns:a16="http://schemas.microsoft.com/office/drawing/2014/main" id="{3E05712B-FB6B-2400-0A17-7EF5A6DC7ADD}"/>
                </a:ext>
              </a:extLst>
            </p:cNvPr>
            <p:cNvSpPr/>
            <p:nvPr/>
          </p:nvSpPr>
          <p:spPr>
            <a:xfrm>
              <a:off x="4718100" y="1189650"/>
              <a:ext cx="243150" cy="155600"/>
            </a:xfrm>
            <a:custGeom>
              <a:avLst/>
              <a:gdLst/>
              <a:ahLst/>
              <a:cxnLst/>
              <a:rect l="l" t="t" r="r" b="b"/>
              <a:pathLst>
                <a:path w="9726" h="6224" extrusionOk="0">
                  <a:moveTo>
                    <a:pt x="45" y="0"/>
                  </a:moveTo>
                  <a:lnTo>
                    <a:pt x="15" y="280"/>
                  </a:lnTo>
                  <a:lnTo>
                    <a:pt x="1" y="574"/>
                  </a:lnTo>
                  <a:lnTo>
                    <a:pt x="1" y="854"/>
                  </a:lnTo>
                  <a:lnTo>
                    <a:pt x="15" y="1118"/>
                  </a:lnTo>
                  <a:lnTo>
                    <a:pt x="45" y="1398"/>
                  </a:lnTo>
                  <a:lnTo>
                    <a:pt x="89" y="1663"/>
                  </a:lnTo>
                  <a:lnTo>
                    <a:pt x="148" y="1928"/>
                  </a:lnTo>
                  <a:lnTo>
                    <a:pt x="207" y="2192"/>
                  </a:lnTo>
                  <a:lnTo>
                    <a:pt x="295" y="2457"/>
                  </a:lnTo>
                  <a:lnTo>
                    <a:pt x="383" y="2707"/>
                  </a:lnTo>
                  <a:lnTo>
                    <a:pt x="486" y="2957"/>
                  </a:lnTo>
                  <a:lnTo>
                    <a:pt x="604" y="3193"/>
                  </a:lnTo>
                  <a:lnTo>
                    <a:pt x="722" y="3428"/>
                  </a:lnTo>
                  <a:lnTo>
                    <a:pt x="869" y="3664"/>
                  </a:lnTo>
                  <a:lnTo>
                    <a:pt x="1016" y="3884"/>
                  </a:lnTo>
                  <a:lnTo>
                    <a:pt x="1163" y="4090"/>
                  </a:lnTo>
                  <a:lnTo>
                    <a:pt x="1339" y="4296"/>
                  </a:lnTo>
                  <a:lnTo>
                    <a:pt x="1516" y="4502"/>
                  </a:lnTo>
                  <a:lnTo>
                    <a:pt x="1707" y="4679"/>
                  </a:lnTo>
                  <a:lnTo>
                    <a:pt x="1899" y="4870"/>
                  </a:lnTo>
                  <a:lnTo>
                    <a:pt x="2104" y="5032"/>
                  </a:lnTo>
                  <a:lnTo>
                    <a:pt x="2310" y="5194"/>
                  </a:lnTo>
                  <a:lnTo>
                    <a:pt x="2546" y="5356"/>
                  </a:lnTo>
                  <a:lnTo>
                    <a:pt x="2767" y="5488"/>
                  </a:lnTo>
                  <a:lnTo>
                    <a:pt x="3002" y="5620"/>
                  </a:lnTo>
                  <a:lnTo>
                    <a:pt x="3252" y="5738"/>
                  </a:lnTo>
                  <a:lnTo>
                    <a:pt x="3502" y="5841"/>
                  </a:lnTo>
                  <a:lnTo>
                    <a:pt x="3767" y="5944"/>
                  </a:lnTo>
                  <a:lnTo>
                    <a:pt x="4017" y="6018"/>
                  </a:lnTo>
                  <a:lnTo>
                    <a:pt x="4297" y="6091"/>
                  </a:lnTo>
                  <a:lnTo>
                    <a:pt x="4576" y="6150"/>
                  </a:lnTo>
                  <a:lnTo>
                    <a:pt x="4856" y="6194"/>
                  </a:lnTo>
                  <a:lnTo>
                    <a:pt x="5194" y="6224"/>
                  </a:lnTo>
                  <a:lnTo>
                    <a:pt x="5841" y="6224"/>
                  </a:lnTo>
                  <a:lnTo>
                    <a:pt x="6136" y="6194"/>
                  </a:lnTo>
                  <a:lnTo>
                    <a:pt x="6430" y="6165"/>
                  </a:lnTo>
                  <a:lnTo>
                    <a:pt x="6709" y="6106"/>
                  </a:lnTo>
                  <a:lnTo>
                    <a:pt x="7004" y="6032"/>
                  </a:lnTo>
                  <a:lnTo>
                    <a:pt x="7283" y="5944"/>
                  </a:lnTo>
                  <a:lnTo>
                    <a:pt x="7563" y="5856"/>
                  </a:lnTo>
                  <a:lnTo>
                    <a:pt x="7828" y="5738"/>
                  </a:lnTo>
                  <a:lnTo>
                    <a:pt x="8092" y="5606"/>
                  </a:lnTo>
                  <a:lnTo>
                    <a:pt x="8343" y="5473"/>
                  </a:lnTo>
                  <a:lnTo>
                    <a:pt x="8593" y="5311"/>
                  </a:lnTo>
                  <a:lnTo>
                    <a:pt x="8843" y="5150"/>
                  </a:lnTo>
                  <a:lnTo>
                    <a:pt x="9078" y="4958"/>
                  </a:lnTo>
                  <a:lnTo>
                    <a:pt x="9299" y="4767"/>
                  </a:lnTo>
                  <a:lnTo>
                    <a:pt x="9520" y="4561"/>
                  </a:lnTo>
                  <a:lnTo>
                    <a:pt x="9726" y="4340"/>
                  </a:lnTo>
                  <a:lnTo>
                    <a:pt x="9137" y="3825"/>
                  </a:lnTo>
                  <a:lnTo>
                    <a:pt x="8931" y="4046"/>
                  </a:lnTo>
                  <a:lnTo>
                    <a:pt x="8710" y="4237"/>
                  </a:lnTo>
                  <a:lnTo>
                    <a:pt x="8490" y="4429"/>
                  </a:lnTo>
                  <a:lnTo>
                    <a:pt x="8254" y="4605"/>
                  </a:lnTo>
                  <a:lnTo>
                    <a:pt x="8019" y="4767"/>
                  </a:lnTo>
                  <a:lnTo>
                    <a:pt x="7769" y="4899"/>
                  </a:lnTo>
                  <a:lnTo>
                    <a:pt x="7504" y="5032"/>
                  </a:lnTo>
                  <a:lnTo>
                    <a:pt x="7239" y="5150"/>
                  </a:lnTo>
                  <a:lnTo>
                    <a:pt x="6974" y="5238"/>
                  </a:lnTo>
                  <a:lnTo>
                    <a:pt x="6695" y="5311"/>
                  </a:lnTo>
                  <a:lnTo>
                    <a:pt x="6401" y="5385"/>
                  </a:lnTo>
                  <a:lnTo>
                    <a:pt x="6121" y="5429"/>
                  </a:lnTo>
                  <a:lnTo>
                    <a:pt x="5827" y="5444"/>
                  </a:lnTo>
                  <a:lnTo>
                    <a:pt x="5547" y="5459"/>
                  </a:lnTo>
                  <a:lnTo>
                    <a:pt x="5253" y="5444"/>
                  </a:lnTo>
                  <a:lnTo>
                    <a:pt x="4959" y="5429"/>
                  </a:lnTo>
                  <a:lnTo>
                    <a:pt x="4709" y="5385"/>
                  </a:lnTo>
                  <a:lnTo>
                    <a:pt x="4473" y="5341"/>
                  </a:lnTo>
                  <a:lnTo>
                    <a:pt x="4238" y="5282"/>
                  </a:lnTo>
                  <a:lnTo>
                    <a:pt x="4017" y="5208"/>
                  </a:lnTo>
                  <a:lnTo>
                    <a:pt x="3782" y="5120"/>
                  </a:lnTo>
                  <a:lnTo>
                    <a:pt x="3576" y="5032"/>
                  </a:lnTo>
                  <a:lnTo>
                    <a:pt x="3355" y="4929"/>
                  </a:lnTo>
                  <a:lnTo>
                    <a:pt x="3164" y="4826"/>
                  </a:lnTo>
                  <a:lnTo>
                    <a:pt x="2958" y="4693"/>
                  </a:lnTo>
                  <a:lnTo>
                    <a:pt x="2767" y="4576"/>
                  </a:lnTo>
                  <a:lnTo>
                    <a:pt x="2590" y="4429"/>
                  </a:lnTo>
                  <a:lnTo>
                    <a:pt x="2413" y="4282"/>
                  </a:lnTo>
                  <a:lnTo>
                    <a:pt x="2237" y="4134"/>
                  </a:lnTo>
                  <a:lnTo>
                    <a:pt x="2075" y="3958"/>
                  </a:lnTo>
                  <a:lnTo>
                    <a:pt x="1928" y="3796"/>
                  </a:lnTo>
                  <a:lnTo>
                    <a:pt x="1781" y="3619"/>
                  </a:lnTo>
                  <a:lnTo>
                    <a:pt x="1648" y="3428"/>
                  </a:lnTo>
                  <a:lnTo>
                    <a:pt x="1516" y="3237"/>
                  </a:lnTo>
                  <a:lnTo>
                    <a:pt x="1398" y="3046"/>
                  </a:lnTo>
                  <a:lnTo>
                    <a:pt x="1295" y="2840"/>
                  </a:lnTo>
                  <a:lnTo>
                    <a:pt x="1192" y="2634"/>
                  </a:lnTo>
                  <a:lnTo>
                    <a:pt x="1104" y="2428"/>
                  </a:lnTo>
                  <a:lnTo>
                    <a:pt x="1016" y="2207"/>
                  </a:lnTo>
                  <a:lnTo>
                    <a:pt x="957" y="1986"/>
                  </a:lnTo>
                  <a:lnTo>
                    <a:pt x="898" y="1766"/>
                  </a:lnTo>
                  <a:lnTo>
                    <a:pt x="854" y="1530"/>
                  </a:lnTo>
                  <a:lnTo>
                    <a:pt x="810" y="1295"/>
                  </a:lnTo>
                  <a:lnTo>
                    <a:pt x="780" y="1060"/>
                  </a:lnTo>
                  <a:lnTo>
                    <a:pt x="780" y="824"/>
                  </a:lnTo>
                  <a:lnTo>
                    <a:pt x="766" y="589"/>
                  </a:lnTo>
                  <a:lnTo>
                    <a:pt x="780" y="339"/>
                  </a:lnTo>
                  <a:lnTo>
                    <a:pt x="810" y="10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1241;p38">
              <a:extLst>
                <a:ext uri="{FF2B5EF4-FFF2-40B4-BE49-F238E27FC236}">
                  <a16:creationId xmlns:a16="http://schemas.microsoft.com/office/drawing/2014/main" id="{F4FFB043-EA58-15E4-C99C-D0BDF47640F4}"/>
                </a:ext>
              </a:extLst>
            </p:cNvPr>
            <p:cNvSpPr/>
            <p:nvPr/>
          </p:nvSpPr>
          <p:spPr>
            <a:xfrm>
              <a:off x="4765175" y="1505950"/>
              <a:ext cx="275525" cy="283625"/>
            </a:xfrm>
            <a:custGeom>
              <a:avLst/>
              <a:gdLst/>
              <a:ahLst/>
              <a:cxnLst/>
              <a:rect l="l" t="t" r="r" b="b"/>
              <a:pathLst>
                <a:path w="11021" h="11345" extrusionOk="0">
                  <a:moveTo>
                    <a:pt x="3135" y="1"/>
                  </a:moveTo>
                  <a:lnTo>
                    <a:pt x="2678" y="30"/>
                  </a:lnTo>
                  <a:lnTo>
                    <a:pt x="2222" y="89"/>
                  </a:lnTo>
                  <a:lnTo>
                    <a:pt x="1766" y="178"/>
                  </a:lnTo>
                  <a:lnTo>
                    <a:pt x="1310" y="295"/>
                  </a:lnTo>
                  <a:lnTo>
                    <a:pt x="869" y="428"/>
                  </a:lnTo>
                  <a:lnTo>
                    <a:pt x="427" y="604"/>
                  </a:lnTo>
                  <a:lnTo>
                    <a:pt x="1" y="795"/>
                  </a:lnTo>
                  <a:lnTo>
                    <a:pt x="354" y="1487"/>
                  </a:lnTo>
                  <a:lnTo>
                    <a:pt x="736" y="1310"/>
                  </a:lnTo>
                  <a:lnTo>
                    <a:pt x="1134" y="1163"/>
                  </a:lnTo>
                  <a:lnTo>
                    <a:pt x="1531" y="1031"/>
                  </a:lnTo>
                  <a:lnTo>
                    <a:pt x="1928" y="928"/>
                  </a:lnTo>
                  <a:lnTo>
                    <a:pt x="2340" y="854"/>
                  </a:lnTo>
                  <a:lnTo>
                    <a:pt x="2752" y="795"/>
                  </a:lnTo>
                  <a:lnTo>
                    <a:pt x="3164" y="781"/>
                  </a:lnTo>
                  <a:lnTo>
                    <a:pt x="3576" y="766"/>
                  </a:lnTo>
                  <a:lnTo>
                    <a:pt x="3988" y="795"/>
                  </a:lnTo>
                  <a:lnTo>
                    <a:pt x="4400" y="840"/>
                  </a:lnTo>
                  <a:lnTo>
                    <a:pt x="4812" y="913"/>
                  </a:lnTo>
                  <a:lnTo>
                    <a:pt x="5224" y="1016"/>
                  </a:lnTo>
                  <a:lnTo>
                    <a:pt x="5621" y="1134"/>
                  </a:lnTo>
                  <a:lnTo>
                    <a:pt x="6003" y="1281"/>
                  </a:lnTo>
                  <a:lnTo>
                    <a:pt x="6386" y="1457"/>
                  </a:lnTo>
                  <a:lnTo>
                    <a:pt x="6769" y="1649"/>
                  </a:lnTo>
                  <a:lnTo>
                    <a:pt x="7063" y="1825"/>
                  </a:lnTo>
                  <a:lnTo>
                    <a:pt x="7342" y="2017"/>
                  </a:lnTo>
                  <a:lnTo>
                    <a:pt x="7607" y="2223"/>
                  </a:lnTo>
                  <a:lnTo>
                    <a:pt x="7872" y="2429"/>
                  </a:lnTo>
                  <a:lnTo>
                    <a:pt x="8122" y="2649"/>
                  </a:lnTo>
                  <a:lnTo>
                    <a:pt x="8357" y="2885"/>
                  </a:lnTo>
                  <a:lnTo>
                    <a:pt x="8578" y="3135"/>
                  </a:lnTo>
                  <a:lnTo>
                    <a:pt x="8784" y="3400"/>
                  </a:lnTo>
                  <a:lnTo>
                    <a:pt x="8990" y="3664"/>
                  </a:lnTo>
                  <a:lnTo>
                    <a:pt x="9181" y="3944"/>
                  </a:lnTo>
                  <a:lnTo>
                    <a:pt x="9343" y="4223"/>
                  </a:lnTo>
                  <a:lnTo>
                    <a:pt x="9505" y="4518"/>
                  </a:lnTo>
                  <a:lnTo>
                    <a:pt x="9652" y="4827"/>
                  </a:lnTo>
                  <a:lnTo>
                    <a:pt x="9785" y="5136"/>
                  </a:lnTo>
                  <a:lnTo>
                    <a:pt x="9888" y="5445"/>
                  </a:lnTo>
                  <a:lnTo>
                    <a:pt x="9991" y="5783"/>
                  </a:lnTo>
                  <a:lnTo>
                    <a:pt x="10079" y="6107"/>
                  </a:lnTo>
                  <a:lnTo>
                    <a:pt x="10138" y="6445"/>
                  </a:lnTo>
                  <a:lnTo>
                    <a:pt x="10197" y="6769"/>
                  </a:lnTo>
                  <a:lnTo>
                    <a:pt x="10226" y="7107"/>
                  </a:lnTo>
                  <a:lnTo>
                    <a:pt x="10241" y="7445"/>
                  </a:lnTo>
                  <a:lnTo>
                    <a:pt x="10241" y="7769"/>
                  </a:lnTo>
                  <a:lnTo>
                    <a:pt x="10226" y="8108"/>
                  </a:lnTo>
                  <a:lnTo>
                    <a:pt x="10197" y="8431"/>
                  </a:lnTo>
                  <a:lnTo>
                    <a:pt x="10138" y="8770"/>
                  </a:lnTo>
                  <a:lnTo>
                    <a:pt x="10079" y="9093"/>
                  </a:lnTo>
                  <a:lnTo>
                    <a:pt x="10005" y="9417"/>
                  </a:lnTo>
                  <a:lnTo>
                    <a:pt x="9902" y="9741"/>
                  </a:lnTo>
                  <a:lnTo>
                    <a:pt x="9785" y="10050"/>
                  </a:lnTo>
                  <a:lnTo>
                    <a:pt x="9667" y="10359"/>
                  </a:lnTo>
                  <a:lnTo>
                    <a:pt x="9520" y="10668"/>
                  </a:lnTo>
                  <a:lnTo>
                    <a:pt x="9358" y="10976"/>
                  </a:lnTo>
                  <a:lnTo>
                    <a:pt x="10020" y="11344"/>
                  </a:lnTo>
                  <a:lnTo>
                    <a:pt x="10211" y="11021"/>
                  </a:lnTo>
                  <a:lnTo>
                    <a:pt x="10373" y="10668"/>
                  </a:lnTo>
                  <a:lnTo>
                    <a:pt x="10505" y="10329"/>
                  </a:lnTo>
                  <a:lnTo>
                    <a:pt x="10638" y="9976"/>
                  </a:lnTo>
                  <a:lnTo>
                    <a:pt x="10741" y="9623"/>
                  </a:lnTo>
                  <a:lnTo>
                    <a:pt x="10829" y="9255"/>
                  </a:lnTo>
                  <a:lnTo>
                    <a:pt x="10903" y="8902"/>
                  </a:lnTo>
                  <a:lnTo>
                    <a:pt x="10962" y="8534"/>
                  </a:lnTo>
                  <a:lnTo>
                    <a:pt x="10991" y="8166"/>
                  </a:lnTo>
                  <a:lnTo>
                    <a:pt x="11020" y="7799"/>
                  </a:lnTo>
                  <a:lnTo>
                    <a:pt x="11020" y="7416"/>
                  </a:lnTo>
                  <a:lnTo>
                    <a:pt x="10991" y="7048"/>
                  </a:lnTo>
                  <a:lnTo>
                    <a:pt x="10962" y="6680"/>
                  </a:lnTo>
                  <a:lnTo>
                    <a:pt x="10903" y="6313"/>
                  </a:lnTo>
                  <a:lnTo>
                    <a:pt x="10829" y="5945"/>
                  </a:lnTo>
                  <a:lnTo>
                    <a:pt x="10741" y="5577"/>
                  </a:lnTo>
                  <a:lnTo>
                    <a:pt x="10623" y="5209"/>
                  </a:lnTo>
                  <a:lnTo>
                    <a:pt x="10491" y="4856"/>
                  </a:lnTo>
                  <a:lnTo>
                    <a:pt x="10358" y="4503"/>
                  </a:lnTo>
                  <a:lnTo>
                    <a:pt x="10197" y="4165"/>
                  </a:lnTo>
                  <a:lnTo>
                    <a:pt x="10020" y="3841"/>
                  </a:lnTo>
                  <a:lnTo>
                    <a:pt x="9829" y="3517"/>
                  </a:lnTo>
                  <a:lnTo>
                    <a:pt x="9623" y="3208"/>
                  </a:lnTo>
                  <a:lnTo>
                    <a:pt x="9402" y="2914"/>
                  </a:lnTo>
                  <a:lnTo>
                    <a:pt x="9167" y="2634"/>
                  </a:lnTo>
                  <a:lnTo>
                    <a:pt x="8917" y="2355"/>
                  </a:lnTo>
                  <a:lnTo>
                    <a:pt x="8652" y="2090"/>
                  </a:lnTo>
                  <a:lnTo>
                    <a:pt x="8372" y="1840"/>
                  </a:lnTo>
                  <a:lnTo>
                    <a:pt x="8093" y="1605"/>
                  </a:lnTo>
                  <a:lnTo>
                    <a:pt x="7784" y="1384"/>
                  </a:lnTo>
                  <a:lnTo>
                    <a:pt x="7475" y="1178"/>
                  </a:lnTo>
                  <a:lnTo>
                    <a:pt x="7151" y="987"/>
                  </a:lnTo>
                  <a:lnTo>
                    <a:pt x="6724" y="766"/>
                  </a:lnTo>
                  <a:lnTo>
                    <a:pt x="6298" y="575"/>
                  </a:lnTo>
                  <a:lnTo>
                    <a:pt x="5871" y="413"/>
                  </a:lnTo>
                  <a:lnTo>
                    <a:pt x="5415" y="266"/>
                  </a:lnTo>
                  <a:lnTo>
                    <a:pt x="4974" y="163"/>
                  </a:lnTo>
                  <a:lnTo>
                    <a:pt x="4518" y="75"/>
                  </a:lnTo>
                  <a:lnTo>
                    <a:pt x="4061" y="30"/>
                  </a:lnTo>
                  <a:lnTo>
                    <a:pt x="3605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1242;p38">
              <a:extLst>
                <a:ext uri="{FF2B5EF4-FFF2-40B4-BE49-F238E27FC236}">
                  <a16:creationId xmlns:a16="http://schemas.microsoft.com/office/drawing/2014/main" id="{7E5C8FAD-262C-5A5D-BFAE-90AC1C6A59CC}"/>
                </a:ext>
              </a:extLst>
            </p:cNvPr>
            <p:cNvSpPr/>
            <p:nvPr/>
          </p:nvSpPr>
          <p:spPr>
            <a:xfrm>
              <a:off x="4717725" y="1602700"/>
              <a:ext cx="107425" cy="133900"/>
            </a:xfrm>
            <a:custGeom>
              <a:avLst/>
              <a:gdLst/>
              <a:ahLst/>
              <a:cxnLst/>
              <a:rect l="l" t="t" r="r" b="b"/>
              <a:pathLst>
                <a:path w="4297" h="5356" extrusionOk="0">
                  <a:moveTo>
                    <a:pt x="4223" y="0"/>
                  </a:moveTo>
                  <a:lnTo>
                    <a:pt x="3988" y="30"/>
                  </a:lnTo>
                  <a:lnTo>
                    <a:pt x="3753" y="59"/>
                  </a:lnTo>
                  <a:lnTo>
                    <a:pt x="3532" y="118"/>
                  </a:lnTo>
                  <a:lnTo>
                    <a:pt x="3296" y="192"/>
                  </a:lnTo>
                  <a:lnTo>
                    <a:pt x="3091" y="265"/>
                  </a:lnTo>
                  <a:lnTo>
                    <a:pt x="2870" y="353"/>
                  </a:lnTo>
                  <a:lnTo>
                    <a:pt x="2664" y="456"/>
                  </a:lnTo>
                  <a:lnTo>
                    <a:pt x="2458" y="559"/>
                  </a:lnTo>
                  <a:lnTo>
                    <a:pt x="2267" y="692"/>
                  </a:lnTo>
                  <a:lnTo>
                    <a:pt x="2075" y="810"/>
                  </a:lnTo>
                  <a:lnTo>
                    <a:pt x="1884" y="957"/>
                  </a:lnTo>
                  <a:lnTo>
                    <a:pt x="1708" y="1104"/>
                  </a:lnTo>
                  <a:lnTo>
                    <a:pt x="1531" y="1266"/>
                  </a:lnTo>
                  <a:lnTo>
                    <a:pt x="1369" y="1427"/>
                  </a:lnTo>
                  <a:lnTo>
                    <a:pt x="1222" y="1589"/>
                  </a:lnTo>
                  <a:lnTo>
                    <a:pt x="1075" y="1781"/>
                  </a:lnTo>
                  <a:lnTo>
                    <a:pt x="928" y="1957"/>
                  </a:lnTo>
                  <a:lnTo>
                    <a:pt x="795" y="2148"/>
                  </a:lnTo>
                  <a:lnTo>
                    <a:pt x="678" y="2354"/>
                  </a:lnTo>
                  <a:lnTo>
                    <a:pt x="560" y="2560"/>
                  </a:lnTo>
                  <a:lnTo>
                    <a:pt x="457" y="2766"/>
                  </a:lnTo>
                  <a:lnTo>
                    <a:pt x="369" y="2987"/>
                  </a:lnTo>
                  <a:lnTo>
                    <a:pt x="280" y="3208"/>
                  </a:lnTo>
                  <a:lnTo>
                    <a:pt x="207" y="3428"/>
                  </a:lnTo>
                  <a:lnTo>
                    <a:pt x="148" y="3664"/>
                  </a:lnTo>
                  <a:lnTo>
                    <a:pt x="89" y="3899"/>
                  </a:lnTo>
                  <a:lnTo>
                    <a:pt x="60" y="4135"/>
                  </a:lnTo>
                  <a:lnTo>
                    <a:pt x="30" y="4370"/>
                  </a:lnTo>
                  <a:lnTo>
                    <a:pt x="1" y="4620"/>
                  </a:lnTo>
                  <a:lnTo>
                    <a:pt x="1" y="4855"/>
                  </a:lnTo>
                  <a:lnTo>
                    <a:pt x="1" y="5106"/>
                  </a:lnTo>
                  <a:lnTo>
                    <a:pt x="30" y="5356"/>
                  </a:lnTo>
                  <a:lnTo>
                    <a:pt x="795" y="5282"/>
                  </a:lnTo>
                  <a:lnTo>
                    <a:pt x="781" y="5076"/>
                  </a:lnTo>
                  <a:lnTo>
                    <a:pt x="766" y="4855"/>
                  </a:lnTo>
                  <a:lnTo>
                    <a:pt x="781" y="4649"/>
                  </a:lnTo>
                  <a:lnTo>
                    <a:pt x="795" y="4458"/>
                  </a:lnTo>
                  <a:lnTo>
                    <a:pt x="810" y="4252"/>
                  </a:lnTo>
                  <a:lnTo>
                    <a:pt x="854" y="4046"/>
                  </a:lnTo>
                  <a:lnTo>
                    <a:pt x="898" y="3855"/>
                  </a:lnTo>
                  <a:lnTo>
                    <a:pt x="942" y="3664"/>
                  </a:lnTo>
                  <a:lnTo>
                    <a:pt x="1016" y="3472"/>
                  </a:lnTo>
                  <a:lnTo>
                    <a:pt x="1075" y="3281"/>
                  </a:lnTo>
                  <a:lnTo>
                    <a:pt x="1163" y="3105"/>
                  </a:lnTo>
                  <a:lnTo>
                    <a:pt x="1251" y="2928"/>
                  </a:lnTo>
                  <a:lnTo>
                    <a:pt x="1340" y="2752"/>
                  </a:lnTo>
                  <a:lnTo>
                    <a:pt x="1443" y="2590"/>
                  </a:lnTo>
                  <a:lnTo>
                    <a:pt x="1546" y="2413"/>
                  </a:lnTo>
                  <a:lnTo>
                    <a:pt x="1663" y="2266"/>
                  </a:lnTo>
                  <a:lnTo>
                    <a:pt x="1796" y="2104"/>
                  </a:lnTo>
                  <a:lnTo>
                    <a:pt x="1914" y="1972"/>
                  </a:lnTo>
                  <a:lnTo>
                    <a:pt x="2061" y="1825"/>
                  </a:lnTo>
                  <a:lnTo>
                    <a:pt x="2193" y="1692"/>
                  </a:lnTo>
                  <a:lnTo>
                    <a:pt x="2340" y="1575"/>
                  </a:lnTo>
                  <a:lnTo>
                    <a:pt x="2502" y="1457"/>
                  </a:lnTo>
                  <a:lnTo>
                    <a:pt x="2664" y="1339"/>
                  </a:lnTo>
                  <a:lnTo>
                    <a:pt x="2826" y="1251"/>
                  </a:lnTo>
                  <a:lnTo>
                    <a:pt x="3002" y="1148"/>
                  </a:lnTo>
                  <a:lnTo>
                    <a:pt x="3164" y="1074"/>
                  </a:lnTo>
                  <a:lnTo>
                    <a:pt x="3355" y="986"/>
                  </a:lnTo>
                  <a:lnTo>
                    <a:pt x="3532" y="927"/>
                  </a:lnTo>
                  <a:lnTo>
                    <a:pt x="3723" y="868"/>
                  </a:lnTo>
                  <a:lnTo>
                    <a:pt x="3914" y="824"/>
                  </a:lnTo>
                  <a:lnTo>
                    <a:pt x="4106" y="795"/>
                  </a:lnTo>
                  <a:lnTo>
                    <a:pt x="4297" y="765"/>
                  </a:lnTo>
                  <a:lnTo>
                    <a:pt x="4223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1243;p38">
              <a:extLst>
                <a:ext uri="{FF2B5EF4-FFF2-40B4-BE49-F238E27FC236}">
                  <a16:creationId xmlns:a16="http://schemas.microsoft.com/office/drawing/2014/main" id="{5C87C89A-8B61-6E42-B65D-37B6EFA172AF}"/>
                </a:ext>
              </a:extLst>
            </p:cNvPr>
            <p:cNvSpPr/>
            <p:nvPr/>
          </p:nvSpPr>
          <p:spPr>
            <a:xfrm>
              <a:off x="4548175" y="1365100"/>
              <a:ext cx="190175" cy="190175"/>
            </a:xfrm>
            <a:custGeom>
              <a:avLst/>
              <a:gdLst/>
              <a:ahLst/>
              <a:cxnLst/>
              <a:rect l="l" t="t" r="r" b="b"/>
              <a:pathLst>
                <a:path w="7607" h="7607" extrusionOk="0">
                  <a:moveTo>
                    <a:pt x="7607" y="0"/>
                  </a:moveTo>
                  <a:lnTo>
                    <a:pt x="7210" y="15"/>
                  </a:lnTo>
                  <a:lnTo>
                    <a:pt x="6827" y="44"/>
                  </a:lnTo>
                  <a:lnTo>
                    <a:pt x="6444" y="88"/>
                  </a:lnTo>
                  <a:lnTo>
                    <a:pt x="6077" y="162"/>
                  </a:lnTo>
                  <a:lnTo>
                    <a:pt x="5709" y="235"/>
                  </a:lnTo>
                  <a:lnTo>
                    <a:pt x="5341" y="338"/>
                  </a:lnTo>
                  <a:lnTo>
                    <a:pt x="4988" y="471"/>
                  </a:lnTo>
                  <a:lnTo>
                    <a:pt x="4650" y="603"/>
                  </a:lnTo>
                  <a:lnTo>
                    <a:pt x="4311" y="750"/>
                  </a:lnTo>
                  <a:lnTo>
                    <a:pt x="3973" y="927"/>
                  </a:lnTo>
                  <a:lnTo>
                    <a:pt x="3664" y="1104"/>
                  </a:lnTo>
                  <a:lnTo>
                    <a:pt x="3355" y="1309"/>
                  </a:lnTo>
                  <a:lnTo>
                    <a:pt x="3046" y="1515"/>
                  </a:lnTo>
                  <a:lnTo>
                    <a:pt x="2766" y="1736"/>
                  </a:lnTo>
                  <a:lnTo>
                    <a:pt x="2487" y="1986"/>
                  </a:lnTo>
                  <a:lnTo>
                    <a:pt x="2222" y="2236"/>
                  </a:lnTo>
                  <a:lnTo>
                    <a:pt x="1972" y="2501"/>
                  </a:lnTo>
                  <a:lnTo>
                    <a:pt x="1737" y="2781"/>
                  </a:lnTo>
                  <a:lnTo>
                    <a:pt x="1501" y="3060"/>
                  </a:lnTo>
                  <a:lnTo>
                    <a:pt x="1295" y="3355"/>
                  </a:lnTo>
                  <a:lnTo>
                    <a:pt x="1089" y="3663"/>
                  </a:lnTo>
                  <a:lnTo>
                    <a:pt x="913" y="3987"/>
                  </a:lnTo>
                  <a:lnTo>
                    <a:pt x="751" y="4311"/>
                  </a:lnTo>
                  <a:lnTo>
                    <a:pt x="589" y="4649"/>
                  </a:lnTo>
                  <a:lnTo>
                    <a:pt x="457" y="5002"/>
                  </a:lnTo>
                  <a:lnTo>
                    <a:pt x="339" y="5355"/>
                  </a:lnTo>
                  <a:lnTo>
                    <a:pt x="236" y="5709"/>
                  </a:lnTo>
                  <a:lnTo>
                    <a:pt x="148" y="6076"/>
                  </a:lnTo>
                  <a:lnTo>
                    <a:pt x="74" y="6459"/>
                  </a:lnTo>
                  <a:lnTo>
                    <a:pt x="30" y="6827"/>
                  </a:lnTo>
                  <a:lnTo>
                    <a:pt x="0" y="7224"/>
                  </a:lnTo>
                  <a:lnTo>
                    <a:pt x="0" y="7606"/>
                  </a:lnTo>
                  <a:lnTo>
                    <a:pt x="765" y="7606"/>
                  </a:lnTo>
                  <a:lnTo>
                    <a:pt x="780" y="7253"/>
                  </a:lnTo>
                  <a:lnTo>
                    <a:pt x="795" y="6915"/>
                  </a:lnTo>
                  <a:lnTo>
                    <a:pt x="839" y="6577"/>
                  </a:lnTo>
                  <a:lnTo>
                    <a:pt x="898" y="6238"/>
                  </a:lnTo>
                  <a:lnTo>
                    <a:pt x="986" y="5900"/>
                  </a:lnTo>
                  <a:lnTo>
                    <a:pt x="1074" y="5576"/>
                  </a:lnTo>
                  <a:lnTo>
                    <a:pt x="1177" y="5267"/>
                  </a:lnTo>
                  <a:lnTo>
                    <a:pt x="1310" y="4958"/>
                  </a:lnTo>
                  <a:lnTo>
                    <a:pt x="1442" y="4649"/>
                  </a:lnTo>
                  <a:lnTo>
                    <a:pt x="1589" y="4355"/>
                  </a:lnTo>
                  <a:lnTo>
                    <a:pt x="1751" y="4061"/>
                  </a:lnTo>
                  <a:lnTo>
                    <a:pt x="1928" y="3796"/>
                  </a:lnTo>
                  <a:lnTo>
                    <a:pt x="2119" y="3516"/>
                  </a:lnTo>
                  <a:lnTo>
                    <a:pt x="2325" y="3266"/>
                  </a:lnTo>
                  <a:lnTo>
                    <a:pt x="2546" y="3016"/>
                  </a:lnTo>
                  <a:lnTo>
                    <a:pt x="2766" y="2781"/>
                  </a:lnTo>
                  <a:lnTo>
                    <a:pt x="3002" y="2545"/>
                  </a:lnTo>
                  <a:lnTo>
                    <a:pt x="3252" y="2339"/>
                  </a:lnTo>
                  <a:lnTo>
                    <a:pt x="3517" y="2133"/>
                  </a:lnTo>
                  <a:lnTo>
                    <a:pt x="3782" y="1942"/>
                  </a:lnTo>
                  <a:lnTo>
                    <a:pt x="4061" y="1766"/>
                  </a:lnTo>
                  <a:lnTo>
                    <a:pt x="4341" y="1604"/>
                  </a:lnTo>
                  <a:lnTo>
                    <a:pt x="4635" y="1457"/>
                  </a:lnTo>
                  <a:lnTo>
                    <a:pt x="4944" y="1309"/>
                  </a:lnTo>
                  <a:lnTo>
                    <a:pt x="5253" y="1192"/>
                  </a:lnTo>
                  <a:lnTo>
                    <a:pt x="5576" y="1089"/>
                  </a:lnTo>
                  <a:lnTo>
                    <a:pt x="5900" y="986"/>
                  </a:lnTo>
                  <a:lnTo>
                    <a:pt x="6224" y="912"/>
                  </a:lnTo>
                  <a:lnTo>
                    <a:pt x="6562" y="853"/>
                  </a:lnTo>
                  <a:lnTo>
                    <a:pt x="6901" y="809"/>
                  </a:lnTo>
                  <a:lnTo>
                    <a:pt x="7254" y="780"/>
                  </a:lnTo>
                  <a:lnTo>
                    <a:pt x="7607" y="780"/>
                  </a:lnTo>
                  <a:lnTo>
                    <a:pt x="7607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1244;p38">
              <a:extLst>
                <a:ext uri="{FF2B5EF4-FFF2-40B4-BE49-F238E27FC236}">
                  <a16:creationId xmlns:a16="http://schemas.microsoft.com/office/drawing/2014/main" id="{06FE278A-8AB8-5E51-5AE1-4DE6008A9907}"/>
                </a:ext>
              </a:extLst>
            </p:cNvPr>
            <p:cNvSpPr/>
            <p:nvPr/>
          </p:nvSpPr>
          <p:spPr>
            <a:xfrm>
              <a:off x="4858975" y="1405550"/>
              <a:ext cx="109275" cy="109275"/>
            </a:xfrm>
            <a:custGeom>
              <a:avLst/>
              <a:gdLst/>
              <a:ahLst/>
              <a:cxnLst/>
              <a:rect l="l" t="t" r="r" b="b"/>
              <a:pathLst>
                <a:path w="4371" h="4371" extrusionOk="0">
                  <a:moveTo>
                    <a:pt x="4370" y="0"/>
                  </a:moveTo>
                  <a:lnTo>
                    <a:pt x="4135" y="15"/>
                  </a:lnTo>
                  <a:lnTo>
                    <a:pt x="3914" y="30"/>
                  </a:lnTo>
                  <a:lnTo>
                    <a:pt x="3693" y="59"/>
                  </a:lnTo>
                  <a:lnTo>
                    <a:pt x="3487" y="89"/>
                  </a:lnTo>
                  <a:lnTo>
                    <a:pt x="3281" y="148"/>
                  </a:lnTo>
                  <a:lnTo>
                    <a:pt x="3061" y="206"/>
                  </a:lnTo>
                  <a:lnTo>
                    <a:pt x="2869" y="265"/>
                  </a:lnTo>
                  <a:lnTo>
                    <a:pt x="2663" y="354"/>
                  </a:lnTo>
                  <a:lnTo>
                    <a:pt x="2472" y="442"/>
                  </a:lnTo>
                  <a:lnTo>
                    <a:pt x="2281" y="530"/>
                  </a:lnTo>
                  <a:lnTo>
                    <a:pt x="2104" y="633"/>
                  </a:lnTo>
                  <a:lnTo>
                    <a:pt x="1928" y="751"/>
                  </a:lnTo>
                  <a:lnTo>
                    <a:pt x="1751" y="868"/>
                  </a:lnTo>
                  <a:lnTo>
                    <a:pt x="1589" y="1001"/>
                  </a:lnTo>
                  <a:lnTo>
                    <a:pt x="1428" y="1133"/>
                  </a:lnTo>
                  <a:lnTo>
                    <a:pt x="1280" y="1280"/>
                  </a:lnTo>
                  <a:lnTo>
                    <a:pt x="1133" y="1442"/>
                  </a:lnTo>
                  <a:lnTo>
                    <a:pt x="1001" y="1589"/>
                  </a:lnTo>
                  <a:lnTo>
                    <a:pt x="869" y="1766"/>
                  </a:lnTo>
                  <a:lnTo>
                    <a:pt x="751" y="1928"/>
                  </a:lnTo>
                  <a:lnTo>
                    <a:pt x="633" y="2104"/>
                  </a:lnTo>
                  <a:lnTo>
                    <a:pt x="530" y="2296"/>
                  </a:lnTo>
                  <a:lnTo>
                    <a:pt x="427" y="2487"/>
                  </a:lnTo>
                  <a:lnTo>
                    <a:pt x="339" y="2678"/>
                  </a:lnTo>
                  <a:lnTo>
                    <a:pt x="265" y="2869"/>
                  </a:lnTo>
                  <a:lnTo>
                    <a:pt x="192" y="3075"/>
                  </a:lnTo>
                  <a:lnTo>
                    <a:pt x="133" y="3281"/>
                  </a:lnTo>
                  <a:lnTo>
                    <a:pt x="89" y="3487"/>
                  </a:lnTo>
                  <a:lnTo>
                    <a:pt x="45" y="3708"/>
                  </a:lnTo>
                  <a:lnTo>
                    <a:pt x="15" y="3929"/>
                  </a:lnTo>
                  <a:lnTo>
                    <a:pt x="0" y="4149"/>
                  </a:lnTo>
                  <a:lnTo>
                    <a:pt x="0" y="4370"/>
                  </a:lnTo>
                  <a:lnTo>
                    <a:pt x="766" y="4370"/>
                  </a:lnTo>
                  <a:lnTo>
                    <a:pt x="780" y="4194"/>
                  </a:lnTo>
                  <a:lnTo>
                    <a:pt x="780" y="4002"/>
                  </a:lnTo>
                  <a:lnTo>
                    <a:pt x="810" y="3826"/>
                  </a:lnTo>
                  <a:lnTo>
                    <a:pt x="839" y="3649"/>
                  </a:lnTo>
                  <a:lnTo>
                    <a:pt x="883" y="3473"/>
                  </a:lnTo>
                  <a:lnTo>
                    <a:pt x="927" y="3311"/>
                  </a:lnTo>
                  <a:lnTo>
                    <a:pt x="1045" y="2972"/>
                  </a:lnTo>
                  <a:lnTo>
                    <a:pt x="1207" y="2663"/>
                  </a:lnTo>
                  <a:lnTo>
                    <a:pt x="1383" y="2369"/>
                  </a:lnTo>
                  <a:lnTo>
                    <a:pt x="1589" y="2090"/>
                  </a:lnTo>
                  <a:lnTo>
                    <a:pt x="1825" y="1825"/>
                  </a:lnTo>
                  <a:lnTo>
                    <a:pt x="2075" y="1604"/>
                  </a:lnTo>
                  <a:lnTo>
                    <a:pt x="2354" y="1398"/>
                  </a:lnTo>
                  <a:lnTo>
                    <a:pt x="2649" y="1207"/>
                  </a:lnTo>
                  <a:lnTo>
                    <a:pt x="2972" y="1060"/>
                  </a:lnTo>
                  <a:lnTo>
                    <a:pt x="3296" y="942"/>
                  </a:lnTo>
                  <a:lnTo>
                    <a:pt x="3473" y="898"/>
                  </a:lnTo>
                  <a:lnTo>
                    <a:pt x="3634" y="854"/>
                  </a:lnTo>
                  <a:lnTo>
                    <a:pt x="3811" y="824"/>
                  </a:lnTo>
                  <a:lnTo>
                    <a:pt x="4002" y="795"/>
                  </a:lnTo>
                  <a:lnTo>
                    <a:pt x="4179" y="780"/>
                  </a:lnTo>
                  <a:lnTo>
                    <a:pt x="4370" y="780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1245;p38">
              <a:extLst>
                <a:ext uri="{FF2B5EF4-FFF2-40B4-BE49-F238E27FC236}">
                  <a16:creationId xmlns:a16="http://schemas.microsoft.com/office/drawing/2014/main" id="{74276B09-233D-7354-B1C2-D8B711C0A28B}"/>
                </a:ext>
              </a:extLst>
            </p:cNvPr>
            <p:cNvSpPr/>
            <p:nvPr/>
          </p:nvSpPr>
          <p:spPr>
            <a:xfrm>
              <a:off x="4623200" y="878850"/>
              <a:ext cx="85725" cy="133525"/>
            </a:xfrm>
            <a:custGeom>
              <a:avLst/>
              <a:gdLst/>
              <a:ahLst/>
              <a:cxnLst/>
              <a:rect l="l" t="t" r="r" b="b"/>
              <a:pathLst>
                <a:path w="3429" h="5341" extrusionOk="0">
                  <a:moveTo>
                    <a:pt x="192" y="0"/>
                  </a:moveTo>
                  <a:lnTo>
                    <a:pt x="1" y="750"/>
                  </a:lnTo>
                  <a:lnTo>
                    <a:pt x="339" y="853"/>
                  </a:lnTo>
                  <a:lnTo>
                    <a:pt x="663" y="1001"/>
                  </a:lnTo>
                  <a:lnTo>
                    <a:pt x="972" y="1162"/>
                  </a:lnTo>
                  <a:lnTo>
                    <a:pt x="1251" y="1368"/>
                  </a:lnTo>
                  <a:lnTo>
                    <a:pt x="1516" y="1589"/>
                  </a:lnTo>
                  <a:lnTo>
                    <a:pt x="1766" y="1839"/>
                  </a:lnTo>
                  <a:lnTo>
                    <a:pt x="1987" y="2119"/>
                  </a:lnTo>
                  <a:lnTo>
                    <a:pt x="2178" y="2413"/>
                  </a:lnTo>
                  <a:lnTo>
                    <a:pt x="2340" y="2737"/>
                  </a:lnTo>
                  <a:lnTo>
                    <a:pt x="2472" y="3060"/>
                  </a:lnTo>
                  <a:lnTo>
                    <a:pt x="2575" y="3399"/>
                  </a:lnTo>
                  <a:lnTo>
                    <a:pt x="2634" y="3752"/>
                  </a:lnTo>
                  <a:lnTo>
                    <a:pt x="2664" y="4090"/>
                  </a:lnTo>
                  <a:lnTo>
                    <a:pt x="2649" y="4443"/>
                  </a:lnTo>
                  <a:lnTo>
                    <a:pt x="2620" y="4796"/>
                  </a:lnTo>
                  <a:lnTo>
                    <a:pt x="2546" y="5150"/>
                  </a:lnTo>
                  <a:lnTo>
                    <a:pt x="3282" y="5341"/>
                  </a:lnTo>
                  <a:lnTo>
                    <a:pt x="3341" y="5135"/>
                  </a:lnTo>
                  <a:lnTo>
                    <a:pt x="3385" y="4929"/>
                  </a:lnTo>
                  <a:lnTo>
                    <a:pt x="3414" y="4708"/>
                  </a:lnTo>
                  <a:lnTo>
                    <a:pt x="3429" y="4502"/>
                  </a:lnTo>
                  <a:lnTo>
                    <a:pt x="3429" y="4281"/>
                  </a:lnTo>
                  <a:lnTo>
                    <a:pt x="3429" y="4076"/>
                  </a:lnTo>
                  <a:lnTo>
                    <a:pt x="3414" y="3855"/>
                  </a:lnTo>
                  <a:lnTo>
                    <a:pt x="3399" y="3649"/>
                  </a:lnTo>
                  <a:lnTo>
                    <a:pt x="3370" y="3443"/>
                  </a:lnTo>
                  <a:lnTo>
                    <a:pt x="3326" y="3222"/>
                  </a:lnTo>
                  <a:lnTo>
                    <a:pt x="3267" y="3016"/>
                  </a:lnTo>
                  <a:lnTo>
                    <a:pt x="3208" y="2825"/>
                  </a:lnTo>
                  <a:lnTo>
                    <a:pt x="3135" y="2619"/>
                  </a:lnTo>
                  <a:lnTo>
                    <a:pt x="3046" y="2428"/>
                  </a:lnTo>
                  <a:lnTo>
                    <a:pt x="2958" y="2222"/>
                  </a:lnTo>
                  <a:lnTo>
                    <a:pt x="2855" y="2030"/>
                  </a:lnTo>
                  <a:lnTo>
                    <a:pt x="2737" y="1854"/>
                  </a:lnTo>
                  <a:lnTo>
                    <a:pt x="2620" y="1663"/>
                  </a:lnTo>
                  <a:lnTo>
                    <a:pt x="2487" y="1501"/>
                  </a:lnTo>
                  <a:lnTo>
                    <a:pt x="2340" y="1339"/>
                  </a:lnTo>
                  <a:lnTo>
                    <a:pt x="2208" y="1177"/>
                  </a:lnTo>
                  <a:lnTo>
                    <a:pt x="2046" y="1030"/>
                  </a:lnTo>
                  <a:lnTo>
                    <a:pt x="1884" y="883"/>
                  </a:lnTo>
                  <a:lnTo>
                    <a:pt x="1722" y="750"/>
                  </a:lnTo>
                  <a:lnTo>
                    <a:pt x="1560" y="633"/>
                  </a:lnTo>
                  <a:lnTo>
                    <a:pt x="1369" y="515"/>
                  </a:lnTo>
                  <a:lnTo>
                    <a:pt x="1192" y="397"/>
                  </a:lnTo>
                  <a:lnTo>
                    <a:pt x="1001" y="309"/>
                  </a:lnTo>
                  <a:lnTo>
                    <a:pt x="810" y="206"/>
                  </a:lnTo>
                  <a:lnTo>
                    <a:pt x="604" y="133"/>
                  </a:lnTo>
                  <a:lnTo>
                    <a:pt x="398" y="59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1246;p38">
              <a:extLst>
                <a:ext uri="{FF2B5EF4-FFF2-40B4-BE49-F238E27FC236}">
                  <a16:creationId xmlns:a16="http://schemas.microsoft.com/office/drawing/2014/main" id="{86D6AF42-E663-3EA4-E48E-33F4526C2CEE}"/>
                </a:ext>
              </a:extLst>
            </p:cNvPr>
            <p:cNvSpPr/>
            <p:nvPr/>
          </p:nvSpPr>
          <p:spPr>
            <a:xfrm>
              <a:off x="4889125" y="1685825"/>
              <a:ext cx="50050" cy="174000"/>
            </a:xfrm>
            <a:custGeom>
              <a:avLst/>
              <a:gdLst/>
              <a:ahLst/>
              <a:cxnLst/>
              <a:rect l="l" t="t" r="r" b="b"/>
              <a:pathLst>
                <a:path w="2002" h="6960" extrusionOk="0">
                  <a:moveTo>
                    <a:pt x="545" y="0"/>
                  </a:moveTo>
                  <a:lnTo>
                    <a:pt x="1" y="545"/>
                  </a:lnTo>
                  <a:lnTo>
                    <a:pt x="148" y="692"/>
                  </a:lnTo>
                  <a:lnTo>
                    <a:pt x="280" y="854"/>
                  </a:lnTo>
                  <a:lnTo>
                    <a:pt x="413" y="1016"/>
                  </a:lnTo>
                  <a:lnTo>
                    <a:pt x="531" y="1177"/>
                  </a:lnTo>
                  <a:lnTo>
                    <a:pt x="634" y="1354"/>
                  </a:lnTo>
                  <a:lnTo>
                    <a:pt x="737" y="1530"/>
                  </a:lnTo>
                  <a:lnTo>
                    <a:pt x="825" y="1707"/>
                  </a:lnTo>
                  <a:lnTo>
                    <a:pt x="913" y="1884"/>
                  </a:lnTo>
                  <a:lnTo>
                    <a:pt x="987" y="2075"/>
                  </a:lnTo>
                  <a:lnTo>
                    <a:pt x="1045" y="2266"/>
                  </a:lnTo>
                  <a:lnTo>
                    <a:pt x="1104" y="2457"/>
                  </a:lnTo>
                  <a:lnTo>
                    <a:pt x="1148" y="2663"/>
                  </a:lnTo>
                  <a:lnTo>
                    <a:pt x="1178" y="2869"/>
                  </a:lnTo>
                  <a:lnTo>
                    <a:pt x="1207" y="3061"/>
                  </a:lnTo>
                  <a:lnTo>
                    <a:pt x="1222" y="3267"/>
                  </a:lnTo>
                  <a:lnTo>
                    <a:pt x="1222" y="3473"/>
                  </a:lnTo>
                  <a:lnTo>
                    <a:pt x="1222" y="3678"/>
                  </a:lnTo>
                  <a:lnTo>
                    <a:pt x="1207" y="3884"/>
                  </a:lnTo>
                  <a:lnTo>
                    <a:pt x="1178" y="4090"/>
                  </a:lnTo>
                  <a:lnTo>
                    <a:pt x="1148" y="4296"/>
                  </a:lnTo>
                  <a:lnTo>
                    <a:pt x="1104" y="4488"/>
                  </a:lnTo>
                  <a:lnTo>
                    <a:pt x="1045" y="4679"/>
                  </a:lnTo>
                  <a:lnTo>
                    <a:pt x="987" y="4885"/>
                  </a:lnTo>
                  <a:lnTo>
                    <a:pt x="913" y="5061"/>
                  </a:lnTo>
                  <a:lnTo>
                    <a:pt x="825" y="5253"/>
                  </a:lnTo>
                  <a:lnTo>
                    <a:pt x="737" y="5429"/>
                  </a:lnTo>
                  <a:lnTo>
                    <a:pt x="648" y="5606"/>
                  </a:lnTo>
                  <a:lnTo>
                    <a:pt x="531" y="5782"/>
                  </a:lnTo>
                  <a:lnTo>
                    <a:pt x="413" y="5944"/>
                  </a:lnTo>
                  <a:lnTo>
                    <a:pt x="295" y="6106"/>
                  </a:lnTo>
                  <a:lnTo>
                    <a:pt x="148" y="6268"/>
                  </a:lnTo>
                  <a:lnTo>
                    <a:pt x="16" y="6415"/>
                  </a:lnTo>
                  <a:lnTo>
                    <a:pt x="560" y="6959"/>
                  </a:lnTo>
                  <a:lnTo>
                    <a:pt x="737" y="6783"/>
                  </a:lnTo>
                  <a:lnTo>
                    <a:pt x="884" y="6592"/>
                  </a:lnTo>
                  <a:lnTo>
                    <a:pt x="1031" y="6400"/>
                  </a:lnTo>
                  <a:lnTo>
                    <a:pt x="1178" y="6209"/>
                  </a:lnTo>
                  <a:lnTo>
                    <a:pt x="1310" y="6003"/>
                  </a:lnTo>
                  <a:lnTo>
                    <a:pt x="1428" y="5797"/>
                  </a:lnTo>
                  <a:lnTo>
                    <a:pt x="1531" y="5576"/>
                  </a:lnTo>
                  <a:lnTo>
                    <a:pt x="1634" y="5356"/>
                  </a:lnTo>
                  <a:lnTo>
                    <a:pt x="1708" y="5135"/>
                  </a:lnTo>
                  <a:lnTo>
                    <a:pt x="1796" y="4914"/>
                  </a:lnTo>
                  <a:lnTo>
                    <a:pt x="1855" y="4679"/>
                  </a:lnTo>
                  <a:lnTo>
                    <a:pt x="1899" y="4444"/>
                  </a:lnTo>
                  <a:lnTo>
                    <a:pt x="1943" y="4208"/>
                  </a:lnTo>
                  <a:lnTo>
                    <a:pt x="1972" y="3958"/>
                  </a:lnTo>
                  <a:lnTo>
                    <a:pt x="1987" y="3723"/>
                  </a:lnTo>
                  <a:lnTo>
                    <a:pt x="2002" y="3473"/>
                  </a:lnTo>
                  <a:lnTo>
                    <a:pt x="1987" y="3237"/>
                  </a:lnTo>
                  <a:lnTo>
                    <a:pt x="1972" y="2987"/>
                  </a:lnTo>
                  <a:lnTo>
                    <a:pt x="1943" y="2752"/>
                  </a:lnTo>
                  <a:lnTo>
                    <a:pt x="1899" y="2501"/>
                  </a:lnTo>
                  <a:lnTo>
                    <a:pt x="1855" y="2281"/>
                  </a:lnTo>
                  <a:lnTo>
                    <a:pt x="1781" y="2045"/>
                  </a:lnTo>
                  <a:lnTo>
                    <a:pt x="1708" y="1810"/>
                  </a:lnTo>
                  <a:lnTo>
                    <a:pt x="1619" y="1589"/>
                  </a:lnTo>
                  <a:lnTo>
                    <a:pt x="1531" y="1369"/>
                  </a:lnTo>
                  <a:lnTo>
                    <a:pt x="1413" y="1163"/>
                  </a:lnTo>
                  <a:lnTo>
                    <a:pt x="1296" y="957"/>
                  </a:lnTo>
                  <a:lnTo>
                    <a:pt x="1163" y="751"/>
                  </a:lnTo>
                  <a:lnTo>
                    <a:pt x="1031" y="545"/>
                  </a:lnTo>
                  <a:lnTo>
                    <a:pt x="884" y="353"/>
                  </a:lnTo>
                  <a:lnTo>
                    <a:pt x="722" y="177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1247;p38">
              <a:extLst>
                <a:ext uri="{FF2B5EF4-FFF2-40B4-BE49-F238E27FC236}">
                  <a16:creationId xmlns:a16="http://schemas.microsoft.com/office/drawing/2014/main" id="{9BB8624F-EB81-4C22-58FF-0A84EAB5E30D}"/>
                </a:ext>
              </a:extLst>
            </p:cNvPr>
            <p:cNvSpPr/>
            <p:nvPr/>
          </p:nvSpPr>
          <p:spPr>
            <a:xfrm>
              <a:off x="4910825" y="815950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10" y="0"/>
                  </a:moveTo>
                  <a:lnTo>
                    <a:pt x="722" y="15"/>
                  </a:lnTo>
                  <a:lnTo>
                    <a:pt x="634" y="44"/>
                  </a:lnTo>
                  <a:lnTo>
                    <a:pt x="560" y="74"/>
                  </a:lnTo>
                  <a:lnTo>
                    <a:pt x="398" y="147"/>
                  </a:lnTo>
                  <a:lnTo>
                    <a:pt x="266" y="265"/>
                  </a:lnTo>
                  <a:lnTo>
                    <a:pt x="163" y="398"/>
                  </a:lnTo>
                  <a:lnTo>
                    <a:pt x="74" y="545"/>
                  </a:lnTo>
                  <a:lnTo>
                    <a:pt x="45" y="633"/>
                  </a:lnTo>
                  <a:lnTo>
                    <a:pt x="16" y="721"/>
                  </a:lnTo>
                  <a:lnTo>
                    <a:pt x="1" y="810"/>
                  </a:lnTo>
                  <a:lnTo>
                    <a:pt x="1" y="898"/>
                  </a:lnTo>
                  <a:lnTo>
                    <a:pt x="1" y="1001"/>
                  </a:lnTo>
                  <a:lnTo>
                    <a:pt x="16" y="1089"/>
                  </a:lnTo>
                  <a:lnTo>
                    <a:pt x="45" y="1177"/>
                  </a:lnTo>
                  <a:lnTo>
                    <a:pt x="74" y="1251"/>
                  </a:lnTo>
                  <a:lnTo>
                    <a:pt x="163" y="1413"/>
                  </a:lnTo>
                  <a:lnTo>
                    <a:pt x="266" y="1545"/>
                  </a:lnTo>
                  <a:lnTo>
                    <a:pt x="398" y="1648"/>
                  </a:lnTo>
                  <a:lnTo>
                    <a:pt x="560" y="1736"/>
                  </a:lnTo>
                  <a:lnTo>
                    <a:pt x="634" y="1766"/>
                  </a:lnTo>
                  <a:lnTo>
                    <a:pt x="722" y="1781"/>
                  </a:lnTo>
                  <a:lnTo>
                    <a:pt x="810" y="1795"/>
                  </a:lnTo>
                  <a:lnTo>
                    <a:pt x="913" y="1810"/>
                  </a:lnTo>
                  <a:lnTo>
                    <a:pt x="1001" y="1795"/>
                  </a:lnTo>
                  <a:lnTo>
                    <a:pt x="1090" y="1781"/>
                  </a:lnTo>
                  <a:lnTo>
                    <a:pt x="1178" y="1766"/>
                  </a:lnTo>
                  <a:lnTo>
                    <a:pt x="1266" y="1736"/>
                  </a:lnTo>
                  <a:lnTo>
                    <a:pt x="1413" y="1648"/>
                  </a:lnTo>
                  <a:lnTo>
                    <a:pt x="1546" y="1545"/>
                  </a:lnTo>
                  <a:lnTo>
                    <a:pt x="1663" y="1413"/>
                  </a:lnTo>
                  <a:lnTo>
                    <a:pt x="1737" y="1251"/>
                  </a:lnTo>
                  <a:lnTo>
                    <a:pt x="1766" y="1177"/>
                  </a:lnTo>
                  <a:lnTo>
                    <a:pt x="1796" y="1089"/>
                  </a:lnTo>
                  <a:lnTo>
                    <a:pt x="1811" y="1001"/>
                  </a:lnTo>
                  <a:lnTo>
                    <a:pt x="1811" y="898"/>
                  </a:lnTo>
                  <a:lnTo>
                    <a:pt x="1811" y="810"/>
                  </a:lnTo>
                  <a:lnTo>
                    <a:pt x="1796" y="721"/>
                  </a:lnTo>
                  <a:lnTo>
                    <a:pt x="1766" y="633"/>
                  </a:lnTo>
                  <a:lnTo>
                    <a:pt x="1737" y="545"/>
                  </a:lnTo>
                  <a:lnTo>
                    <a:pt x="1663" y="398"/>
                  </a:lnTo>
                  <a:lnTo>
                    <a:pt x="1546" y="265"/>
                  </a:lnTo>
                  <a:lnTo>
                    <a:pt x="1413" y="147"/>
                  </a:lnTo>
                  <a:lnTo>
                    <a:pt x="1266" y="74"/>
                  </a:lnTo>
                  <a:lnTo>
                    <a:pt x="1178" y="44"/>
                  </a:lnTo>
                  <a:lnTo>
                    <a:pt x="1090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1248;p38">
              <a:extLst>
                <a:ext uri="{FF2B5EF4-FFF2-40B4-BE49-F238E27FC236}">
                  <a16:creationId xmlns:a16="http://schemas.microsoft.com/office/drawing/2014/main" id="{BA61419D-13A3-8874-E9DC-24FCECEADD02}"/>
                </a:ext>
              </a:extLst>
            </p:cNvPr>
            <p:cNvSpPr/>
            <p:nvPr/>
          </p:nvSpPr>
          <p:spPr>
            <a:xfrm>
              <a:off x="4670275" y="990300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10" y="0"/>
                  </a:moveTo>
                  <a:lnTo>
                    <a:pt x="722" y="15"/>
                  </a:lnTo>
                  <a:lnTo>
                    <a:pt x="634" y="44"/>
                  </a:lnTo>
                  <a:lnTo>
                    <a:pt x="560" y="74"/>
                  </a:lnTo>
                  <a:lnTo>
                    <a:pt x="398" y="147"/>
                  </a:lnTo>
                  <a:lnTo>
                    <a:pt x="266" y="265"/>
                  </a:lnTo>
                  <a:lnTo>
                    <a:pt x="163" y="397"/>
                  </a:lnTo>
                  <a:lnTo>
                    <a:pt x="75" y="544"/>
                  </a:lnTo>
                  <a:lnTo>
                    <a:pt x="45" y="633"/>
                  </a:lnTo>
                  <a:lnTo>
                    <a:pt x="16" y="721"/>
                  </a:lnTo>
                  <a:lnTo>
                    <a:pt x="16" y="809"/>
                  </a:lnTo>
                  <a:lnTo>
                    <a:pt x="1" y="898"/>
                  </a:lnTo>
                  <a:lnTo>
                    <a:pt x="16" y="1000"/>
                  </a:lnTo>
                  <a:lnTo>
                    <a:pt x="16" y="1089"/>
                  </a:lnTo>
                  <a:lnTo>
                    <a:pt x="45" y="1177"/>
                  </a:lnTo>
                  <a:lnTo>
                    <a:pt x="75" y="1251"/>
                  </a:lnTo>
                  <a:lnTo>
                    <a:pt x="163" y="1412"/>
                  </a:lnTo>
                  <a:lnTo>
                    <a:pt x="266" y="1545"/>
                  </a:lnTo>
                  <a:lnTo>
                    <a:pt x="398" y="1648"/>
                  </a:lnTo>
                  <a:lnTo>
                    <a:pt x="560" y="1736"/>
                  </a:lnTo>
                  <a:lnTo>
                    <a:pt x="634" y="1766"/>
                  </a:lnTo>
                  <a:lnTo>
                    <a:pt x="722" y="1780"/>
                  </a:lnTo>
                  <a:lnTo>
                    <a:pt x="810" y="1795"/>
                  </a:lnTo>
                  <a:lnTo>
                    <a:pt x="913" y="1810"/>
                  </a:lnTo>
                  <a:lnTo>
                    <a:pt x="1001" y="1795"/>
                  </a:lnTo>
                  <a:lnTo>
                    <a:pt x="1090" y="1780"/>
                  </a:lnTo>
                  <a:lnTo>
                    <a:pt x="1178" y="1766"/>
                  </a:lnTo>
                  <a:lnTo>
                    <a:pt x="1266" y="1736"/>
                  </a:lnTo>
                  <a:lnTo>
                    <a:pt x="1413" y="1648"/>
                  </a:lnTo>
                  <a:lnTo>
                    <a:pt x="1546" y="1545"/>
                  </a:lnTo>
                  <a:lnTo>
                    <a:pt x="1663" y="1412"/>
                  </a:lnTo>
                  <a:lnTo>
                    <a:pt x="1737" y="1251"/>
                  </a:lnTo>
                  <a:lnTo>
                    <a:pt x="1766" y="1177"/>
                  </a:lnTo>
                  <a:lnTo>
                    <a:pt x="1796" y="1089"/>
                  </a:lnTo>
                  <a:lnTo>
                    <a:pt x="1811" y="1000"/>
                  </a:lnTo>
                  <a:lnTo>
                    <a:pt x="1811" y="898"/>
                  </a:lnTo>
                  <a:lnTo>
                    <a:pt x="1811" y="809"/>
                  </a:lnTo>
                  <a:lnTo>
                    <a:pt x="1796" y="721"/>
                  </a:lnTo>
                  <a:lnTo>
                    <a:pt x="1766" y="633"/>
                  </a:lnTo>
                  <a:lnTo>
                    <a:pt x="1737" y="544"/>
                  </a:lnTo>
                  <a:lnTo>
                    <a:pt x="1663" y="397"/>
                  </a:lnTo>
                  <a:lnTo>
                    <a:pt x="1546" y="265"/>
                  </a:lnTo>
                  <a:lnTo>
                    <a:pt x="1413" y="147"/>
                  </a:lnTo>
                  <a:lnTo>
                    <a:pt x="1266" y="74"/>
                  </a:lnTo>
                  <a:lnTo>
                    <a:pt x="1178" y="44"/>
                  </a:lnTo>
                  <a:lnTo>
                    <a:pt x="1090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1249;p38">
              <a:extLst>
                <a:ext uri="{FF2B5EF4-FFF2-40B4-BE49-F238E27FC236}">
                  <a16:creationId xmlns:a16="http://schemas.microsoft.com/office/drawing/2014/main" id="{97B7C585-AD43-FDBA-74C2-358F5364AF18}"/>
                </a:ext>
              </a:extLst>
            </p:cNvPr>
            <p:cNvSpPr/>
            <p:nvPr/>
          </p:nvSpPr>
          <p:spPr>
            <a:xfrm>
              <a:off x="4822925" y="1174200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25" y="0"/>
                  </a:moveTo>
                  <a:lnTo>
                    <a:pt x="736" y="15"/>
                  </a:lnTo>
                  <a:lnTo>
                    <a:pt x="648" y="44"/>
                  </a:lnTo>
                  <a:lnTo>
                    <a:pt x="560" y="74"/>
                  </a:lnTo>
                  <a:lnTo>
                    <a:pt x="413" y="147"/>
                  </a:lnTo>
                  <a:lnTo>
                    <a:pt x="265" y="265"/>
                  </a:lnTo>
                  <a:lnTo>
                    <a:pt x="162" y="398"/>
                  </a:lnTo>
                  <a:lnTo>
                    <a:pt x="74" y="545"/>
                  </a:lnTo>
                  <a:lnTo>
                    <a:pt x="45" y="633"/>
                  </a:lnTo>
                  <a:lnTo>
                    <a:pt x="30" y="721"/>
                  </a:lnTo>
                  <a:lnTo>
                    <a:pt x="15" y="809"/>
                  </a:lnTo>
                  <a:lnTo>
                    <a:pt x="1" y="898"/>
                  </a:lnTo>
                  <a:lnTo>
                    <a:pt x="15" y="1001"/>
                  </a:lnTo>
                  <a:lnTo>
                    <a:pt x="30" y="1089"/>
                  </a:lnTo>
                  <a:lnTo>
                    <a:pt x="45" y="1177"/>
                  </a:lnTo>
                  <a:lnTo>
                    <a:pt x="74" y="1251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413" y="1648"/>
                  </a:lnTo>
                  <a:lnTo>
                    <a:pt x="560" y="1736"/>
                  </a:lnTo>
                  <a:lnTo>
                    <a:pt x="648" y="1766"/>
                  </a:lnTo>
                  <a:lnTo>
                    <a:pt x="736" y="1795"/>
                  </a:lnTo>
                  <a:lnTo>
                    <a:pt x="825" y="1795"/>
                  </a:lnTo>
                  <a:lnTo>
                    <a:pt x="913" y="1810"/>
                  </a:lnTo>
                  <a:lnTo>
                    <a:pt x="1001" y="1795"/>
                  </a:lnTo>
                  <a:lnTo>
                    <a:pt x="1089" y="1795"/>
                  </a:lnTo>
                  <a:lnTo>
                    <a:pt x="1178" y="1766"/>
                  </a:lnTo>
                  <a:lnTo>
                    <a:pt x="1266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51" y="1251"/>
                  </a:lnTo>
                  <a:lnTo>
                    <a:pt x="1781" y="1177"/>
                  </a:lnTo>
                  <a:lnTo>
                    <a:pt x="1796" y="1089"/>
                  </a:lnTo>
                  <a:lnTo>
                    <a:pt x="1810" y="1001"/>
                  </a:lnTo>
                  <a:lnTo>
                    <a:pt x="1810" y="898"/>
                  </a:lnTo>
                  <a:lnTo>
                    <a:pt x="1810" y="809"/>
                  </a:lnTo>
                  <a:lnTo>
                    <a:pt x="1796" y="721"/>
                  </a:lnTo>
                  <a:lnTo>
                    <a:pt x="1781" y="633"/>
                  </a:lnTo>
                  <a:lnTo>
                    <a:pt x="1751" y="545"/>
                  </a:lnTo>
                  <a:lnTo>
                    <a:pt x="1663" y="398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66" y="74"/>
                  </a:lnTo>
                  <a:lnTo>
                    <a:pt x="1178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1250;p38">
              <a:extLst>
                <a:ext uri="{FF2B5EF4-FFF2-40B4-BE49-F238E27FC236}">
                  <a16:creationId xmlns:a16="http://schemas.microsoft.com/office/drawing/2014/main" id="{91E86BB8-3DDA-1FF0-E624-45C867F29B21}"/>
                </a:ext>
              </a:extLst>
            </p:cNvPr>
            <p:cNvSpPr/>
            <p:nvPr/>
          </p:nvSpPr>
          <p:spPr>
            <a:xfrm>
              <a:off x="4928850" y="1267625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913" y="0"/>
                  </a:moveTo>
                  <a:lnTo>
                    <a:pt x="825" y="15"/>
                  </a:lnTo>
                  <a:lnTo>
                    <a:pt x="722" y="30"/>
                  </a:lnTo>
                  <a:lnTo>
                    <a:pt x="648" y="44"/>
                  </a:lnTo>
                  <a:lnTo>
                    <a:pt x="560" y="74"/>
                  </a:lnTo>
                  <a:lnTo>
                    <a:pt x="413" y="162"/>
                  </a:lnTo>
                  <a:lnTo>
                    <a:pt x="266" y="265"/>
                  </a:lnTo>
                  <a:lnTo>
                    <a:pt x="163" y="412"/>
                  </a:lnTo>
                  <a:lnTo>
                    <a:pt x="74" y="559"/>
                  </a:lnTo>
                  <a:lnTo>
                    <a:pt x="45" y="648"/>
                  </a:lnTo>
                  <a:lnTo>
                    <a:pt x="30" y="736"/>
                  </a:lnTo>
                  <a:lnTo>
                    <a:pt x="16" y="824"/>
                  </a:lnTo>
                  <a:lnTo>
                    <a:pt x="1" y="912"/>
                  </a:lnTo>
                  <a:lnTo>
                    <a:pt x="16" y="1001"/>
                  </a:lnTo>
                  <a:lnTo>
                    <a:pt x="30" y="1089"/>
                  </a:lnTo>
                  <a:lnTo>
                    <a:pt x="45" y="1177"/>
                  </a:lnTo>
                  <a:lnTo>
                    <a:pt x="74" y="1266"/>
                  </a:lnTo>
                  <a:lnTo>
                    <a:pt x="163" y="1413"/>
                  </a:lnTo>
                  <a:lnTo>
                    <a:pt x="266" y="1545"/>
                  </a:lnTo>
                  <a:lnTo>
                    <a:pt x="413" y="1663"/>
                  </a:lnTo>
                  <a:lnTo>
                    <a:pt x="560" y="1736"/>
                  </a:lnTo>
                  <a:lnTo>
                    <a:pt x="648" y="1780"/>
                  </a:lnTo>
                  <a:lnTo>
                    <a:pt x="722" y="1795"/>
                  </a:lnTo>
                  <a:lnTo>
                    <a:pt x="825" y="1810"/>
                  </a:lnTo>
                  <a:lnTo>
                    <a:pt x="1001" y="1810"/>
                  </a:lnTo>
                  <a:lnTo>
                    <a:pt x="1090" y="1795"/>
                  </a:lnTo>
                  <a:lnTo>
                    <a:pt x="1178" y="1780"/>
                  </a:lnTo>
                  <a:lnTo>
                    <a:pt x="1266" y="1736"/>
                  </a:lnTo>
                  <a:lnTo>
                    <a:pt x="1413" y="1663"/>
                  </a:lnTo>
                  <a:lnTo>
                    <a:pt x="1546" y="1545"/>
                  </a:lnTo>
                  <a:lnTo>
                    <a:pt x="1663" y="1413"/>
                  </a:lnTo>
                  <a:lnTo>
                    <a:pt x="1752" y="1266"/>
                  </a:lnTo>
                  <a:lnTo>
                    <a:pt x="1781" y="1177"/>
                  </a:lnTo>
                  <a:lnTo>
                    <a:pt x="1796" y="1089"/>
                  </a:lnTo>
                  <a:lnTo>
                    <a:pt x="1810" y="1001"/>
                  </a:lnTo>
                  <a:lnTo>
                    <a:pt x="1810" y="912"/>
                  </a:lnTo>
                  <a:lnTo>
                    <a:pt x="1810" y="824"/>
                  </a:lnTo>
                  <a:lnTo>
                    <a:pt x="1796" y="736"/>
                  </a:lnTo>
                  <a:lnTo>
                    <a:pt x="1781" y="648"/>
                  </a:lnTo>
                  <a:lnTo>
                    <a:pt x="1752" y="559"/>
                  </a:lnTo>
                  <a:lnTo>
                    <a:pt x="1663" y="412"/>
                  </a:lnTo>
                  <a:lnTo>
                    <a:pt x="1546" y="265"/>
                  </a:lnTo>
                  <a:lnTo>
                    <a:pt x="1413" y="162"/>
                  </a:lnTo>
                  <a:lnTo>
                    <a:pt x="1266" y="74"/>
                  </a:lnTo>
                  <a:lnTo>
                    <a:pt x="1178" y="44"/>
                  </a:lnTo>
                  <a:lnTo>
                    <a:pt x="1090" y="30"/>
                  </a:lnTo>
                  <a:lnTo>
                    <a:pt x="1001" y="15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1251;p38">
              <a:extLst>
                <a:ext uri="{FF2B5EF4-FFF2-40B4-BE49-F238E27FC236}">
                  <a16:creationId xmlns:a16="http://schemas.microsoft.com/office/drawing/2014/main" id="{57C48892-B766-EA9B-314D-535332265250}"/>
                </a:ext>
              </a:extLst>
            </p:cNvPr>
            <p:cNvSpPr/>
            <p:nvPr/>
          </p:nvSpPr>
          <p:spPr>
            <a:xfrm>
              <a:off x="4750850" y="1055025"/>
              <a:ext cx="45250" cy="45275"/>
            </a:xfrm>
            <a:custGeom>
              <a:avLst/>
              <a:gdLst/>
              <a:ahLst/>
              <a:cxnLst/>
              <a:rect l="l" t="t" r="r" b="b"/>
              <a:pathLst>
                <a:path w="1810" h="1811" extrusionOk="0">
                  <a:moveTo>
                    <a:pt x="912" y="0"/>
                  </a:moveTo>
                  <a:lnTo>
                    <a:pt x="809" y="15"/>
                  </a:lnTo>
                  <a:lnTo>
                    <a:pt x="721" y="30"/>
                  </a:lnTo>
                  <a:lnTo>
                    <a:pt x="633" y="45"/>
                  </a:lnTo>
                  <a:lnTo>
                    <a:pt x="559" y="74"/>
                  </a:lnTo>
                  <a:lnTo>
                    <a:pt x="397" y="162"/>
                  </a:lnTo>
                  <a:lnTo>
                    <a:pt x="265" y="265"/>
                  </a:lnTo>
                  <a:lnTo>
                    <a:pt x="162" y="412"/>
                  </a:lnTo>
                  <a:lnTo>
                    <a:pt x="74" y="560"/>
                  </a:lnTo>
                  <a:lnTo>
                    <a:pt x="44" y="648"/>
                  </a:lnTo>
                  <a:lnTo>
                    <a:pt x="15" y="736"/>
                  </a:lnTo>
                  <a:lnTo>
                    <a:pt x="15" y="824"/>
                  </a:lnTo>
                  <a:lnTo>
                    <a:pt x="0" y="913"/>
                  </a:lnTo>
                  <a:lnTo>
                    <a:pt x="15" y="1001"/>
                  </a:lnTo>
                  <a:lnTo>
                    <a:pt x="15" y="1089"/>
                  </a:lnTo>
                  <a:lnTo>
                    <a:pt x="44" y="1177"/>
                  </a:lnTo>
                  <a:lnTo>
                    <a:pt x="74" y="1266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397" y="1663"/>
                  </a:lnTo>
                  <a:lnTo>
                    <a:pt x="559" y="1751"/>
                  </a:lnTo>
                  <a:lnTo>
                    <a:pt x="633" y="1781"/>
                  </a:lnTo>
                  <a:lnTo>
                    <a:pt x="721" y="1795"/>
                  </a:lnTo>
                  <a:lnTo>
                    <a:pt x="809" y="1810"/>
                  </a:lnTo>
                  <a:lnTo>
                    <a:pt x="1000" y="1810"/>
                  </a:lnTo>
                  <a:lnTo>
                    <a:pt x="1089" y="1795"/>
                  </a:lnTo>
                  <a:lnTo>
                    <a:pt x="1177" y="1781"/>
                  </a:lnTo>
                  <a:lnTo>
                    <a:pt x="1265" y="1751"/>
                  </a:lnTo>
                  <a:lnTo>
                    <a:pt x="1412" y="1663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6" y="1266"/>
                  </a:lnTo>
                  <a:lnTo>
                    <a:pt x="1780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913"/>
                  </a:lnTo>
                  <a:lnTo>
                    <a:pt x="1810" y="824"/>
                  </a:lnTo>
                  <a:lnTo>
                    <a:pt x="1795" y="736"/>
                  </a:lnTo>
                  <a:lnTo>
                    <a:pt x="1780" y="648"/>
                  </a:lnTo>
                  <a:lnTo>
                    <a:pt x="1736" y="560"/>
                  </a:lnTo>
                  <a:lnTo>
                    <a:pt x="1663" y="412"/>
                  </a:lnTo>
                  <a:lnTo>
                    <a:pt x="1545" y="265"/>
                  </a:lnTo>
                  <a:lnTo>
                    <a:pt x="1412" y="162"/>
                  </a:lnTo>
                  <a:lnTo>
                    <a:pt x="1265" y="74"/>
                  </a:lnTo>
                  <a:lnTo>
                    <a:pt x="1177" y="45"/>
                  </a:lnTo>
                  <a:lnTo>
                    <a:pt x="1089" y="30"/>
                  </a:lnTo>
                  <a:lnTo>
                    <a:pt x="1000" y="15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1252;p38">
              <a:extLst>
                <a:ext uri="{FF2B5EF4-FFF2-40B4-BE49-F238E27FC236}">
                  <a16:creationId xmlns:a16="http://schemas.microsoft.com/office/drawing/2014/main" id="{E294045C-45B6-90ED-B23F-598390EEBC80}"/>
                </a:ext>
              </a:extLst>
            </p:cNvPr>
            <p:cNvSpPr/>
            <p:nvPr/>
          </p:nvSpPr>
          <p:spPr>
            <a:xfrm>
              <a:off x="4715525" y="1352225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10" y="0"/>
                  </a:moveTo>
                  <a:lnTo>
                    <a:pt x="722" y="15"/>
                  </a:lnTo>
                  <a:lnTo>
                    <a:pt x="633" y="44"/>
                  </a:lnTo>
                  <a:lnTo>
                    <a:pt x="560" y="74"/>
                  </a:lnTo>
                  <a:lnTo>
                    <a:pt x="398" y="147"/>
                  </a:lnTo>
                  <a:lnTo>
                    <a:pt x="265" y="265"/>
                  </a:lnTo>
                  <a:lnTo>
                    <a:pt x="162" y="397"/>
                  </a:lnTo>
                  <a:lnTo>
                    <a:pt x="74" y="544"/>
                  </a:lnTo>
                  <a:lnTo>
                    <a:pt x="45" y="633"/>
                  </a:lnTo>
                  <a:lnTo>
                    <a:pt x="30" y="721"/>
                  </a:lnTo>
                  <a:lnTo>
                    <a:pt x="15" y="809"/>
                  </a:lnTo>
                  <a:lnTo>
                    <a:pt x="1" y="898"/>
                  </a:lnTo>
                  <a:lnTo>
                    <a:pt x="15" y="1001"/>
                  </a:lnTo>
                  <a:lnTo>
                    <a:pt x="30" y="1089"/>
                  </a:lnTo>
                  <a:lnTo>
                    <a:pt x="45" y="1177"/>
                  </a:lnTo>
                  <a:lnTo>
                    <a:pt x="74" y="1251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398" y="1648"/>
                  </a:lnTo>
                  <a:lnTo>
                    <a:pt x="560" y="1736"/>
                  </a:lnTo>
                  <a:lnTo>
                    <a:pt x="633" y="1766"/>
                  </a:lnTo>
                  <a:lnTo>
                    <a:pt x="722" y="1795"/>
                  </a:lnTo>
                  <a:lnTo>
                    <a:pt x="810" y="1810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8" y="1766"/>
                  </a:lnTo>
                  <a:lnTo>
                    <a:pt x="1251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7" y="1251"/>
                  </a:lnTo>
                  <a:lnTo>
                    <a:pt x="1766" y="1177"/>
                  </a:lnTo>
                  <a:lnTo>
                    <a:pt x="1796" y="1089"/>
                  </a:lnTo>
                  <a:lnTo>
                    <a:pt x="1810" y="1001"/>
                  </a:lnTo>
                  <a:lnTo>
                    <a:pt x="1810" y="898"/>
                  </a:lnTo>
                  <a:lnTo>
                    <a:pt x="1810" y="809"/>
                  </a:lnTo>
                  <a:lnTo>
                    <a:pt x="1796" y="721"/>
                  </a:lnTo>
                  <a:lnTo>
                    <a:pt x="1766" y="633"/>
                  </a:lnTo>
                  <a:lnTo>
                    <a:pt x="1737" y="544"/>
                  </a:lnTo>
                  <a:lnTo>
                    <a:pt x="1663" y="397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51" y="74"/>
                  </a:lnTo>
                  <a:lnTo>
                    <a:pt x="1178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1253;p38">
              <a:extLst>
                <a:ext uri="{FF2B5EF4-FFF2-40B4-BE49-F238E27FC236}">
                  <a16:creationId xmlns:a16="http://schemas.microsoft.com/office/drawing/2014/main" id="{DBE7845D-1C60-61CC-A702-03EB6E7E308C}"/>
                </a:ext>
              </a:extLst>
            </p:cNvPr>
            <p:cNvSpPr/>
            <p:nvPr/>
          </p:nvSpPr>
          <p:spPr>
            <a:xfrm>
              <a:off x="4751950" y="1510750"/>
              <a:ext cx="45250" cy="45625"/>
            </a:xfrm>
            <a:custGeom>
              <a:avLst/>
              <a:gdLst/>
              <a:ahLst/>
              <a:cxnLst/>
              <a:rect l="l" t="t" r="r" b="b"/>
              <a:pathLst>
                <a:path w="1810" h="1825" extrusionOk="0">
                  <a:moveTo>
                    <a:pt x="912" y="0"/>
                  </a:moveTo>
                  <a:lnTo>
                    <a:pt x="809" y="15"/>
                  </a:lnTo>
                  <a:lnTo>
                    <a:pt x="721" y="30"/>
                  </a:lnTo>
                  <a:lnTo>
                    <a:pt x="633" y="44"/>
                  </a:lnTo>
                  <a:lnTo>
                    <a:pt x="559" y="74"/>
                  </a:lnTo>
                  <a:lnTo>
                    <a:pt x="397" y="162"/>
                  </a:lnTo>
                  <a:lnTo>
                    <a:pt x="265" y="265"/>
                  </a:lnTo>
                  <a:lnTo>
                    <a:pt x="162" y="412"/>
                  </a:lnTo>
                  <a:lnTo>
                    <a:pt x="74" y="559"/>
                  </a:lnTo>
                  <a:lnTo>
                    <a:pt x="44" y="648"/>
                  </a:lnTo>
                  <a:lnTo>
                    <a:pt x="30" y="736"/>
                  </a:lnTo>
                  <a:lnTo>
                    <a:pt x="15" y="824"/>
                  </a:lnTo>
                  <a:lnTo>
                    <a:pt x="0" y="912"/>
                  </a:lnTo>
                  <a:lnTo>
                    <a:pt x="15" y="1001"/>
                  </a:lnTo>
                  <a:lnTo>
                    <a:pt x="30" y="1089"/>
                  </a:lnTo>
                  <a:lnTo>
                    <a:pt x="44" y="1177"/>
                  </a:lnTo>
                  <a:lnTo>
                    <a:pt x="74" y="1265"/>
                  </a:lnTo>
                  <a:lnTo>
                    <a:pt x="162" y="1413"/>
                  </a:lnTo>
                  <a:lnTo>
                    <a:pt x="265" y="1560"/>
                  </a:lnTo>
                  <a:lnTo>
                    <a:pt x="397" y="1663"/>
                  </a:lnTo>
                  <a:lnTo>
                    <a:pt x="559" y="1751"/>
                  </a:lnTo>
                  <a:lnTo>
                    <a:pt x="633" y="1780"/>
                  </a:lnTo>
                  <a:lnTo>
                    <a:pt x="721" y="1795"/>
                  </a:lnTo>
                  <a:lnTo>
                    <a:pt x="809" y="1810"/>
                  </a:lnTo>
                  <a:lnTo>
                    <a:pt x="912" y="1825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7" y="1780"/>
                  </a:lnTo>
                  <a:lnTo>
                    <a:pt x="1265" y="1751"/>
                  </a:lnTo>
                  <a:lnTo>
                    <a:pt x="1413" y="1663"/>
                  </a:lnTo>
                  <a:lnTo>
                    <a:pt x="1545" y="1560"/>
                  </a:lnTo>
                  <a:lnTo>
                    <a:pt x="1663" y="1413"/>
                  </a:lnTo>
                  <a:lnTo>
                    <a:pt x="1736" y="1265"/>
                  </a:lnTo>
                  <a:lnTo>
                    <a:pt x="1766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912"/>
                  </a:lnTo>
                  <a:lnTo>
                    <a:pt x="1810" y="824"/>
                  </a:lnTo>
                  <a:lnTo>
                    <a:pt x="1795" y="736"/>
                  </a:lnTo>
                  <a:lnTo>
                    <a:pt x="1766" y="648"/>
                  </a:lnTo>
                  <a:lnTo>
                    <a:pt x="1736" y="559"/>
                  </a:lnTo>
                  <a:lnTo>
                    <a:pt x="1663" y="412"/>
                  </a:lnTo>
                  <a:lnTo>
                    <a:pt x="1545" y="265"/>
                  </a:lnTo>
                  <a:lnTo>
                    <a:pt x="1413" y="162"/>
                  </a:lnTo>
                  <a:lnTo>
                    <a:pt x="1265" y="74"/>
                  </a:lnTo>
                  <a:lnTo>
                    <a:pt x="1177" y="44"/>
                  </a:lnTo>
                  <a:lnTo>
                    <a:pt x="1089" y="30"/>
                  </a:lnTo>
                  <a:lnTo>
                    <a:pt x="1001" y="15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1254;p38">
              <a:extLst>
                <a:ext uri="{FF2B5EF4-FFF2-40B4-BE49-F238E27FC236}">
                  <a16:creationId xmlns:a16="http://schemas.microsoft.com/office/drawing/2014/main" id="{7C0EAF83-EECC-BBD1-20EA-71792CB6D3EE}"/>
                </a:ext>
              </a:extLst>
            </p:cNvPr>
            <p:cNvSpPr/>
            <p:nvPr/>
          </p:nvSpPr>
          <p:spPr>
            <a:xfrm>
              <a:off x="4799750" y="1589450"/>
              <a:ext cx="45275" cy="45275"/>
            </a:xfrm>
            <a:custGeom>
              <a:avLst/>
              <a:gdLst/>
              <a:ahLst/>
              <a:cxnLst/>
              <a:rect l="l" t="t" r="r" b="b"/>
              <a:pathLst>
                <a:path w="1811" h="1811" extrusionOk="0">
                  <a:moveTo>
                    <a:pt x="898" y="1"/>
                  </a:moveTo>
                  <a:lnTo>
                    <a:pt x="810" y="15"/>
                  </a:lnTo>
                  <a:lnTo>
                    <a:pt x="722" y="15"/>
                  </a:lnTo>
                  <a:lnTo>
                    <a:pt x="633" y="45"/>
                  </a:lnTo>
                  <a:lnTo>
                    <a:pt x="545" y="74"/>
                  </a:lnTo>
                  <a:lnTo>
                    <a:pt x="398" y="163"/>
                  </a:lnTo>
                  <a:lnTo>
                    <a:pt x="266" y="266"/>
                  </a:lnTo>
                  <a:lnTo>
                    <a:pt x="148" y="398"/>
                  </a:lnTo>
                  <a:lnTo>
                    <a:pt x="74" y="560"/>
                  </a:lnTo>
                  <a:lnTo>
                    <a:pt x="45" y="633"/>
                  </a:lnTo>
                  <a:lnTo>
                    <a:pt x="15" y="722"/>
                  </a:lnTo>
                  <a:lnTo>
                    <a:pt x="1" y="810"/>
                  </a:lnTo>
                  <a:lnTo>
                    <a:pt x="1" y="913"/>
                  </a:lnTo>
                  <a:lnTo>
                    <a:pt x="1" y="1001"/>
                  </a:lnTo>
                  <a:lnTo>
                    <a:pt x="15" y="1089"/>
                  </a:lnTo>
                  <a:lnTo>
                    <a:pt x="45" y="1178"/>
                  </a:lnTo>
                  <a:lnTo>
                    <a:pt x="74" y="1266"/>
                  </a:lnTo>
                  <a:lnTo>
                    <a:pt x="148" y="1413"/>
                  </a:lnTo>
                  <a:lnTo>
                    <a:pt x="266" y="1546"/>
                  </a:lnTo>
                  <a:lnTo>
                    <a:pt x="398" y="1663"/>
                  </a:lnTo>
                  <a:lnTo>
                    <a:pt x="545" y="1737"/>
                  </a:lnTo>
                  <a:lnTo>
                    <a:pt x="633" y="1781"/>
                  </a:lnTo>
                  <a:lnTo>
                    <a:pt x="722" y="1796"/>
                  </a:lnTo>
                  <a:lnTo>
                    <a:pt x="810" y="1810"/>
                  </a:lnTo>
                  <a:lnTo>
                    <a:pt x="1001" y="1810"/>
                  </a:lnTo>
                  <a:lnTo>
                    <a:pt x="1089" y="1796"/>
                  </a:lnTo>
                  <a:lnTo>
                    <a:pt x="1178" y="1781"/>
                  </a:lnTo>
                  <a:lnTo>
                    <a:pt x="1251" y="1737"/>
                  </a:lnTo>
                  <a:lnTo>
                    <a:pt x="1413" y="1663"/>
                  </a:lnTo>
                  <a:lnTo>
                    <a:pt x="1546" y="1546"/>
                  </a:lnTo>
                  <a:lnTo>
                    <a:pt x="1649" y="1413"/>
                  </a:lnTo>
                  <a:lnTo>
                    <a:pt x="1737" y="1266"/>
                  </a:lnTo>
                  <a:lnTo>
                    <a:pt x="1766" y="1178"/>
                  </a:lnTo>
                  <a:lnTo>
                    <a:pt x="1796" y="1089"/>
                  </a:lnTo>
                  <a:lnTo>
                    <a:pt x="1810" y="1001"/>
                  </a:lnTo>
                  <a:lnTo>
                    <a:pt x="1810" y="913"/>
                  </a:lnTo>
                  <a:lnTo>
                    <a:pt x="1810" y="810"/>
                  </a:lnTo>
                  <a:lnTo>
                    <a:pt x="1796" y="722"/>
                  </a:lnTo>
                  <a:lnTo>
                    <a:pt x="1766" y="633"/>
                  </a:lnTo>
                  <a:lnTo>
                    <a:pt x="1737" y="560"/>
                  </a:lnTo>
                  <a:lnTo>
                    <a:pt x="1649" y="398"/>
                  </a:lnTo>
                  <a:lnTo>
                    <a:pt x="1546" y="266"/>
                  </a:lnTo>
                  <a:lnTo>
                    <a:pt x="1413" y="163"/>
                  </a:lnTo>
                  <a:lnTo>
                    <a:pt x="1251" y="74"/>
                  </a:lnTo>
                  <a:lnTo>
                    <a:pt x="1178" y="45"/>
                  </a:lnTo>
                  <a:lnTo>
                    <a:pt x="1089" y="15"/>
                  </a:lnTo>
                  <a:lnTo>
                    <a:pt x="1001" y="15"/>
                  </a:lnTo>
                  <a:lnTo>
                    <a:pt x="898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1255;p38">
              <a:extLst>
                <a:ext uri="{FF2B5EF4-FFF2-40B4-BE49-F238E27FC236}">
                  <a16:creationId xmlns:a16="http://schemas.microsoft.com/office/drawing/2014/main" id="{3D659703-7F99-318A-EBFC-3E79E62BCB9D}"/>
                </a:ext>
              </a:extLst>
            </p:cNvPr>
            <p:cNvSpPr/>
            <p:nvPr/>
          </p:nvSpPr>
          <p:spPr>
            <a:xfrm>
              <a:off x="4877725" y="1674050"/>
              <a:ext cx="45275" cy="44900"/>
            </a:xfrm>
            <a:custGeom>
              <a:avLst/>
              <a:gdLst/>
              <a:ahLst/>
              <a:cxnLst/>
              <a:rect l="l" t="t" r="r" b="b"/>
              <a:pathLst>
                <a:path w="1811" h="1796" extrusionOk="0">
                  <a:moveTo>
                    <a:pt x="810" y="1"/>
                  </a:moveTo>
                  <a:lnTo>
                    <a:pt x="722" y="15"/>
                  </a:lnTo>
                  <a:lnTo>
                    <a:pt x="633" y="30"/>
                  </a:lnTo>
                  <a:lnTo>
                    <a:pt x="545" y="59"/>
                  </a:lnTo>
                  <a:lnTo>
                    <a:pt x="398" y="148"/>
                  </a:lnTo>
                  <a:lnTo>
                    <a:pt x="266" y="265"/>
                  </a:lnTo>
                  <a:lnTo>
                    <a:pt x="148" y="398"/>
                  </a:lnTo>
                  <a:lnTo>
                    <a:pt x="74" y="545"/>
                  </a:lnTo>
                  <a:lnTo>
                    <a:pt x="45" y="633"/>
                  </a:lnTo>
                  <a:lnTo>
                    <a:pt x="16" y="721"/>
                  </a:lnTo>
                  <a:lnTo>
                    <a:pt x="1" y="810"/>
                  </a:lnTo>
                  <a:lnTo>
                    <a:pt x="1" y="898"/>
                  </a:lnTo>
                  <a:lnTo>
                    <a:pt x="1" y="986"/>
                  </a:lnTo>
                  <a:lnTo>
                    <a:pt x="16" y="1075"/>
                  </a:lnTo>
                  <a:lnTo>
                    <a:pt x="45" y="1163"/>
                  </a:lnTo>
                  <a:lnTo>
                    <a:pt x="74" y="1251"/>
                  </a:lnTo>
                  <a:lnTo>
                    <a:pt x="148" y="1398"/>
                  </a:lnTo>
                  <a:lnTo>
                    <a:pt x="266" y="1531"/>
                  </a:lnTo>
                  <a:lnTo>
                    <a:pt x="398" y="1648"/>
                  </a:lnTo>
                  <a:lnTo>
                    <a:pt x="545" y="1737"/>
                  </a:lnTo>
                  <a:lnTo>
                    <a:pt x="633" y="1766"/>
                  </a:lnTo>
                  <a:lnTo>
                    <a:pt x="722" y="1781"/>
                  </a:lnTo>
                  <a:lnTo>
                    <a:pt x="810" y="1795"/>
                  </a:lnTo>
                  <a:lnTo>
                    <a:pt x="987" y="1795"/>
                  </a:lnTo>
                  <a:lnTo>
                    <a:pt x="1075" y="1781"/>
                  </a:lnTo>
                  <a:lnTo>
                    <a:pt x="1163" y="1766"/>
                  </a:lnTo>
                  <a:lnTo>
                    <a:pt x="1251" y="1737"/>
                  </a:lnTo>
                  <a:lnTo>
                    <a:pt x="1413" y="1648"/>
                  </a:lnTo>
                  <a:lnTo>
                    <a:pt x="1546" y="1531"/>
                  </a:lnTo>
                  <a:lnTo>
                    <a:pt x="1649" y="1398"/>
                  </a:lnTo>
                  <a:lnTo>
                    <a:pt x="1737" y="1251"/>
                  </a:lnTo>
                  <a:lnTo>
                    <a:pt x="1766" y="1163"/>
                  </a:lnTo>
                  <a:lnTo>
                    <a:pt x="1781" y="1075"/>
                  </a:lnTo>
                  <a:lnTo>
                    <a:pt x="1796" y="986"/>
                  </a:lnTo>
                  <a:lnTo>
                    <a:pt x="1810" y="898"/>
                  </a:lnTo>
                  <a:lnTo>
                    <a:pt x="1796" y="810"/>
                  </a:lnTo>
                  <a:lnTo>
                    <a:pt x="1781" y="721"/>
                  </a:lnTo>
                  <a:lnTo>
                    <a:pt x="1766" y="633"/>
                  </a:lnTo>
                  <a:lnTo>
                    <a:pt x="1737" y="545"/>
                  </a:lnTo>
                  <a:lnTo>
                    <a:pt x="1649" y="398"/>
                  </a:lnTo>
                  <a:lnTo>
                    <a:pt x="1546" y="265"/>
                  </a:lnTo>
                  <a:lnTo>
                    <a:pt x="1413" y="148"/>
                  </a:lnTo>
                  <a:lnTo>
                    <a:pt x="1251" y="59"/>
                  </a:lnTo>
                  <a:lnTo>
                    <a:pt x="1163" y="30"/>
                  </a:lnTo>
                  <a:lnTo>
                    <a:pt x="1075" y="15"/>
                  </a:lnTo>
                  <a:lnTo>
                    <a:pt x="987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1256;p38">
              <a:extLst>
                <a:ext uri="{FF2B5EF4-FFF2-40B4-BE49-F238E27FC236}">
                  <a16:creationId xmlns:a16="http://schemas.microsoft.com/office/drawing/2014/main" id="{A94013A9-22A2-F876-0F3E-780E035A096F}"/>
                </a:ext>
              </a:extLst>
            </p:cNvPr>
            <p:cNvSpPr/>
            <p:nvPr/>
          </p:nvSpPr>
          <p:spPr>
            <a:xfrm>
              <a:off x="4941375" y="1392675"/>
              <a:ext cx="45250" cy="45275"/>
            </a:xfrm>
            <a:custGeom>
              <a:avLst/>
              <a:gdLst/>
              <a:ahLst/>
              <a:cxnLst/>
              <a:rect l="l" t="t" r="r" b="b"/>
              <a:pathLst>
                <a:path w="1810" h="1811" extrusionOk="0">
                  <a:moveTo>
                    <a:pt x="809" y="1"/>
                  </a:moveTo>
                  <a:lnTo>
                    <a:pt x="721" y="15"/>
                  </a:lnTo>
                  <a:lnTo>
                    <a:pt x="633" y="45"/>
                  </a:lnTo>
                  <a:lnTo>
                    <a:pt x="544" y="74"/>
                  </a:lnTo>
                  <a:lnTo>
                    <a:pt x="397" y="148"/>
                  </a:lnTo>
                  <a:lnTo>
                    <a:pt x="265" y="265"/>
                  </a:lnTo>
                  <a:lnTo>
                    <a:pt x="147" y="398"/>
                  </a:lnTo>
                  <a:lnTo>
                    <a:pt x="59" y="560"/>
                  </a:lnTo>
                  <a:lnTo>
                    <a:pt x="29" y="633"/>
                  </a:lnTo>
                  <a:lnTo>
                    <a:pt x="15" y="721"/>
                  </a:lnTo>
                  <a:lnTo>
                    <a:pt x="0" y="810"/>
                  </a:lnTo>
                  <a:lnTo>
                    <a:pt x="0" y="898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29" y="1178"/>
                  </a:lnTo>
                  <a:lnTo>
                    <a:pt x="59" y="1251"/>
                  </a:lnTo>
                  <a:lnTo>
                    <a:pt x="147" y="1413"/>
                  </a:lnTo>
                  <a:lnTo>
                    <a:pt x="265" y="1545"/>
                  </a:lnTo>
                  <a:lnTo>
                    <a:pt x="397" y="1648"/>
                  </a:lnTo>
                  <a:lnTo>
                    <a:pt x="544" y="1737"/>
                  </a:lnTo>
                  <a:lnTo>
                    <a:pt x="633" y="1766"/>
                  </a:lnTo>
                  <a:lnTo>
                    <a:pt x="721" y="1795"/>
                  </a:lnTo>
                  <a:lnTo>
                    <a:pt x="809" y="1810"/>
                  </a:lnTo>
                  <a:lnTo>
                    <a:pt x="986" y="1810"/>
                  </a:lnTo>
                  <a:lnTo>
                    <a:pt x="1074" y="1795"/>
                  </a:lnTo>
                  <a:lnTo>
                    <a:pt x="1162" y="1766"/>
                  </a:lnTo>
                  <a:lnTo>
                    <a:pt x="1251" y="1737"/>
                  </a:lnTo>
                  <a:lnTo>
                    <a:pt x="1398" y="1648"/>
                  </a:lnTo>
                  <a:lnTo>
                    <a:pt x="1545" y="1545"/>
                  </a:lnTo>
                  <a:lnTo>
                    <a:pt x="1648" y="1413"/>
                  </a:lnTo>
                  <a:lnTo>
                    <a:pt x="1736" y="1251"/>
                  </a:lnTo>
                  <a:lnTo>
                    <a:pt x="1766" y="1178"/>
                  </a:lnTo>
                  <a:lnTo>
                    <a:pt x="1780" y="1089"/>
                  </a:lnTo>
                  <a:lnTo>
                    <a:pt x="1795" y="1001"/>
                  </a:lnTo>
                  <a:lnTo>
                    <a:pt x="1810" y="898"/>
                  </a:lnTo>
                  <a:lnTo>
                    <a:pt x="1795" y="810"/>
                  </a:lnTo>
                  <a:lnTo>
                    <a:pt x="1780" y="721"/>
                  </a:lnTo>
                  <a:lnTo>
                    <a:pt x="1766" y="633"/>
                  </a:lnTo>
                  <a:lnTo>
                    <a:pt x="1736" y="560"/>
                  </a:lnTo>
                  <a:lnTo>
                    <a:pt x="1648" y="398"/>
                  </a:lnTo>
                  <a:lnTo>
                    <a:pt x="1545" y="265"/>
                  </a:lnTo>
                  <a:lnTo>
                    <a:pt x="1398" y="148"/>
                  </a:lnTo>
                  <a:lnTo>
                    <a:pt x="1251" y="74"/>
                  </a:lnTo>
                  <a:lnTo>
                    <a:pt x="1162" y="45"/>
                  </a:lnTo>
                  <a:lnTo>
                    <a:pt x="1074" y="15"/>
                  </a:lnTo>
                  <a:lnTo>
                    <a:pt x="986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1257;p38">
              <a:extLst>
                <a:ext uri="{FF2B5EF4-FFF2-40B4-BE49-F238E27FC236}">
                  <a16:creationId xmlns:a16="http://schemas.microsoft.com/office/drawing/2014/main" id="{1445DF43-94A9-B719-0051-25CEF2BDA4F6}"/>
                </a:ext>
              </a:extLst>
            </p:cNvPr>
            <p:cNvSpPr/>
            <p:nvPr/>
          </p:nvSpPr>
          <p:spPr>
            <a:xfrm>
              <a:off x="5057600" y="718100"/>
              <a:ext cx="571975" cy="1144675"/>
            </a:xfrm>
            <a:custGeom>
              <a:avLst/>
              <a:gdLst/>
              <a:ahLst/>
              <a:cxnLst/>
              <a:rect l="l" t="t" r="r" b="b"/>
              <a:pathLst>
                <a:path w="22879" h="45787" extrusionOk="0">
                  <a:moveTo>
                    <a:pt x="6018" y="781"/>
                  </a:moveTo>
                  <a:lnTo>
                    <a:pt x="6268" y="795"/>
                  </a:lnTo>
                  <a:lnTo>
                    <a:pt x="6503" y="825"/>
                  </a:lnTo>
                  <a:lnTo>
                    <a:pt x="6753" y="869"/>
                  </a:lnTo>
                  <a:lnTo>
                    <a:pt x="6989" y="928"/>
                  </a:lnTo>
                  <a:lnTo>
                    <a:pt x="7224" y="1001"/>
                  </a:lnTo>
                  <a:lnTo>
                    <a:pt x="7459" y="1075"/>
                  </a:lnTo>
                  <a:lnTo>
                    <a:pt x="7680" y="1163"/>
                  </a:lnTo>
                  <a:lnTo>
                    <a:pt x="7901" y="1266"/>
                  </a:lnTo>
                  <a:lnTo>
                    <a:pt x="8107" y="1369"/>
                  </a:lnTo>
                  <a:lnTo>
                    <a:pt x="8313" y="1487"/>
                  </a:lnTo>
                  <a:lnTo>
                    <a:pt x="8519" y="1619"/>
                  </a:lnTo>
                  <a:lnTo>
                    <a:pt x="8710" y="1752"/>
                  </a:lnTo>
                  <a:lnTo>
                    <a:pt x="8901" y="1899"/>
                  </a:lnTo>
                  <a:lnTo>
                    <a:pt x="9078" y="2046"/>
                  </a:lnTo>
                  <a:lnTo>
                    <a:pt x="9254" y="2208"/>
                  </a:lnTo>
                  <a:lnTo>
                    <a:pt x="9416" y="2384"/>
                  </a:lnTo>
                  <a:lnTo>
                    <a:pt x="9578" y="2561"/>
                  </a:lnTo>
                  <a:lnTo>
                    <a:pt x="9725" y="2752"/>
                  </a:lnTo>
                  <a:lnTo>
                    <a:pt x="9872" y="2943"/>
                  </a:lnTo>
                  <a:lnTo>
                    <a:pt x="10005" y="3135"/>
                  </a:lnTo>
                  <a:lnTo>
                    <a:pt x="10122" y="3341"/>
                  </a:lnTo>
                  <a:lnTo>
                    <a:pt x="10240" y="3561"/>
                  </a:lnTo>
                  <a:lnTo>
                    <a:pt x="10343" y="3782"/>
                  </a:lnTo>
                  <a:lnTo>
                    <a:pt x="10431" y="4003"/>
                  </a:lnTo>
                  <a:lnTo>
                    <a:pt x="10505" y="4223"/>
                  </a:lnTo>
                  <a:lnTo>
                    <a:pt x="10578" y="4459"/>
                  </a:lnTo>
                  <a:lnTo>
                    <a:pt x="10637" y="4694"/>
                  </a:lnTo>
                  <a:lnTo>
                    <a:pt x="10681" y="4944"/>
                  </a:lnTo>
                  <a:lnTo>
                    <a:pt x="10726" y="5180"/>
                  </a:lnTo>
                  <a:lnTo>
                    <a:pt x="10740" y="5430"/>
                  </a:lnTo>
                  <a:lnTo>
                    <a:pt x="10755" y="5680"/>
                  </a:lnTo>
                  <a:lnTo>
                    <a:pt x="10770" y="6136"/>
                  </a:lnTo>
                  <a:lnTo>
                    <a:pt x="11211" y="6062"/>
                  </a:lnTo>
                  <a:lnTo>
                    <a:pt x="11535" y="6003"/>
                  </a:lnTo>
                  <a:lnTo>
                    <a:pt x="11858" y="5974"/>
                  </a:lnTo>
                  <a:lnTo>
                    <a:pt x="12182" y="5945"/>
                  </a:lnTo>
                  <a:lnTo>
                    <a:pt x="12888" y="5945"/>
                  </a:lnTo>
                  <a:lnTo>
                    <a:pt x="13256" y="5974"/>
                  </a:lnTo>
                  <a:lnTo>
                    <a:pt x="13609" y="6018"/>
                  </a:lnTo>
                  <a:lnTo>
                    <a:pt x="13977" y="6092"/>
                  </a:lnTo>
                  <a:lnTo>
                    <a:pt x="14315" y="6165"/>
                  </a:lnTo>
                  <a:lnTo>
                    <a:pt x="14669" y="6268"/>
                  </a:lnTo>
                  <a:lnTo>
                    <a:pt x="15007" y="6386"/>
                  </a:lnTo>
                  <a:lnTo>
                    <a:pt x="15331" y="6518"/>
                  </a:lnTo>
                  <a:lnTo>
                    <a:pt x="15654" y="6651"/>
                  </a:lnTo>
                  <a:lnTo>
                    <a:pt x="15963" y="6813"/>
                  </a:lnTo>
                  <a:lnTo>
                    <a:pt x="16272" y="6989"/>
                  </a:lnTo>
                  <a:lnTo>
                    <a:pt x="16566" y="7180"/>
                  </a:lnTo>
                  <a:lnTo>
                    <a:pt x="16846" y="7386"/>
                  </a:lnTo>
                  <a:lnTo>
                    <a:pt x="17126" y="7592"/>
                  </a:lnTo>
                  <a:lnTo>
                    <a:pt x="17390" y="7828"/>
                  </a:lnTo>
                  <a:lnTo>
                    <a:pt x="17640" y="8063"/>
                  </a:lnTo>
                  <a:lnTo>
                    <a:pt x="17876" y="8313"/>
                  </a:lnTo>
                  <a:lnTo>
                    <a:pt x="18111" y="8578"/>
                  </a:lnTo>
                  <a:lnTo>
                    <a:pt x="18317" y="8858"/>
                  </a:lnTo>
                  <a:lnTo>
                    <a:pt x="18523" y="9137"/>
                  </a:lnTo>
                  <a:lnTo>
                    <a:pt x="18714" y="9432"/>
                  </a:lnTo>
                  <a:lnTo>
                    <a:pt x="18891" y="9740"/>
                  </a:lnTo>
                  <a:lnTo>
                    <a:pt x="19053" y="10049"/>
                  </a:lnTo>
                  <a:lnTo>
                    <a:pt x="19185" y="10373"/>
                  </a:lnTo>
                  <a:lnTo>
                    <a:pt x="19318" y="10697"/>
                  </a:lnTo>
                  <a:lnTo>
                    <a:pt x="19435" y="11035"/>
                  </a:lnTo>
                  <a:lnTo>
                    <a:pt x="19538" y="11388"/>
                  </a:lnTo>
                  <a:lnTo>
                    <a:pt x="19612" y="11741"/>
                  </a:lnTo>
                  <a:lnTo>
                    <a:pt x="19685" y="12094"/>
                  </a:lnTo>
                  <a:lnTo>
                    <a:pt x="19730" y="12448"/>
                  </a:lnTo>
                  <a:lnTo>
                    <a:pt x="19759" y="12830"/>
                  </a:lnTo>
                  <a:lnTo>
                    <a:pt x="19759" y="13198"/>
                  </a:lnTo>
                  <a:lnTo>
                    <a:pt x="19744" y="13669"/>
                  </a:lnTo>
                  <a:lnTo>
                    <a:pt x="19700" y="14140"/>
                  </a:lnTo>
                  <a:lnTo>
                    <a:pt x="19627" y="14610"/>
                  </a:lnTo>
                  <a:lnTo>
                    <a:pt x="19509" y="15081"/>
                  </a:lnTo>
                  <a:lnTo>
                    <a:pt x="19377" y="15537"/>
                  </a:lnTo>
                  <a:lnTo>
                    <a:pt x="19215" y="15979"/>
                  </a:lnTo>
                  <a:lnTo>
                    <a:pt x="19009" y="16405"/>
                  </a:lnTo>
                  <a:lnTo>
                    <a:pt x="18788" y="16832"/>
                  </a:lnTo>
                  <a:lnTo>
                    <a:pt x="18670" y="17038"/>
                  </a:lnTo>
                  <a:lnTo>
                    <a:pt x="18788" y="17229"/>
                  </a:lnTo>
                  <a:lnTo>
                    <a:pt x="19023" y="17641"/>
                  </a:lnTo>
                  <a:lnTo>
                    <a:pt x="19244" y="18068"/>
                  </a:lnTo>
                  <a:lnTo>
                    <a:pt x="19421" y="18509"/>
                  </a:lnTo>
                  <a:lnTo>
                    <a:pt x="19553" y="18965"/>
                  </a:lnTo>
                  <a:lnTo>
                    <a:pt x="19671" y="19421"/>
                  </a:lnTo>
                  <a:lnTo>
                    <a:pt x="19759" y="19877"/>
                  </a:lnTo>
                  <a:lnTo>
                    <a:pt x="19803" y="20363"/>
                  </a:lnTo>
                  <a:lnTo>
                    <a:pt x="19818" y="20834"/>
                  </a:lnTo>
                  <a:lnTo>
                    <a:pt x="19818" y="20922"/>
                  </a:lnTo>
                  <a:lnTo>
                    <a:pt x="19818" y="21172"/>
                  </a:lnTo>
                  <a:lnTo>
                    <a:pt x="19936" y="21290"/>
                  </a:lnTo>
                  <a:lnTo>
                    <a:pt x="20186" y="21540"/>
                  </a:lnTo>
                  <a:lnTo>
                    <a:pt x="20436" y="21790"/>
                  </a:lnTo>
                  <a:lnTo>
                    <a:pt x="20657" y="22070"/>
                  </a:lnTo>
                  <a:lnTo>
                    <a:pt x="20862" y="22349"/>
                  </a:lnTo>
                  <a:lnTo>
                    <a:pt x="21054" y="22629"/>
                  </a:lnTo>
                  <a:lnTo>
                    <a:pt x="21230" y="22938"/>
                  </a:lnTo>
                  <a:lnTo>
                    <a:pt x="21392" y="23232"/>
                  </a:lnTo>
                  <a:lnTo>
                    <a:pt x="21539" y="23555"/>
                  </a:lnTo>
                  <a:lnTo>
                    <a:pt x="21672" y="23864"/>
                  </a:lnTo>
                  <a:lnTo>
                    <a:pt x="21789" y="24203"/>
                  </a:lnTo>
                  <a:lnTo>
                    <a:pt x="21878" y="24527"/>
                  </a:lnTo>
                  <a:lnTo>
                    <a:pt x="21951" y="24865"/>
                  </a:lnTo>
                  <a:lnTo>
                    <a:pt x="22025" y="25218"/>
                  </a:lnTo>
                  <a:lnTo>
                    <a:pt x="22069" y="25556"/>
                  </a:lnTo>
                  <a:lnTo>
                    <a:pt x="22084" y="25909"/>
                  </a:lnTo>
                  <a:lnTo>
                    <a:pt x="22098" y="26263"/>
                  </a:lnTo>
                  <a:lnTo>
                    <a:pt x="22084" y="26704"/>
                  </a:lnTo>
                  <a:lnTo>
                    <a:pt x="22039" y="27131"/>
                  </a:lnTo>
                  <a:lnTo>
                    <a:pt x="21981" y="27543"/>
                  </a:lnTo>
                  <a:lnTo>
                    <a:pt x="21892" y="27955"/>
                  </a:lnTo>
                  <a:lnTo>
                    <a:pt x="21775" y="28366"/>
                  </a:lnTo>
                  <a:lnTo>
                    <a:pt x="21628" y="28764"/>
                  </a:lnTo>
                  <a:lnTo>
                    <a:pt x="21466" y="29146"/>
                  </a:lnTo>
                  <a:lnTo>
                    <a:pt x="21274" y="29514"/>
                  </a:lnTo>
                  <a:lnTo>
                    <a:pt x="21068" y="29882"/>
                  </a:lnTo>
                  <a:lnTo>
                    <a:pt x="20833" y="30235"/>
                  </a:lnTo>
                  <a:lnTo>
                    <a:pt x="20583" y="30559"/>
                  </a:lnTo>
                  <a:lnTo>
                    <a:pt x="20303" y="30882"/>
                  </a:lnTo>
                  <a:lnTo>
                    <a:pt x="20009" y="31191"/>
                  </a:lnTo>
                  <a:lnTo>
                    <a:pt x="19685" y="31471"/>
                  </a:lnTo>
                  <a:lnTo>
                    <a:pt x="19362" y="31736"/>
                  </a:lnTo>
                  <a:lnTo>
                    <a:pt x="19009" y="31986"/>
                  </a:lnTo>
                  <a:lnTo>
                    <a:pt x="18788" y="32118"/>
                  </a:lnTo>
                  <a:lnTo>
                    <a:pt x="18832" y="32368"/>
                  </a:lnTo>
                  <a:lnTo>
                    <a:pt x="18876" y="32648"/>
                  </a:lnTo>
                  <a:lnTo>
                    <a:pt x="18906" y="32927"/>
                  </a:lnTo>
                  <a:lnTo>
                    <a:pt x="18920" y="33207"/>
                  </a:lnTo>
                  <a:lnTo>
                    <a:pt x="18920" y="33486"/>
                  </a:lnTo>
                  <a:lnTo>
                    <a:pt x="18920" y="33825"/>
                  </a:lnTo>
                  <a:lnTo>
                    <a:pt x="18891" y="34163"/>
                  </a:lnTo>
                  <a:lnTo>
                    <a:pt x="18847" y="34487"/>
                  </a:lnTo>
                  <a:lnTo>
                    <a:pt x="18803" y="34811"/>
                  </a:lnTo>
                  <a:lnTo>
                    <a:pt x="18729" y="35134"/>
                  </a:lnTo>
                  <a:lnTo>
                    <a:pt x="18641" y="35443"/>
                  </a:lnTo>
                  <a:lnTo>
                    <a:pt x="18538" y="35752"/>
                  </a:lnTo>
                  <a:lnTo>
                    <a:pt x="18435" y="36061"/>
                  </a:lnTo>
                  <a:lnTo>
                    <a:pt x="18303" y="36355"/>
                  </a:lnTo>
                  <a:lnTo>
                    <a:pt x="18155" y="36635"/>
                  </a:lnTo>
                  <a:lnTo>
                    <a:pt x="18008" y="36914"/>
                  </a:lnTo>
                  <a:lnTo>
                    <a:pt x="17846" y="37194"/>
                  </a:lnTo>
                  <a:lnTo>
                    <a:pt x="17670" y="37444"/>
                  </a:lnTo>
                  <a:lnTo>
                    <a:pt x="17479" y="37709"/>
                  </a:lnTo>
                  <a:lnTo>
                    <a:pt x="17273" y="37944"/>
                  </a:lnTo>
                  <a:lnTo>
                    <a:pt x="17067" y="38180"/>
                  </a:lnTo>
                  <a:lnTo>
                    <a:pt x="16831" y="38415"/>
                  </a:lnTo>
                  <a:lnTo>
                    <a:pt x="16611" y="38621"/>
                  </a:lnTo>
                  <a:lnTo>
                    <a:pt x="16360" y="38827"/>
                  </a:lnTo>
                  <a:lnTo>
                    <a:pt x="16110" y="39018"/>
                  </a:lnTo>
                  <a:lnTo>
                    <a:pt x="15846" y="39195"/>
                  </a:lnTo>
                  <a:lnTo>
                    <a:pt x="15581" y="39371"/>
                  </a:lnTo>
                  <a:lnTo>
                    <a:pt x="15301" y="39533"/>
                  </a:lnTo>
                  <a:lnTo>
                    <a:pt x="15022" y="39666"/>
                  </a:lnTo>
                  <a:lnTo>
                    <a:pt x="14727" y="39798"/>
                  </a:lnTo>
                  <a:lnTo>
                    <a:pt x="14418" y="39916"/>
                  </a:lnTo>
                  <a:lnTo>
                    <a:pt x="14109" y="40019"/>
                  </a:lnTo>
                  <a:lnTo>
                    <a:pt x="13801" y="40107"/>
                  </a:lnTo>
                  <a:lnTo>
                    <a:pt x="13477" y="40181"/>
                  </a:lnTo>
                  <a:lnTo>
                    <a:pt x="13153" y="40239"/>
                  </a:lnTo>
                  <a:lnTo>
                    <a:pt x="12815" y="40284"/>
                  </a:lnTo>
                  <a:lnTo>
                    <a:pt x="12476" y="40313"/>
                  </a:lnTo>
                  <a:lnTo>
                    <a:pt x="12197" y="40328"/>
                  </a:lnTo>
                  <a:lnTo>
                    <a:pt x="12123" y="40607"/>
                  </a:lnTo>
                  <a:lnTo>
                    <a:pt x="12064" y="40843"/>
                  </a:lnTo>
                  <a:lnTo>
                    <a:pt x="11991" y="41093"/>
                  </a:lnTo>
                  <a:lnTo>
                    <a:pt x="11903" y="41313"/>
                  </a:lnTo>
                  <a:lnTo>
                    <a:pt x="11814" y="41549"/>
                  </a:lnTo>
                  <a:lnTo>
                    <a:pt x="11711" y="41770"/>
                  </a:lnTo>
                  <a:lnTo>
                    <a:pt x="11608" y="41976"/>
                  </a:lnTo>
                  <a:lnTo>
                    <a:pt x="11491" y="42182"/>
                  </a:lnTo>
                  <a:lnTo>
                    <a:pt x="11358" y="42387"/>
                  </a:lnTo>
                  <a:lnTo>
                    <a:pt x="11226" y="42593"/>
                  </a:lnTo>
                  <a:lnTo>
                    <a:pt x="11093" y="42785"/>
                  </a:lnTo>
                  <a:lnTo>
                    <a:pt x="10946" y="42961"/>
                  </a:lnTo>
                  <a:lnTo>
                    <a:pt x="10784" y="43138"/>
                  </a:lnTo>
                  <a:lnTo>
                    <a:pt x="10623" y="43314"/>
                  </a:lnTo>
                  <a:lnTo>
                    <a:pt x="10446" y="43476"/>
                  </a:lnTo>
                  <a:lnTo>
                    <a:pt x="10270" y="43638"/>
                  </a:lnTo>
                  <a:lnTo>
                    <a:pt x="10093" y="43785"/>
                  </a:lnTo>
                  <a:lnTo>
                    <a:pt x="9902" y="43918"/>
                  </a:lnTo>
                  <a:lnTo>
                    <a:pt x="9710" y="44050"/>
                  </a:lnTo>
                  <a:lnTo>
                    <a:pt x="9519" y="44182"/>
                  </a:lnTo>
                  <a:lnTo>
                    <a:pt x="9313" y="44300"/>
                  </a:lnTo>
                  <a:lnTo>
                    <a:pt x="9093" y="44403"/>
                  </a:lnTo>
                  <a:lnTo>
                    <a:pt x="8887" y="44506"/>
                  </a:lnTo>
                  <a:lnTo>
                    <a:pt x="8666" y="44594"/>
                  </a:lnTo>
                  <a:lnTo>
                    <a:pt x="8445" y="44683"/>
                  </a:lnTo>
                  <a:lnTo>
                    <a:pt x="8210" y="44756"/>
                  </a:lnTo>
                  <a:lnTo>
                    <a:pt x="7989" y="44830"/>
                  </a:lnTo>
                  <a:lnTo>
                    <a:pt x="7754" y="44874"/>
                  </a:lnTo>
                  <a:lnTo>
                    <a:pt x="7504" y="44918"/>
                  </a:lnTo>
                  <a:lnTo>
                    <a:pt x="7268" y="44962"/>
                  </a:lnTo>
                  <a:lnTo>
                    <a:pt x="7018" y="44992"/>
                  </a:lnTo>
                  <a:lnTo>
                    <a:pt x="6783" y="45006"/>
                  </a:lnTo>
                  <a:lnTo>
                    <a:pt x="6238" y="45006"/>
                  </a:lnTo>
                  <a:lnTo>
                    <a:pt x="5944" y="44977"/>
                  </a:lnTo>
                  <a:lnTo>
                    <a:pt x="5650" y="44947"/>
                  </a:lnTo>
                  <a:lnTo>
                    <a:pt x="5370" y="44889"/>
                  </a:lnTo>
                  <a:lnTo>
                    <a:pt x="5091" y="44830"/>
                  </a:lnTo>
                  <a:lnTo>
                    <a:pt x="4826" y="44741"/>
                  </a:lnTo>
                  <a:lnTo>
                    <a:pt x="4546" y="44653"/>
                  </a:lnTo>
                  <a:lnTo>
                    <a:pt x="4296" y="44550"/>
                  </a:lnTo>
                  <a:lnTo>
                    <a:pt x="4031" y="44433"/>
                  </a:lnTo>
                  <a:lnTo>
                    <a:pt x="3781" y="44315"/>
                  </a:lnTo>
                  <a:lnTo>
                    <a:pt x="3546" y="44168"/>
                  </a:lnTo>
                  <a:lnTo>
                    <a:pt x="3311" y="44021"/>
                  </a:lnTo>
                  <a:lnTo>
                    <a:pt x="3090" y="43859"/>
                  </a:lnTo>
                  <a:lnTo>
                    <a:pt x="2869" y="43697"/>
                  </a:lnTo>
                  <a:lnTo>
                    <a:pt x="2663" y="43506"/>
                  </a:lnTo>
                  <a:lnTo>
                    <a:pt x="2457" y="43314"/>
                  </a:lnTo>
                  <a:lnTo>
                    <a:pt x="2266" y="43123"/>
                  </a:lnTo>
                  <a:lnTo>
                    <a:pt x="2089" y="42917"/>
                  </a:lnTo>
                  <a:lnTo>
                    <a:pt x="1913" y="42696"/>
                  </a:lnTo>
                  <a:lnTo>
                    <a:pt x="1751" y="42461"/>
                  </a:lnTo>
                  <a:lnTo>
                    <a:pt x="1604" y="42240"/>
                  </a:lnTo>
                  <a:lnTo>
                    <a:pt x="1471" y="41990"/>
                  </a:lnTo>
                  <a:lnTo>
                    <a:pt x="1339" y="41740"/>
                  </a:lnTo>
                  <a:lnTo>
                    <a:pt x="1221" y="41490"/>
                  </a:lnTo>
                  <a:lnTo>
                    <a:pt x="1118" y="41225"/>
                  </a:lnTo>
                  <a:lnTo>
                    <a:pt x="1030" y="40960"/>
                  </a:lnTo>
                  <a:lnTo>
                    <a:pt x="957" y="40681"/>
                  </a:lnTo>
                  <a:lnTo>
                    <a:pt x="883" y="40416"/>
                  </a:lnTo>
                  <a:lnTo>
                    <a:pt x="839" y="40122"/>
                  </a:lnTo>
                  <a:lnTo>
                    <a:pt x="809" y="39842"/>
                  </a:lnTo>
                  <a:lnTo>
                    <a:pt x="780" y="39548"/>
                  </a:lnTo>
                  <a:lnTo>
                    <a:pt x="780" y="39254"/>
                  </a:lnTo>
                  <a:lnTo>
                    <a:pt x="780" y="5768"/>
                  </a:lnTo>
                  <a:lnTo>
                    <a:pt x="780" y="5503"/>
                  </a:lnTo>
                  <a:lnTo>
                    <a:pt x="795" y="5253"/>
                  </a:lnTo>
                  <a:lnTo>
                    <a:pt x="824" y="5003"/>
                  </a:lnTo>
                  <a:lnTo>
                    <a:pt x="868" y="4768"/>
                  </a:lnTo>
                  <a:lnTo>
                    <a:pt x="927" y="4518"/>
                  </a:lnTo>
                  <a:lnTo>
                    <a:pt x="1001" y="4282"/>
                  </a:lnTo>
                  <a:lnTo>
                    <a:pt x="1074" y="4047"/>
                  </a:lnTo>
                  <a:lnTo>
                    <a:pt x="1162" y="3826"/>
                  </a:lnTo>
                  <a:lnTo>
                    <a:pt x="1265" y="3605"/>
                  </a:lnTo>
                  <a:lnTo>
                    <a:pt x="1383" y="3385"/>
                  </a:lnTo>
                  <a:lnTo>
                    <a:pt x="1501" y="3179"/>
                  </a:lnTo>
                  <a:lnTo>
                    <a:pt x="1633" y="2973"/>
                  </a:lnTo>
                  <a:lnTo>
                    <a:pt x="1766" y="2781"/>
                  </a:lnTo>
                  <a:lnTo>
                    <a:pt x="1913" y="2590"/>
                  </a:lnTo>
                  <a:lnTo>
                    <a:pt x="2075" y="2414"/>
                  </a:lnTo>
                  <a:lnTo>
                    <a:pt x="2237" y="2237"/>
                  </a:lnTo>
                  <a:lnTo>
                    <a:pt x="2413" y="2075"/>
                  </a:lnTo>
                  <a:lnTo>
                    <a:pt x="2590" y="1913"/>
                  </a:lnTo>
                  <a:lnTo>
                    <a:pt x="2781" y="1766"/>
                  </a:lnTo>
                  <a:lnTo>
                    <a:pt x="2972" y="1634"/>
                  </a:lnTo>
                  <a:lnTo>
                    <a:pt x="3178" y="1501"/>
                  </a:lnTo>
                  <a:lnTo>
                    <a:pt x="3384" y="1384"/>
                  </a:lnTo>
                  <a:lnTo>
                    <a:pt x="3605" y="1266"/>
                  </a:lnTo>
                  <a:lnTo>
                    <a:pt x="3825" y="1163"/>
                  </a:lnTo>
                  <a:lnTo>
                    <a:pt x="4046" y="1075"/>
                  </a:lnTo>
                  <a:lnTo>
                    <a:pt x="4282" y="1001"/>
                  </a:lnTo>
                  <a:lnTo>
                    <a:pt x="4517" y="928"/>
                  </a:lnTo>
                  <a:lnTo>
                    <a:pt x="4752" y="869"/>
                  </a:lnTo>
                  <a:lnTo>
                    <a:pt x="5002" y="839"/>
                  </a:lnTo>
                  <a:lnTo>
                    <a:pt x="5253" y="795"/>
                  </a:lnTo>
                  <a:lnTo>
                    <a:pt x="5503" y="781"/>
                  </a:lnTo>
                  <a:close/>
                  <a:moveTo>
                    <a:pt x="5767" y="1"/>
                  </a:moveTo>
                  <a:lnTo>
                    <a:pt x="5473" y="16"/>
                  </a:lnTo>
                  <a:lnTo>
                    <a:pt x="5179" y="30"/>
                  </a:lnTo>
                  <a:lnTo>
                    <a:pt x="4885" y="74"/>
                  </a:lnTo>
                  <a:lnTo>
                    <a:pt x="4605" y="119"/>
                  </a:lnTo>
                  <a:lnTo>
                    <a:pt x="4326" y="177"/>
                  </a:lnTo>
                  <a:lnTo>
                    <a:pt x="4046" y="266"/>
                  </a:lnTo>
                  <a:lnTo>
                    <a:pt x="3781" y="354"/>
                  </a:lnTo>
                  <a:lnTo>
                    <a:pt x="3516" y="457"/>
                  </a:lnTo>
                  <a:lnTo>
                    <a:pt x="3266" y="575"/>
                  </a:lnTo>
                  <a:lnTo>
                    <a:pt x="3016" y="692"/>
                  </a:lnTo>
                  <a:lnTo>
                    <a:pt x="2781" y="839"/>
                  </a:lnTo>
                  <a:lnTo>
                    <a:pt x="2545" y="987"/>
                  </a:lnTo>
                  <a:lnTo>
                    <a:pt x="2310" y="1148"/>
                  </a:lnTo>
                  <a:lnTo>
                    <a:pt x="2104" y="1325"/>
                  </a:lnTo>
                  <a:lnTo>
                    <a:pt x="1883" y="1501"/>
                  </a:lnTo>
                  <a:lnTo>
                    <a:pt x="1692" y="1693"/>
                  </a:lnTo>
                  <a:lnTo>
                    <a:pt x="1501" y="1899"/>
                  </a:lnTo>
                  <a:lnTo>
                    <a:pt x="1324" y="2105"/>
                  </a:lnTo>
                  <a:lnTo>
                    <a:pt x="1148" y="2325"/>
                  </a:lnTo>
                  <a:lnTo>
                    <a:pt x="986" y="2546"/>
                  </a:lnTo>
                  <a:lnTo>
                    <a:pt x="839" y="2781"/>
                  </a:lnTo>
                  <a:lnTo>
                    <a:pt x="692" y="3017"/>
                  </a:lnTo>
                  <a:lnTo>
                    <a:pt x="574" y="3267"/>
                  </a:lnTo>
                  <a:lnTo>
                    <a:pt x="456" y="3532"/>
                  </a:lnTo>
                  <a:lnTo>
                    <a:pt x="353" y="3782"/>
                  </a:lnTo>
                  <a:lnTo>
                    <a:pt x="265" y="4061"/>
                  </a:lnTo>
                  <a:lnTo>
                    <a:pt x="177" y="4326"/>
                  </a:lnTo>
                  <a:lnTo>
                    <a:pt x="118" y="4606"/>
                  </a:lnTo>
                  <a:lnTo>
                    <a:pt x="59" y="4885"/>
                  </a:lnTo>
                  <a:lnTo>
                    <a:pt x="30" y="5180"/>
                  </a:lnTo>
                  <a:lnTo>
                    <a:pt x="0" y="5474"/>
                  </a:lnTo>
                  <a:lnTo>
                    <a:pt x="0" y="5768"/>
                  </a:lnTo>
                  <a:lnTo>
                    <a:pt x="0" y="39254"/>
                  </a:lnTo>
                  <a:lnTo>
                    <a:pt x="0" y="39592"/>
                  </a:lnTo>
                  <a:lnTo>
                    <a:pt x="30" y="39916"/>
                  </a:lnTo>
                  <a:lnTo>
                    <a:pt x="74" y="40239"/>
                  </a:lnTo>
                  <a:lnTo>
                    <a:pt x="133" y="40563"/>
                  </a:lnTo>
                  <a:lnTo>
                    <a:pt x="206" y="40887"/>
                  </a:lnTo>
                  <a:lnTo>
                    <a:pt x="294" y="41196"/>
                  </a:lnTo>
                  <a:lnTo>
                    <a:pt x="397" y="41490"/>
                  </a:lnTo>
                  <a:lnTo>
                    <a:pt x="515" y="41784"/>
                  </a:lnTo>
                  <a:lnTo>
                    <a:pt x="648" y="42079"/>
                  </a:lnTo>
                  <a:lnTo>
                    <a:pt x="795" y="42358"/>
                  </a:lnTo>
                  <a:lnTo>
                    <a:pt x="942" y="42638"/>
                  </a:lnTo>
                  <a:lnTo>
                    <a:pt x="1118" y="42902"/>
                  </a:lnTo>
                  <a:lnTo>
                    <a:pt x="1295" y="43153"/>
                  </a:lnTo>
                  <a:lnTo>
                    <a:pt x="1486" y="43403"/>
                  </a:lnTo>
                  <a:lnTo>
                    <a:pt x="1692" y="43638"/>
                  </a:lnTo>
                  <a:lnTo>
                    <a:pt x="1913" y="43873"/>
                  </a:lnTo>
                  <a:lnTo>
                    <a:pt x="2134" y="44079"/>
                  </a:lnTo>
                  <a:lnTo>
                    <a:pt x="2384" y="44285"/>
                  </a:lnTo>
                  <a:lnTo>
                    <a:pt x="2619" y="44477"/>
                  </a:lnTo>
                  <a:lnTo>
                    <a:pt x="2884" y="44668"/>
                  </a:lnTo>
                  <a:lnTo>
                    <a:pt x="3149" y="44830"/>
                  </a:lnTo>
                  <a:lnTo>
                    <a:pt x="3413" y="44992"/>
                  </a:lnTo>
                  <a:lnTo>
                    <a:pt x="3708" y="45139"/>
                  </a:lnTo>
                  <a:lnTo>
                    <a:pt x="3987" y="45271"/>
                  </a:lnTo>
                  <a:lnTo>
                    <a:pt x="4282" y="45389"/>
                  </a:lnTo>
                  <a:lnTo>
                    <a:pt x="4590" y="45492"/>
                  </a:lnTo>
                  <a:lnTo>
                    <a:pt x="4899" y="45580"/>
                  </a:lnTo>
                  <a:lnTo>
                    <a:pt x="5208" y="45654"/>
                  </a:lnTo>
                  <a:lnTo>
                    <a:pt x="5532" y="45713"/>
                  </a:lnTo>
                  <a:lnTo>
                    <a:pt x="5856" y="45742"/>
                  </a:lnTo>
                  <a:lnTo>
                    <a:pt x="6194" y="45771"/>
                  </a:lnTo>
                  <a:lnTo>
                    <a:pt x="6533" y="45786"/>
                  </a:lnTo>
                  <a:lnTo>
                    <a:pt x="6797" y="45771"/>
                  </a:lnTo>
                  <a:lnTo>
                    <a:pt x="7077" y="45757"/>
                  </a:lnTo>
                  <a:lnTo>
                    <a:pt x="7342" y="45727"/>
                  </a:lnTo>
                  <a:lnTo>
                    <a:pt x="7607" y="45698"/>
                  </a:lnTo>
                  <a:lnTo>
                    <a:pt x="7871" y="45639"/>
                  </a:lnTo>
                  <a:lnTo>
                    <a:pt x="8136" y="45580"/>
                  </a:lnTo>
                  <a:lnTo>
                    <a:pt x="8386" y="45521"/>
                  </a:lnTo>
                  <a:lnTo>
                    <a:pt x="8636" y="45433"/>
                  </a:lnTo>
                  <a:lnTo>
                    <a:pt x="8887" y="45345"/>
                  </a:lnTo>
                  <a:lnTo>
                    <a:pt x="9122" y="45256"/>
                  </a:lnTo>
                  <a:lnTo>
                    <a:pt x="9357" y="45139"/>
                  </a:lnTo>
                  <a:lnTo>
                    <a:pt x="9593" y="45021"/>
                  </a:lnTo>
                  <a:lnTo>
                    <a:pt x="9813" y="44903"/>
                  </a:lnTo>
                  <a:lnTo>
                    <a:pt x="10034" y="44771"/>
                  </a:lnTo>
                  <a:lnTo>
                    <a:pt x="10255" y="44624"/>
                  </a:lnTo>
                  <a:lnTo>
                    <a:pt x="10461" y="44477"/>
                  </a:lnTo>
                  <a:lnTo>
                    <a:pt x="10667" y="44315"/>
                  </a:lnTo>
                  <a:lnTo>
                    <a:pt x="10873" y="44138"/>
                  </a:lnTo>
                  <a:lnTo>
                    <a:pt x="11064" y="43962"/>
                  </a:lnTo>
                  <a:lnTo>
                    <a:pt x="11241" y="43785"/>
                  </a:lnTo>
                  <a:lnTo>
                    <a:pt x="11417" y="43594"/>
                  </a:lnTo>
                  <a:lnTo>
                    <a:pt x="11579" y="43403"/>
                  </a:lnTo>
                  <a:lnTo>
                    <a:pt x="11741" y="43197"/>
                  </a:lnTo>
                  <a:lnTo>
                    <a:pt x="11903" y="42976"/>
                  </a:lnTo>
                  <a:lnTo>
                    <a:pt x="12050" y="42755"/>
                  </a:lnTo>
                  <a:lnTo>
                    <a:pt x="12182" y="42535"/>
                  </a:lnTo>
                  <a:lnTo>
                    <a:pt x="12315" y="42299"/>
                  </a:lnTo>
                  <a:lnTo>
                    <a:pt x="12432" y="42064"/>
                  </a:lnTo>
                  <a:lnTo>
                    <a:pt x="12535" y="41828"/>
                  </a:lnTo>
                  <a:lnTo>
                    <a:pt x="12638" y="41578"/>
                  </a:lnTo>
                  <a:lnTo>
                    <a:pt x="12726" y="41328"/>
                  </a:lnTo>
                  <a:lnTo>
                    <a:pt x="12800" y="41063"/>
                  </a:lnTo>
                  <a:lnTo>
                    <a:pt x="13168" y="41019"/>
                  </a:lnTo>
                  <a:lnTo>
                    <a:pt x="13521" y="40960"/>
                  </a:lnTo>
                  <a:lnTo>
                    <a:pt x="13874" y="40887"/>
                  </a:lnTo>
                  <a:lnTo>
                    <a:pt x="14212" y="40799"/>
                  </a:lnTo>
                  <a:lnTo>
                    <a:pt x="14551" y="40696"/>
                  </a:lnTo>
                  <a:lnTo>
                    <a:pt x="14889" y="40563"/>
                  </a:lnTo>
                  <a:lnTo>
                    <a:pt x="15213" y="40431"/>
                  </a:lnTo>
                  <a:lnTo>
                    <a:pt x="15522" y="40284"/>
                  </a:lnTo>
                  <a:lnTo>
                    <a:pt x="15831" y="40122"/>
                  </a:lnTo>
                  <a:lnTo>
                    <a:pt x="16125" y="39945"/>
                  </a:lnTo>
                  <a:lnTo>
                    <a:pt x="16419" y="39754"/>
                  </a:lnTo>
                  <a:lnTo>
                    <a:pt x="16699" y="39548"/>
                  </a:lnTo>
                  <a:lnTo>
                    <a:pt x="16964" y="39327"/>
                  </a:lnTo>
                  <a:lnTo>
                    <a:pt x="17229" y="39107"/>
                  </a:lnTo>
                  <a:lnTo>
                    <a:pt x="17479" y="38871"/>
                  </a:lnTo>
                  <a:lnTo>
                    <a:pt x="17714" y="38621"/>
                  </a:lnTo>
                  <a:lnTo>
                    <a:pt x="17935" y="38356"/>
                  </a:lnTo>
                  <a:lnTo>
                    <a:pt x="18155" y="38091"/>
                  </a:lnTo>
                  <a:lnTo>
                    <a:pt x="18361" y="37812"/>
                  </a:lnTo>
                  <a:lnTo>
                    <a:pt x="18538" y="37518"/>
                  </a:lnTo>
                  <a:lnTo>
                    <a:pt x="18729" y="37223"/>
                  </a:lnTo>
                  <a:lnTo>
                    <a:pt x="18891" y="36914"/>
                  </a:lnTo>
                  <a:lnTo>
                    <a:pt x="19038" y="36605"/>
                  </a:lnTo>
                  <a:lnTo>
                    <a:pt x="19171" y="36282"/>
                  </a:lnTo>
                  <a:lnTo>
                    <a:pt x="19288" y="35958"/>
                  </a:lnTo>
                  <a:lnTo>
                    <a:pt x="19391" y="35620"/>
                  </a:lnTo>
                  <a:lnTo>
                    <a:pt x="19494" y="35281"/>
                  </a:lnTo>
                  <a:lnTo>
                    <a:pt x="19568" y="34928"/>
                  </a:lnTo>
                  <a:lnTo>
                    <a:pt x="19627" y="34575"/>
                  </a:lnTo>
                  <a:lnTo>
                    <a:pt x="19671" y="34222"/>
                  </a:lnTo>
                  <a:lnTo>
                    <a:pt x="19685" y="33854"/>
                  </a:lnTo>
                  <a:lnTo>
                    <a:pt x="19700" y="33486"/>
                  </a:lnTo>
                  <a:lnTo>
                    <a:pt x="19685" y="33001"/>
                  </a:lnTo>
                  <a:lnTo>
                    <a:pt x="19641" y="32501"/>
                  </a:lnTo>
                  <a:lnTo>
                    <a:pt x="20009" y="32221"/>
                  </a:lnTo>
                  <a:lnTo>
                    <a:pt x="20362" y="31912"/>
                  </a:lnTo>
                  <a:lnTo>
                    <a:pt x="20686" y="31603"/>
                  </a:lnTo>
                  <a:lnTo>
                    <a:pt x="20995" y="31265"/>
                  </a:lnTo>
                  <a:lnTo>
                    <a:pt x="21289" y="30926"/>
                  </a:lnTo>
                  <a:lnTo>
                    <a:pt x="21554" y="30559"/>
                  </a:lnTo>
                  <a:lnTo>
                    <a:pt x="21789" y="30176"/>
                  </a:lnTo>
                  <a:lnTo>
                    <a:pt x="22010" y="29779"/>
                  </a:lnTo>
                  <a:lnTo>
                    <a:pt x="22216" y="29367"/>
                  </a:lnTo>
                  <a:lnTo>
                    <a:pt x="22393" y="28955"/>
                  </a:lnTo>
                  <a:lnTo>
                    <a:pt x="22540" y="28528"/>
                  </a:lnTo>
                  <a:lnTo>
                    <a:pt x="22657" y="28087"/>
                  </a:lnTo>
                  <a:lnTo>
                    <a:pt x="22746" y="27646"/>
                  </a:lnTo>
                  <a:lnTo>
                    <a:pt x="22819" y="27189"/>
                  </a:lnTo>
                  <a:lnTo>
                    <a:pt x="22863" y="26733"/>
                  </a:lnTo>
                  <a:lnTo>
                    <a:pt x="22878" y="26263"/>
                  </a:lnTo>
                  <a:lnTo>
                    <a:pt x="22863" y="25895"/>
                  </a:lnTo>
                  <a:lnTo>
                    <a:pt x="22834" y="25512"/>
                  </a:lnTo>
                  <a:lnTo>
                    <a:pt x="22790" y="25130"/>
                  </a:lnTo>
                  <a:lnTo>
                    <a:pt x="22716" y="24762"/>
                  </a:lnTo>
                  <a:lnTo>
                    <a:pt x="22643" y="24394"/>
                  </a:lnTo>
                  <a:lnTo>
                    <a:pt x="22540" y="24041"/>
                  </a:lnTo>
                  <a:lnTo>
                    <a:pt x="22422" y="23673"/>
                  </a:lnTo>
                  <a:lnTo>
                    <a:pt x="22275" y="23335"/>
                  </a:lnTo>
                  <a:lnTo>
                    <a:pt x="22128" y="22982"/>
                  </a:lnTo>
                  <a:lnTo>
                    <a:pt x="21951" y="22643"/>
                  </a:lnTo>
                  <a:lnTo>
                    <a:pt x="21760" y="22320"/>
                  </a:lnTo>
                  <a:lnTo>
                    <a:pt x="21569" y="22011"/>
                  </a:lnTo>
                  <a:lnTo>
                    <a:pt x="21348" y="21702"/>
                  </a:lnTo>
                  <a:lnTo>
                    <a:pt x="21113" y="21407"/>
                  </a:lnTo>
                  <a:lnTo>
                    <a:pt x="20862" y="21113"/>
                  </a:lnTo>
                  <a:lnTo>
                    <a:pt x="20598" y="20848"/>
                  </a:lnTo>
                  <a:lnTo>
                    <a:pt x="20598" y="20834"/>
                  </a:lnTo>
                  <a:lnTo>
                    <a:pt x="20583" y="20333"/>
                  </a:lnTo>
                  <a:lnTo>
                    <a:pt x="20524" y="19833"/>
                  </a:lnTo>
                  <a:lnTo>
                    <a:pt x="20451" y="19348"/>
                  </a:lnTo>
                  <a:lnTo>
                    <a:pt x="20333" y="18862"/>
                  </a:lnTo>
                  <a:lnTo>
                    <a:pt x="20186" y="18377"/>
                  </a:lnTo>
                  <a:lnTo>
                    <a:pt x="20009" y="17921"/>
                  </a:lnTo>
                  <a:lnTo>
                    <a:pt x="19803" y="17465"/>
                  </a:lnTo>
                  <a:lnTo>
                    <a:pt x="19568" y="17023"/>
                  </a:lnTo>
                  <a:lnTo>
                    <a:pt x="19788" y="16567"/>
                  </a:lnTo>
                  <a:lnTo>
                    <a:pt x="19994" y="16111"/>
                  </a:lnTo>
                  <a:lnTo>
                    <a:pt x="20156" y="15640"/>
                  </a:lnTo>
                  <a:lnTo>
                    <a:pt x="20289" y="15169"/>
                  </a:lnTo>
                  <a:lnTo>
                    <a:pt x="20406" y="14684"/>
                  </a:lnTo>
                  <a:lnTo>
                    <a:pt x="20480" y="14198"/>
                  </a:lnTo>
                  <a:lnTo>
                    <a:pt x="20524" y="13698"/>
                  </a:lnTo>
                  <a:lnTo>
                    <a:pt x="20539" y="13198"/>
                  </a:lnTo>
                  <a:lnTo>
                    <a:pt x="20524" y="12786"/>
                  </a:lnTo>
                  <a:lnTo>
                    <a:pt x="20495" y="12374"/>
                  </a:lnTo>
                  <a:lnTo>
                    <a:pt x="20451" y="11977"/>
                  </a:lnTo>
                  <a:lnTo>
                    <a:pt x="20377" y="11580"/>
                  </a:lnTo>
                  <a:lnTo>
                    <a:pt x="20289" y="11197"/>
                  </a:lnTo>
                  <a:lnTo>
                    <a:pt x="20171" y="10814"/>
                  </a:lnTo>
                  <a:lnTo>
                    <a:pt x="20053" y="10432"/>
                  </a:lnTo>
                  <a:lnTo>
                    <a:pt x="19906" y="10079"/>
                  </a:lnTo>
                  <a:lnTo>
                    <a:pt x="19744" y="9711"/>
                  </a:lnTo>
                  <a:lnTo>
                    <a:pt x="19568" y="9373"/>
                  </a:lnTo>
                  <a:lnTo>
                    <a:pt x="19377" y="9034"/>
                  </a:lnTo>
                  <a:lnTo>
                    <a:pt x="19171" y="8711"/>
                  </a:lnTo>
                  <a:lnTo>
                    <a:pt x="18950" y="8387"/>
                  </a:lnTo>
                  <a:lnTo>
                    <a:pt x="18700" y="8093"/>
                  </a:lnTo>
                  <a:lnTo>
                    <a:pt x="18450" y="7798"/>
                  </a:lnTo>
                  <a:lnTo>
                    <a:pt x="18185" y="7519"/>
                  </a:lnTo>
                  <a:lnTo>
                    <a:pt x="17905" y="7254"/>
                  </a:lnTo>
                  <a:lnTo>
                    <a:pt x="17611" y="7004"/>
                  </a:lnTo>
                  <a:lnTo>
                    <a:pt x="17317" y="6769"/>
                  </a:lnTo>
                  <a:lnTo>
                    <a:pt x="16993" y="6533"/>
                  </a:lnTo>
                  <a:lnTo>
                    <a:pt x="16669" y="6327"/>
                  </a:lnTo>
                  <a:lnTo>
                    <a:pt x="16331" y="6136"/>
                  </a:lnTo>
                  <a:lnTo>
                    <a:pt x="15993" y="5959"/>
                  </a:lnTo>
                  <a:lnTo>
                    <a:pt x="15640" y="5798"/>
                  </a:lnTo>
                  <a:lnTo>
                    <a:pt x="15272" y="5650"/>
                  </a:lnTo>
                  <a:lnTo>
                    <a:pt x="14889" y="5533"/>
                  </a:lnTo>
                  <a:lnTo>
                    <a:pt x="14521" y="5415"/>
                  </a:lnTo>
                  <a:lnTo>
                    <a:pt x="14124" y="5327"/>
                  </a:lnTo>
                  <a:lnTo>
                    <a:pt x="13727" y="5253"/>
                  </a:lnTo>
                  <a:lnTo>
                    <a:pt x="13330" y="5209"/>
                  </a:lnTo>
                  <a:lnTo>
                    <a:pt x="12918" y="5180"/>
                  </a:lnTo>
                  <a:lnTo>
                    <a:pt x="12506" y="5165"/>
                  </a:lnTo>
                  <a:lnTo>
                    <a:pt x="12006" y="5180"/>
                  </a:lnTo>
                  <a:lnTo>
                    <a:pt x="11505" y="5238"/>
                  </a:lnTo>
                  <a:lnTo>
                    <a:pt x="11476" y="4959"/>
                  </a:lnTo>
                  <a:lnTo>
                    <a:pt x="11432" y="4694"/>
                  </a:lnTo>
                  <a:lnTo>
                    <a:pt x="11373" y="4429"/>
                  </a:lnTo>
                  <a:lnTo>
                    <a:pt x="11299" y="4164"/>
                  </a:lnTo>
                  <a:lnTo>
                    <a:pt x="11226" y="3914"/>
                  </a:lnTo>
                  <a:lnTo>
                    <a:pt x="11123" y="3664"/>
                  </a:lnTo>
                  <a:lnTo>
                    <a:pt x="11020" y="3414"/>
                  </a:lnTo>
                  <a:lnTo>
                    <a:pt x="10917" y="3179"/>
                  </a:lnTo>
                  <a:lnTo>
                    <a:pt x="10784" y="2943"/>
                  </a:lnTo>
                  <a:lnTo>
                    <a:pt x="10652" y="2723"/>
                  </a:lnTo>
                  <a:lnTo>
                    <a:pt x="10505" y="2502"/>
                  </a:lnTo>
                  <a:lnTo>
                    <a:pt x="10358" y="2296"/>
                  </a:lnTo>
                  <a:lnTo>
                    <a:pt x="10196" y="2090"/>
                  </a:lnTo>
                  <a:lnTo>
                    <a:pt x="10019" y="1884"/>
                  </a:lnTo>
                  <a:lnTo>
                    <a:pt x="9843" y="1707"/>
                  </a:lnTo>
                  <a:lnTo>
                    <a:pt x="9652" y="1516"/>
                  </a:lnTo>
                  <a:lnTo>
                    <a:pt x="9446" y="1354"/>
                  </a:lnTo>
                  <a:lnTo>
                    <a:pt x="9254" y="1178"/>
                  </a:lnTo>
                  <a:lnTo>
                    <a:pt x="9034" y="1031"/>
                  </a:lnTo>
                  <a:lnTo>
                    <a:pt x="8813" y="884"/>
                  </a:lnTo>
                  <a:lnTo>
                    <a:pt x="8592" y="751"/>
                  </a:lnTo>
                  <a:lnTo>
                    <a:pt x="8357" y="619"/>
                  </a:lnTo>
                  <a:lnTo>
                    <a:pt x="8121" y="516"/>
                  </a:lnTo>
                  <a:lnTo>
                    <a:pt x="7886" y="413"/>
                  </a:lnTo>
                  <a:lnTo>
                    <a:pt x="7636" y="310"/>
                  </a:lnTo>
                  <a:lnTo>
                    <a:pt x="7371" y="236"/>
                  </a:lnTo>
                  <a:lnTo>
                    <a:pt x="7121" y="163"/>
                  </a:lnTo>
                  <a:lnTo>
                    <a:pt x="6856" y="104"/>
                  </a:lnTo>
                  <a:lnTo>
                    <a:pt x="6591" y="60"/>
                  </a:lnTo>
                  <a:lnTo>
                    <a:pt x="6312" y="30"/>
                  </a:lnTo>
                  <a:lnTo>
                    <a:pt x="6047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1258;p38">
              <a:extLst>
                <a:ext uri="{FF2B5EF4-FFF2-40B4-BE49-F238E27FC236}">
                  <a16:creationId xmlns:a16="http://schemas.microsoft.com/office/drawing/2014/main" id="{0148A406-F3B3-16ED-30A8-E1D3D5D69F86}"/>
                </a:ext>
              </a:extLst>
            </p:cNvPr>
            <p:cNvSpPr/>
            <p:nvPr/>
          </p:nvSpPr>
          <p:spPr>
            <a:xfrm>
              <a:off x="5169775" y="847200"/>
              <a:ext cx="401300" cy="353125"/>
            </a:xfrm>
            <a:custGeom>
              <a:avLst/>
              <a:gdLst/>
              <a:ahLst/>
              <a:cxnLst/>
              <a:rect l="l" t="t" r="r" b="b"/>
              <a:pathLst>
                <a:path w="16052" h="14125" extrusionOk="0">
                  <a:moveTo>
                    <a:pt x="8019" y="1"/>
                  </a:moveTo>
                  <a:lnTo>
                    <a:pt x="7607" y="16"/>
                  </a:lnTo>
                  <a:lnTo>
                    <a:pt x="7210" y="45"/>
                  </a:lnTo>
                  <a:lnTo>
                    <a:pt x="6798" y="89"/>
                  </a:lnTo>
                  <a:lnTo>
                    <a:pt x="6415" y="163"/>
                  </a:lnTo>
                  <a:lnTo>
                    <a:pt x="6018" y="251"/>
                  </a:lnTo>
                  <a:lnTo>
                    <a:pt x="5635" y="369"/>
                  </a:lnTo>
                  <a:lnTo>
                    <a:pt x="5268" y="486"/>
                  </a:lnTo>
                  <a:lnTo>
                    <a:pt x="4900" y="634"/>
                  </a:lnTo>
                  <a:lnTo>
                    <a:pt x="4547" y="795"/>
                  </a:lnTo>
                  <a:lnTo>
                    <a:pt x="4208" y="972"/>
                  </a:lnTo>
                  <a:lnTo>
                    <a:pt x="3870" y="1163"/>
                  </a:lnTo>
                  <a:lnTo>
                    <a:pt x="3546" y="1369"/>
                  </a:lnTo>
                  <a:lnTo>
                    <a:pt x="3223" y="1605"/>
                  </a:lnTo>
                  <a:lnTo>
                    <a:pt x="2928" y="1840"/>
                  </a:lnTo>
                  <a:lnTo>
                    <a:pt x="2634" y="2090"/>
                  </a:lnTo>
                  <a:lnTo>
                    <a:pt x="2355" y="2355"/>
                  </a:lnTo>
                  <a:lnTo>
                    <a:pt x="2090" y="2634"/>
                  </a:lnTo>
                  <a:lnTo>
                    <a:pt x="1840" y="2929"/>
                  </a:lnTo>
                  <a:lnTo>
                    <a:pt x="1589" y="3223"/>
                  </a:lnTo>
                  <a:lnTo>
                    <a:pt x="1369" y="3547"/>
                  </a:lnTo>
                  <a:lnTo>
                    <a:pt x="1163" y="3870"/>
                  </a:lnTo>
                  <a:lnTo>
                    <a:pt x="972" y="4209"/>
                  </a:lnTo>
                  <a:lnTo>
                    <a:pt x="795" y="4547"/>
                  </a:lnTo>
                  <a:lnTo>
                    <a:pt x="633" y="4915"/>
                  </a:lnTo>
                  <a:lnTo>
                    <a:pt x="486" y="5268"/>
                  </a:lnTo>
                  <a:lnTo>
                    <a:pt x="354" y="5650"/>
                  </a:lnTo>
                  <a:lnTo>
                    <a:pt x="251" y="6033"/>
                  </a:lnTo>
                  <a:lnTo>
                    <a:pt x="162" y="6416"/>
                  </a:lnTo>
                  <a:lnTo>
                    <a:pt x="89" y="6813"/>
                  </a:lnTo>
                  <a:lnTo>
                    <a:pt x="45" y="7210"/>
                  </a:lnTo>
                  <a:lnTo>
                    <a:pt x="15" y="7622"/>
                  </a:lnTo>
                  <a:lnTo>
                    <a:pt x="1" y="8034"/>
                  </a:lnTo>
                  <a:lnTo>
                    <a:pt x="15" y="8475"/>
                  </a:lnTo>
                  <a:lnTo>
                    <a:pt x="45" y="8902"/>
                  </a:lnTo>
                  <a:lnTo>
                    <a:pt x="103" y="9343"/>
                  </a:lnTo>
                  <a:lnTo>
                    <a:pt x="192" y="9755"/>
                  </a:lnTo>
                  <a:lnTo>
                    <a:pt x="295" y="10182"/>
                  </a:lnTo>
                  <a:lnTo>
                    <a:pt x="412" y="10594"/>
                  </a:lnTo>
                  <a:lnTo>
                    <a:pt x="560" y="10991"/>
                  </a:lnTo>
                  <a:lnTo>
                    <a:pt x="736" y="11388"/>
                  </a:lnTo>
                  <a:lnTo>
                    <a:pt x="927" y="11771"/>
                  </a:lnTo>
                  <a:lnTo>
                    <a:pt x="1133" y="12153"/>
                  </a:lnTo>
                  <a:lnTo>
                    <a:pt x="1369" y="12507"/>
                  </a:lnTo>
                  <a:lnTo>
                    <a:pt x="1619" y="12860"/>
                  </a:lnTo>
                  <a:lnTo>
                    <a:pt x="1884" y="13198"/>
                  </a:lnTo>
                  <a:lnTo>
                    <a:pt x="2178" y="13522"/>
                  </a:lnTo>
                  <a:lnTo>
                    <a:pt x="2487" y="13831"/>
                  </a:lnTo>
                  <a:lnTo>
                    <a:pt x="2811" y="14125"/>
                  </a:lnTo>
                  <a:lnTo>
                    <a:pt x="3311" y="13536"/>
                  </a:lnTo>
                  <a:lnTo>
                    <a:pt x="3017" y="13272"/>
                  </a:lnTo>
                  <a:lnTo>
                    <a:pt x="2737" y="12992"/>
                  </a:lnTo>
                  <a:lnTo>
                    <a:pt x="2472" y="12698"/>
                  </a:lnTo>
                  <a:lnTo>
                    <a:pt x="2237" y="12404"/>
                  </a:lnTo>
                  <a:lnTo>
                    <a:pt x="2001" y="12080"/>
                  </a:lnTo>
                  <a:lnTo>
                    <a:pt x="1795" y="11756"/>
                  </a:lnTo>
                  <a:lnTo>
                    <a:pt x="1604" y="11418"/>
                  </a:lnTo>
                  <a:lnTo>
                    <a:pt x="1428" y="11065"/>
                  </a:lnTo>
                  <a:lnTo>
                    <a:pt x="1280" y="10712"/>
                  </a:lnTo>
                  <a:lnTo>
                    <a:pt x="1148" y="10344"/>
                  </a:lnTo>
                  <a:lnTo>
                    <a:pt x="1030" y="9976"/>
                  </a:lnTo>
                  <a:lnTo>
                    <a:pt x="942" y="9593"/>
                  </a:lnTo>
                  <a:lnTo>
                    <a:pt x="869" y="9211"/>
                  </a:lnTo>
                  <a:lnTo>
                    <a:pt x="810" y="8828"/>
                  </a:lnTo>
                  <a:lnTo>
                    <a:pt x="780" y="8431"/>
                  </a:lnTo>
                  <a:lnTo>
                    <a:pt x="766" y="8034"/>
                  </a:lnTo>
                  <a:lnTo>
                    <a:pt x="780" y="7666"/>
                  </a:lnTo>
                  <a:lnTo>
                    <a:pt x="810" y="7284"/>
                  </a:lnTo>
                  <a:lnTo>
                    <a:pt x="854" y="6930"/>
                  </a:lnTo>
                  <a:lnTo>
                    <a:pt x="913" y="6577"/>
                  </a:lnTo>
                  <a:lnTo>
                    <a:pt x="1001" y="6224"/>
                  </a:lnTo>
                  <a:lnTo>
                    <a:pt x="1089" y="5871"/>
                  </a:lnTo>
                  <a:lnTo>
                    <a:pt x="1207" y="5533"/>
                  </a:lnTo>
                  <a:lnTo>
                    <a:pt x="1339" y="5209"/>
                  </a:lnTo>
                  <a:lnTo>
                    <a:pt x="1486" y="4885"/>
                  </a:lnTo>
                  <a:lnTo>
                    <a:pt x="1648" y="4576"/>
                  </a:lnTo>
                  <a:lnTo>
                    <a:pt x="1825" y="4268"/>
                  </a:lnTo>
                  <a:lnTo>
                    <a:pt x="2016" y="3973"/>
                  </a:lnTo>
                  <a:lnTo>
                    <a:pt x="2207" y="3694"/>
                  </a:lnTo>
                  <a:lnTo>
                    <a:pt x="2428" y="3414"/>
                  </a:lnTo>
                  <a:lnTo>
                    <a:pt x="2663" y="3149"/>
                  </a:lnTo>
                  <a:lnTo>
                    <a:pt x="2899" y="2899"/>
                  </a:lnTo>
                  <a:lnTo>
                    <a:pt x="3149" y="2664"/>
                  </a:lnTo>
                  <a:lnTo>
                    <a:pt x="3414" y="2428"/>
                  </a:lnTo>
                  <a:lnTo>
                    <a:pt x="3693" y="2222"/>
                  </a:lnTo>
                  <a:lnTo>
                    <a:pt x="3973" y="2016"/>
                  </a:lnTo>
                  <a:lnTo>
                    <a:pt x="4267" y="1825"/>
                  </a:lnTo>
                  <a:lnTo>
                    <a:pt x="4576" y="1649"/>
                  </a:lnTo>
                  <a:lnTo>
                    <a:pt x="4885" y="1487"/>
                  </a:lnTo>
                  <a:lnTo>
                    <a:pt x="5209" y="1354"/>
                  </a:lnTo>
                  <a:lnTo>
                    <a:pt x="5532" y="1222"/>
                  </a:lnTo>
                  <a:lnTo>
                    <a:pt x="5871" y="1104"/>
                  </a:lnTo>
                  <a:lnTo>
                    <a:pt x="6209" y="1001"/>
                  </a:lnTo>
                  <a:lnTo>
                    <a:pt x="6562" y="928"/>
                  </a:lnTo>
                  <a:lnTo>
                    <a:pt x="6915" y="854"/>
                  </a:lnTo>
                  <a:lnTo>
                    <a:pt x="7283" y="810"/>
                  </a:lnTo>
                  <a:lnTo>
                    <a:pt x="7651" y="781"/>
                  </a:lnTo>
                  <a:lnTo>
                    <a:pt x="8401" y="781"/>
                  </a:lnTo>
                  <a:lnTo>
                    <a:pt x="8769" y="810"/>
                  </a:lnTo>
                  <a:lnTo>
                    <a:pt x="9122" y="854"/>
                  </a:lnTo>
                  <a:lnTo>
                    <a:pt x="9490" y="928"/>
                  </a:lnTo>
                  <a:lnTo>
                    <a:pt x="9828" y="1001"/>
                  </a:lnTo>
                  <a:lnTo>
                    <a:pt x="10182" y="1104"/>
                  </a:lnTo>
                  <a:lnTo>
                    <a:pt x="10520" y="1222"/>
                  </a:lnTo>
                  <a:lnTo>
                    <a:pt x="10844" y="1354"/>
                  </a:lnTo>
                  <a:lnTo>
                    <a:pt x="11167" y="1487"/>
                  </a:lnTo>
                  <a:lnTo>
                    <a:pt x="11476" y="1649"/>
                  </a:lnTo>
                  <a:lnTo>
                    <a:pt x="11785" y="1825"/>
                  </a:lnTo>
                  <a:lnTo>
                    <a:pt x="12079" y="2016"/>
                  </a:lnTo>
                  <a:lnTo>
                    <a:pt x="12359" y="2222"/>
                  </a:lnTo>
                  <a:lnTo>
                    <a:pt x="12639" y="2428"/>
                  </a:lnTo>
                  <a:lnTo>
                    <a:pt x="12903" y="2664"/>
                  </a:lnTo>
                  <a:lnTo>
                    <a:pt x="13153" y="2899"/>
                  </a:lnTo>
                  <a:lnTo>
                    <a:pt x="13389" y="3149"/>
                  </a:lnTo>
                  <a:lnTo>
                    <a:pt x="13624" y="3414"/>
                  </a:lnTo>
                  <a:lnTo>
                    <a:pt x="13830" y="3694"/>
                  </a:lnTo>
                  <a:lnTo>
                    <a:pt x="14036" y="3973"/>
                  </a:lnTo>
                  <a:lnTo>
                    <a:pt x="14227" y="4268"/>
                  </a:lnTo>
                  <a:lnTo>
                    <a:pt x="14404" y="4576"/>
                  </a:lnTo>
                  <a:lnTo>
                    <a:pt x="14566" y="4885"/>
                  </a:lnTo>
                  <a:lnTo>
                    <a:pt x="14698" y="5209"/>
                  </a:lnTo>
                  <a:lnTo>
                    <a:pt x="14831" y="5533"/>
                  </a:lnTo>
                  <a:lnTo>
                    <a:pt x="14948" y="5871"/>
                  </a:lnTo>
                  <a:lnTo>
                    <a:pt x="15051" y="6224"/>
                  </a:lnTo>
                  <a:lnTo>
                    <a:pt x="15125" y="6577"/>
                  </a:lnTo>
                  <a:lnTo>
                    <a:pt x="15198" y="6930"/>
                  </a:lnTo>
                  <a:lnTo>
                    <a:pt x="15243" y="7284"/>
                  </a:lnTo>
                  <a:lnTo>
                    <a:pt x="15272" y="7666"/>
                  </a:lnTo>
                  <a:lnTo>
                    <a:pt x="15272" y="8034"/>
                  </a:lnTo>
                  <a:lnTo>
                    <a:pt x="16052" y="8034"/>
                  </a:lnTo>
                  <a:lnTo>
                    <a:pt x="16037" y="7622"/>
                  </a:lnTo>
                  <a:lnTo>
                    <a:pt x="16008" y="7210"/>
                  </a:lnTo>
                  <a:lnTo>
                    <a:pt x="15964" y="6813"/>
                  </a:lnTo>
                  <a:lnTo>
                    <a:pt x="15890" y="6416"/>
                  </a:lnTo>
                  <a:lnTo>
                    <a:pt x="15802" y="6033"/>
                  </a:lnTo>
                  <a:lnTo>
                    <a:pt x="15684" y="5650"/>
                  </a:lnTo>
                  <a:lnTo>
                    <a:pt x="15566" y="5268"/>
                  </a:lnTo>
                  <a:lnTo>
                    <a:pt x="15419" y="4915"/>
                  </a:lnTo>
                  <a:lnTo>
                    <a:pt x="15257" y="4547"/>
                  </a:lnTo>
                  <a:lnTo>
                    <a:pt x="15081" y="4209"/>
                  </a:lnTo>
                  <a:lnTo>
                    <a:pt x="14890" y="3870"/>
                  </a:lnTo>
                  <a:lnTo>
                    <a:pt x="14684" y="3547"/>
                  </a:lnTo>
                  <a:lnTo>
                    <a:pt x="14463" y="3223"/>
                  </a:lnTo>
                  <a:lnTo>
                    <a:pt x="14213" y="2929"/>
                  </a:lnTo>
                  <a:lnTo>
                    <a:pt x="13963" y="2634"/>
                  </a:lnTo>
                  <a:lnTo>
                    <a:pt x="13698" y="2355"/>
                  </a:lnTo>
                  <a:lnTo>
                    <a:pt x="13418" y="2090"/>
                  </a:lnTo>
                  <a:lnTo>
                    <a:pt x="13124" y="1840"/>
                  </a:lnTo>
                  <a:lnTo>
                    <a:pt x="12830" y="1605"/>
                  </a:lnTo>
                  <a:lnTo>
                    <a:pt x="12506" y="1369"/>
                  </a:lnTo>
                  <a:lnTo>
                    <a:pt x="12182" y="1163"/>
                  </a:lnTo>
                  <a:lnTo>
                    <a:pt x="11844" y="972"/>
                  </a:lnTo>
                  <a:lnTo>
                    <a:pt x="11506" y="795"/>
                  </a:lnTo>
                  <a:lnTo>
                    <a:pt x="11153" y="634"/>
                  </a:lnTo>
                  <a:lnTo>
                    <a:pt x="10785" y="486"/>
                  </a:lnTo>
                  <a:lnTo>
                    <a:pt x="10402" y="369"/>
                  </a:lnTo>
                  <a:lnTo>
                    <a:pt x="10034" y="251"/>
                  </a:lnTo>
                  <a:lnTo>
                    <a:pt x="9637" y="163"/>
                  </a:lnTo>
                  <a:lnTo>
                    <a:pt x="9240" y="89"/>
                  </a:lnTo>
                  <a:lnTo>
                    <a:pt x="8843" y="45"/>
                  </a:lnTo>
                  <a:lnTo>
                    <a:pt x="8431" y="16"/>
                  </a:lnTo>
                  <a:lnTo>
                    <a:pt x="8019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1259;p38">
              <a:extLst>
                <a:ext uri="{FF2B5EF4-FFF2-40B4-BE49-F238E27FC236}">
                  <a16:creationId xmlns:a16="http://schemas.microsoft.com/office/drawing/2014/main" id="{642F7107-6084-7FE6-454D-A0CEF7E89B51}"/>
                </a:ext>
              </a:extLst>
            </p:cNvPr>
            <p:cNvSpPr/>
            <p:nvPr/>
          </p:nvSpPr>
          <p:spPr>
            <a:xfrm>
              <a:off x="5155075" y="838025"/>
              <a:ext cx="71725" cy="107775"/>
            </a:xfrm>
            <a:custGeom>
              <a:avLst/>
              <a:gdLst/>
              <a:ahLst/>
              <a:cxnLst/>
              <a:rect l="l" t="t" r="r" b="b"/>
              <a:pathLst>
                <a:path w="2869" h="4311" extrusionOk="0">
                  <a:moveTo>
                    <a:pt x="765" y="0"/>
                  </a:moveTo>
                  <a:lnTo>
                    <a:pt x="0" y="44"/>
                  </a:lnTo>
                  <a:lnTo>
                    <a:pt x="15" y="353"/>
                  </a:lnTo>
                  <a:lnTo>
                    <a:pt x="74" y="662"/>
                  </a:lnTo>
                  <a:lnTo>
                    <a:pt x="132" y="971"/>
                  </a:lnTo>
                  <a:lnTo>
                    <a:pt x="206" y="1280"/>
                  </a:lnTo>
                  <a:lnTo>
                    <a:pt x="309" y="1574"/>
                  </a:lnTo>
                  <a:lnTo>
                    <a:pt x="427" y="1869"/>
                  </a:lnTo>
                  <a:lnTo>
                    <a:pt x="559" y="2163"/>
                  </a:lnTo>
                  <a:lnTo>
                    <a:pt x="706" y="2442"/>
                  </a:lnTo>
                  <a:lnTo>
                    <a:pt x="868" y="2707"/>
                  </a:lnTo>
                  <a:lnTo>
                    <a:pt x="1059" y="2972"/>
                  </a:lnTo>
                  <a:lnTo>
                    <a:pt x="1251" y="3222"/>
                  </a:lnTo>
                  <a:lnTo>
                    <a:pt x="1457" y="3458"/>
                  </a:lnTo>
                  <a:lnTo>
                    <a:pt x="1677" y="3693"/>
                  </a:lnTo>
                  <a:lnTo>
                    <a:pt x="1913" y="3914"/>
                  </a:lnTo>
                  <a:lnTo>
                    <a:pt x="2163" y="4120"/>
                  </a:lnTo>
                  <a:lnTo>
                    <a:pt x="2428" y="4311"/>
                  </a:lnTo>
                  <a:lnTo>
                    <a:pt x="2869" y="3678"/>
                  </a:lnTo>
                  <a:lnTo>
                    <a:pt x="2648" y="3502"/>
                  </a:lnTo>
                  <a:lnTo>
                    <a:pt x="2428" y="3325"/>
                  </a:lnTo>
                  <a:lnTo>
                    <a:pt x="2222" y="3149"/>
                  </a:lnTo>
                  <a:lnTo>
                    <a:pt x="2030" y="2943"/>
                  </a:lnTo>
                  <a:lnTo>
                    <a:pt x="1854" y="2737"/>
                  </a:lnTo>
                  <a:lnTo>
                    <a:pt x="1677" y="2516"/>
                  </a:lnTo>
                  <a:lnTo>
                    <a:pt x="1530" y="2295"/>
                  </a:lnTo>
                  <a:lnTo>
                    <a:pt x="1383" y="2060"/>
                  </a:lnTo>
                  <a:lnTo>
                    <a:pt x="1251" y="1824"/>
                  </a:lnTo>
                  <a:lnTo>
                    <a:pt x="1148" y="1574"/>
                  </a:lnTo>
                  <a:lnTo>
                    <a:pt x="1045" y="1324"/>
                  </a:lnTo>
                  <a:lnTo>
                    <a:pt x="956" y="1059"/>
                  </a:lnTo>
                  <a:lnTo>
                    <a:pt x="883" y="795"/>
                  </a:lnTo>
                  <a:lnTo>
                    <a:pt x="824" y="530"/>
                  </a:lnTo>
                  <a:lnTo>
                    <a:pt x="794" y="265"/>
                  </a:lnTo>
                  <a:lnTo>
                    <a:pt x="765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1260;p38">
              <a:extLst>
                <a:ext uri="{FF2B5EF4-FFF2-40B4-BE49-F238E27FC236}">
                  <a16:creationId xmlns:a16="http://schemas.microsoft.com/office/drawing/2014/main" id="{48EB5F7B-0B8F-CE0D-9C22-B7A6C802058F}"/>
                </a:ext>
              </a:extLst>
            </p:cNvPr>
            <p:cNvSpPr/>
            <p:nvPr/>
          </p:nvSpPr>
          <p:spPr>
            <a:xfrm>
              <a:off x="5315050" y="1077825"/>
              <a:ext cx="257125" cy="189075"/>
            </a:xfrm>
            <a:custGeom>
              <a:avLst/>
              <a:gdLst/>
              <a:ahLst/>
              <a:cxnLst/>
              <a:rect l="l" t="t" r="r" b="b"/>
              <a:pathLst>
                <a:path w="10285" h="7563" extrusionOk="0">
                  <a:moveTo>
                    <a:pt x="1" y="1"/>
                  </a:moveTo>
                  <a:lnTo>
                    <a:pt x="1" y="265"/>
                  </a:lnTo>
                  <a:lnTo>
                    <a:pt x="16" y="530"/>
                  </a:lnTo>
                  <a:lnTo>
                    <a:pt x="30" y="780"/>
                  </a:lnTo>
                  <a:lnTo>
                    <a:pt x="60" y="1045"/>
                  </a:lnTo>
                  <a:lnTo>
                    <a:pt x="104" y="1295"/>
                  </a:lnTo>
                  <a:lnTo>
                    <a:pt x="148" y="1560"/>
                  </a:lnTo>
                  <a:lnTo>
                    <a:pt x="207" y="1810"/>
                  </a:lnTo>
                  <a:lnTo>
                    <a:pt x="280" y="2060"/>
                  </a:lnTo>
                  <a:lnTo>
                    <a:pt x="383" y="2428"/>
                  </a:lnTo>
                  <a:lnTo>
                    <a:pt x="516" y="2781"/>
                  </a:lnTo>
                  <a:lnTo>
                    <a:pt x="678" y="3134"/>
                  </a:lnTo>
                  <a:lnTo>
                    <a:pt x="854" y="3473"/>
                  </a:lnTo>
                  <a:lnTo>
                    <a:pt x="1046" y="3796"/>
                  </a:lnTo>
                  <a:lnTo>
                    <a:pt x="1251" y="4120"/>
                  </a:lnTo>
                  <a:lnTo>
                    <a:pt x="1472" y="4444"/>
                  </a:lnTo>
                  <a:lnTo>
                    <a:pt x="1708" y="4738"/>
                  </a:lnTo>
                  <a:lnTo>
                    <a:pt x="1972" y="5032"/>
                  </a:lnTo>
                  <a:lnTo>
                    <a:pt x="2252" y="5312"/>
                  </a:lnTo>
                  <a:lnTo>
                    <a:pt x="2531" y="5577"/>
                  </a:lnTo>
                  <a:lnTo>
                    <a:pt x="2840" y="5827"/>
                  </a:lnTo>
                  <a:lnTo>
                    <a:pt x="3164" y="6062"/>
                  </a:lnTo>
                  <a:lnTo>
                    <a:pt x="3488" y="6283"/>
                  </a:lnTo>
                  <a:lnTo>
                    <a:pt x="3841" y="6504"/>
                  </a:lnTo>
                  <a:lnTo>
                    <a:pt x="4194" y="6695"/>
                  </a:lnTo>
                  <a:lnTo>
                    <a:pt x="4621" y="6901"/>
                  </a:lnTo>
                  <a:lnTo>
                    <a:pt x="5062" y="7077"/>
                  </a:lnTo>
                  <a:lnTo>
                    <a:pt x="5503" y="7224"/>
                  </a:lnTo>
                  <a:lnTo>
                    <a:pt x="5959" y="7342"/>
                  </a:lnTo>
                  <a:lnTo>
                    <a:pt x="6416" y="7445"/>
                  </a:lnTo>
                  <a:lnTo>
                    <a:pt x="6872" y="7504"/>
                  </a:lnTo>
                  <a:lnTo>
                    <a:pt x="7328" y="7548"/>
                  </a:lnTo>
                  <a:lnTo>
                    <a:pt x="7784" y="7563"/>
                  </a:lnTo>
                  <a:lnTo>
                    <a:pt x="8108" y="7563"/>
                  </a:lnTo>
                  <a:lnTo>
                    <a:pt x="8416" y="7533"/>
                  </a:lnTo>
                  <a:lnTo>
                    <a:pt x="8740" y="7504"/>
                  </a:lnTo>
                  <a:lnTo>
                    <a:pt x="9049" y="7460"/>
                  </a:lnTo>
                  <a:lnTo>
                    <a:pt x="9373" y="7386"/>
                  </a:lnTo>
                  <a:lnTo>
                    <a:pt x="9682" y="7313"/>
                  </a:lnTo>
                  <a:lnTo>
                    <a:pt x="9991" y="7224"/>
                  </a:lnTo>
                  <a:lnTo>
                    <a:pt x="10285" y="7121"/>
                  </a:lnTo>
                  <a:lnTo>
                    <a:pt x="10020" y="6401"/>
                  </a:lnTo>
                  <a:lnTo>
                    <a:pt x="9682" y="6504"/>
                  </a:lnTo>
                  <a:lnTo>
                    <a:pt x="9358" y="6607"/>
                  </a:lnTo>
                  <a:lnTo>
                    <a:pt x="9020" y="6680"/>
                  </a:lnTo>
                  <a:lnTo>
                    <a:pt x="8681" y="6724"/>
                  </a:lnTo>
                  <a:lnTo>
                    <a:pt x="8328" y="6768"/>
                  </a:lnTo>
                  <a:lnTo>
                    <a:pt x="7990" y="6783"/>
                  </a:lnTo>
                  <a:lnTo>
                    <a:pt x="7637" y="6783"/>
                  </a:lnTo>
                  <a:lnTo>
                    <a:pt x="7284" y="6768"/>
                  </a:lnTo>
                  <a:lnTo>
                    <a:pt x="6945" y="6739"/>
                  </a:lnTo>
                  <a:lnTo>
                    <a:pt x="6592" y="6680"/>
                  </a:lnTo>
                  <a:lnTo>
                    <a:pt x="6239" y="6621"/>
                  </a:lnTo>
                  <a:lnTo>
                    <a:pt x="5901" y="6533"/>
                  </a:lnTo>
                  <a:lnTo>
                    <a:pt x="5548" y="6430"/>
                  </a:lnTo>
                  <a:lnTo>
                    <a:pt x="5209" y="6298"/>
                  </a:lnTo>
                  <a:lnTo>
                    <a:pt x="4871" y="6165"/>
                  </a:lnTo>
                  <a:lnTo>
                    <a:pt x="4547" y="6003"/>
                  </a:lnTo>
                  <a:lnTo>
                    <a:pt x="4223" y="5827"/>
                  </a:lnTo>
                  <a:lnTo>
                    <a:pt x="3914" y="5636"/>
                  </a:lnTo>
                  <a:lnTo>
                    <a:pt x="3605" y="5444"/>
                  </a:lnTo>
                  <a:lnTo>
                    <a:pt x="3326" y="5224"/>
                  </a:lnTo>
                  <a:lnTo>
                    <a:pt x="3046" y="5003"/>
                  </a:lnTo>
                  <a:lnTo>
                    <a:pt x="2796" y="4753"/>
                  </a:lnTo>
                  <a:lnTo>
                    <a:pt x="2546" y="4517"/>
                  </a:lnTo>
                  <a:lnTo>
                    <a:pt x="2311" y="4253"/>
                  </a:lnTo>
                  <a:lnTo>
                    <a:pt x="2090" y="3973"/>
                  </a:lnTo>
                  <a:lnTo>
                    <a:pt x="1899" y="3693"/>
                  </a:lnTo>
                  <a:lnTo>
                    <a:pt x="1708" y="3414"/>
                  </a:lnTo>
                  <a:lnTo>
                    <a:pt x="1531" y="3105"/>
                  </a:lnTo>
                  <a:lnTo>
                    <a:pt x="1384" y="2811"/>
                  </a:lnTo>
                  <a:lnTo>
                    <a:pt x="1237" y="2487"/>
                  </a:lnTo>
                  <a:lnTo>
                    <a:pt x="1119" y="2178"/>
                  </a:lnTo>
                  <a:lnTo>
                    <a:pt x="1016" y="1854"/>
                  </a:lnTo>
                  <a:lnTo>
                    <a:pt x="913" y="1398"/>
                  </a:lnTo>
                  <a:lnTo>
                    <a:pt x="825" y="942"/>
                  </a:lnTo>
                  <a:lnTo>
                    <a:pt x="781" y="471"/>
                  </a:lnTo>
                  <a:lnTo>
                    <a:pt x="766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1261;p38">
              <a:extLst>
                <a:ext uri="{FF2B5EF4-FFF2-40B4-BE49-F238E27FC236}">
                  <a16:creationId xmlns:a16="http://schemas.microsoft.com/office/drawing/2014/main" id="{450001FE-B04F-8A09-6353-02462E9715FB}"/>
                </a:ext>
              </a:extLst>
            </p:cNvPr>
            <p:cNvSpPr/>
            <p:nvPr/>
          </p:nvSpPr>
          <p:spPr>
            <a:xfrm>
              <a:off x="5137050" y="1189650"/>
              <a:ext cx="243150" cy="155600"/>
            </a:xfrm>
            <a:custGeom>
              <a:avLst/>
              <a:gdLst/>
              <a:ahLst/>
              <a:cxnLst/>
              <a:rect l="l" t="t" r="r" b="b"/>
              <a:pathLst>
                <a:path w="9726" h="6224" extrusionOk="0">
                  <a:moveTo>
                    <a:pt x="9681" y="0"/>
                  </a:moveTo>
                  <a:lnTo>
                    <a:pt x="8901" y="103"/>
                  </a:lnTo>
                  <a:lnTo>
                    <a:pt x="8931" y="339"/>
                  </a:lnTo>
                  <a:lnTo>
                    <a:pt x="8945" y="574"/>
                  </a:lnTo>
                  <a:lnTo>
                    <a:pt x="8945" y="809"/>
                  </a:lnTo>
                  <a:lnTo>
                    <a:pt x="8931" y="1045"/>
                  </a:lnTo>
                  <a:lnTo>
                    <a:pt x="8916" y="1280"/>
                  </a:lnTo>
                  <a:lnTo>
                    <a:pt x="8872" y="1501"/>
                  </a:lnTo>
                  <a:lnTo>
                    <a:pt x="8828" y="1736"/>
                  </a:lnTo>
                  <a:lnTo>
                    <a:pt x="8783" y="1957"/>
                  </a:lnTo>
                  <a:lnTo>
                    <a:pt x="8710" y="2178"/>
                  </a:lnTo>
                  <a:lnTo>
                    <a:pt x="8636" y="2398"/>
                  </a:lnTo>
                  <a:lnTo>
                    <a:pt x="8548" y="2619"/>
                  </a:lnTo>
                  <a:lnTo>
                    <a:pt x="8445" y="2825"/>
                  </a:lnTo>
                  <a:lnTo>
                    <a:pt x="8342" y="3031"/>
                  </a:lnTo>
                  <a:lnTo>
                    <a:pt x="8210" y="3237"/>
                  </a:lnTo>
                  <a:lnTo>
                    <a:pt x="8077" y="3428"/>
                  </a:lnTo>
                  <a:lnTo>
                    <a:pt x="7945" y="3619"/>
                  </a:lnTo>
                  <a:lnTo>
                    <a:pt x="7783" y="3796"/>
                  </a:lnTo>
                  <a:lnTo>
                    <a:pt x="7636" y="3973"/>
                  </a:lnTo>
                  <a:lnTo>
                    <a:pt x="7459" y="4149"/>
                  </a:lnTo>
                  <a:lnTo>
                    <a:pt x="7297" y="4296"/>
                  </a:lnTo>
                  <a:lnTo>
                    <a:pt x="7106" y="4443"/>
                  </a:lnTo>
                  <a:lnTo>
                    <a:pt x="6930" y="4591"/>
                  </a:lnTo>
                  <a:lnTo>
                    <a:pt x="6738" y="4723"/>
                  </a:lnTo>
                  <a:lnTo>
                    <a:pt x="6532" y="4841"/>
                  </a:lnTo>
                  <a:lnTo>
                    <a:pt x="6326" y="4944"/>
                  </a:lnTo>
                  <a:lnTo>
                    <a:pt x="6120" y="5047"/>
                  </a:lnTo>
                  <a:lnTo>
                    <a:pt x="5900" y="5135"/>
                  </a:lnTo>
                  <a:lnTo>
                    <a:pt x="5694" y="5208"/>
                  </a:lnTo>
                  <a:lnTo>
                    <a:pt x="5458" y="5282"/>
                  </a:lnTo>
                  <a:lnTo>
                    <a:pt x="5238" y="5341"/>
                  </a:lnTo>
                  <a:lnTo>
                    <a:pt x="5002" y="5385"/>
                  </a:lnTo>
                  <a:lnTo>
                    <a:pt x="4767" y="5429"/>
                  </a:lnTo>
                  <a:lnTo>
                    <a:pt x="4473" y="5444"/>
                  </a:lnTo>
                  <a:lnTo>
                    <a:pt x="4178" y="5459"/>
                  </a:lnTo>
                  <a:lnTo>
                    <a:pt x="3884" y="5444"/>
                  </a:lnTo>
                  <a:lnTo>
                    <a:pt x="3605" y="5429"/>
                  </a:lnTo>
                  <a:lnTo>
                    <a:pt x="3310" y="5385"/>
                  </a:lnTo>
                  <a:lnTo>
                    <a:pt x="3031" y="5311"/>
                  </a:lnTo>
                  <a:lnTo>
                    <a:pt x="2751" y="5238"/>
                  </a:lnTo>
                  <a:lnTo>
                    <a:pt x="2472" y="5150"/>
                  </a:lnTo>
                  <a:lnTo>
                    <a:pt x="2207" y="5032"/>
                  </a:lnTo>
                  <a:lnTo>
                    <a:pt x="1957" y="4899"/>
                  </a:lnTo>
                  <a:lnTo>
                    <a:pt x="1707" y="4767"/>
                  </a:lnTo>
                  <a:lnTo>
                    <a:pt x="1457" y="4605"/>
                  </a:lnTo>
                  <a:lnTo>
                    <a:pt x="1221" y="4429"/>
                  </a:lnTo>
                  <a:lnTo>
                    <a:pt x="1001" y="4237"/>
                  </a:lnTo>
                  <a:lnTo>
                    <a:pt x="795" y="4046"/>
                  </a:lnTo>
                  <a:lnTo>
                    <a:pt x="589" y="3825"/>
                  </a:lnTo>
                  <a:lnTo>
                    <a:pt x="0" y="4340"/>
                  </a:lnTo>
                  <a:lnTo>
                    <a:pt x="206" y="4561"/>
                  </a:lnTo>
                  <a:lnTo>
                    <a:pt x="427" y="4767"/>
                  </a:lnTo>
                  <a:lnTo>
                    <a:pt x="647" y="4958"/>
                  </a:lnTo>
                  <a:lnTo>
                    <a:pt x="883" y="5150"/>
                  </a:lnTo>
                  <a:lnTo>
                    <a:pt x="1118" y="5311"/>
                  </a:lnTo>
                  <a:lnTo>
                    <a:pt x="1368" y="5473"/>
                  </a:lnTo>
                  <a:lnTo>
                    <a:pt x="1633" y="5606"/>
                  </a:lnTo>
                  <a:lnTo>
                    <a:pt x="1898" y="5738"/>
                  </a:lnTo>
                  <a:lnTo>
                    <a:pt x="2163" y="5856"/>
                  </a:lnTo>
                  <a:lnTo>
                    <a:pt x="2442" y="5944"/>
                  </a:lnTo>
                  <a:lnTo>
                    <a:pt x="2722" y="6032"/>
                  </a:lnTo>
                  <a:lnTo>
                    <a:pt x="3001" y="6106"/>
                  </a:lnTo>
                  <a:lnTo>
                    <a:pt x="3296" y="6165"/>
                  </a:lnTo>
                  <a:lnTo>
                    <a:pt x="3590" y="6194"/>
                  </a:lnTo>
                  <a:lnTo>
                    <a:pt x="3884" y="6224"/>
                  </a:lnTo>
                  <a:lnTo>
                    <a:pt x="4517" y="6224"/>
                  </a:lnTo>
                  <a:lnTo>
                    <a:pt x="4855" y="6194"/>
                  </a:lnTo>
                  <a:lnTo>
                    <a:pt x="5135" y="6150"/>
                  </a:lnTo>
                  <a:lnTo>
                    <a:pt x="5400" y="6091"/>
                  </a:lnTo>
                  <a:lnTo>
                    <a:pt x="5664" y="6032"/>
                  </a:lnTo>
                  <a:lnTo>
                    <a:pt x="5929" y="5944"/>
                  </a:lnTo>
                  <a:lnTo>
                    <a:pt x="6194" y="5856"/>
                  </a:lnTo>
                  <a:lnTo>
                    <a:pt x="6429" y="5753"/>
                  </a:lnTo>
                  <a:lnTo>
                    <a:pt x="6680" y="5635"/>
                  </a:lnTo>
                  <a:lnTo>
                    <a:pt x="6915" y="5517"/>
                  </a:lnTo>
                  <a:lnTo>
                    <a:pt x="7150" y="5370"/>
                  </a:lnTo>
                  <a:lnTo>
                    <a:pt x="7371" y="5223"/>
                  </a:lnTo>
                  <a:lnTo>
                    <a:pt x="7592" y="5061"/>
                  </a:lnTo>
                  <a:lnTo>
                    <a:pt x="7798" y="4885"/>
                  </a:lnTo>
                  <a:lnTo>
                    <a:pt x="8004" y="4708"/>
                  </a:lnTo>
                  <a:lnTo>
                    <a:pt x="8195" y="4517"/>
                  </a:lnTo>
                  <a:lnTo>
                    <a:pt x="8371" y="4311"/>
                  </a:lnTo>
                  <a:lnTo>
                    <a:pt x="8548" y="4090"/>
                  </a:lnTo>
                  <a:lnTo>
                    <a:pt x="8710" y="3870"/>
                  </a:lnTo>
                  <a:lnTo>
                    <a:pt x="8872" y="3649"/>
                  </a:lnTo>
                  <a:lnTo>
                    <a:pt x="9004" y="3414"/>
                  </a:lnTo>
                  <a:lnTo>
                    <a:pt x="9137" y="3163"/>
                  </a:lnTo>
                  <a:lnTo>
                    <a:pt x="9254" y="2928"/>
                  </a:lnTo>
                  <a:lnTo>
                    <a:pt x="9357" y="2678"/>
                  </a:lnTo>
                  <a:lnTo>
                    <a:pt x="9446" y="2413"/>
                  </a:lnTo>
                  <a:lnTo>
                    <a:pt x="9519" y="2163"/>
                  </a:lnTo>
                  <a:lnTo>
                    <a:pt x="9593" y="1898"/>
                  </a:lnTo>
                  <a:lnTo>
                    <a:pt x="9637" y="1633"/>
                  </a:lnTo>
                  <a:lnTo>
                    <a:pt x="9681" y="1368"/>
                  </a:lnTo>
                  <a:lnTo>
                    <a:pt x="9710" y="1104"/>
                  </a:lnTo>
                  <a:lnTo>
                    <a:pt x="9725" y="824"/>
                  </a:lnTo>
                  <a:lnTo>
                    <a:pt x="9710" y="559"/>
                  </a:lnTo>
                  <a:lnTo>
                    <a:pt x="9710" y="280"/>
                  </a:lnTo>
                  <a:lnTo>
                    <a:pt x="968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1262;p38">
              <a:extLst>
                <a:ext uri="{FF2B5EF4-FFF2-40B4-BE49-F238E27FC236}">
                  <a16:creationId xmlns:a16="http://schemas.microsoft.com/office/drawing/2014/main" id="{EBB4129B-6429-B4B4-35D5-2689D356A8D7}"/>
                </a:ext>
              </a:extLst>
            </p:cNvPr>
            <p:cNvSpPr/>
            <p:nvPr/>
          </p:nvSpPr>
          <p:spPr>
            <a:xfrm>
              <a:off x="5057600" y="1505950"/>
              <a:ext cx="275150" cy="283625"/>
            </a:xfrm>
            <a:custGeom>
              <a:avLst/>
              <a:gdLst/>
              <a:ahLst/>
              <a:cxnLst/>
              <a:rect l="l" t="t" r="r" b="b"/>
              <a:pathLst>
                <a:path w="11006" h="11345" extrusionOk="0">
                  <a:moveTo>
                    <a:pt x="7415" y="1"/>
                  </a:moveTo>
                  <a:lnTo>
                    <a:pt x="6959" y="30"/>
                  </a:lnTo>
                  <a:lnTo>
                    <a:pt x="6503" y="75"/>
                  </a:lnTo>
                  <a:lnTo>
                    <a:pt x="6047" y="163"/>
                  </a:lnTo>
                  <a:lnTo>
                    <a:pt x="5591" y="266"/>
                  </a:lnTo>
                  <a:lnTo>
                    <a:pt x="5150" y="413"/>
                  </a:lnTo>
                  <a:lnTo>
                    <a:pt x="4708" y="575"/>
                  </a:lnTo>
                  <a:lnTo>
                    <a:pt x="4282" y="766"/>
                  </a:lnTo>
                  <a:lnTo>
                    <a:pt x="3870" y="987"/>
                  </a:lnTo>
                  <a:lnTo>
                    <a:pt x="3546" y="1178"/>
                  </a:lnTo>
                  <a:lnTo>
                    <a:pt x="3222" y="1384"/>
                  </a:lnTo>
                  <a:lnTo>
                    <a:pt x="2928" y="1605"/>
                  </a:lnTo>
                  <a:lnTo>
                    <a:pt x="2634" y="1840"/>
                  </a:lnTo>
                  <a:lnTo>
                    <a:pt x="2354" y="2090"/>
                  </a:lnTo>
                  <a:lnTo>
                    <a:pt x="2104" y="2355"/>
                  </a:lnTo>
                  <a:lnTo>
                    <a:pt x="1854" y="2634"/>
                  </a:lnTo>
                  <a:lnTo>
                    <a:pt x="1619" y="2914"/>
                  </a:lnTo>
                  <a:lnTo>
                    <a:pt x="1398" y="3208"/>
                  </a:lnTo>
                  <a:lnTo>
                    <a:pt x="1192" y="3517"/>
                  </a:lnTo>
                  <a:lnTo>
                    <a:pt x="1001" y="3841"/>
                  </a:lnTo>
                  <a:lnTo>
                    <a:pt x="824" y="4165"/>
                  </a:lnTo>
                  <a:lnTo>
                    <a:pt x="662" y="4503"/>
                  </a:lnTo>
                  <a:lnTo>
                    <a:pt x="515" y="4856"/>
                  </a:lnTo>
                  <a:lnTo>
                    <a:pt x="383" y="5209"/>
                  </a:lnTo>
                  <a:lnTo>
                    <a:pt x="280" y="5577"/>
                  </a:lnTo>
                  <a:lnTo>
                    <a:pt x="191" y="5945"/>
                  </a:lnTo>
                  <a:lnTo>
                    <a:pt x="118" y="6313"/>
                  </a:lnTo>
                  <a:lnTo>
                    <a:pt x="59" y="6680"/>
                  </a:lnTo>
                  <a:lnTo>
                    <a:pt x="15" y="7048"/>
                  </a:lnTo>
                  <a:lnTo>
                    <a:pt x="0" y="7416"/>
                  </a:lnTo>
                  <a:lnTo>
                    <a:pt x="0" y="7799"/>
                  </a:lnTo>
                  <a:lnTo>
                    <a:pt x="15" y="8166"/>
                  </a:lnTo>
                  <a:lnTo>
                    <a:pt x="59" y="8534"/>
                  </a:lnTo>
                  <a:lnTo>
                    <a:pt x="103" y="8902"/>
                  </a:lnTo>
                  <a:lnTo>
                    <a:pt x="177" y="9255"/>
                  </a:lnTo>
                  <a:lnTo>
                    <a:pt x="265" y="9623"/>
                  </a:lnTo>
                  <a:lnTo>
                    <a:pt x="368" y="9976"/>
                  </a:lnTo>
                  <a:lnTo>
                    <a:pt x="500" y="10329"/>
                  </a:lnTo>
                  <a:lnTo>
                    <a:pt x="648" y="10668"/>
                  </a:lnTo>
                  <a:lnTo>
                    <a:pt x="809" y="11021"/>
                  </a:lnTo>
                  <a:lnTo>
                    <a:pt x="986" y="11344"/>
                  </a:lnTo>
                  <a:lnTo>
                    <a:pt x="1663" y="10976"/>
                  </a:lnTo>
                  <a:lnTo>
                    <a:pt x="1501" y="10668"/>
                  </a:lnTo>
                  <a:lnTo>
                    <a:pt x="1354" y="10359"/>
                  </a:lnTo>
                  <a:lnTo>
                    <a:pt x="1221" y="10050"/>
                  </a:lnTo>
                  <a:lnTo>
                    <a:pt x="1118" y="9741"/>
                  </a:lnTo>
                  <a:lnTo>
                    <a:pt x="1015" y="9417"/>
                  </a:lnTo>
                  <a:lnTo>
                    <a:pt x="927" y="9093"/>
                  </a:lnTo>
                  <a:lnTo>
                    <a:pt x="868" y="8770"/>
                  </a:lnTo>
                  <a:lnTo>
                    <a:pt x="824" y="8431"/>
                  </a:lnTo>
                  <a:lnTo>
                    <a:pt x="795" y="8108"/>
                  </a:lnTo>
                  <a:lnTo>
                    <a:pt x="780" y="7769"/>
                  </a:lnTo>
                  <a:lnTo>
                    <a:pt x="780" y="7445"/>
                  </a:lnTo>
                  <a:lnTo>
                    <a:pt x="795" y="7107"/>
                  </a:lnTo>
                  <a:lnTo>
                    <a:pt x="824" y="6769"/>
                  </a:lnTo>
                  <a:lnTo>
                    <a:pt x="868" y="6445"/>
                  </a:lnTo>
                  <a:lnTo>
                    <a:pt x="942" y="6107"/>
                  </a:lnTo>
                  <a:lnTo>
                    <a:pt x="1030" y="5783"/>
                  </a:lnTo>
                  <a:lnTo>
                    <a:pt x="1118" y="5445"/>
                  </a:lnTo>
                  <a:lnTo>
                    <a:pt x="1236" y="5136"/>
                  </a:lnTo>
                  <a:lnTo>
                    <a:pt x="1368" y="4827"/>
                  </a:lnTo>
                  <a:lnTo>
                    <a:pt x="1516" y="4518"/>
                  </a:lnTo>
                  <a:lnTo>
                    <a:pt x="1663" y="4223"/>
                  </a:lnTo>
                  <a:lnTo>
                    <a:pt x="1839" y="3944"/>
                  </a:lnTo>
                  <a:lnTo>
                    <a:pt x="2031" y="3664"/>
                  </a:lnTo>
                  <a:lnTo>
                    <a:pt x="2222" y="3400"/>
                  </a:lnTo>
                  <a:lnTo>
                    <a:pt x="2428" y="3135"/>
                  </a:lnTo>
                  <a:lnTo>
                    <a:pt x="2663" y="2885"/>
                  </a:lnTo>
                  <a:lnTo>
                    <a:pt x="2899" y="2649"/>
                  </a:lnTo>
                  <a:lnTo>
                    <a:pt x="3134" y="2429"/>
                  </a:lnTo>
                  <a:lnTo>
                    <a:pt x="3399" y="2223"/>
                  </a:lnTo>
                  <a:lnTo>
                    <a:pt x="3678" y="2017"/>
                  </a:lnTo>
                  <a:lnTo>
                    <a:pt x="3958" y="1825"/>
                  </a:lnTo>
                  <a:lnTo>
                    <a:pt x="4252" y="1649"/>
                  </a:lnTo>
                  <a:lnTo>
                    <a:pt x="4620" y="1457"/>
                  </a:lnTo>
                  <a:lnTo>
                    <a:pt x="5002" y="1281"/>
                  </a:lnTo>
                  <a:lnTo>
                    <a:pt x="5400" y="1134"/>
                  </a:lnTo>
                  <a:lnTo>
                    <a:pt x="5797" y="1016"/>
                  </a:lnTo>
                  <a:lnTo>
                    <a:pt x="6209" y="913"/>
                  </a:lnTo>
                  <a:lnTo>
                    <a:pt x="6606" y="840"/>
                  </a:lnTo>
                  <a:lnTo>
                    <a:pt x="7018" y="795"/>
                  </a:lnTo>
                  <a:lnTo>
                    <a:pt x="7430" y="766"/>
                  </a:lnTo>
                  <a:lnTo>
                    <a:pt x="7842" y="781"/>
                  </a:lnTo>
                  <a:lnTo>
                    <a:pt x="8254" y="795"/>
                  </a:lnTo>
                  <a:lnTo>
                    <a:pt x="8666" y="854"/>
                  </a:lnTo>
                  <a:lnTo>
                    <a:pt x="9078" y="928"/>
                  </a:lnTo>
                  <a:lnTo>
                    <a:pt x="9490" y="1031"/>
                  </a:lnTo>
                  <a:lnTo>
                    <a:pt x="9887" y="1163"/>
                  </a:lnTo>
                  <a:lnTo>
                    <a:pt x="10284" y="1310"/>
                  </a:lnTo>
                  <a:lnTo>
                    <a:pt x="10667" y="1487"/>
                  </a:lnTo>
                  <a:lnTo>
                    <a:pt x="11005" y="795"/>
                  </a:lnTo>
                  <a:lnTo>
                    <a:pt x="10578" y="604"/>
                  </a:lnTo>
                  <a:lnTo>
                    <a:pt x="10137" y="428"/>
                  </a:lnTo>
                  <a:lnTo>
                    <a:pt x="9696" y="295"/>
                  </a:lnTo>
                  <a:lnTo>
                    <a:pt x="9240" y="178"/>
                  </a:lnTo>
                  <a:lnTo>
                    <a:pt x="8798" y="89"/>
                  </a:lnTo>
                  <a:lnTo>
                    <a:pt x="8327" y="30"/>
                  </a:lnTo>
                  <a:lnTo>
                    <a:pt x="7871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1263;p38">
              <a:extLst>
                <a:ext uri="{FF2B5EF4-FFF2-40B4-BE49-F238E27FC236}">
                  <a16:creationId xmlns:a16="http://schemas.microsoft.com/office/drawing/2014/main" id="{46AAF277-E9B4-05AD-06AD-4936E8F6B82C}"/>
                </a:ext>
              </a:extLst>
            </p:cNvPr>
            <p:cNvSpPr/>
            <p:nvPr/>
          </p:nvSpPr>
          <p:spPr>
            <a:xfrm>
              <a:off x="5272775" y="1602700"/>
              <a:ext cx="107775" cy="133900"/>
            </a:xfrm>
            <a:custGeom>
              <a:avLst/>
              <a:gdLst/>
              <a:ahLst/>
              <a:cxnLst/>
              <a:rect l="l" t="t" r="r" b="b"/>
              <a:pathLst>
                <a:path w="4311" h="5356" extrusionOk="0">
                  <a:moveTo>
                    <a:pt x="74" y="0"/>
                  </a:moveTo>
                  <a:lnTo>
                    <a:pt x="0" y="765"/>
                  </a:lnTo>
                  <a:lnTo>
                    <a:pt x="206" y="795"/>
                  </a:lnTo>
                  <a:lnTo>
                    <a:pt x="397" y="824"/>
                  </a:lnTo>
                  <a:lnTo>
                    <a:pt x="589" y="868"/>
                  </a:lnTo>
                  <a:lnTo>
                    <a:pt x="765" y="927"/>
                  </a:lnTo>
                  <a:lnTo>
                    <a:pt x="956" y="986"/>
                  </a:lnTo>
                  <a:lnTo>
                    <a:pt x="1133" y="1074"/>
                  </a:lnTo>
                  <a:lnTo>
                    <a:pt x="1309" y="1148"/>
                  </a:lnTo>
                  <a:lnTo>
                    <a:pt x="1471" y="1251"/>
                  </a:lnTo>
                  <a:lnTo>
                    <a:pt x="1648" y="1339"/>
                  </a:lnTo>
                  <a:lnTo>
                    <a:pt x="1810" y="1457"/>
                  </a:lnTo>
                  <a:lnTo>
                    <a:pt x="1957" y="1575"/>
                  </a:lnTo>
                  <a:lnTo>
                    <a:pt x="2104" y="1692"/>
                  </a:lnTo>
                  <a:lnTo>
                    <a:pt x="2251" y="1825"/>
                  </a:lnTo>
                  <a:lnTo>
                    <a:pt x="2383" y="1972"/>
                  </a:lnTo>
                  <a:lnTo>
                    <a:pt x="2516" y="2104"/>
                  </a:lnTo>
                  <a:lnTo>
                    <a:pt x="2634" y="2266"/>
                  </a:lnTo>
                  <a:lnTo>
                    <a:pt x="2751" y="2413"/>
                  </a:lnTo>
                  <a:lnTo>
                    <a:pt x="2869" y="2590"/>
                  </a:lnTo>
                  <a:lnTo>
                    <a:pt x="2972" y="2752"/>
                  </a:lnTo>
                  <a:lnTo>
                    <a:pt x="3060" y="2928"/>
                  </a:lnTo>
                  <a:lnTo>
                    <a:pt x="3148" y="3105"/>
                  </a:lnTo>
                  <a:lnTo>
                    <a:pt x="3222" y="3281"/>
                  </a:lnTo>
                  <a:lnTo>
                    <a:pt x="3296" y="3472"/>
                  </a:lnTo>
                  <a:lnTo>
                    <a:pt x="3354" y="3664"/>
                  </a:lnTo>
                  <a:lnTo>
                    <a:pt x="3413" y="3855"/>
                  </a:lnTo>
                  <a:lnTo>
                    <a:pt x="3457" y="4046"/>
                  </a:lnTo>
                  <a:lnTo>
                    <a:pt x="3487" y="4252"/>
                  </a:lnTo>
                  <a:lnTo>
                    <a:pt x="3516" y="4458"/>
                  </a:lnTo>
                  <a:lnTo>
                    <a:pt x="3531" y="4649"/>
                  </a:lnTo>
                  <a:lnTo>
                    <a:pt x="3531" y="4855"/>
                  </a:lnTo>
                  <a:lnTo>
                    <a:pt x="3531" y="5076"/>
                  </a:lnTo>
                  <a:lnTo>
                    <a:pt x="3516" y="5282"/>
                  </a:lnTo>
                  <a:lnTo>
                    <a:pt x="4281" y="5356"/>
                  </a:lnTo>
                  <a:lnTo>
                    <a:pt x="4296" y="5106"/>
                  </a:lnTo>
                  <a:lnTo>
                    <a:pt x="4311" y="4855"/>
                  </a:lnTo>
                  <a:lnTo>
                    <a:pt x="4296" y="4620"/>
                  </a:lnTo>
                  <a:lnTo>
                    <a:pt x="4281" y="4370"/>
                  </a:lnTo>
                  <a:lnTo>
                    <a:pt x="4252" y="4135"/>
                  </a:lnTo>
                  <a:lnTo>
                    <a:pt x="4208" y="3899"/>
                  </a:lnTo>
                  <a:lnTo>
                    <a:pt x="4164" y="3664"/>
                  </a:lnTo>
                  <a:lnTo>
                    <a:pt x="4090" y="3428"/>
                  </a:lnTo>
                  <a:lnTo>
                    <a:pt x="4017" y="3208"/>
                  </a:lnTo>
                  <a:lnTo>
                    <a:pt x="3943" y="2987"/>
                  </a:lnTo>
                  <a:lnTo>
                    <a:pt x="3840" y="2766"/>
                  </a:lnTo>
                  <a:lnTo>
                    <a:pt x="3737" y="2560"/>
                  </a:lnTo>
                  <a:lnTo>
                    <a:pt x="3619" y="2354"/>
                  </a:lnTo>
                  <a:lnTo>
                    <a:pt x="3502" y="2148"/>
                  </a:lnTo>
                  <a:lnTo>
                    <a:pt x="3369" y="1957"/>
                  </a:lnTo>
                  <a:lnTo>
                    <a:pt x="3237" y="1781"/>
                  </a:lnTo>
                  <a:lnTo>
                    <a:pt x="3090" y="1589"/>
                  </a:lnTo>
                  <a:lnTo>
                    <a:pt x="2928" y="1427"/>
                  </a:lnTo>
                  <a:lnTo>
                    <a:pt x="2766" y="1266"/>
                  </a:lnTo>
                  <a:lnTo>
                    <a:pt x="2604" y="1104"/>
                  </a:lnTo>
                  <a:lnTo>
                    <a:pt x="2413" y="957"/>
                  </a:lnTo>
                  <a:lnTo>
                    <a:pt x="2236" y="810"/>
                  </a:lnTo>
                  <a:lnTo>
                    <a:pt x="2045" y="692"/>
                  </a:lnTo>
                  <a:lnTo>
                    <a:pt x="1854" y="559"/>
                  </a:lnTo>
                  <a:lnTo>
                    <a:pt x="1648" y="456"/>
                  </a:lnTo>
                  <a:lnTo>
                    <a:pt x="1442" y="353"/>
                  </a:lnTo>
                  <a:lnTo>
                    <a:pt x="1221" y="265"/>
                  </a:lnTo>
                  <a:lnTo>
                    <a:pt x="1000" y="192"/>
                  </a:lnTo>
                  <a:lnTo>
                    <a:pt x="780" y="118"/>
                  </a:lnTo>
                  <a:lnTo>
                    <a:pt x="544" y="59"/>
                  </a:lnTo>
                  <a:lnTo>
                    <a:pt x="324" y="30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1264;p38">
              <a:extLst>
                <a:ext uri="{FF2B5EF4-FFF2-40B4-BE49-F238E27FC236}">
                  <a16:creationId xmlns:a16="http://schemas.microsoft.com/office/drawing/2014/main" id="{53DDD0F9-976E-BF26-AF28-B97C0DE8A8E9}"/>
                </a:ext>
              </a:extLst>
            </p:cNvPr>
            <p:cNvSpPr/>
            <p:nvPr/>
          </p:nvSpPr>
          <p:spPr>
            <a:xfrm>
              <a:off x="5359925" y="1365100"/>
              <a:ext cx="190200" cy="190175"/>
            </a:xfrm>
            <a:custGeom>
              <a:avLst/>
              <a:gdLst/>
              <a:ahLst/>
              <a:cxnLst/>
              <a:rect l="l" t="t" r="r" b="b"/>
              <a:pathLst>
                <a:path w="7608" h="7607" extrusionOk="0">
                  <a:moveTo>
                    <a:pt x="1" y="0"/>
                  </a:moveTo>
                  <a:lnTo>
                    <a:pt x="1" y="780"/>
                  </a:lnTo>
                  <a:lnTo>
                    <a:pt x="354" y="780"/>
                  </a:lnTo>
                  <a:lnTo>
                    <a:pt x="692" y="809"/>
                  </a:lnTo>
                  <a:lnTo>
                    <a:pt x="1045" y="853"/>
                  </a:lnTo>
                  <a:lnTo>
                    <a:pt x="1369" y="912"/>
                  </a:lnTo>
                  <a:lnTo>
                    <a:pt x="1708" y="986"/>
                  </a:lnTo>
                  <a:lnTo>
                    <a:pt x="2031" y="1089"/>
                  </a:lnTo>
                  <a:lnTo>
                    <a:pt x="2340" y="1192"/>
                  </a:lnTo>
                  <a:lnTo>
                    <a:pt x="2664" y="1309"/>
                  </a:lnTo>
                  <a:lnTo>
                    <a:pt x="2958" y="1457"/>
                  </a:lnTo>
                  <a:lnTo>
                    <a:pt x="3252" y="1604"/>
                  </a:lnTo>
                  <a:lnTo>
                    <a:pt x="3547" y="1766"/>
                  </a:lnTo>
                  <a:lnTo>
                    <a:pt x="3811" y="1942"/>
                  </a:lnTo>
                  <a:lnTo>
                    <a:pt x="4091" y="2133"/>
                  </a:lnTo>
                  <a:lnTo>
                    <a:pt x="4341" y="2339"/>
                  </a:lnTo>
                  <a:lnTo>
                    <a:pt x="4591" y="2545"/>
                  </a:lnTo>
                  <a:lnTo>
                    <a:pt x="4827" y="2781"/>
                  </a:lnTo>
                  <a:lnTo>
                    <a:pt x="5062" y="3016"/>
                  </a:lnTo>
                  <a:lnTo>
                    <a:pt x="5268" y="3266"/>
                  </a:lnTo>
                  <a:lnTo>
                    <a:pt x="5474" y="3516"/>
                  </a:lnTo>
                  <a:lnTo>
                    <a:pt x="5665" y="3796"/>
                  </a:lnTo>
                  <a:lnTo>
                    <a:pt x="5842" y="4061"/>
                  </a:lnTo>
                  <a:lnTo>
                    <a:pt x="6004" y="4355"/>
                  </a:lnTo>
                  <a:lnTo>
                    <a:pt x="6165" y="4649"/>
                  </a:lnTo>
                  <a:lnTo>
                    <a:pt x="6298" y="4958"/>
                  </a:lnTo>
                  <a:lnTo>
                    <a:pt x="6415" y="5267"/>
                  </a:lnTo>
                  <a:lnTo>
                    <a:pt x="6533" y="5576"/>
                  </a:lnTo>
                  <a:lnTo>
                    <a:pt x="6621" y="5900"/>
                  </a:lnTo>
                  <a:lnTo>
                    <a:pt x="6695" y="6238"/>
                  </a:lnTo>
                  <a:lnTo>
                    <a:pt x="6754" y="6577"/>
                  </a:lnTo>
                  <a:lnTo>
                    <a:pt x="6798" y="6915"/>
                  </a:lnTo>
                  <a:lnTo>
                    <a:pt x="6827" y="7253"/>
                  </a:lnTo>
                  <a:lnTo>
                    <a:pt x="6827" y="7606"/>
                  </a:lnTo>
                  <a:lnTo>
                    <a:pt x="7607" y="7606"/>
                  </a:lnTo>
                  <a:lnTo>
                    <a:pt x="7592" y="7224"/>
                  </a:lnTo>
                  <a:lnTo>
                    <a:pt x="7563" y="6827"/>
                  </a:lnTo>
                  <a:lnTo>
                    <a:pt x="7519" y="6459"/>
                  </a:lnTo>
                  <a:lnTo>
                    <a:pt x="7460" y="6076"/>
                  </a:lnTo>
                  <a:lnTo>
                    <a:pt x="7372" y="5709"/>
                  </a:lnTo>
                  <a:lnTo>
                    <a:pt x="7269" y="5355"/>
                  </a:lnTo>
                  <a:lnTo>
                    <a:pt x="7151" y="5002"/>
                  </a:lnTo>
                  <a:lnTo>
                    <a:pt x="7004" y="4649"/>
                  </a:lnTo>
                  <a:lnTo>
                    <a:pt x="6857" y="4311"/>
                  </a:lnTo>
                  <a:lnTo>
                    <a:pt x="6695" y="3987"/>
                  </a:lnTo>
                  <a:lnTo>
                    <a:pt x="6504" y="3663"/>
                  </a:lnTo>
                  <a:lnTo>
                    <a:pt x="6313" y="3355"/>
                  </a:lnTo>
                  <a:lnTo>
                    <a:pt x="6092" y="3060"/>
                  </a:lnTo>
                  <a:lnTo>
                    <a:pt x="5871" y="2781"/>
                  </a:lnTo>
                  <a:lnTo>
                    <a:pt x="5636" y="2501"/>
                  </a:lnTo>
                  <a:lnTo>
                    <a:pt x="5371" y="2236"/>
                  </a:lnTo>
                  <a:lnTo>
                    <a:pt x="5106" y="1986"/>
                  </a:lnTo>
                  <a:lnTo>
                    <a:pt x="4841" y="1736"/>
                  </a:lnTo>
                  <a:lnTo>
                    <a:pt x="4547" y="1515"/>
                  </a:lnTo>
                  <a:lnTo>
                    <a:pt x="4253" y="1309"/>
                  </a:lnTo>
                  <a:lnTo>
                    <a:pt x="3944" y="1104"/>
                  </a:lnTo>
                  <a:lnTo>
                    <a:pt x="3620" y="927"/>
                  </a:lnTo>
                  <a:lnTo>
                    <a:pt x="3296" y="750"/>
                  </a:lnTo>
                  <a:lnTo>
                    <a:pt x="2958" y="603"/>
                  </a:lnTo>
                  <a:lnTo>
                    <a:pt x="2620" y="471"/>
                  </a:lnTo>
                  <a:lnTo>
                    <a:pt x="2267" y="338"/>
                  </a:lnTo>
                  <a:lnTo>
                    <a:pt x="1899" y="235"/>
                  </a:lnTo>
                  <a:lnTo>
                    <a:pt x="1531" y="162"/>
                  </a:lnTo>
                  <a:lnTo>
                    <a:pt x="1163" y="88"/>
                  </a:lnTo>
                  <a:lnTo>
                    <a:pt x="781" y="44"/>
                  </a:lnTo>
                  <a:lnTo>
                    <a:pt x="383" y="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1265;p38">
              <a:extLst>
                <a:ext uri="{FF2B5EF4-FFF2-40B4-BE49-F238E27FC236}">
                  <a16:creationId xmlns:a16="http://schemas.microsoft.com/office/drawing/2014/main" id="{1AD212C5-68D5-767B-B28D-ACC147C8D618}"/>
                </a:ext>
              </a:extLst>
            </p:cNvPr>
            <p:cNvSpPr/>
            <p:nvPr/>
          </p:nvSpPr>
          <p:spPr>
            <a:xfrm>
              <a:off x="5130050" y="1405550"/>
              <a:ext cx="109275" cy="109275"/>
            </a:xfrm>
            <a:custGeom>
              <a:avLst/>
              <a:gdLst/>
              <a:ahLst/>
              <a:cxnLst/>
              <a:rect l="l" t="t" r="r" b="b"/>
              <a:pathLst>
                <a:path w="4371" h="4371" extrusionOk="0">
                  <a:moveTo>
                    <a:pt x="1" y="0"/>
                  </a:moveTo>
                  <a:lnTo>
                    <a:pt x="1" y="780"/>
                  </a:lnTo>
                  <a:lnTo>
                    <a:pt x="177" y="780"/>
                  </a:lnTo>
                  <a:lnTo>
                    <a:pt x="368" y="795"/>
                  </a:lnTo>
                  <a:lnTo>
                    <a:pt x="545" y="824"/>
                  </a:lnTo>
                  <a:lnTo>
                    <a:pt x="721" y="854"/>
                  </a:lnTo>
                  <a:lnTo>
                    <a:pt x="898" y="898"/>
                  </a:lnTo>
                  <a:lnTo>
                    <a:pt x="1060" y="942"/>
                  </a:lnTo>
                  <a:lnTo>
                    <a:pt x="1398" y="1060"/>
                  </a:lnTo>
                  <a:lnTo>
                    <a:pt x="1707" y="1207"/>
                  </a:lnTo>
                  <a:lnTo>
                    <a:pt x="2001" y="1398"/>
                  </a:lnTo>
                  <a:lnTo>
                    <a:pt x="2281" y="1604"/>
                  </a:lnTo>
                  <a:lnTo>
                    <a:pt x="2546" y="1825"/>
                  </a:lnTo>
                  <a:lnTo>
                    <a:pt x="2767" y="2090"/>
                  </a:lnTo>
                  <a:lnTo>
                    <a:pt x="2987" y="2369"/>
                  </a:lnTo>
                  <a:lnTo>
                    <a:pt x="3164" y="2663"/>
                  </a:lnTo>
                  <a:lnTo>
                    <a:pt x="3311" y="2972"/>
                  </a:lnTo>
                  <a:lnTo>
                    <a:pt x="3429" y="3311"/>
                  </a:lnTo>
                  <a:lnTo>
                    <a:pt x="3487" y="3473"/>
                  </a:lnTo>
                  <a:lnTo>
                    <a:pt x="3517" y="3649"/>
                  </a:lnTo>
                  <a:lnTo>
                    <a:pt x="3561" y="3826"/>
                  </a:lnTo>
                  <a:lnTo>
                    <a:pt x="3576" y="4002"/>
                  </a:lnTo>
                  <a:lnTo>
                    <a:pt x="3590" y="4194"/>
                  </a:lnTo>
                  <a:lnTo>
                    <a:pt x="3590" y="4370"/>
                  </a:lnTo>
                  <a:lnTo>
                    <a:pt x="4370" y="4370"/>
                  </a:lnTo>
                  <a:lnTo>
                    <a:pt x="4370" y="4149"/>
                  </a:lnTo>
                  <a:lnTo>
                    <a:pt x="4341" y="3929"/>
                  </a:lnTo>
                  <a:lnTo>
                    <a:pt x="4326" y="3708"/>
                  </a:lnTo>
                  <a:lnTo>
                    <a:pt x="4282" y="3487"/>
                  </a:lnTo>
                  <a:lnTo>
                    <a:pt x="4238" y="3281"/>
                  </a:lnTo>
                  <a:lnTo>
                    <a:pt x="4179" y="3075"/>
                  </a:lnTo>
                  <a:lnTo>
                    <a:pt x="4105" y="2869"/>
                  </a:lnTo>
                  <a:lnTo>
                    <a:pt x="4032" y="2678"/>
                  </a:lnTo>
                  <a:lnTo>
                    <a:pt x="3944" y="2487"/>
                  </a:lnTo>
                  <a:lnTo>
                    <a:pt x="3841" y="2296"/>
                  </a:lnTo>
                  <a:lnTo>
                    <a:pt x="3738" y="2104"/>
                  </a:lnTo>
                  <a:lnTo>
                    <a:pt x="3620" y="1928"/>
                  </a:lnTo>
                  <a:lnTo>
                    <a:pt x="3502" y="1766"/>
                  </a:lnTo>
                  <a:lnTo>
                    <a:pt x="3370" y="1589"/>
                  </a:lnTo>
                  <a:lnTo>
                    <a:pt x="3237" y="1442"/>
                  </a:lnTo>
                  <a:lnTo>
                    <a:pt x="3090" y="1280"/>
                  </a:lnTo>
                  <a:lnTo>
                    <a:pt x="2943" y="1133"/>
                  </a:lnTo>
                  <a:lnTo>
                    <a:pt x="2781" y="1001"/>
                  </a:lnTo>
                  <a:lnTo>
                    <a:pt x="2605" y="868"/>
                  </a:lnTo>
                  <a:lnTo>
                    <a:pt x="2443" y="751"/>
                  </a:lnTo>
                  <a:lnTo>
                    <a:pt x="2266" y="633"/>
                  </a:lnTo>
                  <a:lnTo>
                    <a:pt x="2075" y="530"/>
                  </a:lnTo>
                  <a:lnTo>
                    <a:pt x="1898" y="442"/>
                  </a:lnTo>
                  <a:lnTo>
                    <a:pt x="1692" y="354"/>
                  </a:lnTo>
                  <a:lnTo>
                    <a:pt x="1501" y="265"/>
                  </a:lnTo>
                  <a:lnTo>
                    <a:pt x="1295" y="206"/>
                  </a:lnTo>
                  <a:lnTo>
                    <a:pt x="1089" y="148"/>
                  </a:lnTo>
                  <a:lnTo>
                    <a:pt x="883" y="89"/>
                  </a:lnTo>
                  <a:lnTo>
                    <a:pt x="663" y="59"/>
                  </a:lnTo>
                  <a:lnTo>
                    <a:pt x="442" y="30"/>
                  </a:lnTo>
                  <a:lnTo>
                    <a:pt x="221" y="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1266;p38">
              <a:extLst>
                <a:ext uri="{FF2B5EF4-FFF2-40B4-BE49-F238E27FC236}">
                  <a16:creationId xmlns:a16="http://schemas.microsoft.com/office/drawing/2014/main" id="{9341EC60-F0BA-446E-BEB3-A30B555A9CF8}"/>
                </a:ext>
              </a:extLst>
            </p:cNvPr>
            <p:cNvSpPr/>
            <p:nvPr/>
          </p:nvSpPr>
          <p:spPr>
            <a:xfrm>
              <a:off x="5389000" y="878850"/>
              <a:ext cx="86075" cy="133525"/>
            </a:xfrm>
            <a:custGeom>
              <a:avLst/>
              <a:gdLst/>
              <a:ahLst/>
              <a:cxnLst/>
              <a:rect l="l" t="t" r="r" b="b"/>
              <a:pathLst>
                <a:path w="3443" h="5341" extrusionOk="0">
                  <a:moveTo>
                    <a:pt x="3237" y="0"/>
                  </a:moveTo>
                  <a:lnTo>
                    <a:pt x="3031" y="59"/>
                  </a:lnTo>
                  <a:lnTo>
                    <a:pt x="2825" y="133"/>
                  </a:lnTo>
                  <a:lnTo>
                    <a:pt x="2634" y="206"/>
                  </a:lnTo>
                  <a:lnTo>
                    <a:pt x="2428" y="309"/>
                  </a:lnTo>
                  <a:lnTo>
                    <a:pt x="2251" y="397"/>
                  </a:lnTo>
                  <a:lnTo>
                    <a:pt x="2060" y="515"/>
                  </a:lnTo>
                  <a:lnTo>
                    <a:pt x="1883" y="633"/>
                  </a:lnTo>
                  <a:lnTo>
                    <a:pt x="1707" y="750"/>
                  </a:lnTo>
                  <a:lnTo>
                    <a:pt x="1545" y="883"/>
                  </a:lnTo>
                  <a:lnTo>
                    <a:pt x="1383" y="1030"/>
                  </a:lnTo>
                  <a:lnTo>
                    <a:pt x="1236" y="1177"/>
                  </a:lnTo>
                  <a:lnTo>
                    <a:pt x="1089" y="1339"/>
                  </a:lnTo>
                  <a:lnTo>
                    <a:pt x="956" y="1501"/>
                  </a:lnTo>
                  <a:lnTo>
                    <a:pt x="824" y="1663"/>
                  </a:lnTo>
                  <a:lnTo>
                    <a:pt x="706" y="1854"/>
                  </a:lnTo>
                  <a:lnTo>
                    <a:pt x="589" y="2030"/>
                  </a:lnTo>
                  <a:lnTo>
                    <a:pt x="486" y="2222"/>
                  </a:lnTo>
                  <a:lnTo>
                    <a:pt x="397" y="2428"/>
                  </a:lnTo>
                  <a:lnTo>
                    <a:pt x="309" y="2619"/>
                  </a:lnTo>
                  <a:lnTo>
                    <a:pt x="236" y="2825"/>
                  </a:lnTo>
                  <a:lnTo>
                    <a:pt x="162" y="3016"/>
                  </a:lnTo>
                  <a:lnTo>
                    <a:pt x="118" y="3222"/>
                  </a:lnTo>
                  <a:lnTo>
                    <a:pt x="74" y="3443"/>
                  </a:lnTo>
                  <a:lnTo>
                    <a:pt x="44" y="3649"/>
                  </a:lnTo>
                  <a:lnTo>
                    <a:pt x="15" y="3855"/>
                  </a:lnTo>
                  <a:lnTo>
                    <a:pt x="0" y="4076"/>
                  </a:lnTo>
                  <a:lnTo>
                    <a:pt x="0" y="4281"/>
                  </a:lnTo>
                  <a:lnTo>
                    <a:pt x="15" y="4502"/>
                  </a:lnTo>
                  <a:lnTo>
                    <a:pt x="30" y="4708"/>
                  </a:lnTo>
                  <a:lnTo>
                    <a:pt x="59" y="4929"/>
                  </a:lnTo>
                  <a:lnTo>
                    <a:pt x="103" y="5135"/>
                  </a:lnTo>
                  <a:lnTo>
                    <a:pt x="147" y="5341"/>
                  </a:lnTo>
                  <a:lnTo>
                    <a:pt x="898" y="5150"/>
                  </a:lnTo>
                  <a:lnTo>
                    <a:pt x="824" y="4796"/>
                  </a:lnTo>
                  <a:lnTo>
                    <a:pt x="780" y="4443"/>
                  </a:lnTo>
                  <a:lnTo>
                    <a:pt x="780" y="4090"/>
                  </a:lnTo>
                  <a:lnTo>
                    <a:pt x="809" y="3752"/>
                  </a:lnTo>
                  <a:lnTo>
                    <a:pt x="868" y="3399"/>
                  </a:lnTo>
                  <a:lnTo>
                    <a:pt x="971" y="3060"/>
                  </a:lnTo>
                  <a:lnTo>
                    <a:pt x="1089" y="2737"/>
                  </a:lnTo>
                  <a:lnTo>
                    <a:pt x="1177" y="2575"/>
                  </a:lnTo>
                  <a:lnTo>
                    <a:pt x="1251" y="2413"/>
                  </a:lnTo>
                  <a:lnTo>
                    <a:pt x="1457" y="2119"/>
                  </a:lnTo>
                  <a:lnTo>
                    <a:pt x="1677" y="1839"/>
                  </a:lnTo>
                  <a:lnTo>
                    <a:pt x="1913" y="1589"/>
                  </a:lnTo>
                  <a:lnTo>
                    <a:pt x="2178" y="1368"/>
                  </a:lnTo>
                  <a:lnTo>
                    <a:pt x="2472" y="1162"/>
                  </a:lnTo>
                  <a:lnTo>
                    <a:pt x="2781" y="1001"/>
                  </a:lnTo>
                  <a:lnTo>
                    <a:pt x="3104" y="853"/>
                  </a:lnTo>
                  <a:lnTo>
                    <a:pt x="3443" y="750"/>
                  </a:lnTo>
                  <a:lnTo>
                    <a:pt x="3237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1267;p38">
              <a:extLst>
                <a:ext uri="{FF2B5EF4-FFF2-40B4-BE49-F238E27FC236}">
                  <a16:creationId xmlns:a16="http://schemas.microsoft.com/office/drawing/2014/main" id="{4BEE3DE3-E953-32F6-A51B-D34AD53FFAA3}"/>
                </a:ext>
              </a:extLst>
            </p:cNvPr>
            <p:cNvSpPr/>
            <p:nvPr/>
          </p:nvSpPr>
          <p:spPr>
            <a:xfrm>
              <a:off x="5159100" y="1685825"/>
              <a:ext cx="49700" cy="174000"/>
            </a:xfrm>
            <a:custGeom>
              <a:avLst/>
              <a:gdLst/>
              <a:ahLst/>
              <a:cxnLst/>
              <a:rect l="l" t="t" r="r" b="b"/>
              <a:pathLst>
                <a:path w="1988" h="6960" extrusionOk="0">
                  <a:moveTo>
                    <a:pt x="1443" y="0"/>
                  </a:moveTo>
                  <a:lnTo>
                    <a:pt x="1281" y="177"/>
                  </a:lnTo>
                  <a:lnTo>
                    <a:pt x="1119" y="353"/>
                  </a:lnTo>
                  <a:lnTo>
                    <a:pt x="972" y="545"/>
                  </a:lnTo>
                  <a:lnTo>
                    <a:pt x="825" y="751"/>
                  </a:lnTo>
                  <a:lnTo>
                    <a:pt x="692" y="957"/>
                  </a:lnTo>
                  <a:lnTo>
                    <a:pt x="575" y="1163"/>
                  </a:lnTo>
                  <a:lnTo>
                    <a:pt x="472" y="1369"/>
                  </a:lnTo>
                  <a:lnTo>
                    <a:pt x="369" y="1589"/>
                  </a:lnTo>
                  <a:lnTo>
                    <a:pt x="295" y="1810"/>
                  </a:lnTo>
                  <a:lnTo>
                    <a:pt x="207" y="2045"/>
                  </a:lnTo>
                  <a:lnTo>
                    <a:pt x="148" y="2281"/>
                  </a:lnTo>
                  <a:lnTo>
                    <a:pt x="104" y="2501"/>
                  </a:lnTo>
                  <a:lnTo>
                    <a:pt x="60" y="2752"/>
                  </a:lnTo>
                  <a:lnTo>
                    <a:pt x="30" y="2987"/>
                  </a:lnTo>
                  <a:lnTo>
                    <a:pt x="1" y="3237"/>
                  </a:lnTo>
                  <a:lnTo>
                    <a:pt x="1" y="3473"/>
                  </a:lnTo>
                  <a:lnTo>
                    <a:pt x="1" y="3723"/>
                  </a:lnTo>
                  <a:lnTo>
                    <a:pt x="30" y="3958"/>
                  </a:lnTo>
                  <a:lnTo>
                    <a:pt x="60" y="4208"/>
                  </a:lnTo>
                  <a:lnTo>
                    <a:pt x="89" y="4444"/>
                  </a:lnTo>
                  <a:lnTo>
                    <a:pt x="148" y="4679"/>
                  </a:lnTo>
                  <a:lnTo>
                    <a:pt x="207" y="4914"/>
                  </a:lnTo>
                  <a:lnTo>
                    <a:pt x="280" y="5135"/>
                  </a:lnTo>
                  <a:lnTo>
                    <a:pt x="369" y="5356"/>
                  </a:lnTo>
                  <a:lnTo>
                    <a:pt x="472" y="5576"/>
                  </a:lnTo>
                  <a:lnTo>
                    <a:pt x="575" y="5797"/>
                  </a:lnTo>
                  <a:lnTo>
                    <a:pt x="692" y="6003"/>
                  </a:lnTo>
                  <a:lnTo>
                    <a:pt x="825" y="6209"/>
                  </a:lnTo>
                  <a:lnTo>
                    <a:pt x="957" y="6400"/>
                  </a:lnTo>
                  <a:lnTo>
                    <a:pt x="1104" y="6592"/>
                  </a:lnTo>
                  <a:lnTo>
                    <a:pt x="1266" y="6783"/>
                  </a:lnTo>
                  <a:lnTo>
                    <a:pt x="1428" y="6959"/>
                  </a:lnTo>
                  <a:lnTo>
                    <a:pt x="1987" y="6415"/>
                  </a:lnTo>
                  <a:lnTo>
                    <a:pt x="1840" y="6268"/>
                  </a:lnTo>
                  <a:lnTo>
                    <a:pt x="1707" y="6106"/>
                  </a:lnTo>
                  <a:lnTo>
                    <a:pt x="1575" y="5944"/>
                  </a:lnTo>
                  <a:lnTo>
                    <a:pt x="1457" y="5782"/>
                  </a:lnTo>
                  <a:lnTo>
                    <a:pt x="1354" y="5606"/>
                  </a:lnTo>
                  <a:lnTo>
                    <a:pt x="1251" y="5429"/>
                  </a:lnTo>
                  <a:lnTo>
                    <a:pt x="1163" y="5253"/>
                  </a:lnTo>
                  <a:lnTo>
                    <a:pt x="1090" y="5061"/>
                  </a:lnTo>
                  <a:lnTo>
                    <a:pt x="1016" y="4885"/>
                  </a:lnTo>
                  <a:lnTo>
                    <a:pt x="942" y="4679"/>
                  </a:lnTo>
                  <a:lnTo>
                    <a:pt x="898" y="4488"/>
                  </a:lnTo>
                  <a:lnTo>
                    <a:pt x="854" y="4296"/>
                  </a:lnTo>
                  <a:lnTo>
                    <a:pt x="810" y="4090"/>
                  </a:lnTo>
                  <a:lnTo>
                    <a:pt x="795" y="3884"/>
                  </a:lnTo>
                  <a:lnTo>
                    <a:pt x="781" y="3678"/>
                  </a:lnTo>
                  <a:lnTo>
                    <a:pt x="766" y="3473"/>
                  </a:lnTo>
                  <a:lnTo>
                    <a:pt x="781" y="3267"/>
                  </a:lnTo>
                  <a:lnTo>
                    <a:pt x="795" y="3061"/>
                  </a:lnTo>
                  <a:lnTo>
                    <a:pt x="810" y="2869"/>
                  </a:lnTo>
                  <a:lnTo>
                    <a:pt x="854" y="2663"/>
                  </a:lnTo>
                  <a:lnTo>
                    <a:pt x="898" y="2457"/>
                  </a:lnTo>
                  <a:lnTo>
                    <a:pt x="957" y="2266"/>
                  </a:lnTo>
                  <a:lnTo>
                    <a:pt x="1016" y="2075"/>
                  </a:lnTo>
                  <a:lnTo>
                    <a:pt x="1090" y="1884"/>
                  </a:lnTo>
                  <a:lnTo>
                    <a:pt x="1163" y="1707"/>
                  </a:lnTo>
                  <a:lnTo>
                    <a:pt x="1266" y="1530"/>
                  </a:lnTo>
                  <a:lnTo>
                    <a:pt x="1369" y="1354"/>
                  </a:lnTo>
                  <a:lnTo>
                    <a:pt x="1472" y="1177"/>
                  </a:lnTo>
                  <a:lnTo>
                    <a:pt x="1590" y="1016"/>
                  </a:lnTo>
                  <a:lnTo>
                    <a:pt x="1707" y="854"/>
                  </a:lnTo>
                  <a:lnTo>
                    <a:pt x="1855" y="692"/>
                  </a:lnTo>
                  <a:lnTo>
                    <a:pt x="1987" y="545"/>
                  </a:lnTo>
                  <a:lnTo>
                    <a:pt x="1443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1268;p38">
              <a:extLst>
                <a:ext uri="{FF2B5EF4-FFF2-40B4-BE49-F238E27FC236}">
                  <a16:creationId xmlns:a16="http://schemas.microsoft.com/office/drawing/2014/main" id="{63476B42-6688-0306-5252-2E8B712EE57C}"/>
                </a:ext>
              </a:extLst>
            </p:cNvPr>
            <p:cNvSpPr/>
            <p:nvPr/>
          </p:nvSpPr>
          <p:spPr>
            <a:xfrm>
              <a:off x="5141825" y="815950"/>
              <a:ext cx="45250" cy="45250"/>
            </a:xfrm>
            <a:custGeom>
              <a:avLst/>
              <a:gdLst/>
              <a:ahLst/>
              <a:cxnLst/>
              <a:rect l="l" t="t" r="r" b="b"/>
              <a:pathLst>
                <a:path w="1810" h="1810" extrusionOk="0">
                  <a:moveTo>
                    <a:pt x="824" y="0"/>
                  </a:moveTo>
                  <a:lnTo>
                    <a:pt x="721" y="15"/>
                  </a:lnTo>
                  <a:lnTo>
                    <a:pt x="648" y="44"/>
                  </a:lnTo>
                  <a:lnTo>
                    <a:pt x="559" y="74"/>
                  </a:lnTo>
                  <a:lnTo>
                    <a:pt x="398" y="147"/>
                  </a:lnTo>
                  <a:lnTo>
                    <a:pt x="265" y="265"/>
                  </a:lnTo>
                  <a:lnTo>
                    <a:pt x="162" y="398"/>
                  </a:lnTo>
                  <a:lnTo>
                    <a:pt x="74" y="545"/>
                  </a:lnTo>
                  <a:lnTo>
                    <a:pt x="44" y="633"/>
                  </a:lnTo>
                  <a:lnTo>
                    <a:pt x="30" y="721"/>
                  </a:lnTo>
                  <a:lnTo>
                    <a:pt x="15" y="810"/>
                  </a:lnTo>
                  <a:lnTo>
                    <a:pt x="0" y="898"/>
                  </a:lnTo>
                  <a:lnTo>
                    <a:pt x="15" y="1001"/>
                  </a:lnTo>
                  <a:lnTo>
                    <a:pt x="30" y="1089"/>
                  </a:lnTo>
                  <a:lnTo>
                    <a:pt x="44" y="1177"/>
                  </a:lnTo>
                  <a:lnTo>
                    <a:pt x="74" y="1251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398" y="1648"/>
                  </a:lnTo>
                  <a:lnTo>
                    <a:pt x="559" y="1736"/>
                  </a:lnTo>
                  <a:lnTo>
                    <a:pt x="648" y="1766"/>
                  </a:lnTo>
                  <a:lnTo>
                    <a:pt x="721" y="1781"/>
                  </a:lnTo>
                  <a:lnTo>
                    <a:pt x="824" y="1795"/>
                  </a:lnTo>
                  <a:lnTo>
                    <a:pt x="913" y="1810"/>
                  </a:lnTo>
                  <a:lnTo>
                    <a:pt x="1001" y="1795"/>
                  </a:lnTo>
                  <a:lnTo>
                    <a:pt x="1089" y="1781"/>
                  </a:lnTo>
                  <a:lnTo>
                    <a:pt x="1177" y="1766"/>
                  </a:lnTo>
                  <a:lnTo>
                    <a:pt x="1266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6" y="1251"/>
                  </a:lnTo>
                  <a:lnTo>
                    <a:pt x="1781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898"/>
                  </a:lnTo>
                  <a:lnTo>
                    <a:pt x="1810" y="810"/>
                  </a:lnTo>
                  <a:lnTo>
                    <a:pt x="1795" y="721"/>
                  </a:lnTo>
                  <a:lnTo>
                    <a:pt x="1781" y="633"/>
                  </a:lnTo>
                  <a:lnTo>
                    <a:pt x="1736" y="545"/>
                  </a:lnTo>
                  <a:lnTo>
                    <a:pt x="1663" y="398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66" y="74"/>
                  </a:lnTo>
                  <a:lnTo>
                    <a:pt x="1177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1269;p38">
              <a:extLst>
                <a:ext uri="{FF2B5EF4-FFF2-40B4-BE49-F238E27FC236}">
                  <a16:creationId xmlns:a16="http://schemas.microsoft.com/office/drawing/2014/main" id="{8F8F2F1C-4575-41DC-A3DE-B9A42FBC98B8}"/>
                </a:ext>
              </a:extLst>
            </p:cNvPr>
            <p:cNvSpPr/>
            <p:nvPr/>
          </p:nvSpPr>
          <p:spPr>
            <a:xfrm>
              <a:off x="5382375" y="990300"/>
              <a:ext cx="45250" cy="45250"/>
            </a:xfrm>
            <a:custGeom>
              <a:avLst/>
              <a:gdLst/>
              <a:ahLst/>
              <a:cxnLst/>
              <a:rect l="l" t="t" r="r" b="b"/>
              <a:pathLst>
                <a:path w="1810" h="1810" extrusionOk="0">
                  <a:moveTo>
                    <a:pt x="824" y="0"/>
                  </a:moveTo>
                  <a:lnTo>
                    <a:pt x="736" y="15"/>
                  </a:lnTo>
                  <a:lnTo>
                    <a:pt x="648" y="44"/>
                  </a:lnTo>
                  <a:lnTo>
                    <a:pt x="559" y="74"/>
                  </a:lnTo>
                  <a:lnTo>
                    <a:pt x="412" y="147"/>
                  </a:lnTo>
                  <a:lnTo>
                    <a:pt x="265" y="265"/>
                  </a:lnTo>
                  <a:lnTo>
                    <a:pt x="162" y="397"/>
                  </a:lnTo>
                  <a:lnTo>
                    <a:pt x="74" y="544"/>
                  </a:lnTo>
                  <a:lnTo>
                    <a:pt x="44" y="633"/>
                  </a:lnTo>
                  <a:lnTo>
                    <a:pt x="30" y="721"/>
                  </a:lnTo>
                  <a:lnTo>
                    <a:pt x="15" y="809"/>
                  </a:lnTo>
                  <a:lnTo>
                    <a:pt x="0" y="898"/>
                  </a:lnTo>
                  <a:lnTo>
                    <a:pt x="15" y="1000"/>
                  </a:lnTo>
                  <a:lnTo>
                    <a:pt x="30" y="1089"/>
                  </a:lnTo>
                  <a:lnTo>
                    <a:pt x="44" y="1177"/>
                  </a:lnTo>
                  <a:lnTo>
                    <a:pt x="74" y="1251"/>
                  </a:lnTo>
                  <a:lnTo>
                    <a:pt x="162" y="1412"/>
                  </a:lnTo>
                  <a:lnTo>
                    <a:pt x="265" y="1545"/>
                  </a:lnTo>
                  <a:lnTo>
                    <a:pt x="412" y="1648"/>
                  </a:lnTo>
                  <a:lnTo>
                    <a:pt x="559" y="1736"/>
                  </a:lnTo>
                  <a:lnTo>
                    <a:pt x="648" y="1766"/>
                  </a:lnTo>
                  <a:lnTo>
                    <a:pt x="736" y="1780"/>
                  </a:lnTo>
                  <a:lnTo>
                    <a:pt x="824" y="1795"/>
                  </a:lnTo>
                  <a:lnTo>
                    <a:pt x="912" y="1810"/>
                  </a:lnTo>
                  <a:lnTo>
                    <a:pt x="1001" y="1795"/>
                  </a:lnTo>
                  <a:lnTo>
                    <a:pt x="1089" y="1780"/>
                  </a:lnTo>
                  <a:lnTo>
                    <a:pt x="1177" y="1766"/>
                  </a:lnTo>
                  <a:lnTo>
                    <a:pt x="1266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63" y="1412"/>
                  </a:lnTo>
                  <a:lnTo>
                    <a:pt x="1751" y="1251"/>
                  </a:lnTo>
                  <a:lnTo>
                    <a:pt x="1781" y="1177"/>
                  </a:lnTo>
                  <a:lnTo>
                    <a:pt x="1795" y="1089"/>
                  </a:lnTo>
                  <a:lnTo>
                    <a:pt x="1810" y="1000"/>
                  </a:lnTo>
                  <a:lnTo>
                    <a:pt x="1810" y="898"/>
                  </a:lnTo>
                  <a:lnTo>
                    <a:pt x="1810" y="809"/>
                  </a:lnTo>
                  <a:lnTo>
                    <a:pt x="1795" y="721"/>
                  </a:lnTo>
                  <a:lnTo>
                    <a:pt x="1781" y="633"/>
                  </a:lnTo>
                  <a:lnTo>
                    <a:pt x="1751" y="544"/>
                  </a:lnTo>
                  <a:lnTo>
                    <a:pt x="1663" y="397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66" y="74"/>
                  </a:lnTo>
                  <a:lnTo>
                    <a:pt x="1177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1270;p38">
              <a:extLst>
                <a:ext uri="{FF2B5EF4-FFF2-40B4-BE49-F238E27FC236}">
                  <a16:creationId xmlns:a16="http://schemas.microsoft.com/office/drawing/2014/main" id="{25082C01-EE9A-8D0F-EB38-6E85B77C6310}"/>
                </a:ext>
              </a:extLst>
            </p:cNvPr>
            <p:cNvSpPr/>
            <p:nvPr/>
          </p:nvSpPr>
          <p:spPr>
            <a:xfrm>
              <a:off x="5229725" y="1174200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10" y="0"/>
                  </a:moveTo>
                  <a:lnTo>
                    <a:pt x="722" y="15"/>
                  </a:lnTo>
                  <a:lnTo>
                    <a:pt x="633" y="44"/>
                  </a:lnTo>
                  <a:lnTo>
                    <a:pt x="545" y="74"/>
                  </a:lnTo>
                  <a:lnTo>
                    <a:pt x="398" y="147"/>
                  </a:lnTo>
                  <a:lnTo>
                    <a:pt x="265" y="265"/>
                  </a:lnTo>
                  <a:lnTo>
                    <a:pt x="148" y="398"/>
                  </a:lnTo>
                  <a:lnTo>
                    <a:pt x="74" y="545"/>
                  </a:lnTo>
                  <a:lnTo>
                    <a:pt x="45" y="633"/>
                  </a:lnTo>
                  <a:lnTo>
                    <a:pt x="15" y="721"/>
                  </a:lnTo>
                  <a:lnTo>
                    <a:pt x="1" y="809"/>
                  </a:lnTo>
                  <a:lnTo>
                    <a:pt x="1" y="898"/>
                  </a:lnTo>
                  <a:lnTo>
                    <a:pt x="1" y="1001"/>
                  </a:lnTo>
                  <a:lnTo>
                    <a:pt x="15" y="1089"/>
                  </a:lnTo>
                  <a:lnTo>
                    <a:pt x="45" y="1177"/>
                  </a:lnTo>
                  <a:lnTo>
                    <a:pt x="74" y="1251"/>
                  </a:lnTo>
                  <a:lnTo>
                    <a:pt x="148" y="1413"/>
                  </a:lnTo>
                  <a:lnTo>
                    <a:pt x="265" y="1545"/>
                  </a:lnTo>
                  <a:lnTo>
                    <a:pt x="398" y="1648"/>
                  </a:lnTo>
                  <a:lnTo>
                    <a:pt x="545" y="1736"/>
                  </a:lnTo>
                  <a:lnTo>
                    <a:pt x="633" y="1766"/>
                  </a:lnTo>
                  <a:lnTo>
                    <a:pt x="722" y="1795"/>
                  </a:lnTo>
                  <a:lnTo>
                    <a:pt x="810" y="1795"/>
                  </a:lnTo>
                  <a:lnTo>
                    <a:pt x="898" y="1810"/>
                  </a:lnTo>
                  <a:lnTo>
                    <a:pt x="1001" y="1795"/>
                  </a:lnTo>
                  <a:lnTo>
                    <a:pt x="1089" y="1795"/>
                  </a:lnTo>
                  <a:lnTo>
                    <a:pt x="1178" y="1766"/>
                  </a:lnTo>
                  <a:lnTo>
                    <a:pt x="1251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7" y="1251"/>
                  </a:lnTo>
                  <a:lnTo>
                    <a:pt x="1766" y="1177"/>
                  </a:lnTo>
                  <a:lnTo>
                    <a:pt x="1796" y="1089"/>
                  </a:lnTo>
                  <a:lnTo>
                    <a:pt x="1810" y="1001"/>
                  </a:lnTo>
                  <a:lnTo>
                    <a:pt x="1810" y="898"/>
                  </a:lnTo>
                  <a:lnTo>
                    <a:pt x="1810" y="809"/>
                  </a:lnTo>
                  <a:lnTo>
                    <a:pt x="1796" y="721"/>
                  </a:lnTo>
                  <a:lnTo>
                    <a:pt x="1766" y="633"/>
                  </a:lnTo>
                  <a:lnTo>
                    <a:pt x="1737" y="545"/>
                  </a:lnTo>
                  <a:lnTo>
                    <a:pt x="1663" y="398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51" y="74"/>
                  </a:lnTo>
                  <a:lnTo>
                    <a:pt x="1178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1271;p38">
              <a:extLst>
                <a:ext uri="{FF2B5EF4-FFF2-40B4-BE49-F238E27FC236}">
                  <a16:creationId xmlns:a16="http://schemas.microsoft.com/office/drawing/2014/main" id="{1335D14A-2D32-2F62-78FF-58B51AF6D29F}"/>
                </a:ext>
              </a:extLst>
            </p:cNvPr>
            <p:cNvSpPr/>
            <p:nvPr/>
          </p:nvSpPr>
          <p:spPr>
            <a:xfrm>
              <a:off x="5123800" y="1267625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913" y="0"/>
                  </a:moveTo>
                  <a:lnTo>
                    <a:pt x="810" y="15"/>
                  </a:lnTo>
                  <a:lnTo>
                    <a:pt x="721" y="30"/>
                  </a:lnTo>
                  <a:lnTo>
                    <a:pt x="633" y="44"/>
                  </a:lnTo>
                  <a:lnTo>
                    <a:pt x="560" y="74"/>
                  </a:lnTo>
                  <a:lnTo>
                    <a:pt x="398" y="162"/>
                  </a:lnTo>
                  <a:lnTo>
                    <a:pt x="265" y="265"/>
                  </a:lnTo>
                  <a:lnTo>
                    <a:pt x="162" y="412"/>
                  </a:lnTo>
                  <a:lnTo>
                    <a:pt x="74" y="559"/>
                  </a:lnTo>
                  <a:lnTo>
                    <a:pt x="45" y="648"/>
                  </a:lnTo>
                  <a:lnTo>
                    <a:pt x="15" y="736"/>
                  </a:lnTo>
                  <a:lnTo>
                    <a:pt x="0" y="824"/>
                  </a:lnTo>
                  <a:lnTo>
                    <a:pt x="0" y="912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45" y="1177"/>
                  </a:lnTo>
                  <a:lnTo>
                    <a:pt x="74" y="1266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398" y="1663"/>
                  </a:lnTo>
                  <a:lnTo>
                    <a:pt x="560" y="1736"/>
                  </a:lnTo>
                  <a:lnTo>
                    <a:pt x="633" y="1780"/>
                  </a:lnTo>
                  <a:lnTo>
                    <a:pt x="721" y="1795"/>
                  </a:lnTo>
                  <a:lnTo>
                    <a:pt x="810" y="1810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7" y="1780"/>
                  </a:lnTo>
                  <a:lnTo>
                    <a:pt x="1266" y="1736"/>
                  </a:lnTo>
                  <a:lnTo>
                    <a:pt x="1413" y="1663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7" y="1266"/>
                  </a:lnTo>
                  <a:lnTo>
                    <a:pt x="1766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912"/>
                  </a:lnTo>
                  <a:lnTo>
                    <a:pt x="1810" y="824"/>
                  </a:lnTo>
                  <a:lnTo>
                    <a:pt x="1795" y="736"/>
                  </a:lnTo>
                  <a:lnTo>
                    <a:pt x="1766" y="648"/>
                  </a:lnTo>
                  <a:lnTo>
                    <a:pt x="1737" y="559"/>
                  </a:lnTo>
                  <a:lnTo>
                    <a:pt x="1663" y="412"/>
                  </a:lnTo>
                  <a:lnTo>
                    <a:pt x="1545" y="265"/>
                  </a:lnTo>
                  <a:lnTo>
                    <a:pt x="1413" y="162"/>
                  </a:lnTo>
                  <a:lnTo>
                    <a:pt x="1266" y="74"/>
                  </a:lnTo>
                  <a:lnTo>
                    <a:pt x="1177" y="44"/>
                  </a:lnTo>
                  <a:lnTo>
                    <a:pt x="1089" y="30"/>
                  </a:lnTo>
                  <a:lnTo>
                    <a:pt x="1001" y="15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1272;p38">
              <a:extLst>
                <a:ext uri="{FF2B5EF4-FFF2-40B4-BE49-F238E27FC236}">
                  <a16:creationId xmlns:a16="http://schemas.microsoft.com/office/drawing/2014/main" id="{6EFB2335-137C-B3A5-36FC-E52DFE93BECF}"/>
                </a:ext>
              </a:extLst>
            </p:cNvPr>
            <p:cNvSpPr/>
            <p:nvPr/>
          </p:nvSpPr>
          <p:spPr>
            <a:xfrm>
              <a:off x="5301825" y="1055025"/>
              <a:ext cx="45250" cy="45275"/>
            </a:xfrm>
            <a:custGeom>
              <a:avLst/>
              <a:gdLst/>
              <a:ahLst/>
              <a:cxnLst/>
              <a:rect l="l" t="t" r="r" b="b"/>
              <a:pathLst>
                <a:path w="1810" h="1811" extrusionOk="0">
                  <a:moveTo>
                    <a:pt x="912" y="0"/>
                  </a:moveTo>
                  <a:lnTo>
                    <a:pt x="824" y="15"/>
                  </a:lnTo>
                  <a:lnTo>
                    <a:pt x="721" y="30"/>
                  </a:lnTo>
                  <a:lnTo>
                    <a:pt x="648" y="45"/>
                  </a:lnTo>
                  <a:lnTo>
                    <a:pt x="559" y="74"/>
                  </a:lnTo>
                  <a:lnTo>
                    <a:pt x="398" y="162"/>
                  </a:lnTo>
                  <a:lnTo>
                    <a:pt x="265" y="265"/>
                  </a:lnTo>
                  <a:lnTo>
                    <a:pt x="162" y="412"/>
                  </a:lnTo>
                  <a:lnTo>
                    <a:pt x="74" y="560"/>
                  </a:lnTo>
                  <a:lnTo>
                    <a:pt x="44" y="648"/>
                  </a:lnTo>
                  <a:lnTo>
                    <a:pt x="30" y="736"/>
                  </a:lnTo>
                  <a:lnTo>
                    <a:pt x="15" y="824"/>
                  </a:lnTo>
                  <a:lnTo>
                    <a:pt x="0" y="913"/>
                  </a:lnTo>
                  <a:lnTo>
                    <a:pt x="15" y="1001"/>
                  </a:lnTo>
                  <a:lnTo>
                    <a:pt x="30" y="1089"/>
                  </a:lnTo>
                  <a:lnTo>
                    <a:pt x="44" y="1177"/>
                  </a:lnTo>
                  <a:lnTo>
                    <a:pt x="74" y="1266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398" y="1663"/>
                  </a:lnTo>
                  <a:lnTo>
                    <a:pt x="559" y="1751"/>
                  </a:lnTo>
                  <a:lnTo>
                    <a:pt x="648" y="1781"/>
                  </a:lnTo>
                  <a:lnTo>
                    <a:pt x="721" y="1795"/>
                  </a:lnTo>
                  <a:lnTo>
                    <a:pt x="824" y="1810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7" y="1781"/>
                  </a:lnTo>
                  <a:lnTo>
                    <a:pt x="1266" y="1751"/>
                  </a:lnTo>
                  <a:lnTo>
                    <a:pt x="1413" y="1663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6" y="1266"/>
                  </a:lnTo>
                  <a:lnTo>
                    <a:pt x="1766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913"/>
                  </a:lnTo>
                  <a:lnTo>
                    <a:pt x="1810" y="824"/>
                  </a:lnTo>
                  <a:lnTo>
                    <a:pt x="1795" y="736"/>
                  </a:lnTo>
                  <a:lnTo>
                    <a:pt x="1766" y="648"/>
                  </a:lnTo>
                  <a:lnTo>
                    <a:pt x="1736" y="560"/>
                  </a:lnTo>
                  <a:lnTo>
                    <a:pt x="1663" y="412"/>
                  </a:lnTo>
                  <a:lnTo>
                    <a:pt x="1545" y="265"/>
                  </a:lnTo>
                  <a:lnTo>
                    <a:pt x="1413" y="162"/>
                  </a:lnTo>
                  <a:lnTo>
                    <a:pt x="1266" y="74"/>
                  </a:lnTo>
                  <a:lnTo>
                    <a:pt x="1177" y="45"/>
                  </a:lnTo>
                  <a:lnTo>
                    <a:pt x="1089" y="30"/>
                  </a:lnTo>
                  <a:lnTo>
                    <a:pt x="1001" y="15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1273;p38">
              <a:extLst>
                <a:ext uri="{FF2B5EF4-FFF2-40B4-BE49-F238E27FC236}">
                  <a16:creationId xmlns:a16="http://schemas.microsoft.com/office/drawing/2014/main" id="{3E80209D-E5A5-7110-9961-8950F00B5460}"/>
                </a:ext>
              </a:extLst>
            </p:cNvPr>
            <p:cNvSpPr/>
            <p:nvPr/>
          </p:nvSpPr>
          <p:spPr>
            <a:xfrm>
              <a:off x="5337125" y="1352225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25" y="0"/>
                  </a:moveTo>
                  <a:lnTo>
                    <a:pt x="722" y="15"/>
                  </a:lnTo>
                  <a:lnTo>
                    <a:pt x="648" y="44"/>
                  </a:lnTo>
                  <a:lnTo>
                    <a:pt x="560" y="74"/>
                  </a:lnTo>
                  <a:lnTo>
                    <a:pt x="398" y="147"/>
                  </a:lnTo>
                  <a:lnTo>
                    <a:pt x="266" y="265"/>
                  </a:lnTo>
                  <a:lnTo>
                    <a:pt x="163" y="397"/>
                  </a:lnTo>
                  <a:lnTo>
                    <a:pt x="74" y="544"/>
                  </a:lnTo>
                  <a:lnTo>
                    <a:pt x="45" y="633"/>
                  </a:lnTo>
                  <a:lnTo>
                    <a:pt x="30" y="721"/>
                  </a:lnTo>
                  <a:lnTo>
                    <a:pt x="15" y="809"/>
                  </a:lnTo>
                  <a:lnTo>
                    <a:pt x="1" y="898"/>
                  </a:lnTo>
                  <a:lnTo>
                    <a:pt x="15" y="1001"/>
                  </a:lnTo>
                  <a:lnTo>
                    <a:pt x="30" y="1089"/>
                  </a:lnTo>
                  <a:lnTo>
                    <a:pt x="45" y="1177"/>
                  </a:lnTo>
                  <a:lnTo>
                    <a:pt x="74" y="1251"/>
                  </a:lnTo>
                  <a:lnTo>
                    <a:pt x="163" y="1413"/>
                  </a:lnTo>
                  <a:lnTo>
                    <a:pt x="266" y="1545"/>
                  </a:lnTo>
                  <a:lnTo>
                    <a:pt x="398" y="1648"/>
                  </a:lnTo>
                  <a:lnTo>
                    <a:pt x="560" y="1736"/>
                  </a:lnTo>
                  <a:lnTo>
                    <a:pt x="648" y="1766"/>
                  </a:lnTo>
                  <a:lnTo>
                    <a:pt x="722" y="1795"/>
                  </a:lnTo>
                  <a:lnTo>
                    <a:pt x="825" y="1810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8" y="1766"/>
                  </a:lnTo>
                  <a:lnTo>
                    <a:pt x="1266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51" y="1251"/>
                  </a:lnTo>
                  <a:lnTo>
                    <a:pt x="1781" y="1177"/>
                  </a:lnTo>
                  <a:lnTo>
                    <a:pt x="1796" y="1089"/>
                  </a:lnTo>
                  <a:lnTo>
                    <a:pt x="1810" y="1001"/>
                  </a:lnTo>
                  <a:lnTo>
                    <a:pt x="1810" y="898"/>
                  </a:lnTo>
                  <a:lnTo>
                    <a:pt x="1810" y="809"/>
                  </a:lnTo>
                  <a:lnTo>
                    <a:pt x="1796" y="721"/>
                  </a:lnTo>
                  <a:lnTo>
                    <a:pt x="1781" y="633"/>
                  </a:lnTo>
                  <a:lnTo>
                    <a:pt x="1751" y="544"/>
                  </a:lnTo>
                  <a:lnTo>
                    <a:pt x="1663" y="397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66" y="74"/>
                  </a:lnTo>
                  <a:lnTo>
                    <a:pt x="1178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1274;p38">
              <a:extLst>
                <a:ext uri="{FF2B5EF4-FFF2-40B4-BE49-F238E27FC236}">
                  <a16:creationId xmlns:a16="http://schemas.microsoft.com/office/drawing/2014/main" id="{2C8543E1-AD14-AFB4-1503-72A768944D83}"/>
                </a:ext>
              </a:extLst>
            </p:cNvPr>
            <p:cNvSpPr/>
            <p:nvPr/>
          </p:nvSpPr>
          <p:spPr>
            <a:xfrm>
              <a:off x="5300725" y="1510750"/>
              <a:ext cx="45250" cy="45625"/>
            </a:xfrm>
            <a:custGeom>
              <a:avLst/>
              <a:gdLst/>
              <a:ahLst/>
              <a:cxnLst/>
              <a:rect l="l" t="t" r="r" b="b"/>
              <a:pathLst>
                <a:path w="1810" h="1825" extrusionOk="0">
                  <a:moveTo>
                    <a:pt x="912" y="0"/>
                  </a:moveTo>
                  <a:lnTo>
                    <a:pt x="824" y="15"/>
                  </a:lnTo>
                  <a:lnTo>
                    <a:pt x="721" y="30"/>
                  </a:lnTo>
                  <a:lnTo>
                    <a:pt x="647" y="44"/>
                  </a:lnTo>
                  <a:lnTo>
                    <a:pt x="559" y="74"/>
                  </a:lnTo>
                  <a:lnTo>
                    <a:pt x="397" y="162"/>
                  </a:lnTo>
                  <a:lnTo>
                    <a:pt x="265" y="265"/>
                  </a:lnTo>
                  <a:lnTo>
                    <a:pt x="162" y="412"/>
                  </a:lnTo>
                  <a:lnTo>
                    <a:pt x="74" y="559"/>
                  </a:lnTo>
                  <a:lnTo>
                    <a:pt x="44" y="648"/>
                  </a:lnTo>
                  <a:lnTo>
                    <a:pt x="15" y="736"/>
                  </a:lnTo>
                  <a:lnTo>
                    <a:pt x="0" y="824"/>
                  </a:lnTo>
                  <a:lnTo>
                    <a:pt x="0" y="912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44" y="1177"/>
                  </a:lnTo>
                  <a:lnTo>
                    <a:pt x="74" y="1265"/>
                  </a:lnTo>
                  <a:lnTo>
                    <a:pt x="162" y="1413"/>
                  </a:lnTo>
                  <a:lnTo>
                    <a:pt x="265" y="1560"/>
                  </a:lnTo>
                  <a:lnTo>
                    <a:pt x="397" y="1663"/>
                  </a:lnTo>
                  <a:lnTo>
                    <a:pt x="559" y="1751"/>
                  </a:lnTo>
                  <a:lnTo>
                    <a:pt x="647" y="1780"/>
                  </a:lnTo>
                  <a:lnTo>
                    <a:pt x="721" y="1795"/>
                  </a:lnTo>
                  <a:lnTo>
                    <a:pt x="824" y="1810"/>
                  </a:lnTo>
                  <a:lnTo>
                    <a:pt x="912" y="1825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7" y="1780"/>
                  </a:lnTo>
                  <a:lnTo>
                    <a:pt x="1265" y="1751"/>
                  </a:lnTo>
                  <a:lnTo>
                    <a:pt x="1413" y="1663"/>
                  </a:lnTo>
                  <a:lnTo>
                    <a:pt x="1545" y="1560"/>
                  </a:lnTo>
                  <a:lnTo>
                    <a:pt x="1663" y="1413"/>
                  </a:lnTo>
                  <a:lnTo>
                    <a:pt x="1736" y="1265"/>
                  </a:lnTo>
                  <a:lnTo>
                    <a:pt x="1766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912"/>
                  </a:lnTo>
                  <a:lnTo>
                    <a:pt x="1810" y="824"/>
                  </a:lnTo>
                  <a:lnTo>
                    <a:pt x="1795" y="736"/>
                  </a:lnTo>
                  <a:lnTo>
                    <a:pt x="1766" y="648"/>
                  </a:lnTo>
                  <a:lnTo>
                    <a:pt x="1736" y="559"/>
                  </a:lnTo>
                  <a:lnTo>
                    <a:pt x="1663" y="412"/>
                  </a:lnTo>
                  <a:lnTo>
                    <a:pt x="1545" y="265"/>
                  </a:lnTo>
                  <a:lnTo>
                    <a:pt x="1413" y="162"/>
                  </a:lnTo>
                  <a:lnTo>
                    <a:pt x="1265" y="74"/>
                  </a:lnTo>
                  <a:lnTo>
                    <a:pt x="1177" y="44"/>
                  </a:lnTo>
                  <a:lnTo>
                    <a:pt x="1089" y="30"/>
                  </a:lnTo>
                  <a:lnTo>
                    <a:pt x="1001" y="15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1275;p38">
              <a:extLst>
                <a:ext uri="{FF2B5EF4-FFF2-40B4-BE49-F238E27FC236}">
                  <a16:creationId xmlns:a16="http://schemas.microsoft.com/office/drawing/2014/main" id="{8F98AB29-E9C8-6A78-D250-30ED1390696D}"/>
                </a:ext>
              </a:extLst>
            </p:cNvPr>
            <p:cNvSpPr/>
            <p:nvPr/>
          </p:nvSpPr>
          <p:spPr>
            <a:xfrm>
              <a:off x="5253275" y="1589450"/>
              <a:ext cx="45250" cy="45275"/>
            </a:xfrm>
            <a:custGeom>
              <a:avLst/>
              <a:gdLst/>
              <a:ahLst/>
              <a:cxnLst/>
              <a:rect l="l" t="t" r="r" b="b"/>
              <a:pathLst>
                <a:path w="1810" h="1811" extrusionOk="0">
                  <a:moveTo>
                    <a:pt x="898" y="1"/>
                  </a:moveTo>
                  <a:lnTo>
                    <a:pt x="809" y="15"/>
                  </a:lnTo>
                  <a:lnTo>
                    <a:pt x="721" y="15"/>
                  </a:lnTo>
                  <a:lnTo>
                    <a:pt x="633" y="45"/>
                  </a:lnTo>
                  <a:lnTo>
                    <a:pt x="545" y="74"/>
                  </a:lnTo>
                  <a:lnTo>
                    <a:pt x="397" y="163"/>
                  </a:lnTo>
                  <a:lnTo>
                    <a:pt x="265" y="266"/>
                  </a:lnTo>
                  <a:lnTo>
                    <a:pt x="147" y="398"/>
                  </a:lnTo>
                  <a:lnTo>
                    <a:pt x="59" y="560"/>
                  </a:lnTo>
                  <a:lnTo>
                    <a:pt x="30" y="633"/>
                  </a:lnTo>
                  <a:lnTo>
                    <a:pt x="15" y="722"/>
                  </a:lnTo>
                  <a:lnTo>
                    <a:pt x="0" y="810"/>
                  </a:lnTo>
                  <a:lnTo>
                    <a:pt x="0" y="913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30" y="1178"/>
                  </a:lnTo>
                  <a:lnTo>
                    <a:pt x="59" y="1266"/>
                  </a:lnTo>
                  <a:lnTo>
                    <a:pt x="147" y="1413"/>
                  </a:lnTo>
                  <a:lnTo>
                    <a:pt x="265" y="1546"/>
                  </a:lnTo>
                  <a:lnTo>
                    <a:pt x="397" y="1663"/>
                  </a:lnTo>
                  <a:lnTo>
                    <a:pt x="545" y="1737"/>
                  </a:lnTo>
                  <a:lnTo>
                    <a:pt x="633" y="1781"/>
                  </a:lnTo>
                  <a:lnTo>
                    <a:pt x="721" y="1796"/>
                  </a:lnTo>
                  <a:lnTo>
                    <a:pt x="809" y="1810"/>
                  </a:lnTo>
                  <a:lnTo>
                    <a:pt x="986" y="1810"/>
                  </a:lnTo>
                  <a:lnTo>
                    <a:pt x="1074" y="1796"/>
                  </a:lnTo>
                  <a:lnTo>
                    <a:pt x="1163" y="1781"/>
                  </a:lnTo>
                  <a:lnTo>
                    <a:pt x="1251" y="1737"/>
                  </a:lnTo>
                  <a:lnTo>
                    <a:pt x="1398" y="1663"/>
                  </a:lnTo>
                  <a:lnTo>
                    <a:pt x="1545" y="1546"/>
                  </a:lnTo>
                  <a:lnTo>
                    <a:pt x="1648" y="1413"/>
                  </a:lnTo>
                  <a:lnTo>
                    <a:pt x="1736" y="1266"/>
                  </a:lnTo>
                  <a:lnTo>
                    <a:pt x="1766" y="1178"/>
                  </a:lnTo>
                  <a:lnTo>
                    <a:pt x="1780" y="1089"/>
                  </a:lnTo>
                  <a:lnTo>
                    <a:pt x="1795" y="1001"/>
                  </a:lnTo>
                  <a:lnTo>
                    <a:pt x="1810" y="913"/>
                  </a:lnTo>
                  <a:lnTo>
                    <a:pt x="1795" y="810"/>
                  </a:lnTo>
                  <a:lnTo>
                    <a:pt x="1780" y="722"/>
                  </a:lnTo>
                  <a:lnTo>
                    <a:pt x="1766" y="633"/>
                  </a:lnTo>
                  <a:lnTo>
                    <a:pt x="1736" y="560"/>
                  </a:lnTo>
                  <a:lnTo>
                    <a:pt x="1648" y="398"/>
                  </a:lnTo>
                  <a:lnTo>
                    <a:pt x="1545" y="266"/>
                  </a:lnTo>
                  <a:lnTo>
                    <a:pt x="1398" y="163"/>
                  </a:lnTo>
                  <a:lnTo>
                    <a:pt x="1251" y="74"/>
                  </a:lnTo>
                  <a:lnTo>
                    <a:pt x="1163" y="45"/>
                  </a:lnTo>
                  <a:lnTo>
                    <a:pt x="1074" y="15"/>
                  </a:lnTo>
                  <a:lnTo>
                    <a:pt x="986" y="15"/>
                  </a:lnTo>
                  <a:lnTo>
                    <a:pt x="898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1276;p38">
              <a:extLst>
                <a:ext uri="{FF2B5EF4-FFF2-40B4-BE49-F238E27FC236}">
                  <a16:creationId xmlns:a16="http://schemas.microsoft.com/office/drawing/2014/main" id="{01B4CAE2-13B4-42E2-39E1-9930BD990E25}"/>
                </a:ext>
              </a:extLst>
            </p:cNvPr>
            <p:cNvSpPr/>
            <p:nvPr/>
          </p:nvSpPr>
          <p:spPr>
            <a:xfrm>
              <a:off x="5175300" y="1674050"/>
              <a:ext cx="45250" cy="44900"/>
            </a:xfrm>
            <a:custGeom>
              <a:avLst/>
              <a:gdLst/>
              <a:ahLst/>
              <a:cxnLst/>
              <a:rect l="l" t="t" r="r" b="b"/>
              <a:pathLst>
                <a:path w="1810" h="1796" extrusionOk="0">
                  <a:moveTo>
                    <a:pt x="809" y="1"/>
                  </a:moveTo>
                  <a:lnTo>
                    <a:pt x="721" y="15"/>
                  </a:lnTo>
                  <a:lnTo>
                    <a:pt x="633" y="30"/>
                  </a:lnTo>
                  <a:lnTo>
                    <a:pt x="545" y="59"/>
                  </a:lnTo>
                  <a:lnTo>
                    <a:pt x="397" y="148"/>
                  </a:lnTo>
                  <a:lnTo>
                    <a:pt x="265" y="265"/>
                  </a:lnTo>
                  <a:lnTo>
                    <a:pt x="147" y="398"/>
                  </a:lnTo>
                  <a:lnTo>
                    <a:pt x="74" y="545"/>
                  </a:lnTo>
                  <a:lnTo>
                    <a:pt x="44" y="633"/>
                  </a:lnTo>
                  <a:lnTo>
                    <a:pt x="15" y="721"/>
                  </a:lnTo>
                  <a:lnTo>
                    <a:pt x="0" y="810"/>
                  </a:lnTo>
                  <a:lnTo>
                    <a:pt x="0" y="898"/>
                  </a:lnTo>
                  <a:lnTo>
                    <a:pt x="0" y="986"/>
                  </a:lnTo>
                  <a:lnTo>
                    <a:pt x="15" y="1075"/>
                  </a:lnTo>
                  <a:lnTo>
                    <a:pt x="44" y="1163"/>
                  </a:lnTo>
                  <a:lnTo>
                    <a:pt x="74" y="1251"/>
                  </a:lnTo>
                  <a:lnTo>
                    <a:pt x="147" y="1398"/>
                  </a:lnTo>
                  <a:lnTo>
                    <a:pt x="265" y="1531"/>
                  </a:lnTo>
                  <a:lnTo>
                    <a:pt x="397" y="1648"/>
                  </a:lnTo>
                  <a:lnTo>
                    <a:pt x="545" y="1737"/>
                  </a:lnTo>
                  <a:lnTo>
                    <a:pt x="633" y="1766"/>
                  </a:lnTo>
                  <a:lnTo>
                    <a:pt x="721" y="1781"/>
                  </a:lnTo>
                  <a:lnTo>
                    <a:pt x="809" y="1795"/>
                  </a:lnTo>
                  <a:lnTo>
                    <a:pt x="1001" y="1795"/>
                  </a:lnTo>
                  <a:lnTo>
                    <a:pt x="1089" y="1781"/>
                  </a:lnTo>
                  <a:lnTo>
                    <a:pt x="1177" y="1766"/>
                  </a:lnTo>
                  <a:lnTo>
                    <a:pt x="1251" y="1737"/>
                  </a:lnTo>
                  <a:lnTo>
                    <a:pt x="1413" y="1648"/>
                  </a:lnTo>
                  <a:lnTo>
                    <a:pt x="1545" y="1531"/>
                  </a:lnTo>
                  <a:lnTo>
                    <a:pt x="1648" y="1398"/>
                  </a:lnTo>
                  <a:lnTo>
                    <a:pt x="1736" y="1251"/>
                  </a:lnTo>
                  <a:lnTo>
                    <a:pt x="1766" y="1163"/>
                  </a:lnTo>
                  <a:lnTo>
                    <a:pt x="1795" y="1075"/>
                  </a:lnTo>
                  <a:lnTo>
                    <a:pt x="1795" y="986"/>
                  </a:lnTo>
                  <a:lnTo>
                    <a:pt x="1810" y="898"/>
                  </a:lnTo>
                  <a:lnTo>
                    <a:pt x="1795" y="810"/>
                  </a:lnTo>
                  <a:lnTo>
                    <a:pt x="1795" y="721"/>
                  </a:lnTo>
                  <a:lnTo>
                    <a:pt x="1766" y="633"/>
                  </a:lnTo>
                  <a:lnTo>
                    <a:pt x="1736" y="545"/>
                  </a:lnTo>
                  <a:lnTo>
                    <a:pt x="1648" y="398"/>
                  </a:lnTo>
                  <a:lnTo>
                    <a:pt x="1545" y="265"/>
                  </a:lnTo>
                  <a:lnTo>
                    <a:pt x="1413" y="148"/>
                  </a:lnTo>
                  <a:lnTo>
                    <a:pt x="1251" y="59"/>
                  </a:lnTo>
                  <a:lnTo>
                    <a:pt x="1177" y="30"/>
                  </a:lnTo>
                  <a:lnTo>
                    <a:pt x="1089" y="15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1277;p38">
              <a:extLst>
                <a:ext uri="{FF2B5EF4-FFF2-40B4-BE49-F238E27FC236}">
                  <a16:creationId xmlns:a16="http://schemas.microsoft.com/office/drawing/2014/main" id="{8B12A43A-6E75-8EEC-AD4E-12327FCFB108}"/>
                </a:ext>
              </a:extLst>
            </p:cNvPr>
            <p:cNvSpPr/>
            <p:nvPr/>
          </p:nvSpPr>
          <p:spPr>
            <a:xfrm>
              <a:off x="5111650" y="1392675"/>
              <a:ext cx="45275" cy="45275"/>
            </a:xfrm>
            <a:custGeom>
              <a:avLst/>
              <a:gdLst/>
              <a:ahLst/>
              <a:cxnLst/>
              <a:rect l="l" t="t" r="r" b="b"/>
              <a:pathLst>
                <a:path w="1811" h="1811" extrusionOk="0">
                  <a:moveTo>
                    <a:pt x="810" y="1"/>
                  </a:moveTo>
                  <a:lnTo>
                    <a:pt x="722" y="15"/>
                  </a:lnTo>
                  <a:lnTo>
                    <a:pt x="634" y="45"/>
                  </a:lnTo>
                  <a:lnTo>
                    <a:pt x="545" y="74"/>
                  </a:lnTo>
                  <a:lnTo>
                    <a:pt x="398" y="148"/>
                  </a:lnTo>
                  <a:lnTo>
                    <a:pt x="266" y="265"/>
                  </a:lnTo>
                  <a:lnTo>
                    <a:pt x="148" y="398"/>
                  </a:lnTo>
                  <a:lnTo>
                    <a:pt x="75" y="560"/>
                  </a:lnTo>
                  <a:lnTo>
                    <a:pt x="45" y="633"/>
                  </a:lnTo>
                  <a:lnTo>
                    <a:pt x="16" y="721"/>
                  </a:lnTo>
                  <a:lnTo>
                    <a:pt x="1" y="810"/>
                  </a:lnTo>
                  <a:lnTo>
                    <a:pt x="1" y="898"/>
                  </a:lnTo>
                  <a:lnTo>
                    <a:pt x="1" y="1001"/>
                  </a:lnTo>
                  <a:lnTo>
                    <a:pt x="16" y="1089"/>
                  </a:lnTo>
                  <a:lnTo>
                    <a:pt x="45" y="1178"/>
                  </a:lnTo>
                  <a:lnTo>
                    <a:pt x="75" y="1251"/>
                  </a:lnTo>
                  <a:lnTo>
                    <a:pt x="148" y="1413"/>
                  </a:lnTo>
                  <a:lnTo>
                    <a:pt x="266" y="1545"/>
                  </a:lnTo>
                  <a:lnTo>
                    <a:pt x="398" y="1648"/>
                  </a:lnTo>
                  <a:lnTo>
                    <a:pt x="545" y="1737"/>
                  </a:lnTo>
                  <a:lnTo>
                    <a:pt x="634" y="1766"/>
                  </a:lnTo>
                  <a:lnTo>
                    <a:pt x="722" y="1795"/>
                  </a:lnTo>
                  <a:lnTo>
                    <a:pt x="810" y="1810"/>
                  </a:lnTo>
                  <a:lnTo>
                    <a:pt x="1001" y="1810"/>
                  </a:lnTo>
                  <a:lnTo>
                    <a:pt x="1090" y="1795"/>
                  </a:lnTo>
                  <a:lnTo>
                    <a:pt x="1178" y="1766"/>
                  </a:lnTo>
                  <a:lnTo>
                    <a:pt x="1251" y="1737"/>
                  </a:lnTo>
                  <a:lnTo>
                    <a:pt x="1413" y="1648"/>
                  </a:lnTo>
                  <a:lnTo>
                    <a:pt x="1546" y="1545"/>
                  </a:lnTo>
                  <a:lnTo>
                    <a:pt x="1649" y="1413"/>
                  </a:lnTo>
                  <a:lnTo>
                    <a:pt x="1737" y="1251"/>
                  </a:lnTo>
                  <a:lnTo>
                    <a:pt x="1766" y="1178"/>
                  </a:lnTo>
                  <a:lnTo>
                    <a:pt x="1796" y="1089"/>
                  </a:lnTo>
                  <a:lnTo>
                    <a:pt x="1811" y="1001"/>
                  </a:lnTo>
                  <a:lnTo>
                    <a:pt x="1811" y="898"/>
                  </a:lnTo>
                  <a:lnTo>
                    <a:pt x="1811" y="810"/>
                  </a:lnTo>
                  <a:lnTo>
                    <a:pt x="1796" y="721"/>
                  </a:lnTo>
                  <a:lnTo>
                    <a:pt x="1766" y="633"/>
                  </a:lnTo>
                  <a:lnTo>
                    <a:pt x="1737" y="560"/>
                  </a:lnTo>
                  <a:lnTo>
                    <a:pt x="1649" y="398"/>
                  </a:lnTo>
                  <a:lnTo>
                    <a:pt x="1546" y="265"/>
                  </a:lnTo>
                  <a:lnTo>
                    <a:pt x="1413" y="148"/>
                  </a:lnTo>
                  <a:lnTo>
                    <a:pt x="1251" y="74"/>
                  </a:lnTo>
                  <a:lnTo>
                    <a:pt x="1178" y="45"/>
                  </a:lnTo>
                  <a:lnTo>
                    <a:pt x="1090" y="15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1278;p38">
              <a:extLst>
                <a:ext uri="{FF2B5EF4-FFF2-40B4-BE49-F238E27FC236}">
                  <a16:creationId xmlns:a16="http://schemas.microsoft.com/office/drawing/2014/main" id="{40732C61-EC57-DC31-27B9-E96B88247E31}"/>
                </a:ext>
              </a:extLst>
            </p:cNvPr>
            <p:cNvSpPr/>
            <p:nvPr/>
          </p:nvSpPr>
          <p:spPr>
            <a:xfrm>
              <a:off x="3489250" y="1557450"/>
              <a:ext cx="570500" cy="62550"/>
            </a:xfrm>
            <a:custGeom>
              <a:avLst/>
              <a:gdLst/>
              <a:ahLst/>
              <a:cxnLst/>
              <a:rect l="l" t="t" r="r" b="b"/>
              <a:pathLst>
                <a:path w="22820" h="2502" extrusionOk="0">
                  <a:moveTo>
                    <a:pt x="15" y="1"/>
                  </a:moveTo>
                  <a:lnTo>
                    <a:pt x="0" y="2502"/>
                  </a:lnTo>
                  <a:lnTo>
                    <a:pt x="22819" y="2502"/>
                  </a:lnTo>
                  <a:lnTo>
                    <a:pt x="2281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1279;p38">
              <a:extLst>
                <a:ext uri="{FF2B5EF4-FFF2-40B4-BE49-F238E27FC236}">
                  <a16:creationId xmlns:a16="http://schemas.microsoft.com/office/drawing/2014/main" id="{084691CA-4586-8E8A-91EB-AED810537546}"/>
                </a:ext>
              </a:extLst>
            </p:cNvPr>
            <p:cNvSpPr/>
            <p:nvPr/>
          </p:nvSpPr>
          <p:spPr>
            <a:xfrm>
              <a:off x="3489250" y="1397100"/>
              <a:ext cx="570125" cy="63275"/>
            </a:xfrm>
            <a:custGeom>
              <a:avLst/>
              <a:gdLst/>
              <a:ahLst/>
              <a:cxnLst/>
              <a:rect l="l" t="t" r="r" b="b"/>
              <a:pathLst>
                <a:path w="22805" h="2531" extrusionOk="0">
                  <a:moveTo>
                    <a:pt x="22805" y="0"/>
                  </a:moveTo>
                  <a:lnTo>
                    <a:pt x="15" y="15"/>
                  </a:lnTo>
                  <a:lnTo>
                    <a:pt x="0" y="2531"/>
                  </a:lnTo>
                  <a:lnTo>
                    <a:pt x="22805" y="2516"/>
                  </a:lnTo>
                  <a:lnTo>
                    <a:pt x="228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1280;p38">
              <a:extLst>
                <a:ext uri="{FF2B5EF4-FFF2-40B4-BE49-F238E27FC236}">
                  <a16:creationId xmlns:a16="http://schemas.microsoft.com/office/drawing/2014/main" id="{C9936410-5795-3E6C-149B-AC2B9E7B9FE3}"/>
                </a:ext>
              </a:extLst>
            </p:cNvPr>
            <p:cNvSpPr/>
            <p:nvPr/>
          </p:nvSpPr>
          <p:spPr>
            <a:xfrm>
              <a:off x="3551025" y="1717075"/>
              <a:ext cx="447650" cy="62925"/>
            </a:xfrm>
            <a:custGeom>
              <a:avLst/>
              <a:gdLst/>
              <a:ahLst/>
              <a:cxnLst/>
              <a:rect l="l" t="t" r="r" b="b"/>
              <a:pathLst>
                <a:path w="17906" h="2517" extrusionOk="0">
                  <a:moveTo>
                    <a:pt x="17891" y="1"/>
                  </a:moveTo>
                  <a:lnTo>
                    <a:pt x="1" y="16"/>
                  </a:lnTo>
                  <a:lnTo>
                    <a:pt x="1" y="2517"/>
                  </a:lnTo>
                  <a:lnTo>
                    <a:pt x="17906" y="2517"/>
                  </a:lnTo>
                  <a:lnTo>
                    <a:pt x="178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1281;p38">
              <a:extLst>
                <a:ext uri="{FF2B5EF4-FFF2-40B4-BE49-F238E27FC236}">
                  <a16:creationId xmlns:a16="http://schemas.microsoft.com/office/drawing/2014/main" id="{078BD6D7-9327-8BE9-9FB4-4BE16FEB6C58}"/>
                </a:ext>
              </a:extLst>
            </p:cNvPr>
            <p:cNvSpPr/>
            <p:nvPr/>
          </p:nvSpPr>
          <p:spPr>
            <a:xfrm>
              <a:off x="3562450" y="1237100"/>
              <a:ext cx="424475" cy="63275"/>
            </a:xfrm>
            <a:custGeom>
              <a:avLst/>
              <a:gdLst/>
              <a:ahLst/>
              <a:cxnLst/>
              <a:rect l="l" t="t" r="r" b="b"/>
              <a:pathLst>
                <a:path w="16979" h="2531" extrusionOk="0">
                  <a:moveTo>
                    <a:pt x="16978" y="0"/>
                  </a:moveTo>
                  <a:lnTo>
                    <a:pt x="0" y="15"/>
                  </a:lnTo>
                  <a:lnTo>
                    <a:pt x="0" y="2531"/>
                  </a:lnTo>
                  <a:lnTo>
                    <a:pt x="16963" y="2516"/>
                  </a:lnTo>
                  <a:lnTo>
                    <a:pt x="169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1282;p38">
              <a:extLst>
                <a:ext uri="{FF2B5EF4-FFF2-40B4-BE49-F238E27FC236}">
                  <a16:creationId xmlns:a16="http://schemas.microsoft.com/office/drawing/2014/main" id="{719CE5E2-5056-8F33-82A0-D22076078461}"/>
                </a:ext>
              </a:extLst>
            </p:cNvPr>
            <p:cNvSpPr/>
            <p:nvPr/>
          </p:nvSpPr>
          <p:spPr>
            <a:xfrm>
              <a:off x="3471225" y="726200"/>
              <a:ext cx="605800" cy="62925"/>
            </a:xfrm>
            <a:custGeom>
              <a:avLst/>
              <a:gdLst/>
              <a:ahLst/>
              <a:cxnLst/>
              <a:rect l="l" t="t" r="r" b="b"/>
              <a:pathLst>
                <a:path w="24232" h="2517" extrusionOk="0">
                  <a:moveTo>
                    <a:pt x="15" y="0"/>
                  </a:moveTo>
                  <a:lnTo>
                    <a:pt x="0" y="2516"/>
                  </a:lnTo>
                  <a:lnTo>
                    <a:pt x="0" y="2516"/>
                  </a:lnTo>
                  <a:lnTo>
                    <a:pt x="24232" y="2487"/>
                  </a:lnTo>
                  <a:lnTo>
                    <a:pt x="2423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1283;p38">
              <a:extLst>
                <a:ext uri="{FF2B5EF4-FFF2-40B4-BE49-F238E27FC236}">
                  <a16:creationId xmlns:a16="http://schemas.microsoft.com/office/drawing/2014/main" id="{A9AF9738-DE6F-E384-E6A1-3FCF4AD8B89F}"/>
                </a:ext>
              </a:extLst>
            </p:cNvPr>
            <p:cNvSpPr/>
            <p:nvPr/>
          </p:nvSpPr>
          <p:spPr>
            <a:xfrm>
              <a:off x="3562075" y="878100"/>
              <a:ext cx="424100" cy="63300"/>
            </a:xfrm>
            <a:custGeom>
              <a:avLst/>
              <a:gdLst/>
              <a:ahLst/>
              <a:cxnLst/>
              <a:rect l="l" t="t" r="r" b="b"/>
              <a:pathLst>
                <a:path w="16964" h="2532" extrusionOk="0">
                  <a:moveTo>
                    <a:pt x="16964" y="1"/>
                  </a:moveTo>
                  <a:lnTo>
                    <a:pt x="0" y="15"/>
                  </a:lnTo>
                  <a:lnTo>
                    <a:pt x="15" y="2531"/>
                  </a:lnTo>
                  <a:lnTo>
                    <a:pt x="16964" y="2517"/>
                  </a:lnTo>
                  <a:lnTo>
                    <a:pt x="169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1284;p38">
              <a:extLst>
                <a:ext uri="{FF2B5EF4-FFF2-40B4-BE49-F238E27FC236}">
                  <a16:creationId xmlns:a16="http://schemas.microsoft.com/office/drawing/2014/main" id="{AF307660-9042-31D1-8972-4013A3EF9AAE}"/>
                </a:ext>
              </a:extLst>
            </p:cNvPr>
            <p:cNvSpPr/>
            <p:nvPr/>
          </p:nvSpPr>
          <p:spPr>
            <a:xfrm>
              <a:off x="3559500" y="2100725"/>
              <a:ext cx="465675" cy="62550"/>
            </a:xfrm>
            <a:custGeom>
              <a:avLst/>
              <a:gdLst/>
              <a:ahLst/>
              <a:cxnLst/>
              <a:rect l="l" t="t" r="r" b="b"/>
              <a:pathLst>
                <a:path w="18627" h="2502" extrusionOk="0">
                  <a:moveTo>
                    <a:pt x="18626" y="0"/>
                  </a:moveTo>
                  <a:lnTo>
                    <a:pt x="0" y="15"/>
                  </a:lnTo>
                  <a:lnTo>
                    <a:pt x="15" y="2501"/>
                  </a:lnTo>
                  <a:lnTo>
                    <a:pt x="18612" y="2501"/>
                  </a:lnTo>
                  <a:lnTo>
                    <a:pt x="186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1285;p38">
              <a:extLst>
                <a:ext uri="{FF2B5EF4-FFF2-40B4-BE49-F238E27FC236}">
                  <a16:creationId xmlns:a16="http://schemas.microsoft.com/office/drawing/2014/main" id="{76D92F9D-8EC2-C4CE-DD18-C39E37629A0B}"/>
                </a:ext>
              </a:extLst>
            </p:cNvPr>
            <p:cNvSpPr/>
            <p:nvPr/>
          </p:nvSpPr>
          <p:spPr>
            <a:xfrm>
              <a:off x="3471950" y="2259600"/>
              <a:ext cx="605825" cy="63300"/>
            </a:xfrm>
            <a:custGeom>
              <a:avLst/>
              <a:gdLst/>
              <a:ahLst/>
              <a:cxnLst/>
              <a:rect l="l" t="t" r="r" b="b"/>
              <a:pathLst>
                <a:path w="24233" h="2532" extrusionOk="0">
                  <a:moveTo>
                    <a:pt x="24232" y="1"/>
                  </a:moveTo>
                  <a:lnTo>
                    <a:pt x="1" y="16"/>
                  </a:lnTo>
                  <a:lnTo>
                    <a:pt x="1" y="2531"/>
                  </a:lnTo>
                  <a:lnTo>
                    <a:pt x="24232" y="2517"/>
                  </a:lnTo>
                  <a:lnTo>
                    <a:pt x="2423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1286;p38">
              <a:extLst>
                <a:ext uri="{FF2B5EF4-FFF2-40B4-BE49-F238E27FC236}">
                  <a16:creationId xmlns:a16="http://schemas.microsoft.com/office/drawing/2014/main" id="{3FD55327-8A22-6A06-9A1C-C209BDE808E4}"/>
                </a:ext>
              </a:extLst>
            </p:cNvPr>
            <p:cNvSpPr/>
            <p:nvPr/>
          </p:nvSpPr>
          <p:spPr>
            <a:xfrm>
              <a:off x="3409425" y="654100"/>
              <a:ext cx="719100" cy="1749725"/>
            </a:xfrm>
            <a:custGeom>
              <a:avLst/>
              <a:gdLst/>
              <a:ahLst/>
              <a:cxnLst/>
              <a:rect l="l" t="t" r="r" b="b"/>
              <a:pathLst>
                <a:path w="28764" h="69989" extrusionOk="0">
                  <a:moveTo>
                    <a:pt x="14316" y="19877"/>
                  </a:moveTo>
                  <a:lnTo>
                    <a:pt x="15493" y="20731"/>
                  </a:lnTo>
                  <a:lnTo>
                    <a:pt x="16081" y="21172"/>
                  </a:lnTo>
                  <a:lnTo>
                    <a:pt x="16670" y="21613"/>
                  </a:lnTo>
                  <a:lnTo>
                    <a:pt x="17244" y="22084"/>
                  </a:lnTo>
                  <a:lnTo>
                    <a:pt x="17817" y="22540"/>
                  </a:lnTo>
                  <a:lnTo>
                    <a:pt x="18377" y="23026"/>
                  </a:lnTo>
                  <a:lnTo>
                    <a:pt x="18921" y="23511"/>
                  </a:lnTo>
                  <a:lnTo>
                    <a:pt x="19245" y="23806"/>
                  </a:lnTo>
                  <a:lnTo>
                    <a:pt x="19554" y="24115"/>
                  </a:lnTo>
                  <a:lnTo>
                    <a:pt x="19862" y="24424"/>
                  </a:lnTo>
                  <a:lnTo>
                    <a:pt x="20142" y="24733"/>
                  </a:lnTo>
                  <a:lnTo>
                    <a:pt x="20436" y="25056"/>
                  </a:lnTo>
                  <a:lnTo>
                    <a:pt x="20701" y="25380"/>
                  </a:lnTo>
                  <a:lnTo>
                    <a:pt x="20966" y="25704"/>
                  </a:lnTo>
                  <a:lnTo>
                    <a:pt x="21216" y="26027"/>
                  </a:lnTo>
                  <a:lnTo>
                    <a:pt x="21466" y="26351"/>
                  </a:lnTo>
                  <a:lnTo>
                    <a:pt x="21687" y="26689"/>
                  </a:lnTo>
                  <a:lnTo>
                    <a:pt x="21922" y="27028"/>
                  </a:lnTo>
                  <a:lnTo>
                    <a:pt x="22128" y="27366"/>
                  </a:lnTo>
                  <a:lnTo>
                    <a:pt x="22334" y="27704"/>
                  </a:lnTo>
                  <a:lnTo>
                    <a:pt x="22525" y="28058"/>
                  </a:lnTo>
                  <a:lnTo>
                    <a:pt x="22702" y="28411"/>
                  </a:lnTo>
                  <a:lnTo>
                    <a:pt x="22864" y="28749"/>
                  </a:lnTo>
                  <a:lnTo>
                    <a:pt x="23026" y="29102"/>
                  </a:lnTo>
                  <a:lnTo>
                    <a:pt x="23173" y="29470"/>
                  </a:lnTo>
                  <a:lnTo>
                    <a:pt x="23320" y="29823"/>
                  </a:lnTo>
                  <a:lnTo>
                    <a:pt x="23452" y="30191"/>
                  </a:lnTo>
                  <a:lnTo>
                    <a:pt x="23570" y="30544"/>
                  </a:lnTo>
                  <a:lnTo>
                    <a:pt x="23673" y="30912"/>
                  </a:lnTo>
                  <a:lnTo>
                    <a:pt x="23761" y="31280"/>
                  </a:lnTo>
                  <a:lnTo>
                    <a:pt x="23850" y="31647"/>
                  </a:lnTo>
                  <a:lnTo>
                    <a:pt x="23923" y="32030"/>
                  </a:lnTo>
                  <a:lnTo>
                    <a:pt x="23997" y="32398"/>
                  </a:lnTo>
                  <a:lnTo>
                    <a:pt x="24041" y="32780"/>
                  </a:lnTo>
                  <a:lnTo>
                    <a:pt x="24085" y="33148"/>
                  </a:lnTo>
                  <a:lnTo>
                    <a:pt x="24114" y="33531"/>
                  </a:lnTo>
                  <a:lnTo>
                    <a:pt x="24144" y="33913"/>
                  </a:lnTo>
                  <a:lnTo>
                    <a:pt x="24144" y="34296"/>
                  </a:lnTo>
                  <a:lnTo>
                    <a:pt x="24144" y="34678"/>
                  </a:lnTo>
                  <a:lnTo>
                    <a:pt x="24144" y="35046"/>
                  </a:lnTo>
                  <a:lnTo>
                    <a:pt x="24114" y="35429"/>
                  </a:lnTo>
                  <a:lnTo>
                    <a:pt x="24085" y="35796"/>
                  </a:lnTo>
                  <a:lnTo>
                    <a:pt x="24041" y="36164"/>
                  </a:lnTo>
                  <a:lnTo>
                    <a:pt x="23982" y="36517"/>
                  </a:lnTo>
                  <a:lnTo>
                    <a:pt x="23908" y="36885"/>
                  </a:lnTo>
                  <a:lnTo>
                    <a:pt x="23835" y="37253"/>
                  </a:lnTo>
                  <a:lnTo>
                    <a:pt x="23747" y="37606"/>
                  </a:lnTo>
                  <a:lnTo>
                    <a:pt x="23644" y="37974"/>
                  </a:lnTo>
                  <a:lnTo>
                    <a:pt x="23541" y="38327"/>
                  </a:lnTo>
                  <a:lnTo>
                    <a:pt x="23423" y="38695"/>
                  </a:lnTo>
                  <a:lnTo>
                    <a:pt x="23290" y="39048"/>
                  </a:lnTo>
                  <a:lnTo>
                    <a:pt x="23143" y="39401"/>
                  </a:lnTo>
                  <a:lnTo>
                    <a:pt x="22996" y="39754"/>
                  </a:lnTo>
                  <a:lnTo>
                    <a:pt x="22834" y="40092"/>
                  </a:lnTo>
                  <a:lnTo>
                    <a:pt x="22658" y="40445"/>
                  </a:lnTo>
                  <a:lnTo>
                    <a:pt x="22467" y="40799"/>
                  </a:lnTo>
                  <a:lnTo>
                    <a:pt x="22275" y="41137"/>
                  </a:lnTo>
                  <a:lnTo>
                    <a:pt x="22069" y="41475"/>
                  </a:lnTo>
                  <a:lnTo>
                    <a:pt x="21849" y="41814"/>
                  </a:lnTo>
                  <a:lnTo>
                    <a:pt x="21628" y="42152"/>
                  </a:lnTo>
                  <a:lnTo>
                    <a:pt x="21393" y="42491"/>
                  </a:lnTo>
                  <a:lnTo>
                    <a:pt x="21142" y="42814"/>
                  </a:lnTo>
                  <a:lnTo>
                    <a:pt x="20892" y="43138"/>
                  </a:lnTo>
                  <a:lnTo>
                    <a:pt x="20628" y="43462"/>
                  </a:lnTo>
                  <a:lnTo>
                    <a:pt x="20348" y="43785"/>
                  </a:lnTo>
                  <a:lnTo>
                    <a:pt x="20054" y="44109"/>
                  </a:lnTo>
                  <a:lnTo>
                    <a:pt x="19759" y="44433"/>
                  </a:lnTo>
                  <a:lnTo>
                    <a:pt x="19451" y="44742"/>
                  </a:lnTo>
                  <a:lnTo>
                    <a:pt x="19142" y="45050"/>
                  </a:lnTo>
                  <a:lnTo>
                    <a:pt x="18803" y="45359"/>
                  </a:lnTo>
                  <a:lnTo>
                    <a:pt x="18479" y="45668"/>
                  </a:lnTo>
                  <a:lnTo>
                    <a:pt x="17979" y="46080"/>
                  </a:lnTo>
                  <a:lnTo>
                    <a:pt x="17494" y="46478"/>
                  </a:lnTo>
                  <a:lnTo>
                    <a:pt x="16464" y="47287"/>
                  </a:lnTo>
                  <a:lnTo>
                    <a:pt x="15405" y="48081"/>
                  </a:lnTo>
                  <a:lnTo>
                    <a:pt x="14316" y="48876"/>
                  </a:lnTo>
                  <a:lnTo>
                    <a:pt x="13051" y="47949"/>
                  </a:lnTo>
                  <a:lnTo>
                    <a:pt x="12403" y="47463"/>
                  </a:lnTo>
                  <a:lnTo>
                    <a:pt x="11771" y="46978"/>
                  </a:lnTo>
                  <a:lnTo>
                    <a:pt x="11006" y="46375"/>
                  </a:lnTo>
                  <a:lnTo>
                    <a:pt x="10285" y="45742"/>
                  </a:lnTo>
                  <a:lnTo>
                    <a:pt x="9608" y="45124"/>
                  </a:lnTo>
                  <a:lnTo>
                    <a:pt x="8975" y="44477"/>
                  </a:lnTo>
                  <a:lnTo>
                    <a:pt x="8681" y="44153"/>
                  </a:lnTo>
                  <a:lnTo>
                    <a:pt x="8387" y="43829"/>
                  </a:lnTo>
                  <a:lnTo>
                    <a:pt x="8107" y="43506"/>
                  </a:lnTo>
                  <a:lnTo>
                    <a:pt x="7828" y="43182"/>
                  </a:lnTo>
                  <a:lnTo>
                    <a:pt x="7578" y="42844"/>
                  </a:lnTo>
                  <a:lnTo>
                    <a:pt x="7327" y="42520"/>
                  </a:lnTo>
                  <a:lnTo>
                    <a:pt x="7077" y="42182"/>
                  </a:lnTo>
                  <a:lnTo>
                    <a:pt x="6857" y="41843"/>
                  </a:lnTo>
                  <a:lnTo>
                    <a:pt x="6636" y="41505"/>
                  </a:lnTo>
                  <a:lnTo>
                    <a:pt x="6415" y="41166"/>
                  </a:lnTo>
                  <a:lnTo>
                    <a:pt x="6224" y="40828"/>
                  </a:lnTo>
                  <a:lnTo>
                    <a:pt x="6033" y="40475"/>
                  </a:lnTo>
                  <a:lnTo>
                    <a:pt x="5856" y="40137"/>
                  </a:lnTo>
                  <a:lnTo>
                    <a:pt x="5694" y="39783"/>
                  </a:lnTo>
                  <a:lnTo>
                    <a:pt x="5533" y="39430"/>
                  </a:lnTo>
                  <a:lnTo>
                    <a:pt x="5385" y="39077"/>
                  </a:lnTo>
                  <a:lnTo>
                    <a:pt x="5253" y="38724"/>
                  </a:lnTo>
                  <a:lnTo>
                    <a:pt x="5121" y="38371"/>
                  </a:lnTo>
                  <a:lnTo>
                    <a:pt x="5003" y="38018"/>
                  </a:lnTo>
                  <a:lnTo>
                    <a:pt x="4900" y="37650"/>
                  </a:lnTo>
                  <a:lnTo>
                    <a:pt x="4812" y="37297"/>
                  </a:lnTo>
                  <a:lnTo>
                    <a:pt x="4723" y="36929"/>
                  </a:lnTo>
                  <a:lnTo>
                    <a:pt x="4650" y="36576"/>
                  </a:lnTo>
                  <a:lnTo>
                    <a:pt x="4591" y="36208"/>
                  </a:lnTo>
                  <a:lnTo>
                    <a:pt x="4532" y="35826"/>
                  </a:lnTo>
                  <a:lnTo>
                    <a:pt x="4488" y="35443"/>
                  </a:lnTo>
                  <a:lnTo>
                    <a:pt x="4459" y="35061"/>
                  </a:lnTo>
                  <a:lnTo>
                    <a:pt x="4444" y="34678"/>
                  </a:lnTo>
                  <a:lnTo>
                    <a:pt x="4444" y="34296"/>
                  </a:lnTo>
                  <a:lnTo>
                    <a:pt x="4444" y="33928"/>
                  </a:lnTo>
                  <a:lnTo>
                    <a:pt x="4459" y="33545"/>
                  </a:lnTo>
                  <a:lnTo>
                    <a:pt x="4488" y="33163"/>
                  </a:lnTo>
                  <a:lnTo>
                    <a:pt x="4517" y="32795"/>
                  </a:lnTo>
                  <a:lnTo>
                    <a:pt x="4576" y="32412"/>
                  </a:lnTo>
                  <a:lnTo>
                    <a:pt x="4635" y="32045"/>
                  </a:lnTo>
                  <a:lnTo>
                    <a:pt x="4709" y="31677"/>
                  </a:lnTo>
                  <a:lnTo>
                    <a:pt x="4797" y="31294"/>
                  </a:lnTo>
                  <a:lnTo>
                    <a:pt x="4885" y="30926"/>
                  </a:lnTo>
                  <a:lnTo>
                    <a:pt x="4988" y="30573"/>
                  </a:lnTo>
                  <a:lnTo>
                    <a:pt x="5106" y="30206"/>
                  </a:lnTo>
                  <a:lnTo>
                    <a:pt x="5238" y="29838"/>
                  </a:lnTo>
                  <a:lnTo>
                    <a:pt x="5371" y="29485"/>
                  </a:lnTo>
                  <a:lnTo>
                    <a:pt x="5533" y="29117"/>
                  </a:lnTo>
                  <a:lnTo>
                    <a:pt x="5680" y="28764"/>
                  </a:lnTo>
                  <a:lnTo>
                    <a:pt x="5856" y="28411"/>
                  </a:lnTo>
                  <a:lnTo>
                    <a:pt x="6047" y="28072"/>
                  </a:lnTo>
                  <a:lnTo>
                    <a:pt x="6239" y="27719"/>
                  </a:lnTo>
                  <a:lnTo>
                    <a:pt x="6445" y="27381"/>
                  </a:lnTo>
                  <a:lnTo>
                    <a:pt x="6651" y="27042"/>
                  </a:lnTo>
                  <a:lnTo>
                    <a:pt x="6871" y="26704"/>
                  </a:lnTo>
                  <a:lnTo>
                    <a:pt x="7121" y="26366"/>
                  </a:lnTo>
                  <a:lnTo>
                    <a:pt x="7357" y="26042"/>
                  </a:lnTo>
                  <a:lnTo>
                    <a:pt x="7622" y="25718"/>
                  </a:lnTo>
                  <a:lnTo>
                    <a:pt x="7887" y="25395"/>
                  </a:lnTo>
                  <a:lnTo>
                    <a:pt x="8166" y="25086"/>
                  </a:lnTo>
                  <a:lnTo>
                    <a:pt x="8446" y="24762"/>
                  </a:lnTo>
                  <a:lnTo>
                    <a:pt x="8784" y="24424"/>
                  </a:lnTo>
                  <a:lnTo>
                    <a:pt x="9108" y="24100"/>
                  </a:lnTo>
                  <a:lnTo>
                    <a:pt x="9799" y="23453"/>
                  </a:lnTo>
                  <a:lnTo>
                    <a:pt x="10520" y="22820"/>
                  </a:lnTo>
                  <a:lnTo>
                    <a:pt x="11256" y="22202"/>
                  </a:lnTo>
                  <a:lnTo>
                    <a:pt x="12006" y="21599"/>
                  </a:lnTo>
                  <a:lnTo>
                    <a:pt x="12771" y="21010"/>
                  </a:lnTo>
                  <a:lnTo>
                    <a:pt x="13536" y="20436"/>
                  </a:lnTo>
                  <a:lnTo>
                    <a:pt x="14316" y="19877"/>
                  </a:lnTo>
                  <a:close/>
                  <a:moveTo>
                    <a:pt x="27925" y="1"/>
                  </a:moveTo>
                  <a:lnTo>
                    <a:pt x="24114" y="16"/>
                  </a:lnTo>
                  <a:lnTo>
                    <a:pt x="24114" y="884"/>
                  </a:lnTo>
                  <a:lnTo>
                    <a:pt x="24114" y="1296"/>
                  </a:lnTo>
                  <a:lnTo>
                    <a:pt x="24085" y="1707"/>
                  </a:lnTo>
                  <a:lnTo>
                    <a:pt x="24056" y="2119"/>
                  </a:lnTo>
                  <a:lnTo>
                    <a:pt x="24011" y="2531"/>
                  </a:lnTo>
                  <a:lnTo>
                    <a:pt x="23953" y="2929"/>
                  </a:lnTo>
                  <a:lnTo>
                    <a:pt x="23879" y="3326"/>
                  </a:lnTo>
                  <a:lnTo>
                    <a:pt x="23805" y="3738"/>
                  </a:lnTo>
                  <a:lnTo>
                    <a:pt x="23702" y="4135"/>
                  </a:lnTo>
                  <a:lnTo>
                    <a:pt x="23599" y="4532"/>
                  </a:lnTo>
                  <a:lnTo>
                    <a:pt x="23467" y="4915"/>
                  </a:lnTo>
                  <a:lnTo>
                    <a:pt x="23335" y="5312"/>
                  </a:lnTo>
                  <a:lnTo>
                    <a:pt x="23187" y="5709"/>
                  </a:lnTo>
                  <a:lnTo>
                    <a:pt x="23026" y="6092"/>
                  </a:lnTo>
                  <a:lnTo>
                    <a:pt x="22849" y="6474"/>
                  </a:lnTo>
                  <a:lnTo>
                    <a:pt x="22658" y="6857"/>
                  </a:lnTo>
                  <a:lnTo>
                    <a:pt x="22452" y="7239"/>
                  </a:lnTo>
                  <a:lnTo>
                    <a:pt x="22246" y="7607"/>
                  </a:lnTo>
                  <a:lnTo>
                    <a:pt x="22025" y="7990"/>
                  </a:lnTo>
                  <a:lnTo>
                    <a:pt x="21775" y="8358"/>
                  </a:lnTo>
                  <a:lnTo>
                    <a:pt x="21525" y="8725"/>
                  </a:lnTo>
                  <a:lnTo>
                    <a:pt x="21260" y="9093"/>
                  </a:lnTo>
                  <a:lnTo>
                    <a:pt x="20981" y="9461"/>
                  </a:lnTo>
                  <a:lnTo>
                    <a:pt x="20686" y="9829"/>
                  </a:lnTo>
                  <a:lnTo>
                    <a:pt x="20392" y="10182"/>
                  </a:lnTo>
                  <a:lnTo>
                    <a:pt x="20068" y="10535"/>
                  </a:lnTo>
                  <a:lnTo>
                    <a:pt x="19745" y="10903"/>
                  </a:lnTo>
                  <a:lnTo>
                    <a:pt x="19406" y="11241"/>
                  </a:lnTo>
                  <a:lnTo>
                    <a:pt x="19039" y="11594"/>
                  </a:lnTo>
                  <a:lnTo>
                    <a:pt x="18671" y="11947"/>
                  </a:lnTo>
                  <a:lnTo>
                    <a:pt x="18288" y="12286"/>
                  </a:lnTo>
                  <a:lnTo>
                    <a:pt x="17906" y="12624"/>
                  </a:lnTo>
                  <a:lnTo>
                    <a:pt x="17494" y="12963"/>
                  </a:lnTo>
                  <a:lnTo>
                    <a:pt x="16714" y="13595"/>
                  </a:lnTo>
                  <a:lnTo>
                    <a:pt x="15920" y="14198"/>
                  </a:lnTo>
                  <a:lnTo>
                    <a:pt x="15110" y="14802"/>
                  </a:lnTo>
                  <a:lnTo>
                    <a:pt x="14301" y="15390"/>
                  </a:lnTo>
                  <a:lnTo>
                    <a:pt x="13154" y="14566"/>
                  </a:lnTo>
                  <a:lnTo>
                    <a:pt x="12580" y="14140"/>
                  </a:lnTo>
                  <a:lnTo>
                    <a:pt x="12006" y="13713"/>
                  </a:lnTo>
                  <a:lnTo>
                    <a:pt x="11447" y="13271"/>
                  </a:lnTo>
                  <a:lnTo>
                    <a:pt x="10888" y="12815"/>
                  </a:lnTo>
                  <a:lnTo>
                    <a:pt x="10343" y="12359"/>
                  </a:lnTo>
                  <a:lnTo>
                    <a:pt x="9814" y="11889"/>
                  </a:lnTo>
                  <a:lnTo>
                    <a:pt x="9490" y="11594"/>
                  </a:lnTo>
                  <a:lnTo>
                    <a:pt x="9181" y="11300"/>
                  </a:lnTo>
                  <a:lnTo>
                    <a:pt x="8887" y="10991"/>
                  </a:lnTo>
                  <a:lnTo>
                    <a:pt x="8593" y="10682"/>
                  </a:lnTo>
                  <a:lnTo>
                    <a:pt x="8313" y="10373"/>
                  </a:lnTo>
                  <a:lnTo>
                    <a:pt x="8034" y="10049"/>
                  </a:lnTo>
                  <a:lnTo>
                    <a:pt x="7769" y="9740"/>
                  </a:lnTo>
                  <a:lnTo>
                    <a:pt x="7519" y="9417"/>
                  </a:lnTo>
                  <a:lnTo>
                    <a:pt x="7269" y="9078"/>
                  </a:lnTo>
                  <a:lnTo>
                    <a:pt x="7033" y="8755"/>
                  </a:lnTo>
                  <a:lnTo>
                    <a:pt x="6813" y="8416"/>
                  </a:lnTo>
                  <a:lnTo>
                    <a:pt x="6592" y="8078"/>
                  </a:lnTo>
                  <a:lnTo>
                    <a:pt x="6386" y="7740"/>
                  </a:lnTo>
                  <a:lnTo>
                    <a:pt x="6195" y="7401"/>
                  </a:lnTo>
                  <a:lnTo>
                    <a:pt x="6003" y="7048"/>
                  </a:lnTo>
                  <a:lnTo>
                    <a:pt x="5841" y="6710"/>
                  </a:lnTo>
                  <a:lnTo>
                    <a:pt x="5665" y="6357"/>
                  </a:lnTo>
                  <a:lnTo>
                    <a:pt x="5518" y="6004"/>
                  </a:lnTo>
                  <a:lnTo>
                    <a:pt x="5371" y="5650"/>
                  </a:lnTo>
                  <a:lnTo>
                    <a:pt x="5238" y="5297"/>
                  </a:lnTo>
                  <a:lnTo>
                    <a:pt x="5106" y="4930"/>
                  </a:lnTo>
                  <a:lnTo>
                    <a:pt x="5003" y="4576"/>
                  </a:lnTo>
                  <a:lnTo>
                    <a:pt x="4900" y="4209"/>
                  </a:lnTo>
                  <a:lnTo>
                    <a:pt x="4797" y="3841"/>
                  </a:lnTo>
                  <a:lnTo>
                    <a:pt x="4723" y="3488"/>
                  </a:lnTo>
                  <a:lnTo>
                    <a:pt x="4650" y="3120"/>
                  </a:lnTo>
                  <a:lnTo>
                    <a:pt x="4591" y="2752"/>
                  </a:lnTo>
                  <a:lnTo>
                    <a:pt x="4532" y="2384"/>
                  </a:lnTo>
                  <a:lnTo>
                    <a:pt x="4503" y="2002"/>
                  </a:lnTo>
                  <a:lnTo>
                    <a:pt x="4473" y="1634"/>
                  </a:lnTo>
                  <a:lnTo>
                    <a:pt x="4459" y="1266"/>
                  </a:lnTo>
                  <a:lnTo>
                    <a:pt x="4444" y="898"/>
                  </a:lnTo>
                  <a:lnTo>
                    <a:pt x="4429" y="16"/>
                  </a:lnTo>
                  <a:lnTo>
                    <a:pt x="633" y="16"/>
                  </a:lnTo>
                  <a:lnTo>
                    <a:pt x="633" y="898"/>
                  </a:lnTo>
                  <a:lnTo>
                    <a:pt x="648" y="1354"/>
                  </a:lnTo>
                  <a:lnTo>
                    <a:pt x="663" y="1825"/>
                  </a:lnTo>
                  <a:lnTo>
                    <a:pt x="692" y="2281"/>
                  </a:lnTo>
                  <a:lnTo>
                    <a:pt x="751" y="2737"/>
                  </a:lnTo>
                  <a:lnTo>
                    <a:pt x="810" y="3193"/>
                  </a:lnTo>
                  <a:lnTo>
                    <a:pt x="883" y="3650"/>
                  </a:lnTo>
                  <a:lnTo>
                    <a:pt x="972" y="4106"/>
                  </a:lnTo>
                  <a:lnTo>
                    <a:pt x="1060" y="4562"/>
                  </a:lnTo>
                  <a:lnTo>
                    <a:pt x="1178" y="5018"/>
                  </a:lnTo>
                  <a:lnTo>
                    <a:pt x="1295" y="5459"/>
                  </a:lnTo>
                  <a:lnTo>
                    <a:pt x="1442" y="5901"/>
                  </a:lnTo>
                  <a:lnTo>
                    <a:pt x="1590" y="6357"/>
                  </a:lnTo>
                  <a:lnTo>
                    <a:pt x="1751" y="6798"/>
                  </a:lnTo>
                  <a:lnTo>
                    <a:pt x="1928" y="7225"/>
                  </a:lnTo>
                  <a:lnTo>
                    <a:pt x="2119" y="7666"/>
                  </a:lnTo>
                  <a:lnTo>
                    <a:pt x="2325" y="8093"/>
                  </a:lnTo>
                  <a:lnTo>
                    <a:pt x="2531" y="8519"/>
                  </a:lnTo>
                  <a:lnTo>
                    <a:pt x="2767" y="8946"/>
                  </a:lnTo>
                  <a:lnTo>
                    <a:pt x="3002" y="9373"/>
                  </a:lnTo>
                  <a:lnTo>
                    <a:pt x="3252" y="9785"/>
                  </a:lnTo>
                  <a:lnTo>
                    <a:pt x="3502" y="10197"/>
                  </a:lnTo>
                  <a:lnTo>
                    <a:pt x="3782" y="10609"/>
                  </a:lnTo>
                  <a:lnTo>
                    <a:pt x="4061" y="11020"/>
                  </a:lnTo>
                  <a:lnTo>
                    <a:pt x="4370" y="11418"/>
                  </a:lnTo>
                  <a:lnTo>
                    <a:pt x="4679" y="11815"/>
                  </a:lnTo>
                  <a:lnTo>
                    <a:pt x="4988" y="12197"/>
                  </a:lnTo>
                  <a:lnTo>
                    <a:pt x="5327" y="12580"/>
                  </a:lnTo>
                  <a:lnTo>
                    <a:pt x="5665" y="12963"/>
                  </a:lnTo>
                  <a:lnTo>
                    <a:pt x="6018" y="13345"/>
                  </a:lnTo>
                  <a:lnTo>
                    <a:pt x="6386" y="13713"/>
                  </a:lnTo>
                  <a:lnTo>
                    <a:pt x="6768" y="14081"/>
                  </a:lnTo>
                  <a:lnTo>
                    <a:pt x="7151" y="14434"/>
                  </a:lnTo>
                  <a:lnTo>
                    <a:pt x="7636" y="14860"/>
                  </a:lnTo>
                  <a:lnTo>
                    <a:pt x="8137" y="15287"/>
                  </a:lnTo>
                  <a:lnTo>
                    <a:pt x="8637" y="15699"/>
                  </a:lnTo>
                  <a:lnTo>
                    <a:pt x="9152" y="16111"/>
                  </a:lnTo>
                  <a:lnTo>
                    <a:pt x="10167" y="16891"/>
                  </a:lnTo>
                  <a:lnTo>
                    <a:pt x="11182" y="17641"/>
                  </a:lnTo>
                  <a:lnTo>
                    <a:pt x="10476" y="18171"/>
                  </a:lnTo>
                  <a:lnTo>
                    <a:pt x="9770" y="18715"/>
                  </a:lnTo>
                  <a:lnTo>
                    <a:pt x="9049" y="19289"/>
                  </a:lnTo>
                  <a:lnTo>
                    <a:pt x="8328" y="19877"/>
                  </a:lnTo>
                  <a:lnTo>
                    <a:pt x="7622" y="20481"/>
                  </a:lnTo>
                  <a:lnTo>
                    <a:pt x="6930" y="21113"/>
                  </a:lnTo>
                  <a:lnTo>
                    <a:pt x="6253" y="21761"/>
                  </a:lnTo>
                  <a:lnTo>
                    <a:pt x="5591" y="22423"/>
                  </a:lnTo>
                  <a:lnTo>
                    <a:pt x="5209" y="22849"/>
                  </a:lnTo>
                  <a:lnTo>
                    <a:pt x="4826" y="23276"/>
                  </a:lnTo>
                  <a:lnTo>
                    <a:pt x="4459" y="23703"/>
                  </a:lnTo>
                  <a:lnTo>
                    <a:pt x="4120" y="24144"/>
                  </a:lnTo>
                  <a:lnTo>
                    <a:pt x="3782" y="24571"/>
                  </a:lnTo>
                  <a:lnTo>
                    <a:pt x="3458" y="25012"/>
                  </a:lnTo>
                  <a:lnTo>
                    <a:pt x="3149" y="25453"/>
                  </a:lnTo>
                  <a:lnTo>
                    <a:pt x="2855" y="25895"/>
                  </a:lnTo>
                  <a:lnTo>
                    <a:pt x="2575" y="26336"/>
                  </a:lnTo>
                  <a:lnTo>
                    <a:pt x="2310" y="26778"/>
                  </a:lnTo>
                  <a:lnTo>
                    <a:pt x="2046" y="27234"/>
                  </a:lnTo>
                  <a:lnTo>
                    <a:pt x="1810" y="27675"/>
                  </a:lnTo>
                  <a:lnTo>
                    <a:pt x="1590" y="28131"/>
                  </a:lnTo>
                  <a:lnTo>
                    <a:pt x="1384" y="28572"/>
                  </a:lnTo>
                  <a:lnTo>
                    <a:pt x="1192" y="29029"/>
                  </a:lnTo>
                  <a:lnTo>
                    <a:pt x="1001" y="29485"/>
                  </a:lnTo>
                  <a:lnTo>
                    <a:pt x="839" y="29941"/>
                  </a:lnTo>
                  <a:lnTo>
                    <a:pt x="692" y="30397"/>
                  </a:lnTo>
                  <a:lnTo>
                    <a:pt x="545" y="30853"/>
                  </a:lnTo>
                  <a:lnTo>
                    <a:pt x="427" y="31309"/>
                  </a:lnTo>
                  <a:lnTo>
                    <a:pt x="324" y="31750"/>
                  </a:lnTo>
                  <a:lnTo>
                    <a:pt x="236" y="32206"/>
                  </a:lnTo>
                  <a:lnTo>
                    <a:pt x="148" y="32663"/>
                  </a:lnTo>
                  <a:lnTo>
                    <a:pt x="89" y="33119"/>
                  </a:lnTo>
                  <a:lnTo>
                    <a:pt x="45" y="33575"/>
                  </a:lnTo>
                  <a:lnTo>
                    <a:pt x="15" y="34031"/>
                  </a:lnTo>
                  <a:lnTo>
                    <a:pt x="1" y="34487"/>
                  </a:lnTo>
                  <a:lnTo>
                    <a:pt x="1" y="34928"/>
                  </a:lnTo>
                  <a:lnTo>
                    <a:pt x="15" y="35384"/>
                  </a:lnTo>
                  <a:lnTo>
                    <a:pt x="45" y="35826"/>
                  </a:lnTo>
                  <a:lnTo>
                    <a:pt x="89" y="36267"/>
                  </a:lnTo>
                  <a:lnTo>
                    <a:pt x="148" y="36723"/>
                  </a:lnTo>
                  <a:lnTo>
                    <a:pt x="221" y="37135"/>
                  </a:lnTo>
                  <a:lnTo>
                    <a:pt x="310" y="37547"/>
                  </a:lnTo>
                  <a:lnTo>
                    <a:pt x="398" y="37959"/>
                  </a:lnTo>
                  <a:lnTo>
                    <a:pt x="516" y="38371"/>
                  </a:lnTo>
                  <a:lnTo>
                    <a:pt x="648" y="38783"/>
                  </a:lnTo>
                  <a:lnTo>
                    <a:pt x="780" y="39195"/>
                  </a:lnTo>
                  <a:lnTo>
                    <a:pt x="942" y="39592"/>
                  </a:lnTo>
                  <a:lnTo>
                    <a:pt x="1104" y="40004"/>
                  </a:lnTo>
                  <a:lnTo>
                    <a:pt x="1295" y="40416"/>
                  </a:lnTo>
                  <a:lnTo>
                    <a:pt x="1487" y="40828"/>
                  </a:lnTo>
                  <a:lnTo>
                    <a:pt x="1707" y="41240"/>
                  </a:lnTo>
                  <a:lnTo>
                    <a:pt x="1928" y="41652"/>
                  </a:lnTo>
                  <a:lnTo>
                    <a:pt x="2163" y="42049"/>
                  </a:lnTo>
                  <a:lnTo>
                    <a:pt x="2413" y="42461"/>
                  </a:lnTo>
                  <a:lnTo>
                    <a:pt x="2678" y="42873"/>
                  </a:lnTo>
                  <a:lnTo>
                    <a:pt x="2973" y="43270"/>
                  </a:lnTo>
                  <a:lnTo>
                    <a:pt x="3252" y="43682"/>
                  </a:lnTo>
                  <a:lnTo>
                    <a:pt x="3561" y="44079"/>
                  </a:lnTo>
                  <a:lnTo>
                    <a:pt x="3885" y="44491"/>
                  </a:lnTo>
                  <a:lnTo>
                    <a:pt x="4223" y="44889"/>
                  </a:lnTo>
                  <a:lnTo>
                    <a:pt x="4576" y="45301"/>
                  </a:lnTo>
                  <a:lnTo>
                    <a:pt x="4929" y="45698"/>
                  </a:lnTo>
                  <a:lnTo>
                    <a:pt x="5312" y="46110"/>
                  </a:lnTo>
                  <a:lnTo>
                    <a:pt x="5694" y="46507"/>
                  </a:lnTo>
                  <a:lnTo>
                    <a:pt x="6106" y="46904"/>
                  </a:lnTo>
                  <a:lnTo>
                    <a:pt x="6518" y="47301"/>
                  </a:lnTo>
                  <a:lnTo>
                    <a:pt x="6960" y="47713"/>
                  </a:lnTo>
                  <a:lnTo>
                    <a:pt x="7401" y="48111"/>
                  </a:lnTo>
                  <a:lnTo>
                    <a:pt x="7857" y="48508"/>
                  </a:lnTo>
                  <a:lnTo>
                    <a:pt x="8328" y="48905"/>
                  </a:lnTo>
                  <a:lnTo>
                    <a:pt x="8813" y="49302"/>
                  </a:lnTo>
                  <a:lnTo>
                    <a:pt x="9314" y="49700"/>
                  </a:lnTo>
                  <a:lnTo>
                    <a:pt x="10255" y="50406"/>
                  </a:lnTo>
                  <a:lnTo>
                    <a:pt x="11182" y="51097"/>
                  </a:lnTo>
                  <a:lnTo>
                    <a:pt x="10579" y="51539"/>
                  </a:lnTo>
                  <a:lnTo>
                    <a:pt x="9976" y="51995"/>
                  </a:lnTo>
                  <a:lnTo>
                    <a:pt x="9358" y="52466"/>
                  </a:lnTo>
                  <a:lnTo>
                    <a:pt x="8740" y="52966"/>
                  </a:lnTo>
                  <a:lnTo>
                    <a:pt x="8137" y="53466"/>
                  </a:lnTo>
                  <a:lnTo>
                    <a:pt x="7533" y="53996"/>
                  </a:lnTo>
                  <a:lnTo>
                    <a:pt x="6945" y="54540"/>
                  </a:lnTo>
                  <a:lnTo>
                    <a:pt x="6371" y="55099"/>
                  </a:lnTo>
                  <a:lnTo>
                    <a:pt x="6003" y="55482"/>
                  </a:lnTo>
                  <a:lnTo>
                    <a:pt x="5636" y="55864"/>
                  </a:lnTo>
                  <a:lnTo>
                    <a:pt x="5297" y="56261"/>
                  </a:lnTo>
                  <a:lnTo>
                    <a:pt x="4959" y="56659"/>
                  </a:lnTo>
                  <a:lnTo>
                    <a:pt x="4635" y="57056"/>
                  </a:lnTo>
                  <a:lnTo>
                    <a:pt x="4326" y="57468"/>
                  </a:lnTo>
                  <a:lnTo>
                    <a:pt x="4032" y="57880"/>
                  </a:lnTo>
                  <a:lnTo>
                    <a:pt x="3738" y="58292"/>
                  </a:lnTo>
                  <a:lnTo>
                    <a:pt x="3458" y="58718"/>
                  </a:lnTo>
                  <a:lnTo>
                    <a:pt x="3208" y="59145"/>
                  </a:lnTo>
                  <a:lnTo>
                    <a:pt x="2958" y="59572"/>
                  </a:lnTo>
                  <a:lnTo>
                    <a:pt x="2708" y="59998"/>
                  </a:lnTo>
                  <a:lnTo>
                    <a:pt x="2487" y="60440"/>
                  </a:lnTo>
                  <a:lnTo>
                    <a:pt x="2281" y="60866"/>
                  </a:lnTo>
                  <a:lnTo>
                    <a:pt x="2075" y="61308"/>
                  </a:lnTo>
                  <a:lnTo>
                    <a:pt x="1884" y="61764"/>
                  </a:lnTo>
                  <a:lnTo>
                    <a:pt x="1722" y="62205"/>
                  </a:lnTo>
                  <a:lnTo>
                    <a:pt x="1560" y="62661"/>
                  </a:lnTo>
                  <a:lnTo>
                    <a:pt x="1413" y="63103"/>
                  </a:lnTo>
                  <a:lnTo>
                    <a:pt x="1266" y="63559"/>
                  </a:lnTo>
                  <a:lnTo>
                    <a:pt x="1148" y="64015"/>
                  </a:lnTo>
                  <a:lnTo>
                    <a:pt x="1045" y="64471"/>
                  </a:lnTo>
                  <a:lnTo>
                    <a:pt x="942" y="64927"/>
                  </a:lnTo>
                  <a:lnTo>
                    <a:pt x="854" y="65398"/>
                  </a:lnTo>
                  <a:lnTo>
                    <a:pt x="795" y="65854"/>
                  </a:lnTo>
                  <a:lnTo>
                    <a:pt x="736" y="66325"/>
                  </a:lnTo>
                  <a:lnTo>
                    <a:pt x="692" y="66781"/>
                  </a:lnTo>
                  <a:lnTo>
                    <a:pt x="663" y="67252"/>
                  </a:lnTo>
                  <a:lnTo>
                    <a:pt x="648" y="67722"/>
                  </a:lnTo>
                  <a:lnTo>
                    <a:pt x="648" y="68179"/>
                  </a:lnTo>
                  <a:lnTo>
                    <a:pt x="648" y="68649"/>
                  </a:lnTo>
                  <a:lnTo>
                    <a:pt x="677" y="69120"/>
                  </a:lnTo>
                  <a:lnTo>
                    <a:pt x="751" y="69988"/>
                  </a:lnTo>
                  <a:lnTo>
                    <a:pt x="4561" y="69782"/>
                  </a:lnTo>
                  <a:lnTo>
                    <a:pt x="4488" y="68885"/>
                  </a:lnTo>
                  <a:lnTo>
                    <a:pt x="4473" y="68502"/>
                  </a:lnTo>
                  <a:lnTo>
                    <a:pt x="4459" y="68134"/>
                  </a:lnTo>
                  <a:lnTo>
                    <a:pt x="4459" y="67752"/>
                  </a:lnTo>
                  <a:lnTo>
                    <a:pt x="4473" y="67384"/>
                  </a:lnTo>
                  <a:lnTo>
                    <a:pt x="4503" y="67002"/>
                  </a:lnTo>
                  <a:lnTo>
                    <a:pt x="4532" y="66634"/>
                  </a:lnTo>
                  <a:lnTo>
                    <a:pt x="4576" y="66251"/>
                  </a:lnTo>
                  <a:lnTo>
                    <a:pt x="4635" y="65883"/>
                  </a:lnTo>
                  <a:lnTo>
                    <a:pt x="4709" y="65516"/>
                  </a:lnTo>
                  <a:lnTo>
                    <a:pt x="4782" y="65148"/>
                  </a:lnTo>
                  <a:lnTo>
                    <a:pt x="4870" y="64765"/>
                  </a:lnTo>
                  <a:lnTo>
                    <a:pt x="4973" y="64397"/>
                  </a:lnTo>
                  <a:lnTo>
                    <a:pt x="5091" y="64030"/>
                  </a:lnTo>
                  <a:lnTo>
                    <a:pt x="5209" y="63676"/>
                  </a:lnTo>
                  <a:lnTo>
                    <a:pt x="5341" y="63309"/>
                  </a:lnTo>
                  <a:lnTo>
                    <a:pt x="5488" y="62941"/>
                  </a:lnTo>
                  <a:lnTo>
                    <a:pt x="5636" y="62588"/>
                  </a:lnTo>
                  <a:lnTo>
                    <a:pt x="5812" y="62220"/>
                  </a:lnTo>
                  <a:lnTo>
                    <a:pt x="5989" y="61867"/>
                  </a:lnTo>
                  <a:lnTo>
                    <a:pt x="6165" y="61514"/>
                  </a:lnTo>
                  <a:lnTo>
                    <a:pt x="6356" y="61161"/>
                  </a:lnTo>
                  <a:lnTo>
                    <a:pt x="6562" y="60822"/>
                  </a:lnTo>
                  <a:lnTo>
                    <a:pt x="6783" y="60469"/>
                  </a:lnTo>
                  <a:lnTo>
                    <a:pt x="7004" y="60131"/>
                  </a:lnTo>
                  <a:lnTo>
                    <a:pt x="7254" y="59792"/>
                  </a:lnTo>
                  <a:lnTo>
                    <a:pt x="7489" y="59454"/>
                  </a:lnTo>
                  <a:lnTo>
                    <a:pt x="7754" y="59116"/>
                  </a:lnTo>
                  <a:lnTo>
                    <a:pt x="8019" y="58792"/>
                  </a:lnTo>
                  <a:lnTo>
                    <a:pt x="8284" y="58468"/>
                  </a:lnTo>
                  <a:lnTo>
                    <a:pt x="8578" y="58145"/>
                  </a:lnTo>
                  <a:lnTo>
                    <a:pt x="8872" y="57821"/>
                  </a:lnTo>
                  <a:lnTo>
                    <a:pt x="9181" y="57512"/>
                  </a:lnTo>
                  <a:lnTo>
                    <a:pt x="9755" y="56938"/>
                  </a:lnTo>
                  <a:lnTo>
                    <a:pt x="10358" y="56379"/>
                  </a:lnTo>
                  <a:lnTo>
                    <a:pt x="10991" y="55835"/>
                  </a:lnTo>
                  <a:lnTo>
                    <a:pt x="11638" y="55320"/>
                  </a:lnTo>
                  <a:lnTo>
                    <a:pt x="12300" y="54805"/>
                  </a:lnTo>
                  <a:lnTo>
                    <a:pt x="12962" y="54290"/>
                  </a:lnTo>
                  <a:lnTo>
                    <a:pt x="14301" y="53319"/>
                  </a:lnTo>
                  <a:lnTo>
                    <a:pt x="15110" y="53907"/>
                  </a:lnTo>
                  <a:lnTo>
                    <a:pt x="15890" y="54481"/>
                  </a:lnTo>
                  <a:lnTo>
                    <a:pt x="16670" y="55070"/>
                  </a:lnTo>
                  <a:lnTo>
                    <a:pt x="17420" y="55673"/>
                  </a:lnTo>
                  <a:lnTo>
                    <a:pt x="18156" y="56276"/>
                  </a:lnTo>
                  <a:lnTo>
                    <a:pt x="18862" y="56894"/>
                  </a:lnTo>
                  <a:lnTo>
                    <a:pt x="19539" y="57541"/>
                  </a:lnTo>
                  <a:lnTo>
                    <a:pt x="19862" y="57865"/>
                  </a:lnTo>
                  <a:lnTo>
                    <a:pt x="20186" y="58189"/>
                  </a:lnTo>
                  <a:lnTo>
                    <a:pt x="20436" y="58483"/>
                  </a:lnTo>
                  <a:lnTo>
                    <a:pt x="20701" y="58763"/>
                  </a:lnTo>
                  <a:lnTo>
                    <a:pt x="20936" y="59057"/>
                  </a:lnTo>
                  <a:lnTo>
                    <a:pt x="21172" y="59366"/>
                  </a:lnTo>
                  <a:lnTo>
                    <a:pt x="21407" y="59660"/>
                  </a:lnTo>
                  <a:lnTo>
                    <a:pt x="21628" y="59969"/>
                  </a:lnTo>
                  <a:lnTo>
                    <a:pt x="21834" y="60278"/>
                  </a:lnTo>
                  <a:lnTo>
                    <a:pt x="22040" y="60587"/>
                  </a:lnTo>
                  <a:lnTo>
                    <a:pt x="22231" y="60911"/>
                  </a:lnTo>
                  <a:lnTo>
                    <a:pt x="22408" y="61234"/>
                  </a:lnTo>
                  <a:lnTo>
                    <a:pt x="22584" y="61558"/>
                  </a:lnTo>
                  <a:lnTo>
                    <a:pt x="22746" y="61882"/>
                  </a:lnTo>
                  <a:lnTo>
                    <a:pt x="22908" y="62205"/>
                  </a:lnTo>
                  <a:lnTo>
                    <a:pt x="23055" y="62544"/>
                  </a:lnTo>
                  <a:lnTo>
                    <a:pt x="23202" y="62867"/>
                  </a:lnTo>
                  <a:lnTo>
                    <a:pt x="23320" y="63206"/>
                  </a:lnTo>
                  <a:lnTo>
                    <a:pt x="23452" y="63544"/>
                  </a:lnTo>
                  <a:lnTo>
                    <a:pt x="23555" y="63882"/>
                  </a:lnTo>
                  <a:lnTo>
                    <a:pt x="23658" y="64236"/>
                  </a:lnTo>
                  <a:lnTo>
                    <a:pt x="23747" y="64574"/>
                  </a:lnTo>
                  <a:lnTo>
                    <a:pt x="23835" y="64927"/>
                  </a:lnTo>
                  <a:lnTo>
                    <a:pt x="23908" y="65265"/>
                  </a:lnTo>
                  <a:lnTo>
                    <a:pt x="23967" y="65619"/>
                  </a:lnTo>
                  <a:lnTo>
                    <a:pt x="24026" y="65972"/>
                  </a:lnTo>
                  <a:lnTo>
                    <a:pt x="24070" y="66325"/>
                  </a:lnTo>
                  <a:lnTo>
                    <a:pt x="24114" y="66678"/>
                  </a:lnTo>
                  <a:lnTo>
                    <a:pt x="24144" y="67031"/>
                  </a:lnTo>
                  <a:lnTo>
                    <a:pt x="24159" y="67384"/>
                  </a:lnTo>
                  <a:lnTo>
                    <a:pt x="24159" y="67752"/>
                  </a:lnTo>
                  <a:lnTo>
                    <a:pt x="24159" y="68105"/>
                  </a:lnTo>
                  <a:lnTo>
                    <a:pt x="24144" y="68458"/>
                  </a:lnTo>
                  <a:lnTo>
                    <a:pt x="24129" y="68826"/>
                  </a:lnTo>
                  <a:lnTo>
                    <a:pt x="24056" y="69723"/>
                  </a:lnTo>
                  <a:lnTo>
                    <a:pt x="27866" y="69944"/>
                  </a:lnTo>
                  <a:lnTo>
                    <a:pt x="27925" y="69076"/>
                  </a:lnTo>
                  <a:lnTo>
                    <a:pt x="27954" y="68635"/>
                  </a:lnTo>
                  <a:lnTo>
                    <a:pt x="27969" y="68193"/>
                  </a:lnTo>
                  <a:lnTo>
                    <a:pt x="27969" y="67737"/>
                  </a:lnTo>
                  <a:lnTo>
                    <a:pt x="27969" y="67296"/>
                  </a:lnTo>
                  <a:lnTo>
                    <a:pt x="27940" y="66854"/>
                  </a:lnTo>
                  <a:lnTo>
                    <a:pt x="27910" y="66413"/>
                  </a:lnTo>
                  <a:lnTo>
                    <a:pt x="27866" y="65972"/>
                  </a:lnTo>
                  <a:lnTo>
                    <a:pt x="27807" y="65530"/>
                  </a:lnTo>
                  <a:lnTo>
                    <a:pt x="27748" y="65089"/>
                  </a:lnTo>
                  <a:lnTo>
                    <a:pt x="27660" y="64662"/>
                  </a:lnTo>
                  <a:lnTo>
                    <a:pt x="27572" y="64221"/>
                  </a:lnTo>
                  <a:lnTo>
                    <a:pt x="27469" y="63794"/>
                  </a:lnTo>
                  <a:lnTo>
                    <a:pt x="27351" y="63368"/>
                  </a:lnTo>
                  <a:lnTo>
                    <a:pt x="27233" y="62941"/>
                  </a:lnTo>
                  <a:lnTo>
                    <a:pt x="27086" y="62514"/>
                  </a:lnTo>
                  <a:lnTo>
                    <a:pt x="26939" y="62088"/>
                  </a:lnTo>
                  <a:lnTo>
                    <a:pt x="26777" y="61676"/>
                  </a:lnTo>
                  <a:lnTo>
                    <a:pt x="26615" y="61249"/>
                  </a:lnTo>
                  <a:lnTo>
                    <a:pt x="26424" y="60852"/>
                  </a:lnTo>
                  <a:lnTo>
                    <a:pt x="26233" y="60440"/>
                  </a:lnTo>
                  <a:lnTo>
                    <a:pt x="26027" y="60028"/>
                  </a:lnTo>
                  <a:lnTo>
                    <a:pt x="25806" y="59631"/>
                  </a:lnTo>
                  <a:lnTo>
                    <a:pt x="25586" y="59233"/>
                  </a:lnTo>
                  <a:lnTo>
                    <a:pt x="25336" y="58836"/>
                  </a:lnTo>
                  <a:lnTo>
                    <a:pt x="25085" y="58454"/>
                  </a:lnTo>
                  <a:lnTo>
                    <a:pt x="24835" y="58071"/>
                  </a:lnTo>
                  <a:lnTo>
                    <a:pt x="24556" y="57689"/>
                  </a:lnTo>
                  <a:lnTo>
                    <a:pt x="24276" y="57321"/>
                  </a:lnTo>
                  <a:lnTo>
                    <a:pt x="23982" y="56953"/>
                  </a:lnTo>
                  <a:lnTo>
                    <a:pt x="23673" y="56585"/>
                  </a:lnTo>
                  <a:lnTo>
                    <a:pt x="23364" y="56232"/>
                  </a:lnTo>
                  <a:lnTo>
                    <a:pt x="23040" y="55879"/>
                  </a:lnTo>
                  <a:lnTo>
                    <a:pt x="22717" y="55540"/>
                  </a:lnTo>
                  <a:lnTo>
                    <a:pt x="22393" y="55202"/>
                  </a:lnTo>
                  <a:lnTo>
                    <a:pt x="21716" y="54555"/>
                  </a:lnTo>
                  <a:lnTo>
                    <a:pt x="21010" y="53922"/>
                  </a:lnTo>
                  <a:lnTo>
                    <a:pt x="20304" y="53319"/>
                  </a:lnTo>
                  <a:lnTo>
                    <a:pt x="19583" y="52730"/>
                  </a:lnTo>
                  <a:lnTo>
                    <a:pt x="18862" y="52171"/>
                  </a:lnTo>
                  <a:lnTo>
                    <a:pt x="18156" y="51627"/>
                  </a:lnTo>
                  <a:lnTo>
                    <a:pt x="17435" y="51097"/>
                  </a:lnTo>
                  <a:lnTo>
                    <a:pt x="18362" y="50421"/>
                  </a:lnTo>
                  <a:lnTo>
                    <a:pt x="19289" y="49714"/>
                  </a:lnTo>
                  <a:lnTo>
                    <a:pt x="20201" y="48979"/>
                  </a:lnTo>
                  <a:lnTo>
                    <a:pt x="20657" y="48611"/>
                  </a:lnTo>
                  <a:lnTo>
                    <a:pt x="21084" y="48228"/>
                  </a:lnTo>
                  <a:lnTo>
                    <a:pt x="21554" y="47816"/>
                  </a:lnTo>
                  <a:lnTo>
                    <a:pt x="21996" y="47404"/>
                  </a:lnTo>
                  <a:lnTo>
                    <a:pt x="22422" y="46993"/>
                  </a:lnTo>
                  <a:lnTo>
                    <a:pt x="22834" y="46581"/>
                  </a:lnTo>
                  <a:lnTo>
                    <a:pt x="23246" y="46169"/>
                  </a:lnTo>
                  <a:lnTo>
                    <a:pt x="23629" y="45742"/>
                  </a:lnTo>
                  <a:lnTo>
                    <a:pt x="24011" y="45330"/>
                  </a:lnTo>
                  <a:lnTo>
                    <a:pt x="24379" y="44903"/>
                  </a:lnTo>
                  <a:lnTo>
                    <a:pt x="24718" y="44491"/>
                  </a:lnTo>
                  <a:lnTo>
                    <a:pt x="25056" y="44065"/>
                  </a:lnTo>
                  <a:lnTo>
                    <a:pt x="25380" y="43638"/>
                  </a:lnTo>
                  <a:lnTo>
                    <a:pt x="25674" y="43211"/>
                  </a:lnTo>
                  <a:lnTo>
                    <a:pt x="25968" y="42799"/>
                  </a:lnTo>
                  <a:lnTo>
                    <a:pt x="26248" y="42373"/>
                  </a:lnTo>
                  <a:lnTo>
                    <a:pt x="26512" y="41946"/>
                  </a:lnTo>
                  <a:lnTo>
                    <a:pt x="26763" y="41519"/>
                  </a:lnTo>
                  <a:lnTo>
                    <a:pt x="26998" y="41093"/>
                  </a:lnTo>
                  <a:lnTo>
                    <a:pt x="27219" y="40666"/>
                  </a:lnTo>
                  <a:lnTo>
                    <a:pt x="27425" y="40239"/>
                  </a:lnTo>
                  <a:lnTo>
                    <a:pt x="27616" y="39813"/>
                  </a:lnTo>
                  <a:lnTo>
                    <a:pt x="27792" y="39386"/>
                  </a:lnTo>
                  <a:lnTo>
                    <a:pt x="27954" y="38960"/>
                  </a:lnTo>
                  <a:lnTo>
                    <a:pt x="28101" y="38533"/>
                  </a:lnTo>
                  <a:lnTo>
                    <a:pt x="28234" y="38106"/>
                  </a:lnTo>
                  <a:lnTo>
                    <a:pt x="28352" y="37680"/>
                  </a:lnTo>
                  <a:lnTo>
                    <a:pt x="28455" y="37253"/>
                  </a:lnTo>
                  <a:lnTo>
                    <a:pt x="28543" y="36826"/>
                  </a:lnTo>
                  <a:lnTo>
                    <a:pt x="28631" y="36414"/>
                  </a:lnTo>
                  <a:lnTo>
                    <a:pt x="28690" y="35988"/>
                  </a:lnTo>
                  <a:lnTo>
                    <a:pt x="28734" y="35561"/>
                  </a:lnTo>
                  <a:lnTo>
                    <a:pt x="28764" y="35134"/>
                  </a:lnTo>
                  <a:lnTo>
                    <a:pt x="28764" y="34722"/>
                  </a:lnTo>
                  <a:lnTo>
                    <a:pt x="28764" y="34281"/>
                  </a:lnTo>
                  <a:lnTo>
                    <a:pt x="28749" y="33854"/>
                  </a:lnTo>
                  <a:lnTo>
                    <a:pt x="28719" y="33428"/>
                  </a:lnTo>
                  <a:lnTo>
                    <a:pt x="28675" y="32986"/>
                  </a:lnTo>
                  <a:lnTo>
                    <a:pt x="28616" y="32560"/>
                  </a:lnTo>
                  <a:lnTo>
                    <a:pt x="28543" y="32118"/>
                  </a:lnTo>
                  <a:lnTo>
                    <a:pt x="28455" y="31692"/>
                  </a:lnTo>
                  <a:lnTo>
                    <a:pt x="28352" y="31250"/>
                  </a:lnTo>
                  <a:lnTo>
                    <a:pt x="28234" y="30809"/>
                  </a:lnTo>
                  <a:lnTo>
                    <a:pt x="28101" y="30382"/>
                  </a:lnTo>
                  <a:lnTo>
                    <a:pt x="27954" y="29941"/>
                  </a:lnTo>
                  <a:lnTo>
                    <a:pt x="27792" y="29514"/>
                  </a:lnTo>
                  <a:lnTo>
                    <a:pt x="27616" y="29073"/>
                  </a:lnTo>
                  <a:lnTo>
                    <a:pt x="27425" y="28646"/>
                  </a:lnTo>
                  <a:lnTo>
                    <a:pt x="27219" y="28205"/>
                  </a:lnTo>
                  <a:lnTo>
                    <a:pt x="26998" y="27778"/>
                  </a:lnTo>
                  <a:lnTo>
                    <a:pt x="26763" y="27337"/>
                  </a:lnTo>
                  <a:lnTo>
                    <a:pt x="26527" y="26910"/>
                  </a:lnTo>
                  <a:lnTo>
                    <a:pt x="26262" y="26469"/>
                  </a:lnTo>
                  <a:lnTo>
                    <a:pt x="25983" y="26042"/>
                  </a:lnTo>
                  <a:lnTo>
                    <a:pt x="25689" y="25615"/>
                  </a:lnTo>
                  <a:lnTo>
                    <a:pt x="25394" y="25189"/>
                  </a:lnTo>
                  <a:lnTo>
                    <a:pt x="25071" y="24762"/>
                  </a:lnTo>
                  <a:lnTo>
                    <a:pt x="24747" y="24335"/>
                  </a:lnTo>
                  <a:lnTo>
                    <a:pt x="24394" y="23909"/>
                  </a:lnTo>
                  <a:lnTo>
                    <a:pt x="24041" y="23482"/>
                  </a:lnTo>
                  <a:lnTo>
                    <a:pt x="23658" y="23070"/>
                  </a:lnTo>
                  <a:lnTo>
                    <a:pt x="23276" y="22643"/>
                  </a:lnTo>
                  <a:lnTo>
                    <a:pt x="22879" y="22231"/>
                  </a:lnTo>
                  <a:lnTo>
                    <a:pt x="22467" y="21819"/>
                  </a:lnTo>
                  <a:lnTo>
                    <a:pt x="22040" y="21408"/>
                  </a:lnTo>
                  <a:lnTo>
                    <a:pt x="21599" y="20996"/>
                  </a:lnTo>
                  <a:lnTo>
                    <a:pt x="21084" y="20525"/>
                  </a:lnTo>
                  <a:lnTo>
                    <a:pt x="20569" y="20083"/>
                  </a:lnTo>
                  <a:lnTo>
                    <a:pt x="20039" y="19642"/>
                  </a:lnTo>
                  <a:lnTo>
                    <a:pt x="19509" y="19215"/>
                  </a:lnTo>
                  <a:lnTo>
                    <a:pt x="18980" y="18803"/>
                  </a:lnTo>
                  <a:lnTo>
                    <a:pt x="18450" y="18391"/>
                  </a:lnTo>
                  <a:lnTo>
                    <a:pt x="17405" y="17612"/>
                  </a:lnTo>
                  <a:lnTo>
                    <a:pt x="18068" y="17141"/>
                  </a:lnTo>
                  <a:lnTo>
                    <a:pt x="18715" y="16655"/>
                  </a:lnTo>
                  <a:lnTo>
                    <a:pt x="19377" y="16140"/>
                  </a:lnTo>
                  <a:lnTo>
                    <a:pt x="20024" y="15625"/>
                  </a:lnTo>
                  <a:lnTo>
                    <a:pt x="20510" y="15214"/>
                  </a:lnTo>
                  <a:lnTo>
                    <a:pt x="20981" y="14816"/>
                  </a:lnTo>
                  <a:lnTo>
                    <a:pt x="21437" y="14404"/>
                  </a:lnTo>
                  <a:lnTo>
                    <a:pt x="21863" y="13978"/>
                  </a:lnTo>
                  <a:lnTo>
                    <a:pt x="22290" y="13566"/>
                  </a:lnTo>
                  <a:lnTo>
                    <a:pt x="22702" y="13139"/>
                  </a:lnTo>
                  <a:lnTo>
                    <a:pt x="23099" y="12712"/>
                  </a:lnTo>
                  <a:lnTo>
                    <a:pt x="23467" y="12286"/>
                  </a:lnTo>
                  <a:lnTo>
                    <a:pt x="23835" y="11844"/>
                  </a:lnTo>
                  <a:lnTo>
                    <a:pt x="24173" y="11403"/>
                  </a:lnTo>
                  <a:lnTo>
                    <a:pt x="24512" y="10962"/>
                  </a:lnTo>
                  <a:lnTo>
                    <a:pt x="24835" y="10520"/>
                  </a:lnTo>
                  <a:lnTo>
                    <a:pt x="25130" y="10064"/>
                  </a:lnTo>
                  <a:lnTo>
                    <a:pt x="25424" y="9623"/>
                  </a:lnTo>
                  <a:lnTo>
                    <a:pt x="25689" y="9167"/>
                  </a:lnTo>
                  <a:lnTo>
                    <a:pt x="25939" y="8696"/>
                  </a:lnTo>
                  <a:lnTo>
                    <a:pt x="26189" y="8240"/>
                  </a:lnTo>
                  <a:lnTo>
                    <a:pt x="26410" y="7769"/>
                  </a:lnTo>
                  <a:lnTo>
                    <a:pt x="26615" y="7298"/>
                  </a:lnTo>
                  <a:lnTo>
                    <a:pt x="26807" y="6827"/>
                  </a:lnTo>
                  <a:lnTo>
                    <a:pt x="26998" y="6357"/>
                  </a:lnTo>
                  <a:lnTo>
                    <a:pt x="27160" y="5871"/>
                  </a:lnTo>
                  <a:lnTo>
                    <a:pt x="27307" y="5386"/>
                  </a:lnTo>
                  <a:lnTo>
                    <a:pt x="27439" y="4900"/>
                  </a:lnTo>
                  <a:lnTo>
                    <a:pt x="27557" y="4415"/>
                  </a:lnTo>
                  <a:lnTo>
                    <a:pt x="27660" y="3914"/>
                  </a:lnTo>
                  <a:lnTo>
                    <a:pt x="27734" y="3414"/>
                  </a:lnTo>
                  <a:lnTo>
                    <a:pt x="27807" y="2914"/>
                  </a:lnTo>
                  <a:lnTo>
                    <a:pt x="27866" y="2414"/>
                  </a:lnTo>
                  <a:lnTo>
                    <a:pt x="27910" y="1913"/>
                  </a:lnTo>
                  <a:lnTo>
                    <a:pt x="27925" y="1399"/>
                  </a:lnTo>
                  <a:lnTo>
                    <a:pt x="27940" y="884"/>
                  </a:lnTo>
                  <a:lnTo>
                    <a:pt x="279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1287;p38">
              <a:extLst>
                <a:ext uri="{FF2B5EF4-FFF2-40B4-BE49-F238E27FC236}">
                  <a16:creationId xmlns:a16="http://schemas.microsoft.com/office/drawing/2014/main" id="{BD97BB17-7EB8-4268-223F-8CF5EC82A8D0}"/>
                </a:ext>
              </a:extLst>
            </p:cNvPr>
            <p:cNvSpPr/>
            <p:nvPr/>
          </p:nvSpPr>
          <p:spPr>
            <a:xfrm>
              <a:off x="3673875" y="1909075"/>
              <a:ext cx="416025" cy="296850"/>
            </a:xfrm>
            <a:custGeom>
              <a:avLst/>
              <a:gdLst/>
              <a:ahLst/>
              <a:cxnLst/>
              <a:rect l="l" t="t" r="r" b="b"/>
              <a:pathLst>
                <a:path w="16641" h="11874" extrusionOk="0">
                  <a:moveTo>
                    <a:pt x="13272" y="1"/>
                  </a:moveTo>
                  <a:lnTo>
                    <a:pt x="13007" y="16"/>
                  </a:lnTo>
                  <a:lnTo>
                    <a:pt x="12727" y="45"/>
                  </a:lnTo>
                  <a:lnTo>
                    <a:pt x="12477" y="104"/>
                  </a:lnTo>
                  <a:lnTo>
                    <a:pt x="12227" y="177"/>
                  </a:lnTo>
                  <a:lnTo>
                    <a:pt x="11992" y="266"/>
                  </a:lnTo>
                  <a:lnTo>
                    <a:pt x="11756" y="369"/>
                  </a:lnTo>
                  <a:lnTo>
                    <a:pt x="11521" y="486"/>
                  </a:lnTo>
                  <a:lnTo>
                    <a:pt x="11300" y="604"/>
                  </a:lnTo>
                  <a:lnTo>
                    <a:pt x="10859" y="869"/>
                  </a:lnTo>
                  <a:lnTo>
                    <a:pt x="10241" y="1251"/>
                  </a:lnTo>
                  <a:lnTo>
                    <a:pt x="9652" y="1634"/>
                  </a:lnTo>
                  <a:lnTo>
                    <a:pt x="9049" y="2046"/>
                  </a:lnTo>
                  <a:lnTo>
                    <a:pt x="8461" y="2443"/>
                  </a:lnTo>
                  <a:lnTo>
                    <a:pt x="7298" y="3267"/>
                  </a:lnTo>
                  <a:lnTo>
                    <a:pt x="6136" y="4106"/>
                  </a:lnTo>
                  <a:lnTo>
                    <a:pt x="4974" y="4930"/>
                  </a:lnTo>
                  <a:lnTo>
                    <a:pt x="3782" y="5739"/>
                  </a:lnTo>
                  <a:lnTo>
                    <a:pt x="3193" y="6136"/>
                  </a:lnTo>
                  <a:lnTo>
                    <a:pt x="2590" y="6518"/>
                  </a:lnTo>
                  <a:lnTo>
                    <a:pt x="1972" y="6886"/>
                  </a:lnTo>
                  <a:lnTo>
                    <a:pt x="1354" y="7239"/>
                  </a:lnTo>
                  <a:lnTo>
                    <a:pt x="1119" y="7372"/>
                  </a:lnTo>
                  <a:lnTo>
                    <a:pt x="884" y="7519"/>
                  </a:lnTo>
                  <a:lnTo>
                    <a:pt x="663" y="7666"/>
                  </a:lnTo>
                  <a:lnTo>
                    <a:pt x="457" y="7843"/>
                  </a:lnTo>
                  <a:lnTo>
                    <a:pt x="369" y="7931"/>
                  </a:lnTo>
                  <a:lnTo>
                    <a:pt x="280" y="8034"/>
                  </a:lnTo>
                  <a:lnTo>
                    <a:pt x="207" y="8137"/>
                  </a:lnTo>
                  <a:lnTo>
                    <a:pt x="133" y="8240"/>
                  </a:lnTo>
                  <a:lnTo>
                    <a:pt x="89" y="8343"/>
                  </a:lnTo>
                  <a:lnTo>
                    <a:pt x="45" y="8461"/>
                  </a:lnTo>
                  <a:lnTo>
                    <a:pt x="16" y="8593"/>
                  </a:lnTo>
                  <a:lnTo>
                    <a:pt x="1" y="8711"/>
                  </a:lnTo>
                  <a:lnTo>
                    <a:pt x="1" y="8843"/>
                  </a:lnTo>
                  <a:lnTo>
                    <a:pt x="16" y="8961"/>
                  </a:lnTo>
                  <a:lnTo>
                    <a:pt x="45" y="9093"/>
                  </a:lnTo>
                  <a:lnTo>
                    <a:pt x="74" y="9211"/>
                  </a:lnTo>
                  <a:lnTo>
                    <a:pt x="177" y="9446"/>
                  </a:lnTo>
                  <a:lnTo>
                    <a:pt x="280" y="9667"/>
                  </a:lnTo>
                  <a:lnTo>
                    <a:pt x="1369" y="11874"/>
                  </a:lnTo>
                  <a:lnTo>
                    <a:pt x="2208" y="11800"/>
                  </a:lnTo>
                  <a:lnTo>
                    <a:pt x="3017" y="11697"/>
                  </a:lnTo>
                  <a:lnTo>
                    <a:pt x="3826" y="11594"/>
                  </a:lnTo>
                  <a:lnTo>
                    <a:pt x="4606" y="11462"/>
                  </a:lnTo>
                  <a:lnTo>
                    <a:pt x="5356" y="11315"/>
                  </a:lnTo>
                  <a:lnTo>
                    <a:pt x="6092" y="11168"/>
                  </a:lnTo>
                  <a:lnTo>
                    <a:pt x="6813" y="10991"/>
                  </a:lnTo>
                  <a:lnTo>
                    <a:pt x="7490" y="10829"/>
                  </a:lnTo>
                  <a:lnTo>
                    <a:pt x="8137" y="10638"/>
                  </a:lnTo>
                  <a:lnTo>
                    <a:pt x="8755" y="10461"/>
                  </a:lnTo>
                  <a:lnTo>
                    <a:pt x="9343" y="10285"/>
                  </a:lnTo>
                  <a:lnTo>
                    <a:pt x="9888" y="10094"/>
                  </a:lnTo>
                  <a:lnTo>
                    <a:pt x="10859" y="9755"/>
                  </a:lnTo>
                  <a:lnTo>
                    <a:pt x="11668" y="9446"/>
                  </a:lnTo>
                  <a:lnTo>
                    <a:pt x="11933" y="9329"/>
                  </a:lnTo>
                  <a:lnTo>
                    <a:pt x="12212" y="9196"/>
                  </a:lnTo>
                  <a:lnTo>
                    <a:pt x="12786" y="8902"/>
                  </a:lnTo>
                  <a:lnTo>
                    <a:pt x="13080" y="8740"/>
                  </a:lnTo>
                  <a:lnTo>
                    <a:pt x="13389" y="8564"/>
                  </a:lnTo>
                  <a:lnTo>
                    <a:pt x="13683" y="8372"/>
                  </a:lnTo>
                  <a:lnTo>
                    <a:pt x="13978" y="8166"/>
                  </a:lnTo>
                  <a:lnTo>
                    <a:pt x="14272" y="7960"/>
                  </a:lnTo>
                  <a:lnTo>
                    <a:pt x="14552" y="7740"/>
                  </a:lnTo>
                  <a:lnTo>
                    <a:pt x="14816" y="7534"/>
                  </a:lnTo>
                  <a:lnTo>
                    <a:pt x="15066" y="7298"/>
                  </a:lnTo>
                  <a:lnTo>
                    <a:pt x="15302" y="7078"/>
                  </a:lnTo>
                  <a:lnTo>
                    <a:pt x="15508" y="6842"/>
                  </a:lnTo>
                  <a:lnTo>
                    <a:pt x="15699" y="6607"/>
                  </a:lnTo>
                  <a:lnTo>
                    <a:pt x="15861" y="6371"/>
                  </a:lnTo>
                  <a:lnTo>
                    <a:pt x="16008" y="6136"/>
                  </a:lnTo>
                  <a:lnTo>
                    <a:pt x="16140" y="5886"/>
                  </a:lnTo>
                  <a:lnTo>
                    <a:pt x="16243" y="5621"/>
                  </a:lnTo>
                  <a:lnTo>
                    <a:pt x="16346" y="5371"/>
                  </a:lnTo>
                  <a:lnTo>
                    <a:pt x="16435" y="5106"/>
                  </a:lnTo>
                  <a:lnTo>
                    <a:pt x="16508" y="4827"/>
                  </a:lnTo>
                  <a:lnTo>
                    <a:pt x="16567" y="4562"/>
                  </a:lnTo>
                  <a:lnTo>
                    <a:pt x="16611" y="4282"/>
                  </a:lnTo>
                  <a:lnTo>
                    <a:pt x="16626" y="4003"/>
                  </a:lnTo>
                  <a:lnTo>
                    <a:pt x="16641" y="3723"/>
                  </a:lnTo>
                  <a:lnTo>
                    <a:pt x="16626" y="3444"/>
                  </a:lnTo>
                  <a:lnTo>
                    <a:pt x="16597" y="3179"/>
                  </a:lnTo>
                  <a:lnTo>
                    <a:pt x="16552" y="2899"/>
                  </a:lnTo>
                  <a:lnTo>
                    <a:pt x="16494" y="2634"/>
                  </a:lnTo>
                  <a:lnTo>
                    <a:pt x="16405" y="2370"/>
                  </a:lnTo>
                  <a:lnTo>
                    <a:pt x="16302" y="2105"/>
                  </a:lnTo>
                  <a:lnTo>
                    <a:pt x="16185" y="1855"/>
                  </a:lnTo>
                  <a:lnTo>
                    <a:pt x="16037" y="1619"/>
                  </a:lnTo>
                  <a:lnTo>
                    <a:pt x="15876" y="1399"/>
                  </a:lnTo>
                  <a:lnTo>
                    <a:pt x="15699" y="1178"/>
                  </a:lnTo>
                  <a:lnTo>
                    <a:pt x="15508" y="972"/>
                  </a:lnTo>
                  <a:lnTo>
                    <a:pt x="15302" y="795"/>
                  </a:lnTo>
                  <a:lnTo>
                    <a:pt x="15081" y="619"/>
                  </a:lnTo>
                  <a:lnTo>
                    <a:pt x="14846" y="472"/>
                  </a:lnTo>
                  <a:lnTo>
                    <a:pt x="14596" y="339"/>
                  </a:lnTo>
                  <a:lnTo>
                    <a:pt x="14346" y="222"/>
                  </a:lnTo>
                  <a:lnTo>
                    <a:pt x="14081" y="133"/>
                  </a:lnTo>
                  <a:lnTo>
                    <a:pt x="13816" y="74"/>
                  </a:lnTo>
                  <a:lnTo>
                    <a:pt x="13551" y="16"/>
                  </a:lnTo>
                  <a:lnTo>
                    <a:pt x="13272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1288;p38">
              <a:extLst>
                <a:ext uri="{FF2B5EF4-FFF2-40B4-BE49-F238E27FC236}">
                  <a16:creationId xmlns:a16="http://schemas.microsoft.com/office/drawing/2014/main" id="{FD98A898-783A-57F0-5D16-CF5D5FCCB918}"/>
                </a:ext>
              </a:extLst>
            </p:cNvPr>
            <p:cNvSpPr/>
            <p:nvPr/>
          </p:nvSpPr>
          <p:spPr>
            <a:xfrm>
              <a:off x="3820275" y="1493825"/>
              <a:ext cx="590000" cy="715425"/>
            </a:xfrm>
            <a:custGeom>
              <a:avLst/>
              <a:gdLst/>
              <a:ahLst/>
              <a:cxnLst/>
              <a:rect l="l" t="t" r="r" b="b"/>
              <a:pathLst>
                <a:path w="23600" h="28617" extrusionOk="0">
                  <a:moveTo>
                    <a:pt x="22511" y="0"/>
                  </a:moveTo>
                  <a:lnTo>
                    <a:pt x="0" y="27219"/>
                  </a:lnTo>
                  <a:lnTo>
                    <a:pt x="1795" y="28616"/>
                  </a:lnTo>
                  <a:lnTo>
                    <a:pt x="23599" y="839"/>
                  </a:lnTo>
                  <a:lnTo>
                    <a:pt x="225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1289;p38">
              <a:extLst>
                <a:ext uri="{FF2B5EF4-FFF2-40B4-BE49-F238E27FC236}">
                  <a16:creationId xmlns:a16="http://schemas.microsoft.com/office/drawing/2014/main" id="{8B362E8E-E794-1959-35FB-A7A4A6F65D2A}"/>
                </a:ext>
              </a:extLst>
            </p:cNvPr>
            <p:cNvSpPr/>
            <p:nvPr/>
          </p:nvSpPr>
          <p:spPr>
            <a:xfrm>
              <a:off x="3646300" y="1867150"/>
              <a:ext cx="462725" cy="278825"/>
            </a:xfrm>
            <a:custGeom>
              <a:avLst/>
              <a:gdLst/>
              <a:ahLst/>
              <a:cxnLst/>
              <a:rect l="l" t="t" r="r" b="b"/>
              <a:pathLst>
                <a:path w="18509" h="11153" extrusionOk="0">
                  <a:moveTo>
                    <a:pt x="18362" y="1"/>
                  </a:moveTo>
                  <a:lnTo>
                    <a:pt x="13006" y="59"/>
                  </a:lnTo>
                  <a:lnTo>
                    <a:pt x="12227" y="74"/>
                  </a:lnTo>
                  <a:lnTo>
                    <a:pt x="11844" y="89"/>
                  </a:lnTo>
                  <a:lnTo>
                    <a:pt x="11461" y="104"/>
                  </a:lnTo>
                  <a:lnTo>
                    <a:pt x="11079" y="148"/>
                  </a:lnTo>
                  <a:lnTo>
                    <a:pt x="10711" y="207"/>
                  </a:lnTo>
                  <a:lnTo>
                    <a:pt x="10329" y="295"/>
                  </a:lnTo>
                  <a:lnTo>
                    <a:pt x="9961" y="398"/>
                  </a:lnTo>
                  <a:lnTo>
                    <a:pt x="9593" y="545"/>
                  </a:lnTo>
                  <a:lnTo>
                    <a:pt x="9240" y="707"/>
                  </a:lnTo>
                  <a:lnTo>
                    <a:pt x="8902" y="883"/>
                  </a:lnTo>
                  <a:lnTo>
                    <a:pt x="8578" y="1104"/>
                  </a:lnTo>
                  <a:lnTo>
                    <a:pt x="8269" y="1325"/>
                  </a:lnTo>
                  <a:lnTo>
                    <a:pt x="7960" y="1575"/>
                  </a:lnTo>
                  <a:lnTo>
                    <a:pt x="7666" y="1825"/>
                  </a:lnTo>
                  <a:lnTo>
                    <a:pt x="7386" y="2105"/>
                  </a:lnTo>
                  <a:lnTo>
                    <a:pt x="7107" y="2399"/>
                  </a:lnTo>
                  <a:lnTo>
                    <a:pt x="6842" y="2693"/>
                  </a:lnTo>
                  <a:lnTo>
                    <a:pt x="6577" y="2987"/>
                  </a:lnTo>
                  <a:lnTo>
                    <a:pt x="6327" y="3311"/>
                  </a:lnTo>
                  <a:lnTo>
                    <a:pt x="5827" y="3929"/>
                  </a:lnTo>
                  <a:lnTo>
                    <a:pt x="5356" y="4576"/>
                  </a:lnTo>
                  <a:lnTo>
                    <a:pt x="4856" y="5194"/>
                  </a:lnTo>
                  <a:lnTo>
                    <a:pt x="4605" y="5503"/>
                  </a:lnTo>
                  <a:lnTo>
                    <a:pt x="4341" y="5812"/>
                  </a:lnTo>
                  <a:lnTo>
                    <a:pt x="4061" y="6106"/>
                  </a:lnTo>
                  <a:lnTo>
                    <a:pt x="3782" y="6401"/>
                  </a:lnTo>
                  <a:lnTo>
                    <a:pt x="3502" y="6680"/>
                  </a:lnTo>
                  <a:lnTo>
                    <a:pt x="3208" y="6945"/>
                  </a:lnTo>
                  <a:lnTo>
                    <a:pt x="2899" y="7195"/>
                  </a:lnTo>
                  <a:lnTo>
                    <a:pt x="2575" y="7416"/>
                  </a:lnTo>
                  <a:lnTo>
                    <a:pt x="2251" y="7636"/>
                  </a:lnTo>
                  <a:lnTo>
                    <a:pt x="1913" y="7813"/>
                  </a:lnTo>
                  <a:lnTo>
                    <a:pt x="1560" y="7990"/>
                  </a:lnTo>
                  <a:lnTo>
                    <a:pt x="1207" y="8122"/>
                  </a:lnTo>
                  <a:lnTo>
                    <a:pt x="824" y="8225"/>
                  </a:lnTo>
                  <a:lnTo>
                    <a:pt x="442" y="8298"/>
                  </a:lnTo>
                  <a:lnTo>
                    <a:pt x="368" y="8313"/>
                  </a:lnTo>
                  <a:lnTo>
                    <a:pt x="295" y="8328"/>
                  </a:lnTo>
                  <a:lnTo>
                    <a:pt x="236" y="8357"/>
                  </a:lnTo>
                  <a:lnTo>
                    <a:pt x="192" y="8401"/>
                  </a:lnTo>
                  <a:lnTo>
                    <a:pt x="133" y="8460"/>
                  </a:lnTo>
                  <a:lnTo>
                    <a:pt x="103" y="8534"/>
                  </a:lnTo>
                  <a:lnTo>
                    <a:pt x="59" y="8607"/>
                  </a:lnTo>
                  <a:lnTo>
                    <a:pt x="45" y="8696"/>
                  </a:lnTo>
                  <a:lnTo>
                    <a:pt x="15" y="8872"/>
                  </a:lnTo>
                  <a:lnTo>
                    <a:pt x="0" y="9064"/>
                  </a:lnTo>
                  <a:lnTo>
                    <a:pt x="30" y="9255"/>
                  </a:lnTo>
                  <a:lnTo>
                    <a:pt x="74" y="9417"/>
                  </a:lnTo>
                  <a:lnTo>
                    <a:pt x="133" y="9564"/>
                  </a:lnTo>
                  <a:lnTo>
                    <a:pt x="206" y="9711"/>
                  </a:lnTo>
                  <a:lnTo>
                    <a:pt x="398" y="9976"/>
                  </a:lnTo>
                  <a:lnTo>
                    <a:pt x="589" y="10241"/>
                  </a:lnTo>
                  <a:lnTo>
                    <a:pt x="677" y="10373"/>
                  </a:lnTo>
                  <a:lnTo>
                    <a:pt x="736" y="10520"/>
                  </a:lnTo>
                  <a:lnTo>
                    <a:pt x="839" y="10770"/>
                  </a:lnTo>
                  <a:lnTo>
                    <a:pt x="913" y="10888"/>
                  </a:lnTo>
                  <a:lnTo>
                    <a:pt x="986" y="10991"/>
                  </a:lnTo>
                  <a:lnTo>
                    <a:pt x="1074" y="11064"/>
                  </a:lnTo>
                  <a:lnTo>
                    <a:pt x="1163" y="11109"/>
                  </a:lnTo>
                  <a:lnTo>
                    <a:pt x="1266" y="11138"/>
                  </a:lnTo>
                  <a:lnTo>
                    <a:pt x="1369" y="11153"/>
                  </a:lnTo>
                  <a:lnTo>
                    <a:pt x="1486" y="11138"/>
                  </a:lnTo>
                  <a:lnTo>
                    <a:pt x="1604" y="11138"/>
                  </a:lnTo>
                  <a:lnTo>
                    <a:pt x="1825" y="11094"/>
                  </a:lnTo>
                  <a:lnTo>
                    <a:pt x="2119" y="11006"/>
                  </a:lnTo>
                  <a:lnTo>
                    <a:pt x="2399" y="10888"/>
                  </a:lnTo>
                  <a:lnTo>
                    <a:pt x="2678" y="10770"/>
                  </a:lnTo>
                  <a:lnTo>
                    <a:pt x="2958" y="10638"/>
                  </a:lnTo>
                  <a:lnTo>
                    <a:pt x="3237" y="10491"/>
                  </a:lnTo>
                  <a:lnTo>
                    <a:pt x="3502" y="10329"/>
                  </a:lnTo>
                  <a:lnTo>
                    <a:pt x="4032" y="9990"/>
                  </a:lnTo>
                  <a:lnTo>
                    <a:pt x="4547" y="9652"/>
                  </a:lnTo>
                  <a:lnTo>
                    <a:pt x="5076" y="9314"/>
                  </a:lnTo>
                  <a:lnTo>
                    <a:pt x="5606" y="8990"/>
                  </a:lnTo>
                  <a:lnTo>
                    <a:pt x="5885" y="8843"/>
                  </a:lnTo>
                  <a:lnTo>
                    <a:pt x="6165" y="8696"/>
                  </a:lnTo>
                  <a:lnTo>
                    <a:pt x="6621" y="8504"/>
                  </a:lnTo>
                  <a:lnTo>
                    <a:pt x="7107" y="8328"/>
                  </a:lnTo>
                  <a:lnTo>
                    <a:pt x="8078" y="7990"/>
                  </a:lnTo>
                  <a:lnTo>
                    <a:pt x="8548" y="7813"/>
                  </a:lnTo>
                  <a:lnTo>
                    <a:pt x="9004" y="7607"/>
                  </a:lnTo>
                  <a:lnTo>
                    <a:pt x="9240" y="7504"/>
                  </a:lnTo>
                  <a:lnTo>
                    <a:pt x="9461" y="7386"/>
                  </a:lnTo>
                  <a:lnTo>
                    <a:pt x="9667" y="7254"/>
                  </a:lnTo>
                  <a:lnTo>
                    <a:pt x="9873" y="7107"/>
                  </a:lnTo>
                  <a:lnTo>
                    <a:pt x="9887" y="7107"/>
                  </a:lnTo>
                  <a:lnTo>
                    <a:pt x="9931" y="7063"/>
                  </a:lnTo>
                  <a:lnTo>
                    <a:pt x="9990" y="7033"/>
                  </a:lnTo>
                  <a:lnTo>
                    <a:pt x="9946" y="7048"/>
                  </a:lnTo>
                  <a:lnTo>
                    <a:pt x="10240" y="6871"/>
                  </a:lnTo>
                  <a:lnTo>
                    <a:pt x="10520" y="6680"/>
                  </a:lnTo>
                  <a:lnTo>
                    <a:pt x="10799" y="6459"/>
                  </a:lnTo>
                  <a:lnTo>
                    <a:pt x="11079" y="6253"/>
                  </a:lnTo>
                  <a:lnTo>
                    <a:pt x="11344" y="6018"/>
                  </a:lnTo>
                  <a:lnTo>
                    <a:pt x="11594" y="5783"/>
                  </a:lnTo>
                  <a:lnTo>
                    <a:pt x="11844" y="5533"/>
                  </a:lnTo>
                  <a:lnTo>
                    <a:pt x="12079" y="5282"/>
                  </a:lnTo>
                  <a:lnTo>
                    <a:pt x="12300" y="5018"/>
                  </a:lnTo>
                  <a:lnTo>
                    <a:pt x="12521" y="4753"/>
                  </a:lnTo>
                  <a:lnTo>
                    <a:pt x="12727" y="4473"/>
                  </a:lnTo>
                  <a:lnTo>
                    <a:pt x="12918" y="4179"/>
                  </a:lnTo>
                  <a:lnTo>
                    <a:pt x="13109" y="3885"/>
                  </a:lnTo>
                  <a:lnTo>
                    <a:pt x="13271" y="3590"/>
                  </a:lnTo>
                  <a:lnTo>
                    <a:pt x="13433" y="3282"/>
                  </a:lnTo>
                  <a:lnTo>
                    <a:pt x="13580" y="2958"/>
                  </a:lnTo>
                  <a:lnTo>
                    <a:pt x="14007" y="2973"/>
                  </a:lnTo>
                  <a:lnTo>
                    <a:pt x="14433" y="2973"/>
                  </a:lnTo>
                  <a:lnTo>
                    <a:pt x="14860" y="2928"/>
                  </a:lnTo>
                  <a:lnTo>
                    <a:pt x="15287" y="2870"/>
                  </a:lnTo>
                  <a:lnTo>
                    <a:pt x="15699" y="2796"/>
                  </a:lnTo>
                  <a:lnTo>
                    <a:pt x="16111" y="2678"/>
                  </a:lnTo>
                  <a:lnTo>
                    <a:pt x="16523" y="2546"/>
                  </a:lnTo>
                  <a:lnTo>
                    <a:pt x="16920" y="2399"/>
                  </a:lnTo>
                  <a:lnTo>
                    <a:pt x="17273" y="2222"/>
                  </a:lnTo>
                  <a:lnTo>
                    <a:pt x="17449" y="2134"/>
                  </a:lnTo>
                  <a:lnTo>
                    <a:pt x="17626" y="2031"/>
                  </a:lnTo>
                  <a:lnTo>
                    <a:pt x="17788" y="1913"/>
                  </a:lnTo>
                  <a:lnTo>
                    <a:pt x="17935" y="1781"/>
                  </a:lnTo>
                  <a:lnTo>
                    <a:pt x="18067" y="1634"/>
                  </a:lnTo>
                  <a:lnTo>
                    <a:pt x="18200" y="1487"/>
                  </a:lnTo>
                  <a:lnTo>
                    <a:pt x="18303" y="1325"/>
                  </a:lnTo>
                  <a:lnTo>
                    <a:pt x="18391" y="1133"/>
                  </a:lnTo>
                  <a:lnTo>
                    <a:pt x="18450" y="957"/>
                  </a:lnTo>
                  <a:lnTo>
                    <a:pt x="18494" y="751"/>
                  </a:lnTo>
                  <a:lnTo>
                    <a:pt x="18509" y="560"/>
                  </a:lnTo>
                  <a:lnTo>
                    <a:pt x="18494" y="368"/>
                  </a:lnTo>
                  <a:lnTo>
                    <a:pt x="18450" y="177"/>
                  </a:lnTo>
                  <a:lnTo>
                    <a:pt x="18406" y="89"/>
                  </a:lnTo>
                  <a:lnTo>
                    <a:pt x="18362" y="1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1290;p38">
              <a:extLst>
                <a:ext uri="{FF2B5EF4-FFF2-40B4-BE49-F238E27FC236}">
                  <a16:creationId xmlns:a16="http://schemas.microsoft.com/office/drawing/2014/main" id="{F8FB819F-2E72-149F-3A4C-95D7A5661B43}"/>
                </a:ext>
              </a:extLst>
            </p:cNvPr>
            <p:cNvSpPr/>
            <p:nvPr/>
          </p:nvSpPr>
          <p:spPr>
            <a:xfrm>
              <a:off x="3935775" y="1909075"/>
              <a:ext cx="196050" cy="236900"/>
            </a:xfrm>
            <a:custGeom>
              <a:avLst/>
              <a:gdLst/>
              <a:ahLst/>
              <a:cxnLst/>
              <a:rect l="l" t="t" r="r" b="b"/>
              <a:pathLst>
                <a:path w="7842" h="9476" extrusionOk="0">
                  <a:moveTo>
                    <a:pt x="6562" y="1"/>
                  </a:moveTo>
                  <a:lnTo>
                    <a:pt x="6488" y="16"/>
                  </a:lnTo>
                  <a:lnTo>
                    <a:pt x="6400" y="45"/>
                  </a:lnTo>
                  <a:lnTo>
                    <a:pt x="6312" y="104"/>
                  </a:lnTo>
                  <a:lnTo>
                    <a:pt x="6150" y="236"/>
                  </a:lnTo>
                  <a:lnTo>
                    <a:pt x="5753" y="604"/>
                  </a:lnTo>
                  <a:lnTo>
                    <a:pt x="5517" y="810"/>
                  </a:lnTo>
                  <a:lnTo>
                    <a:pt x="5253" y="1001"/>
                  </a:lnTo>
                  <a:lnTo>
                    <a:pt x="4988" y="1178"/>
                  </a:lnTo>
                  <a:lnTo>
                    <a:pt x="4708" y="1340"/>
                  </a:lnTo>
                  <a:lnTo>
                    <a:pt x="4414" y="1487"/>
                  </a:lnTo>
                  <a:lnTo>
                    <a:pt x="4134" y="1634"/>
                  </a:lnTo>
                  <a:lnTo>
                    <a:pt x="3531" y="1913"/>
                  </a:lnTo>
                  <a:lnTo>
                    <a:pt x="2957" y="2193"/>
                  </a:lnTo>
                  <a:lnTo>
                    <a:pt x="2663" y="2355"/>
                  </a:lnTo>
                  <a:lnTo>
                    <a:pt x="2384" y="2517"/>
                  </a:lnTo>
                  <a:lnTo>
                    <a:pt x="2119" y="2693"/>
                  </a:lnTo>
                  <a:lnTo>
                    <a:pt x="1869" y="2884"/>
                  </a:lnTo>
                  <a:lnTo>
                    <a:pt x="1619" y="3090"/>
                  </a:lnTo>
                  <a:lnTo>
                    <a:pt x="1398" y="3326"/>
                  </a:lnTo>
                  <a:lnTo>
                    <a:pt x="1236" y="3547"/>
                  </a:lnTo>
                  <a:lnTo>
                    <a:pt x="1162" y="3650"/>
                  </a:lnTo>
                  <a:lnTo>
                    <a:pt x="1104" y="3767"/>
                  </a:lnTo>
                  <a:lnTo>
                    <a:pt x="1045" y="3885"/>
                  </a:lnTo>
                  <a:lnTo>
                    <a:pt x="1015" y="4003"/>
                  </a:lnTo>
                  <a:lnTo>
                    <a:pt x="971" y="4120"/>
                  </a:lnTo>
                  <a:lnTo>
                    <a:pt x="956" y="4238"/>
                  </a:lnTo>
                  <a:lnTo>
                    <a:pt x="956" y="4370"/>
                  </a:lnTo>
                  <a:lnTo>
                    <a:pt x="1001" y="4488"/>
                  </a:lnTo>
                  <a:lnTo>
                    <a:pt x="1045" y="4606"/>
                  </a:lnTo>
                  <a:lnTo>
                    <a:pt x="1133" y="4709"/>
                  </a:lnTo>
                  <a:lnTo>
                    <a:pt x="1221" y="4782"/>
                  </a:lnTo>
                  <a:lnTo>
                    <a:pt x="1324" y="4841"/>
                  </a:lnTo>
                  <a:lnTo>
                    <a:pt x="1383" y="4856"/>
                  </a:lnTo>
                  <a:lnTo>
                    <a:pt x="1501" y="4856"/>
                  </a:lnTo>
                  <a:lnTo>
                    <a:pt x="1560" y="4841"/>
                  </a:lnTo>
                  <a:lnTo>
                    <a:pt x="1295" y="4959"/>
                  </a:lnTo>
                  <a:lnTo>
                    <a:pt x="1177" y="5018"/>
                  </a:lnTo>
                  <a:lnTo>
                    <a:pt x="1045" y="5091"/>
                  </a:lnTo>
                  <a:lnTo>
                    <a:pt x="942" y="5165"/>
                  </a:lnTo>
                  <a:lnTo>
                    <a:pt x="839" y="5253"/>
                  </a:lnTo>
                  <a:lnTo>
                    <a:pt x="751" y="5356"/>
                  </a:lnTo>
                  <a:lnTo>
                    <a:pt x="677" y="5474"/>
                  </a:lnTo>
                  <a:lnTo>
                    <a:pt x="648" y="5547"/>
                  </a:lnTo>
                  <a:lnTo>
                    <a:pt x="633" y="5606"/>
                  </a:lnTo>
                  <a:lnTo>
                    <a:pt x="633" y="5753"/>
                  </a:lnTo>
                  <a:lnTo>
                    <a:pt x="648" y="5886"/>
                  </a:lnTo>
                  <a:lnTo>
                    <a:pt x="706" y="6018"/>
                  </a:lnTo>
                  <a:lnTo>
                    <a:pt x="780" y="6136"/>
                  </a:lnTo>
                  <a:lnTo>
                    <a:pt x="824" y="6180"/>
                  </a:lnTo>
                  <a:lnTo>
                    <a:pt x="883" y="6224"/>
                  </a:lnTo>
                  <a:lnTo>
                    <a:pt x="927" y="6254"/>
                  </a:lnTo>
                  <a:lnTo>
                    <a:pt x="986" y="6268"/>
                  </a:lnTo>
                  <a:lnTo>
                    <a:pt x="942" y="6268"/>
                  </a:lnTo>
                  <a:lnTo>
                    <a:pt x="751" y="6298"/>
                  </a:lnTo>
                  <a:lnTo>
                    <a:pt x="574" y="6371"/>
                  </a:lnTo>
                  <a:lnTo>
                    <a:pt x="412" y="6460"/>
                  </a:lnTo>
                  <a:lnTo>
                    <a:pt x="265" y="6577"/>
                  </a:lnTo>
                  <a:lnTo>
                    <a:pt x="147" y="6710"/>
                  </a:lnTo>
                  <a:lnTo>
                    <a:pt x="103" y="6798"/>
                  </a:lnTo>
                  <a:lnTo>
                    <a:pt x="59" y="6872"/>
                  </a:lnTo>
                  <a:lnTo>
                    <a:pt x="30" y="6960"/>
                  </a:lnTo>
                  <a:lnTo>
                    <a:pt x="0" y="7048"/>
                  </a:lnTo>
                  <a:lnTo>
                    <a:pt x="0" y="7136"/>
                  </a:lnTo>
                  <a:lnTo>
                    <a:pt x="0" y="7239"/>
                  </a:lnTo>
                  <a:lnTo>
                    <a:pt x="15" y="7328"/>
                  </a:lnTo>
                  <a:lnTo>
                    <a:pt x="30" y="7416"/>
                  </a:lnTo>
                  <a:lnTo>
                    <a:pt x="59" y="7504"/>
                  </a:lnTo>
                  <a:lnTo>
                    <a:pt x="103" y="7592"/>
                  </a:lnTo>
                  <a:lnTo>
                    <a:pt x="162" y="7666"/>
                  </a:lnTo>
                  <a:lnTo>
                    <a:pt x="221" y="7740"/>
                  </a:lnTo>
                  <a:lnTo>
                    <a:pt x="280" y="7798"/>
                  </a:lnTo>
                  <a:lnTo>
                    <a:pt x="353" y="7857"/>
                  </a:lnTo>
                  <a:lnTo>
                    <a:pt x="427" y="7916"/>
                  </a:lnTo>
                  <a:lnTo>
                    <a:pt x="500" y="7960"/>
                  </a:lnTo>
                  <a:lnTo>
                    <a:pt x="589" y="7990"/>
                  </a:lnTo>
                  <a:lnTo>
                    <a:pt x="677" y="8004"/>
                  </a:lnTo>
                  <a:lnTo>
                    <a:pt x="868" y="8004"/>
                  </a:lnTo>
                  <a:lnTo>
                    <a:pt x="795" y="8019"/>
                  </a:lnTo>
                  <a:lnTo>
                    <a:pt x="736" y="8034"/>
                  </a:lnTo>
                  <a:lnTo>
                    <a:pt x="633" y="8093"/>
                  </a:lnTo>
                  <a:lnTo>
                    <a:pt x="530" y="8181"/>
                  </a:lnTo>
                  <a:lnTo>
                    <a:pt x="456" y="8299"/>
                  </a:lnTo>
                  <a:lnTo>
                    <a:pt x="412" y="8416"/>
                  </a:lnTo>
                  <a:lnTo>
                    <a:pt x="368" y="8549"/>
                  </a:lnTo>
                  <a:lnTo>
                    <a:pt x="368" y="8681"/>
                  </a:lnTo>
                  <a:lnTo>
                    <a:pt x="397" y="8814"/>
                  </a:lnTo>
                  <a:lnTo>
                    <a:pt x="442" y="8931"/>
                  </a:lnTo>
                  <a:lnTo>
                    <a:pt x="515" y="9034"/>
                  </a:lnTo>
                  <a:lnTo>
                    <a:pt x="603" y="9137"/>
                  </a:lnTo>
                  <a:lnTo>
                    <a:pt x="706" y="9226"/>
                  </a:lnTo>
                  <a:lnTo>
                    <a:pt x="809" y="9299"/>
                  </a:lnTo>
                  <a:lnTo>
                    <a:pt x="927" y="9358"/>
                  </a:lnTo>
                  <a:lnTo>
                    <a:pt x="1059" y="9402"/>
                  </a:lnTo>
                  <a:lnTo>
                    <a:pt x="1192" y="9446"/>
                  </a:lnTo>
                  <a:lnTo>
                    <a:pt x="1310" y="9461"/>
                  </a:lnTo>
                  <a:lnTo>
                    <a:pt x="1442" y="9476"/>
                  </a:lnTo>
                  <a:lnTo>
                    <a:pt x="1707" y="9476"/>
                  </a:lnTo>
                  <a:lnTo>
                    <a:pt x="1972" y="9446"/>
                  </a:lnTo>
                  <a:lnTo>
                    <a:pt x="2236" y="9402"/>
                  </a:lnTo>
                  <a:lnTo>
                    <a:pt x="2751" y="9329"/>
                  </a:lnTo>
                  <a:lnTo>
                    <a:pt x="3252" y="9240"/>
                  </a:lnTo>
                  <a:lnTo>
                    <a:pt x="3767" y="9137"/>
                  </a:lnTo>
                  <a:lnTo>
                    <a:pt x="4252" y="9005"/>
                  </a:lnTo>
                  <a:lnTo>
                    <a:pt x="4502" y="8917"/>
                  </a:lnTo>
                  <a:lnTo>
                    <a:pt x="4738" y="8843"/>
                  </a:lnTo>
                  <a:lnTo>
                    <a:pt x="4973" y="8740"/>
                  </a:lnTo>
                  <a:lnTo>
                    <a:pt x="5194" y="8637"/>
                  </a:lnTo>
                  <a:lnTo>
                    <a:pt x="5429" y="8519"/>
                  </a:lnTo>
                  <a:lnTo>
                    <a:pt x="5635" y="8387"/>
                  </a:lnTo>
                  <a:lnTo>
                    <a:pt x="5841" y="8255"/>
                  </a:lnTo>
                  <a:lnTo>
                    <a:pt x="6047" y="8093"/>
                  </a:lnTo>
                  <a:lnTo>
                    <a:pt x="6150" y="7990"/>
                  </a:lnTo>
                  <a:lnTo>
                    <a:pt x="6253" y="7887"/>
                  </a:lnTo>
                  <a:lnTo>
                    <a:pt x="6327" y="7769"/>
                  </a:lnTo>
                  <a:lnTo>
                    <a:pt x="6356" y="7710"/>
                  </a:lnTo>
                  <a:lnTo>
                    <a:pt x="6385" y="7637"/>
                  </a:lnTo>
                  <a:lnTo>
                    <a:pt x="6400" y="7563"/>
                  </a:lnTo>
                  <a:lnTo>
                    <a:pt x="6400" y="7490"/>
                  </a:lnTo>
                  <a:lnTo>
                    <a:pt x="6385" y="7416"/>
                  </a:lnTo>
                  <a:lnTo>
                    <a:pt x="6356" y="7342"/>
                  </a:lnTo>
                  <a:lnTo>
                    <a:pt x="6327" y="7284"/>
                  </a:lnTo>
                  <a:lnTo>
                    <a:pt x="6282" y="7239"/>
                  </a:lnTo>
                  <a:lnTo>
                    <a:pt x="6224" y="7195"/>
                  </a:lnTo>
                  <a:lnTo>
                    <a:pt x="6165" y="7166"/>
                  </a:lnTo>
                  <a:lnTo>
                    <a:pt x="6518" y="6975"/>
                  </a:lnTo>
                  <a:lnTo>
                    <a:pt x="6694" y="6857"/>
                  </a:lnTo>
                  <a:lnTo>
                    <a:pt x="6856" y="6739"/>
                  </a:lnTo>
                  <a:lnTo>
                    <a:pt x="7003" y="6621"/>
                  </a:lnTo>
                  <a:lnTo>
                    <a:pt x="7150" y="6474"/>
                  </a:lnTo>
                  <a:lnTo>
                    <a:pt x="7283" y="6327"/>
                  </a:lnTo>
                  <a:lnTo>
                    <a:pt x="7386" y="6151"/>
                  </a:lnTo>
                  <a:lnTo>
                    <a:pt x="7430" y="6062"/>
                  </a:lnTo>
                  <a:lnTo>
                    <a:pt x="7459" y="5974"/>
                  </a:lnTo>
                  <a:lnTo>
                    <a:pt x="7489" y="5871"/>
                  </a:lnTo>
                  <a:lnTo>
                    <a:pt x="7504" y="5768"/>
                  </a:lnTo>
                  <a:lnTo>
                    <a:pt x="7504" y="5665"/>
                  </a:lnTo>
                  <a:lnTo>
                    <a:pt x="7504" y="5562"/>
                  </a:lnTo>
                  <a:lnTo>
                    <a:pt x="7489" y="5459"/>
                  </a:lnTo>
                  <a:lnTo>
                    <a:pt x="7474" y="5356"/>
                  </a:lnTo>
                  <a:lnTo>
                    <a:pt x="7445" y="5268"/>
                  </a:lnTo>
                  <a:lnTo>
                    <a:pt x="7401" y="5180"/>
                  </a:lnTo>
                  <a:lnTo>
                    <a:pt x="7356" y="5091"/>
                  </a:lnTo>
                  <a:lnTo>
                    <a:pt x="7298" y="5018"/>
                  </a:lnTo>
                  <a:lnTo>
                    <a:pt x="7239" y="4944"/>
                  </a:lnTo>
                  <a:lnTo>
                    <a:pt x="7165" y="4885"/>
                  </a:lnTo>
                  <a:lnTo>
                    <a:pt x="7077" y="4841"/>
                  </a:lnTo>
                  <a:lnTo>
                    <a:pt x="6989" y="4812"/>
                  </a:lnTo>
                  <a:lnTo>
                    <a:pt x="7136" y="4679"/>
                  </a:lnTo>
                  <a:lnTo>
                    <a:pt x="7268" y="4562"/>
                  </a:lnTo>
                  <a:lnTo>
                    <a:pt x="7415" y="4429"/>
                  </a:lnTo>
                  <a:lnTo>
                    <a:pt x="7533" y="4282"/>
                  </a:lnTo>
                  <a:lnTo>
                    <a:pt x="7636" y="4135"/>
                  </a:lnTo>
                  <a:lnTo>
                    <a:pt x="7724" y="3973"/>
                  </a:lnTo>
                  <a:lnTo>
                    <a:pt x="7798" y="3797"/>
                  </a:lnTo>
                  <a:lnTo>
                    <a:pt x="7842" y="3620"/>
                  </a:lnTo>
                  <a:lnTo>
                    <a:pt x="7842" y="3532"/>
                  </a:lnTo>
                  <a:lnTo>
                    <a:pt x="7842" y="3429"/>
                  </a:lnTo>
                  <a:lnTo>
                    <a:pt x="7827" y="3341"/>
                  </a:lnTo>
                  <a:lnTo>
                    <a:pt x="7798" y="3252"/>
                  </a:lnTo>
                  <a:lnTo>
                    <a:pt x="7768" y="3164"/>
                  </a:lnTo>
                  <a:lnTo>
                    <a:pt x="7724" y="3076"/>
                  </a:lnTo>
                  <a:lnTo>
                    <a:pt x="7665" y="2987"/>
                  </a:lnTo>
                  <a:lnTo>
                    <a:pt x="7621" y="2914"/>
                  </a:lnTo>
                  <a:lnTo>
                    <a:pt x="7548" y="2855"/>
                  </a:lnTo>
                  <a:lnTo>
                    <a:pt x="7474" y="2796"/>
                  </a:lnTo>
                  <a:lnTo>
                    <a:pt x="7401" y="2737"/>
                  </a:lnTo>
                  <a:lnTo>
                    <a:pt x="7327" y="2708"/>
                  </a:lnTo>
                  <a:lnTo>
                    <a:pt x="7239" y="2679"/>
                  </a:lnTo>
                  <a:lnTo>
                    <a:pt x="7165" y="2664"/>
                  </a:lnTo>
                  <a:lnTo>
                    <a:pt x="7077" y="2664"/>
                  </a:lnTo>
                  <a:lnTo>
                    <a:pt x="6989" y="2679"/>
                  </a:lnTo>
                  <a:lnTo>
                    <a:pt x="7077" y="2576"/>
                  </a:lnTo>
                  <a:lnTo>
                    <a:pt x="7150" y="2458"/>
                  </a:lnTo>
                  <a:lnTo>
                    <a:pt x="7224" y="2340"/>
                  </a:lnTo>
                  <a:lnTo>
                    <a:pt x="7283" y="2208"/>
                  </a:lnTo>
                  <a:lnTo>
                    <a:pt x="7327" y="2075"/>
                  </a:lnTo>
                  <a:lnTo>
                    <a:pt x="7371" y="1943"/>
                  </a:lnTo>
                  <a:lnTo>
                    <a:pt x="7401" y="1810"/>
                  </a:lnTo>
                  <a:lnTo>
                    <a:pt x="7415" y="1678"/>
                  </a:lnTo>
                  <a:lnTo>
                    <a:pt x="7430" y="1531"/>
                  </a:lnTo>
                  <a:lnTo>
                    <a:pt x="7415" y="1399"/>
                  </a:lnTo>
                  <a:lnTo>
                    <a:pt x="7415" y="1251"/>
                  </a:lnTo>
                  <a:lnTo>
                    <a:pt x="7386" y="1119"/>
                  </a:lnTo>
                  <a:lnTo>
                    <a:pt x="7356" y="972"/>
                  </a:lnTo>
                  <a:lnTo>
                    <a:pt x="7312" y="839"/>
                  </a:lnTo>
                  <a:lnTo>
                    <a:pt x="7253" y="707"/>
                  </a:lnTo>
                  <a:lnTo>
                    <a:pt x="7195" y="589"/>
                  </a:lnTo>
                  <a:lnTo>
                    <a:pt x="7092" y="413"/>
                  </a:lnTo>
                  <a:lnTo>
                    <a:pt x="6989" y="280"/>
                  </a:lnTo>
                  <a:lnTo>
                    <a:pt x="6900" y="177"/>
                  </a:lnTo>
                  <a:lnTo>
                    <a:pt x="6812" y="89"/>
                  </a:lnTo>
                  <a:lnTo>
                    <a:pt x="6724" y="45"/>
                  </a:lnTo>
                  <a:lnTo>
                    <a:pt x="6650" y="16"/>
                  </a:lnTo>
                  <a:lnTo>
                    <a:pt x="6562" y="1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1291;p38">
              <a:extLst>
                <a:ext uri="{FF2B5EF4-FFF2-40B4-BE49-F238E27FC236}">
                  <a16:creationId xmlns:a16="http://schemas.microsoft.com/office/drawing/2014/main" id="{0321F95D-A491-6B77-8D44-540EF3FB92B2}"/>
                </a:ext>
              </a:extLst>
            </p:cNvPr>
            <p:cNvSpPr/>
            <p:nvPr/>
          </p:nvSpPr>
          <p:spPr>
            <a:xfrm>
              <a:off x="2908100" y="1436075"/>
              <a:ext cx="948600" cy="1129950"/>
            </a:xfrm>
            <a:custGeom>
              <a:avLst/>
              <a:gdLst/>
              <a:ahLst/>
              <a:cxnLst/>
              <a:rect l="l" t="t" r="r" b="b"/>
              <a:pathLst>
                <a:path w="37944" h="45198" extrusionOk="0">
                  <a:moveTo>
                    <a:pt x="4061" y="1"/>
                  </a:moveTo>
                  <a:lnTo>
                    <a:pt x="3458" y="1428"/>
                  </a:lnTo>
                  <a:lnTo>
                    <a:pt x="2869" y="2855"/>
                  </a:lnTo>
                  <a:lnTo>
                    <a:pt x="2575" y="3576"/>
                  </a:lnTo>
                  <a:lnTo>
                    <a:pt x="2310" y="4311"/>
                  </a:lnTo>
                  <a:lnTo>
                    <a:pt x="2031" y="5032"/>
                  </a:lnTo>
                  <a:lnTo>
                    <a:pt x="1781" y="5768"/>
                  </a:lnTo>
                  <a:lnTo>
                    <a:pt x="1516" y="6592"/>
                  </a:lnTo>
                  <a:lnTo>
                    <a:pt x="1281" y="7416"/>
                  </a:lnTo>
                  <a:lnTo>
                    <a:pt x="1060" y="8240"/>
                  </a:lnTo>
                  <a:lnTo>
                    <a:pt x="869" y="9078"/>
                  </a:lnTo>
                  <a:lnTo>
                    <a:pt x="692" y="9917"/>
                  </a:lnTo>
                  <a:lnTo>
                    <a:pt x="545" y="10755"/>
                  </a:lnTo>
                  <a:lnTo>
                    <a:pt x="412" y="11609"/>
                  </a:lnTo>
                  <a:lnTo>
                    <a:pt x="295" y="12447"/>
                  </a:lnTo>
                  <a:lnTo>
                    <a:pt x="207" y="13301"/>
                  </a:lnTo>
                  <a:lnTo>
                    <a:pt x="133" y="14154"/>
                  </a:lnTo>
                  <a:lnTo>
                    <a:pt x="74" y="15007"/>
                  </a:lnTo>
                  <a:lnTo>
                    <a:pt x="30" y="15875"/>
                  </a:lnTo>
                  <a:lnTo>
                    <a:pt x="1" y="16729"/>
                  </a:lnTo>
                  <a:lnTo>
                    <a:pt x="1" y="17597"/>
                  </a:lnTo>
                  <a:lnTo>
                    <a:pt x="1" y="18450"/>
                  </a:lnTo>
                  <a:lnTo>
                    <a:pt x="30" y="19318"/>
                  </a:lnTo>
                  <a:lnTo>
                    <a:pt x="45" y="19701"/>
                  </a:lnTo>
                  <a:lnTo>
                    <a:pt x="354" y="20274"/>
                  </a:lnTo>
                  <a:lnTo>
                    <a:pt x="677" y="20922"/>
                  </a:lnTo>
                  <a:lnTo>
                    <a:pt x="1016" y="21643"/>
                  </a:lnTo>
                  <a:lnTo>
                    <a:pt x="1369" y="22437"/>
                  </a:lnTo>
                  <a:lnTo>
                    <a:pt x="1737" y="23290"/>
                  </a:lnTo>
                  <a:lnTo>
                    <a:pt x="2134" y="24188"/>
                  </a:lnTo>
                  <a:lnTo>
                    <a:pt x="2928" y="26130"/>
                  </a:lnTo>
                  <a:lnTo>
                    <a:pt x="3782" y="28219"/>
                  </a:lnTo>
                  <a:lnTo>
                    <a:pt x="4650" y="30382"/>
                  </a:lnTo>
                  <a:lnTo>
                    <a:pt x="5518" y="32574"/>
                  </a:lnTo>
                  <a:lnTo>
                    <a:pt x="6400" y="34751"/>
                  </a:lnTo>
                  <a:lnTo>
                    <a:pt x="7283" y="36841"/>
                  </a:lnTo>
                  <a:lnTo>
                    <a:pt x="7710" y="37856"/>
                  </a:lnTo>
                  <a:lnTo>
                    <a:pt x="8137" y="38827"/>
                  </a:lnTo>
                  <a:lnTo>
                    <a:pt x="8548" y="39754"/>
                  </a:lnTo>
                  <a:lnTo>
                    <a:pt x="8960" y="40622"/>
                  </a:lnTo>
                  <a:lnTo>
                    <a:pt x="9343" y="41446"/>
                  </a:lnTo>
                  <a:lnTo>
                    <a:pt x="9725" y="42196"/>
                  </a:lnTo>
                  <a:lnTo>
                    <a:pt x="10093" y="42887"/>
                  </a:lnTo>
                  <a:lnTo>
                    <a:pt x="10461" y="43491"/>
                  </a:lnTo>
                  <a:lnTo>
                    <a:pt x="10785" y="44020"/>
                  </a:lnTo>
                  <a:lnTo>
                    <a:pt x="10947" y="44256"/>
                  </a:lnTo>
                  <a:lnTo>
                    <a:pt x="11108" y="44462"/>
                  </a:lnTo>
                  <a:lnTo>
                    <a:pt x="11256" y="44638"/>
                  </a:lnTo>
                  <a:lnTo>
                    <a:pt x="11417" y="44800"/>
                  </a:lnTo>
                  <a:lnTo>
                    <a:pt x="11550" y="44933"/>
                  </a:lnTo>
                  <a:lnTo>
                    <a:pt x="11682" y="45036"/>
                  </a:lnTo>
                  <a:lnTo>
                    <a:pt x="11815" y="45124"/>
                  </a:lnTo>
                  <a:lnTo>
                    <a:pt x="11947" y="45168"/>
                  </a:lnTo>
                  <a:lnTo>
                    <a:pt x="12065" y="45197"/>
                  </a:lnTo>
                  <a:lnTo>
                    <a:pt x="12182" y="45183"/>
                  </a:lnTo>
                  <a:lnTo>
                    <a:pt x="12521" y="45109"/>
                  </a:lnTo>
                  <a:lnTo>
                    <a:pt x="12874" y="45021"/>
                  </a:lnTo>
                  <a:lnTo>
                    <a:pt x="13624" y="44800"/>
                  </a:lnTo>
                  <a:lnTo>
                    <a:pt x="14433" y="44521"/>
                  </a:lnTo>
                  <a:lnTo>
                    <a:pt x="15301" y="44197"/>
                  </a:lnTo>
                  <a:lnTo>
                    <a:pt x="16214" y="43844"/>
                  </a:lnTo>
                  <a:lnTo>
                    <a:pt x="17170" y="43432"/>
                  </a:lnTo>
                  <a:lnTo>
                    <a:pt x="18156" y="42990"/>
                  </a:lnTo>
                  <a:lnTo>
                    <a:pt x="19171" y="42520"/>
                  </a:lnTo>
                  <a:lnTo>
                    <a:pt x="20215" y="42034"/>
                  </a:lnTo>
                  <a:lnTo>
                    <a:pt x="21275" y="41505"/>
                  </a:lnTo>
                  <a:lnTo>
                    <a:pt x="22334" y="40960"/>
                  </a:lnTo>
                  <a:lnTo>
                    <a:pt x="23423" y="40401"/>
                  </a:lnTo>
                  <a:lnTo>
                    <a:pt x="24497" y="39842"/>
                  </a:lnTo>
                  <a:lnTo>
                    <a:pt x="25571" y="39268"/>
                  </a:lnTo>
                  <a:lnTo>
                    <a:pt x="27689" y="38106"/>
                  </a:lnTo>
                  <a:lnTo>
                    <a:pt x="29734" y="36958"/>
                  </a:lnTo>
                  <a:lnTo>
                    <a:pt x="31647" y="35870"/>
                  </a:lnTo>
                  <a:lnTo>
                    <a:pt x="33383" y="34854"/>
                  </a:lnTo>
                  <a:lnTo>
                    <a:pt x="34913" y="33957"/>
                  </a:lnTo>
                  <a:lnTo>
                    <a:pt x="37120" y="32618"/>
                  </a:lnTo>
                  <a:lnTo>
                    <a:pt x="37944" y="32118"/>
                  </a:lnTo>
                  <a:lnTo>
                    <a:pt x="32559" y="22820"/>
                  </a:lnTo>
                  <a:lnTo>
                    <a:pt x="30382" y="23894"/>
                  </a:lnTo>
                  <a:lnTo>
                    <a:pt x="28101" y="24997"/>
                  </a:lnTo>
                  <a:lnTo>
                    <a:pt x="25453" y="26277"/>
                  </a:lnTo>
                  <a:lnTo>
                    <a:pt x="24085" y="26910"/>
                  </a:lnTo>
                  <a:lnTo>
                    <a:pt x="22731" y="27528"/>
                  </a:lnTo>
                  <a:lnTo>
                    <a:pt x="21437" y="28116"/>
                  </a:lnTo>
                  <a:lnTo>
                    <a:pt x="20230" y="28631"/>
                  </a:lnTo>
                  <a:lnTo>
                    <a:pt x="19171" y="29072"/>
                  </a:lnTo>
                  <a:lnTo>
                    <a:pt x="18700" y="29249"/>
                  </a:lnTo>
                  <a:lnTo>
                    <a:pt x="18273" y="29396"/>
                  </a:lnTo>
                  <a:lnTo>
                    <a:pt x="17906" y="29529"/>
                  </a:lnTo>
                  <a:lnTo>
                    <a:pt x="17597" y="29617"/>
                  </a:lnTo>
                  <a:lnTo>
                    <a:pt x="17347" y="29661"/>
                  </a:lnTo>
                  <a:lnTo>
                    <a:pt x="17170" y="29676"/>
                  </a:lnTo>
                  <a:lnTo>
                    <a:pt x="17141" y="29661"/>
                  </a:lnTo>
                  <a:lnTo>
                    <a:pt x="17111" y="29632"/>
                  </a:lnTo>
                  <a:lnTo>
                    <a:pt x="17023" y="29499"/>
                  </a:lnTo>
                  <a:lnTo>
                    <a:pt x="16920" y="29293"/>
                  </a:lnTo>
                  <a:lnTo>
                    <a:pt x="16802" y="29014"/>
                  </a:lnTo>
                  <a:lnTo>
                    <a:pt x="16655" y="28661"/>
                  </a:lnTo>
                  <a:lnTo>
                    <a:pt x="16508" y="28249"/>
                  </a:lnTo>
                  <a:lnTo>
                    <a:pt x="16184" y="27263"/>
                  </a:lnTo>
                  <a:lnTo>
                    <a:pt x="15816" y="26086"/>
                  </a:lnTo>
                  <a:lnTo>
                    <a:pt x="15419" y="24762"/>
                  </a:lnTo>
                  <a:lnTo>
                    <a:pt x="15007" y="23335"/>
                  </a:lnTo>
                  <a:lnTo>
                    <a:pt x="14595" y="21863"/>
                  </a:lnTo>
                  <a:lnTo>
                    <a:pt x="13771" y="18906"/>
                  </a:lnTo>
                  <a:lnTo>
                    <a:pt x="13065" y="16228"/>
                  </a:lnTo>
                  <a:lnTo>
                    <a:pt x="12536" y="14169"/>
                  </a:lnTo>
                  <a:lnTo>
                    <a:pt x="12271" y="13095"/>
                  </a:lnTo>
                  <a:lnTo>
                    <a:pt x="12050" y="12006"/>
                  </a:lnTo>
                  <a:lnTo>
                    <a:pt x="11829" y="10858"/>
                  </a:lnTo>
                  <a:lnTo>
                    <a:pt x="11594" y="9667"/>
                  </a:lnTo>
                  <a:lnTo>
                    <a:pt x="11462" y="9078"/>
                  </a:lnTo>
                  <a:lnTo>
                    <a:pt x="11329" y="8475"/>
                  </a:lnTo>
                  <a:lnTo>
                    <a:pt x="11182" y="7886"/>
                  </a:lnTo>
                  <a:lnTo>
                    <a:pt x="11035" y="7298"/>
                  </a:lnTo>
                  <a:lnTo>
                    <a:pt x="10858" y="6724"/>
                  </a:lnTo>
                  <a:lnTo>
                    <a:pt x="10682" y="6165"/>
                  </a:lnTo>
                  <a:lnTo>
                    <a:pt x="10476" y="5606"/>
                  </a:lnTo>
                  <a:lnTo>
                    <a:pt x="10255" y="5076"/>
                  </a:lnTo>
                  <a:lnTo>
                    <a:pt x="10020" y="4561"/>
                  </a:lnTo>
                  <a:lnTo>
                    <a:pt x="9755" y="4076"/>
                  </a:lnTo>
                  <a:lnTo>
                    <a:pt x="9505" y="3679"/>
                  </a:lnTo>
                  <a:lnTo>
                    <a:pt x="9240" y="3311"/>
                  </a:lnTo>
                  <a:lnTo>
                    <a:pt x="8960" y="2973"/>
                  </a:lnTo>
                  <a:lnTo>
                    <a:pt x="8666" y="2634"/>
                  </a:lnTo>
                  <a:lnTo>
                    <a:pt x="8342" y="2340"/>
                  </a:lnTo>
                  <a:lnTo>
                    <a:pt x="8019" y="2046"/>
                  </a:lnTo>
                  <a:lnTo>
                    <a:pt x="7666" y="1781"/>
                  </a:lnTo>
                  <a:lnTo>
                    <a:pt x="7313" y="1516"/>
                  </a:lnTo>
                  <a:lnTo>
                    <a:pt x="6945" y="1281"/>
                  </a:lnTo>
                  <a:lnTo>
                    <a:pt x="6548" y="1060"/>
                  </a:lnTo>
                  <a:lnTo>
                    <a:pt x="6165" y="854"/>
                  </a:lnTo>
                  <a:lnTo>
                    <a:pt x="5753" y="663"/>
                  </a:lnTo>
                  <a:lnTo>
                    <a:pt x="5341" y="486"/>
                  </a:lnTo>
                  <a:lnTo>
                    <a:pt x="4914" y="310"/>
                  </a:lnTo>
                  <a:lnTo>
                    <a:pt x="4488" y="148"/>
                  </a:lnTo>
                  <a:lnTo>
                    <a:pt x="406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1292;p38">
              <a:extLst>
                <a:ext uri="{FF2B5EF4-FFF2-40B4-BE49-F238E27FC236}">
                  <a16:creationId xmlns:a16="http://schemas.microsoft.com/office/drawing/2014/main" id="{5908864F-945B-3068-EA51-48B32D4FB431}"/>
                </a:ext>
              </a:extLst>
            </p:cNvPr>
            <p:cNvSpPr/>
            <p:nvPr/>
          </p:nvSpPr>
          <p:spPr>
            <a:xfrm>
              <a:off x="2001825" y="5190325"/>
              <a:ext cx="409750" cy="286550"/>
            </a:xfrm>
            <a:custGeom>
              <a:avLst/>
              <a:gdLst/>
              <a:ahLst/>
              <a:cxnLst/>
              <a:rect l="l" t="t" r="r" b="b"/>
              <a:pathLst>
                <a:path w="16390" h="11462" extrusionOk="0">
                  <a:moveTo>
                    <a:pt x="706" y="1"/>
                  </a:moveTo>
                  <a:lnTo>
                    <a:pt x="588" y="589"/>
                  </a:lnTo>
                  <a:lnTo>
                    <a:pt x="456" y="1340"/>
                  </a:lnTo>
                  <a:lnTo>
                    <a:pt x="309" y="2193"/>
                  </a:lnTo>
                  <a:lnTo>
                    <a:pt x="177" y="3091"/>
                  </a:lnTo>
                  <a:lnTo>
                    <a:pt x="74" y="3988"/>
                  </a:lnTo>
                  <a:lnTo>
                    <a:pt x="44" y="4429"/>
                  </a:lnTo>
                  <a:lnTo>
                    <a:pt x="15" y="4841"/>
                  </a:lnTo>
                  <a:lnTo>
                    <a:pt x="0" y="5239"/>
                  </a:lnTo>
                  <a:lnTo>
                    <a:pt x="0" y="5592"/>
                  </a:lnTo>
                  <a:lnTo>
                    <a:pt x="29" y="5915"/>
                  </a:lnTo>
                  <a:lnTo>
                    <a:pt x="74" y="6180"/>
                  </a:lnTo>
                  <a:lnTo>
                    <a:pt x="147" y="6416"/>
                  </a:lnTo>
                  <a:lnTo>
                    <a:pt x="235" y="6695"/>
                  </a:lnTo>
                  <a:lnTo>
                    <a:pt x="368" y="6989"/>
                  </a:lnTo>
                  <a:lnTo>
                    <a:pt x="530" y="7313"/>
                  </a:lnTo>
                  <a:lnTo>
                    <a:pt x="706" y="7651"/>
                  </a:lnTo>
                  <a:lnTo>
                    <a:pt x="912" y="8019"/>
                  </a:lnTo>
                  <a:lnTo>
                    <a:pt x="1133" y="8372"/>
                  </a:lnTo>
                  <a:lnTo>
                    <a:pt x="1368" y="8725"/>
                  </a:lnTo>
                  <a:lnTo>
                    <a:pt x="1604" y="9079"/>
                  </a:lnTo>
                  <a:lnTo>
                    <a:pt x="1854" y="9417"/>
                  </a:lnTo>
                  <a:lnTo>
                    <a:pt x="2104" y="9741"/>
                  </a:lnTo>
                  <a:lnTo>
                    <a:pt x="2354" y="10020"/>
                  </a:lnTo>
                  <a:lnTo>
                    <a:pt x="2589" y="10285"/>
                  </a:lnTo>
                  <a:lnTo>
                    <a:pt x="2825" y="10506"/>
                  </a:lnTo>
                  <a:lnTo>
                    <a:pt x="3045" y="10682"/>
                  </a:lnTo>
                  <a:lnTo>
                    <a:pt x="3163" y="10756"/>
                  </a:lnTo>
                  <a:lnTo>
                    <a:pt x="3266" y="10800"/>
                  </a:lnTo>
                  <a:lnTo>
                    <a:pt x="3634" y="10976"/>
                  </a:lnTo>
                  <a:lnTo>
                    <a:pt x="4017" y="11109"/>
                  </a:lnTo>
                  <a:lnTo>
                    <a:pt x="4428" y="11227"/>
                  </a:lnTo>
                  <a:lnTo>
                    <a:pt x="4840" y="11315"/>
                  </a:lnTo>
                  <a:lnTo>
                    <a:pt x="5267" y="11388"/>
                  </a:lnTo>
                  <a:lnTo>
                    <a:pt x="5708" y="11433"/>
                  </a:lnTo>
                  <a:lnTo>
                    <a:pt x="6150" y="11462"/>
                  </a:lnTo>
                  <a:lnTo>
                    <a:pt x="6591" y="11462"/>
                  </a:lnTo>
                  <a:lnTo>
                    <a:pt x="7047" y="11447"/>
                  </a:lnTo>
                  <a:lnTo>
                    <a:pt x="7489" y="11418"/>
                  </a:lnTo>
                  <a:lnTo>
                    <a:pt x="7930" y="11359"/>
                  </a:lnTo>
                  <a:lnTo>
                    <a:pt x="8371" y="11285"/>
                  </a:lnTo>
                  <a:lnTo>
                    <a:pt x="8798" y="11197"/>
                  </a:lnTo>
                  <a:lnTo>
                    <a:pt x="9210" y="11094"/>
                  </a:lnTo>
                  <a:lnTo>
                    <a:pt x="9607" y="10976"/>
                  </a:lnTo>
                  <a:lnTo>
                    <a:pt x="10004" y="10844"/>
                  </a:lnTo>
                  <a:lnTo>
                    <a:pt x="10152" y="10771"/>
                  </a:lnTo>
                  <a:lnTo>
                    <a:pt x="10313" y="10697"/>
                  </a:lnTo>
                  <a:lnTo>
                    <a:pt x="10681" y="10491"/>
                  </a:lnTo>
                  <a:lnTo>
                    <a:pt x="11064" y="10226"/>
                  </a:lnTo>
                  <a:lnTo>
                    <a:pt x="11476" y="9917"/>
                  </a:lnTo>
                  <a:lnTo>
                    <a:pt x="11902" y="9579"/>
                  </a:lnTo>
                  <a:lnTo>
                    <a:pt x="12344" y="9196"/>
                  </a:lnTo>
                  <a:lnTo>
                    <a:pt x="12785" y="8799"/>
                  </a:lnTo>
                  <a:lnTo>
                    <a:pt x="13212" y="8372"/>
                  </a:lnTo>
                  <a:lnTo>
                    <a:pt x="13638" y="7946"/>
                  </a:lnTo>
                  <a:lnTo>
                    <a:pt x="14050" y="7504"/>
                  </a:lnTo>
                  <a:lnTo>
                    <a:pt x="14433" y="7063"/>
                  </a:lnTo>
                  <a:lnTo>
                    <a:pt x="14786" y="6636"/>
                  </a:lnTo>
                  <a:lnTo>
                    <a:pt x="15095" y="6239"/>
                  </a:lnTo>
                  <a:lnTo>
                    <a:pt x="15360" y="5857"/>
                  </a:lnTo>
                  <a:lnTo>
                    <a:pt x="15581" y="5503"/>
                  </a:lnTo>
                  <a:lnTo>
                    <a:pt x="15669" y="5327"/>
                  </a:lnTo>
                  <a:lnTo>
                    <a:pt x="15728" y="5180"/>
                  </a:lnTo>
                  <a:lnTo>
                    <a:pt x="15816" y="4944"/>
                  </a:lnTo>
                  <a:lnTo>
                    <a:pt x="15904" y="4694"/>
                  </a:lnTo>
                  <a:lnTo>
                    <a:pt x="15963" y="4415"/>
                  </a:lnTo>
                  <a:lnTo>
                    <a:pt x="16037" y="4135"/>
                  </a:lnTo>
                  <a:lnTo>
                    <a:pt x="16081" y="3841"/>
                  </a:lnTo>
                  <a:lnTo>
                    <a:pt x="16125" y="3517"/>
                  </a:lnTo>
                  <a:lnTo>
                    <a:pt x="16198" y="2870"/>
                  </a:lnTo>
                  <a:lnTo>
                    <a:pt x="16257" y="2178"/>
                  </a:lnTo>
                  <a:lnTo>
                    <a:pt x="16301" y="1458"/>
                  </a:lnTo>
                  <a:lnTo>
                    <a:pt x="1639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1293;p38">
              <a:extLst>
                <a:ext uri="{FF2B5EF4-FFF2-40B4-BE49-F238E27FC236}">
                  <a16:creationId xmlns:a16="http://schemas.microsoft.com/office/drawing/2014/main" id="{631D0B75-0B92-0B89-842C-3D99D19F23E3}"/>
                </a:ext>
              </a:extLst>
            </p:cNvPr>
            <p:cNvSpPr/>
            <p:nvPr/>
          </p:nvSpPr>
          <p:spPr>
            <a:xfrm>
              <a:off x="2695500" y="5190325"/>
              <a:ext cx="409775" cy="286550"/>
            </a:xfrm>
            <a:custGeom>
              <a:avLst/>
              <a:gdLst/>
              <a:ahLst/>
              <a:cxnLst/>
              <a:rect l="l" t="t" r="r" b="b"/>
              <a:pathLst>
                <a:path w="16391" h="11462" extrusionOk="0">
                  <a:moveTo>
                    <a:pt x="1" y="1"/>
                  </a:moveTo>
                  <a:lnTo>
                    <a:pt x="89" y="1458"/>
                  </a:lnTo>
                  <a:lnTo>
                    <a:pt x="133" y="2178"/>
                  </a:lnTo>
                  <a:lnTo>
                    <a:pt x="192" y="2870"/>
                  </a:lnTo>
                  <a:lnTo>
                    <a:pt x="266" y="3517"/>
                  </a:lnTo>
                  <a:lnTo>
                    <a:pt x="310" y="3841"/>
                  </a:lnTo>
                  <a:lnTo>
                    <a:pt x="354" y="4135"/>
                  </a:lnTo>
                  <a:lnTo>
                    <a:pt x="413" y="4415"/>
                  </a:lnTo>
                  <a:lnTo>
                    <a:pt x="486" y="4694"/>
                  </a:lnTo>
                  <a:lnTo>
                    <a:pt x="560" y="4944"/>
                  </a:lnTo>
                  <a:lnTo>
                    <a:pt x="663" y="5180"/>
                  </a:lnTo>
                  <a:lnTo>
                    <a:pt x="722" y="5327"/>
                  </a:lnTo>
                  <a:lnTo>
                    <a:pt x="810" y="5503"/>
                  </a:lnTo>
                  <a:lnTo>
                    <a:pt x="1031" y="5857"/>
                  </a:lnTo>
                  <a:lnTo>
                    <a:pt x="1295" y="6239"/>
                  </a:lnTo>
                  <a:lnTo>
                    <a:pt x="1604" y="6636"/>
                  </a:lnTo>
                  <a:lnTo>
                    <a:pt x="1957" y="7063"/>
                  </a:lnTo>
                  <a:lnTo>
                    <a:pt x="2340" y="7504"/>
                  </a:lnTo>
                  <a:lnTo>
                    <a:pt x="2752" y="7946"/>
                  </a:lnTo>
                  <a:lnTo>
                    <a:pt x="3179" y="8372"/>
                  </a:lnTo>
                  <a:lnTo>
                    <a:pt x="3605" y="8799"/>
                  </a:lnTo>
                  <a:lnTo>
                    <a:pt x="4047" y="9196"/>
                  </a:lnTo>
                  <a:lnTo>
                    <a:pt x="4488" y="9579"/>
                  </a:lnTo>
                  <a:lnTo>
                    <a:pt x="4915" y="9917"/>
                  </a:lnTo>
                  <a:lnTo>
                    <a:pt x="5327" y="10226"/>
                  </a:lnTo>
                  <a:lnTo>
                    <a:pt x="5709" y="10491"/>
                  </a:lnTo>
                  <a:lnTo>
                    <a:pt x="6062" y="10697"/>
                  </a:lnTo>
                  <a:lnTo>
                    <a:pt x="6239" y="10771"/>
                  </a:lnTo>
                  <a:lnTo>
                    <a:pt x="6386" y="10844"/>
                  </a:lnTo>
                  <a:lnTo>
                    <a:pt x="6768" y="10976"/>
                  </a:lnTo>
                  <a:lnTo>
                    <a:pt x="7180" y="11094"/>
                  </a:lnTo>
                  <a:lnTo>
                    <a:pt x="7592" y="11197"/>
                  </a:lnTo>
                  <a:lnTo>
                    <a:pt x="8019" y="11285"/>
                  </a:lnTo>
                  <a:lnTo>
                    <a:pt x="8460" y="11359"/>
                  </a:lnTo>
                  <a:lnTo>
                    <a:pt x="8902" y="11418"/>
                  </a:lnTo>
                  <a:lnTo>
                    <a:pt x="9343" y="11447"/>
                  </a:lnTo>
                  <a:lnTo>
                    <a:pt x="9785" y="11462"/>
                  </a:lnTo>
                  <a:lnTo>
                    <a:pt x="10241" y="11462"/>
                  </a:lnTo>
                  <a:lnTo>
                    <a:pt x="10682" y="11433"/>
                  </a:lnTo>
                  <a:lnTo>
                    <a:pt x="11123" y="11388"/>
                  </a:lnTo>
                  <a:lnTo>
                    <a:pt x="11550" y="11315"/>
                  </a:lnTo>
                  <a:lnTo>
                    <a:pt x="11962" y="11227"/>
                  </a:lnTo>
                  <a:lnTo>
                    <a:pt x="12374" y="11109"/>
                  </a:lnTo>
                  <a:lnTo>
                    <a:pt x="12756" y="10976"/>
                  </a:lnTo>
                  <a:lnTo>
                    <a:pt x="13124" y="10800"/>
                  </a:lnTo>
                  <a:lnTo>
                    <a:pt x="13227" y="10756"/>
                  </a:lnTo>
                  <a:lnTo>
                    <a:pt x="13330" y="10682"/>
                  </a:lnTo>
                  <a:lnTo>
                    <a:pt x="13566" y="10506"/>
                  </a:lnTo>
                  <a:lnTo>
                    <a:pt x="13786" y="10285"/>
                  </a:lnTo>
                  <a:lnTo>
                    <a:pt x="14036" y="10020"/>
                  </a:lnTo>
                  <a:lnTo>
                    <a:pt x="14287" y="9741"/>
                  </a:lnTo>
                  <a:lnTo>
                    <a:pt x="14537" y="9417"/>
                  </a:lnTo>
                  <a:lnTo>
                    <a:pt x="14787" y="9079"/>
                  </a:lnTo>
                  <a:lnTo>
                    <a:pt x="15022" y="8725"/>
                  </a:lnTo>
                  <a:lnTo>
                    <a:pt x="15258" y="8372"/>
                  </a:lnTo>
                  <a:lnTo>
                    <a:pt x="15478" y="8019"/>
                  </a:lnTo>
                  <a:lnTo>
                    <a:pt x="15670" y="7651"/>
                  </a:lnTo>
                  <a:lnTo>
                    <a:pt x="15861" y="7313"/>
                  </a:lnTo>
                  <a:lnTo>
                    <a:pt x="16008" y="6989"/>
                  </a:lnTo>
                  <a:lnTo>
                    <a:pt x="16140" y="6695"/>
                  </a:lnTo>
                  <a:lnTo>
                    <a:pt x="16243" y="6416"/>
                  </a:lnTo>
                  <a:lnTo>
                    <a:pt x="16317" y="6180"/>
                  </a:lnTo>
                  <a:lnTo>
                    <a:pt x="16361" y="5915"/>
                  </a:lnTo>
                  <a:lnTo>
                    <a:pt x="16376" y="5592"/>
                  </a:lnTo>
                  <a:lnTo>
                    <a:pt x="16390" y="5239"/>
                  </a:lnTo>
                  <a:lnTo>
                    <a:pt x="16376" y="4841"/>
                  </a:lnTo>
                  <a:lnTo>
                    <a:pt x="16346" y="4429"/>
                  </a:lnTo>
                  <a:lnTo>
                    <a:pt x="16317" y="3988"/>
                  </a:lnTo>
                  <a:lnTo>
                    <a:pt x="16214" y="3091"/>
                  </a:lnTo>
                  <a:lnTo>
                    <a:pt x="16081" y="2193"/>
                  </a:lnTo>
                  <a:lnTo>
                    <a:pt x="15934" y="1340"/>
                  </a:lnTo>
                  <a:lnTo>
                    <a:pt x="15802" y="589"/>
                  </a:lnTo>
                  <a:lnTo>
                    <a:pt x="156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1294;p38">
              <a:extLst>
                <a:ext uri="{FF2B5EF4-FFF2-40B4-BE49-F238E27FC236}">
                  <a16:creationId xmlns:a16="http://schemas.microsoft.com/office/drawing/2014/main" id="{DCF91096-0734-5AF6-C34C-1E21D789EF38}"/>
                </a:ext>
              </a:extLst>
            </p:cNvPr>
            <p:cNvSpPr/>
            <p:nvPr/>
          </p:nvSpPr>
          <p:spPr>
            <a:xfrm>
              <a:off x="1656425" y="3247550"/>
              <a:ext cx="100825" cy="249400"/>
            </a:xfrm>
            <a:custGeom>
              <a:avLst/>
              <a:gdLst/>
              <a:ahLst/>
              <a:cxnLst/>
              <a:rect l="l" t="t" r="r" b="b"/>
              <a:pathLst>
                <a:path w="4033" h="9976" extrusionOk="0">
                  <a:moveTo>
                    <a:pt x="192" y="1"/>
                  </a:moveTo>
                  <a:lnTo>
                    <a:pt x="148" y="1796"/>
                  </a:lnTo>
                  <a:lnTo>
                    <a:pt x="75" y="3546"/>
                  </a:lnTo>
                  <a:lnTo>
                    <a:pt x="1" y="5400"/>
                  </a:lnTo>
                  <a:lnTo>
                    <a:pt x="1605" y="8225"/>
                  </a:lnTo>
                  <a:lnTo>
                    <a:pt x="1781" y="8460"/>
                  </a:lnTo>
                  <a:lnTo>
                    <a:pt x="1987" y="8710"/>
                  </a:lnTo>
                  <a:lnTo>
                    <a:pt x="2223" y="9005"/>
                  </a:lnTo>
                  <a:lnTo>
                    <a:pt x="2487" y="9299"/>
                  </a:lnTo>
                  <a:lnTo>
                    <a:pt x="2767" y="9578"/>
                  </a:lnTo>
                  <a:lnTo>
                    <a:pt x="2899" y="9696"/>
                  </a:lnTo>
                  <a:lnTo>
                    <a:pt x="3032" y="9799"/>
                  </a:lnTo>
                  <a:lnTo>
                    <a:pt x="3164" y="9887"/>
                  </a:lnTo>
                  <a:lnTo>
                    <a:pt x="3282" y="9946"/>
                  </a:lnTo>
                  <a:lnTo>
                    <a:pt x="3341" y="9961"/>
                  </a:lnTo>
                  <a:lnTo>
                    <a:pt x="3400" y="9976"/>
                  </a:lnTo>
                  <a:lnTo>
                    <a:pt x="3473" y="9961"/>
                  </a:lnTo>
                  <a:lnTo>
                    <a:pt x="3547" y="9946"/>
                  </a:lnTo>
                  <a:lnTo>
                    <a:pt x="3635" y="9917"/>
                  </a:lnTo>
                  <a:lnTo>
                    <a:pt x="3709" y="9887"/>
                  </a:lnTo>
                  <a:lnTo>
                    <a:pt x="3782" y="9843"/>
                  </a:lnTo>
                  <a:lnTo>
                    <a:pt x="3856" y="9770"/>
                  </a:lnTo>
                  <a:lnTo>
                    <a:pt x="3915" y="9696"/>
                  </a:lnTo>
                  <a:lnTo>
                    <a:pt x="3959" y="9608"/>
                  </a:lnTo>
                  <a:lnTo>
                    <a:pt x="4003" y="9505"/>
                  </a:lnTo>
                  <a:lnTo>
                    <a:pt x="4032" y="9387"/>
                  </a:lnTo>
                  <a:lnTo>
                    <a:pt x="4032" y="9255"/>
                  </a:lnTo>
                  <a:lnTo>
                    <a:pt x="4032" y="9122"/>
                  </a:lnTo>
                  <a:lnTo>
                    <a:pt x="4003" y="8961"/>
                  </a:lnTo>
                  <a:lnTo>
                    <a:pt x="3944" y="8769"/>
                  </a:lnTo>
                  <a:lnTo>
                    <a:pt x="3841" y="8534"/>
                  </a:lnTo>
                  <a:lnTo>
                    <a:pt x="3709" y="8254"/>
                  </a:lnTo>
                  <a:lnTo>
                    <a:pt x="3547" y="7975"/>
                  </a:lnTo>
                  <a:lnTo>
                    <a:pt x="3370" y="7710"/>
                  </a:lnTo>
                  <a:lnTo>
                    <a:pt x="3091" y="7298"/>
                  </a:lnTo>
                  <a:lnTo>
                    <a:pt x="2958" y="7121"/>
                  </a:lnTo>
                  <a:lnTo>
                    <a:pt x="2355" y="5415"/>
                  </a:lnTo>
                  <a:lnTo>
                    <a:pt x="2458" y="3179"/>
                  </a:lnTo>
                  <a:lnTo>
                    <a:pt x="3046" y="1634"/>
                  </a:lnTo>
                  <a:lnTo>
                    <a:pt x="2384" y="795"/>
                  </a:lnTo>
                  <a:lnTo>
                    <a:pt x="2237" y="869"/>
                  </a:lnTo>
                  <a:lnTo>
                    <a:pt x="2090" y="927"/>
                  </a:lnTo>
                  <a:lnTo>
                    <a:pt x="1928" y="957"/>
                  </a:lnTo>
                  <a:lnTo>
                    <a:pt x="1766" y="972"/>
                  </a:lnTo>
                  <a:lnTo>
                    <a:pt x="1649" y="957"/>
                  </a:lnTo>
                  <a:lnTo>
                    <a:pt x="1531" y="942"/>
                  </a:lnTo>
                  <a:lnTo>
                    <a:pt x="1413" y="913"/>
                  </a:lnTo>
                  <a:lnTo>
                    <a:pt x="1296" y="869"/>
                  </a:lnTo>
                  <a:lnTo>
                    <a:pt x="1090" y="766"/>
                  </a:lnTo>
                  <a:lnTo>
                    <a:pt x="884" y="648"/>
                  </a:lnTo>
                  <a:lnTo>
                    <a:pt x="692" y="501"/>
                  </a:lnTo>
                  <a:lnTo>
                    <a:pt x="516" y="339"/>
                  </a:lnTo>
                  <a:lnTo>
                    <a:pt x="354" y="17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1295;p38">
              <a:extLst>
                <a:ext uri="{FF2B5EF4-FFF2-40B4-BE49-F238E27FC236}">
                  <a16:creationId xmlns:a16="http://schemas.microsoft.com/office/drawing/2014/main" id="{BBA1AB7B-4511-E86C-3958-AD25FE0E582C}"/>
                </a:ext>
              </a:extLst>
            </p:cNvPr>
            <p:cNvSpPr/>
            <p:nvPr/>
          </p:nvSpPr>
          <p:spPr>
            <a:xfrm>
              <a:off x="1681450" y="3080575"/>
              <a:ext cx="164425" cy="401300"/>
            </a:xfrm>
            <a:custGeom>
              <a:avLst/>
              <a:gdLst/>
              <a:ahLst/>
              <a:cxnLst/>
              <a:rect l="l" t="t" r="r" b="b"/>
              <a:pathLst>
                <a:path w="6577" h="16052" extrusionOk="0">
                  <a:moveTo>
                    <a:pt x="4473" y="0"/>
                  </a:moveTo>
                  <a:lnTo>
                    <a:pt x="4120" y="618"/>
                  </a:lnTo>
                  <a:lnTo>
                    <a:pt x="3752" y="1221"/>
                  </a:lnTo>
                  <a:lnTo>
                    <a:pt x="3355" y="1810"/>
                  </a:lnTo>
                  <a:lnTo>
                    <a:pt x="3164" y="2104"/>
                  </a:lnTo>
                  <a:lnTo>
                    <a:pt x="2943" y="2384"/>
                  </a:lnTo>
                  <a:lnTo>
                    <a:pt x="2634" y="2796"/>
                  </a:lnTo>
                  <a:lnTo>
                    <a:pt x="2310" y="3193"/>
                  </a:lnTo>
                  <a:lnTo>
                    <a:pt x="1648" y="3973"/>
                  </a:lnTo>
                  <a:lnTo>
                    <a:pt x="986" y="4752"/>
                  </a:lnTo>
                  <a:lnTo>
                    <a:pt x="663" y="5150"/>
                  </a:lnTo>
                  <a:lnTo>
                    <a:pt x="339" y="5547"/>
                  </a:lnTo>
                  <a:lnTo>
                    <a:pt x="0" y="6003"/>
                  </a:lnTo>
                  <a:lnTo>
                    <a:pt x="780" y="7077"/>
                  </a:lnTo>
                  <a:lnTo>
                    <a:pt x="868" y="9784"/>
                  </a:lnTo>
                  <a:lnTo>
                    <a:pt x="913" y="11476"/>
                  </a:lnTo>
                  <a:lnTo>
                    <a:pt x="2516" y="14301"/>
                  </a:lnTo>
                  <a:lnTo>
                    <a:pt x="2708" y="14536"/>
                  </a:lnTo>
                  <a:lnTo>
                    <a:pt x="2899" y="14786"/>
                  </a:lnTo>
                  <a:lnTo>
                    <a:pt x="3134" y="15080"/>
                  </a:lnTo>
                  <a:lnTo>
                    <a:pt x="3399" y="15375"/>
                  </a:lnTo>
                  <a:lnTo>
                    <a:pt x="3679" y="15654"/>
                  </a:lnTo>
                  <a:lnTo>
                    <a:pt x="3811" y="15772"/>
                  </a:lnTo>
                  <a:lnTo>
                    <a:pt x="3943" y="15890"/>
                  </a:lnTo>
                  <a:lnTo>
                    <a:pt x="4076" y="15963"/>
                  </a:lnTo>
                  <a:lnTo>
                    <a:pt x="4193" y="16022"/>
                  </a:lnTo>
                  <a:lnTo>
                    <a:pt x="4252" y="16037"/>
                  </a:lnTo>
                  <a:lnTo>
                    <a:pt x="4311" y="16051"/>
                  </a:lnTo>
                  <a:lnTo>
                    <a:pt x="4385" y="16037"/>
                  </a:lnTo>
                  <a:lnTo>
                    <a:pt x="4473" y="16022"/>
                  </a:lnTo>
                  <a:lnTo>
                    <a:pt x="4547" y="16007"/>
                  </a:lnTo>
                  <a:lnTo>
                    <a:pt x="4620" y="15963"/>
                  </a:lnTo>
                  <a:lnTo>
                    <a:pt x="4694" y="15919"/>
                  </a:lnTo>
                  <a:lnTo>
                    <a:pt x="4767" y="15845"/>
                  </a:lnTo>
                  <a:lnTo>
                    <a:pt x="4826" y="15772"/>
                  </a:lnTo>
                  <a:lnTo>
                    <a:pt x="4870" y="15684"/>
                  </a:lnTo>
                  <a:lnTo>
                    <a:pt x="4914" y="15581"/>
                  </a:lnTo>
                  <a:lnTo>
                    <a:pt x="4944" y="15463"/>
                  </a:lnTo>
                  <a:lnTo>
                    <a:pt x="4944" y="15331"/>
                  </a:lnTo>
                  <a:lnTo>
                    <a:pt x="4944" y="15198"/>
                  </a:lnTo>
                  <a:lnTo>
                    <a:pt x="4914" y="15036"/>
                  </a:lnTo>
                  <a:lnTo>
                    <a:pt x="4856" y="14845"/>
                  </a:lnTo>
                  <a:lnTo>
                    <a:pt x="4753" y="14610"/>
                  </a:lnTo>
                  <a:lnTo>
                    <a:pt x="4605" y="14330"/>
                  </a:lnTo>
                  <a:lnTo>
                    <a:pt x="4458" y="14051"/>
                  </a:lnTo>
                  <a:lnTo>
                    <a:pt x="4282" y="13786"/>
                  </a:lnTo>
                  <a:lnTo>
                    <a:pt x="4002" y="13359"/>
                  </a:lnTo>
                  <a:lnTo>
                    <a:pt x="3870" y="13197"/>
                  </a:lnTo>
                  <a:lnTo>
                    <a:pt x="3267" y="11491"/>
                  </a:lnTo>
                  <a:lnTo>
                    <a:pt x="3267" y="11388"/>
                  </a:lnTo>
                  <a:lnTo>
                    <a:pt x="3649" y="12035"/>
                  </a:lnTo>
                  <a:lnTo>
                    <a:pt x="3811" y="12241"/>
                  </a:lnTo>
                  <a:lnTo>
                    <a:pt x="3973" y="12462"/>
                  </a:lnTo>
                  <a:lnTo>
                    <a:pt x="4179" y="12712"/>
                  </a:lnTo>
                  <a:lnTo>
                    <a:pt x="4414" y="12977"/>
                  </a:lnTo>
                  <a:lnTo>
                    <a:pt x="4664" y="13212"/>
                  </a:lnTo>
                  <a:lnTo>
                    <a:pt x="4782" y="13315"/>
                  </a:lnTo>
                  <a:lnTo>
                    <a:pt x="4885" y="13403"/>
                  </a:lnTo>
                  <a:lnTo>
                    <a:pt x="5003" y="13477"/>
                  </a:lnTo>
                  <a:lnTo>
                    <a:pt x="5106" y="13536"/>
                  </a:lnTo>
                  <a:lnTo>
                    <a:pt x="5150" y="13550"/>
                  </a:lnTo>
                  <a:lnTo>
                    <a:pt x="5268" y="13550"/>
                  </a:lnTo>
                  <a:lnTo>
                    <a:pt x="5341" y="13536"/>
                  </a:lnTo>
                  <a:lnTo>
                    <a:pt x="5400" y="13521"/>
                  </a:lnTo>
                  <a:lnTo>
                    <a:pt x="5473" y="13477"/>
                  </a:lnTo>
                  <a:lnTo>
                    <a:pt x="5532" y="13447"/>
                  </a:lnTo>
                  <a:lnTo>
                    <a:pt x="5591" y="13388"/>
                  </a:lnTo>
                  <a:lnTo>
                    <a:pt x="5650" y="13315"/>
                  </a:lnTo>
                  <a:lnTo>
                    <a:pt x="5694" y="13241"/>
                  </a:lnTo>
                  <a:lnTo>
                    <a:pt x="5724" y="13153"/>
                  </a:lnTo>
                  <a:lnTo>
                    <a:pt x="5753" y="13050"/>
                  </a:lnTo>
                  <a:lnTo>
                    <a:pt x="5753" y="12947"/>
                  </a:lnTo>
                  <a:lnTo>
                    <a:pt x="5753" y="12815"/>
                  </a:lnTo>
                  <a:lnTo>
                    <a:pt x="5724" y="12668"/>
                  </a:lnTo>
                  <a:lnTo>
                    <a:pt x="5679" y="12520"/>
                  </a:lnTo>
                  <a:lnTo>
                    <a:pt x="5591" y="12300"/>
                  </a:lnTo>
                  <a:lnTo>
                    <a:pt x="5459" y="12064"/>
                  </a:lnTo>
                  <a:lnTo>
                    <a:pt x="5326" y="11829"/>
                  </a:lnTo>
                  <a:lnTo>
                    <a:pt x="5179" y="11608"/>
                  </a:lnTo>
                  <a:lnTo>
                    <a:pt x="4929" y="11240"/>
                  </a:lnTo>
                  <a:lnTo>
                    <a:pt x="4826" y="11079"/>
                  </a:lnTo>
                  <a:lnTo>
                    <a:pt x="4296" y="9607"/>
                  </a:lnTo>
                  <a:lnTo>
                    <a:pt x="4385" y="7665"/>
                  </a:lnTo>
                  <a:lnTo>
                    <a:pt x="4517" y="7298"/>
                  </a:lnTo>
                  <a:lnTo>
                    <a:pt x="4517" y="7033"/>
                  </a:lnTo>
                  <a:lnTo>
                    <a:pt x="4547" y="6768"/>
                  </a:lnTo>
                  <a:lnTo>
                    <a:pt x="4591" y="6474"/>
                  </a:lnTo>
                  <a:lnTo>
                    <a:pt x="4650" y="6194"/>
                  </a:lnTo>
                  <a:lnTo>
                    <a:pt x="4723" y="5900"/>
                  </a:lnTo>
                  <a:lnTo>
                    <a:pt x="4811" y="5620"/>
                  </a:lnTo>
                  <a:lnTo>
                    <a:pt x="4914" y="5326"/>
                  </a:lnTo>
                  <a:lnTo>
                    <a:pt x="5017" y="5047"/>
                  </a:lnTo>
                  <a:lnTo>
                    <a:pt x="5238" y="4487"/>
                  </a:lnTo>
                  <a:lnTo>
                    <a:pt x="5473" y="3973"/>
                  </a:lnTo>
                  <a:lnTo>
                    <a:pt x="5856" y="3104"/>
                  </a:lnTo>
                  <a:lnTo>
                    <a:pt x="6062" y="2663"/>
                  </a:lnTo>
                  <a:lnTo>
                    <a:pt x="6253" y="2192"/>
                  </a:lnTo>
                  <a:lnTo>
                    <a:pt x="6430" y="1707"/>
                  </a:lnTo>
                  <a:lnTo>
                    <a:pt x="6503" y="1457"/>
                  </a:lnTo>
                  <a:lnTo>
                    <a:pt x="6577" y="1221"/>
                  </a:lnTo>
                  <a:lnTo>
                    <a:pt x="4473" y="0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1296;p38">
              <a:extLst>
                <a:ext uri="{FF2B5EF4-FFF2-40B4-BE49-F238E27FC236}">
                  <a16:creationId xmlns:a16="http://schemas.microsoft.com/office/drawing/2014/main" id="{C5D274A8-DA27-5F5A-3D50-4F4817D4136B}"/>
                </a:ext>
              </a:extLst>
            </p:cNvPr>
            <p:cNvSpPr/>
            <p:nvPr/>
          </p:nvSpPr>
          <p:spPr>
            <a:xfrm>
              <a:off x="1772675" y="3074675"/>
              <a:ext cx="92700" cy="233225"/>
            </a:xfrm>
            <a:custGeom>
              <a:avLst/>
              <a:gdLst/>
              <a:ahLst/>
              <a:cxnLst/>
              <a:rect l="l" t="t" r="r" b="b"/>
              <a:pathLst>
                <a:path w="3708" h="9329" extrusionOk="0">
                  <a:moveTo>
                    <a:pt x="2325" y="1"/>
                  </a:moveTo>
                  <a:lnTo>
                    <a:pt x="2281" y="15"/>
                  </a:lnTo>
                  <a:lnTo>
                    <a:pt x="2398" y="486"/>
                  </a:lnTo>
                  <a:lnTo>
                    <a:pt x="2472" y="957"/>
                  </a:lnTo>
                  <a:lnTo>
                    <a:pt x="2501" y="1207"/>
                  </a:lnTo>
                  <a:lnTo>
                    <a:pt x="2516" y="1457"/>
                  </a:lnTo>
                  <a:lnTo>
                    <a:pt x="2516" y="1693"/>
                  </a:lnTo>
                  <a:lnTo>
                    <a:pt x="2501" y="1943"/>
                  </a:lnTo>
                  <a:lnTo>
                    <a:pt x="2487" y="2193"/>
                  </a:lnTo>
                  <a:lnTo>
                    <a:pt x="2442" y="2428"/>
                  </a:lnTo>
                  <a:lnTo>
                    <a:pt x="2398" y="2678"/>
                  </a:lnTo>
                  <a:lnTo>
                    <a:pt x="2339" y="2914"/>
                  </a:lnTo>
                  <a:lnTo>
                    <a:pt x="2207" y="3385"/>
                  </a:lnTo>
                  <a:lnTo>
                    <a:pt x="2030" y="3855"/>
                  </a:lnTo>
                  <a:lnTo>
                    <a:pt x="1854" y="4311"/>
                  </a:lnTo>
                  <a:lnTo>
                    <a:pt x="1648" y="4768"/>
                  </a:lnTo>
                  <a:lnTo>
                    <a:pt x="1471" y="5121"/>
                  </a:lnTo>
                  <a:lnTo>
                    <a:pt x="1265" y="5488"/>
                  </a:lnTo>
                  <a:lnTo>
                    <a:pt x="1059" y="5827"/>
                  </a:lnTo>
                  <a:lnTo>
                    <a:pt x="853" y="6180"/>
                  </a:lnTo>
                  <a:lnTo>
                    <a:pt x="412" y="6857"/>
                  </a:lnTo>
                  <a:lnTo>
                    <a:pt x="206" y="7210"/>
                  </a:lnTo>
                  <a:lnTo>
                    <a:pt x="0" y="7548"/>
                  </a:lnTo>
                  <a:lnTo>
                    <a:pt x="74" y="7872"/>
                  </a:lnTo>
                  <a:lnTo>
                    <a:pt x="118" y="8210"/>
                  </a:lnTo>
                  <a:lnTo>
                    <a:pt x="162" y="8534"/>
                  </a:lnTo>
                  <a:lnTo>
                    <a:pt x="177" y="8872"/>
                  </a:lnTo>
                  <a:lnTo>
                    <a:pt x="191" y="8946"/>
                  </a:lnTo>
                  <a:lnTo>
                    <a:pt x="324" y="9019"/>
                  </a:lnTo>
                  <a:lnTo>
                    <a:pt x="442" y="9108"/>
                  </a:lnTo>
                  <a:lnTo>
                    <a:pt x="544" y="9211"/>
                  </a:lnTo>
                  <a:lnTo>
                    <a:pt x="647" y="9328"/>
                  </a:lnTo>
                  <a:lnTo>
                    <a:pt x="795" y="8858"/>
                  </a:lnTo>
                  <a:lnTo>
                    <a:pt x="883" y="8608"/>
                  </a:lnTo>
                  <a:lnTo>
                    <a:pt x="971" y="8372"/>
                  </a:lnTo>
                  <a:lnTo>
                    <a:pt x="1089" y="8122"/>
                  </a:lnTo>
                  <a:lnTo>
                    <a:pt x="1207" y="7916"/>
                  </a:lnTo>
                  <a:lnTo>
                    <a:pt x="1324" y="7725"/>
                  </a:lnTo>
                  <a:lnTo>
                    <a:pt x="1457" y="7548"/>
                  </a:lnTo>
                  <a:lnTo>
                    <a:pt x="1574" y="7401"/>
                  </a:lnTo>
                  <a:lnTo>
                    <a:pt x="1707" y="7254"/>
                  </a:lnTo>
                  <a:lnTo>
                    <a:pt x="1972" y="7004"/>
                  </a:lnTo>
                  <a:lnTo>
                    <a:pt x="2222" y="6739"/>
                  </a:lnTo>
                  <a:lnTo>
                    <a:pt x="2339" y="6607"/>
                  </a:lnTo>
                  <a:lnTo>
                    <a:pt x="2472" y="6445"/>
                  </a:lnTo>
                  <a:lnTo>
                    <a:pt x="2590" y="6268"/>
                  </a:lnTo>
                  <a:lnTo>
                    <a:pt x="2707" y="6077"/>
                  </a:lnTo>
                  <a:lnTo>
                    <a:pt x="2810" y="5856"/>
                  </a:lnTo>
                  <a:lnTo>
                    <a:pt x="2913" y="5606"/>
                  </a:lnTo>
                  <a:lnTo>
                    <a:pt x="3149" y="5003"/>
                  </a:lnTo>
                  <a:lnTo>
                    <a:pt x="3340" y="4414"/>
                  </a:lnTo>
                  <a:lnTo>
                    <a:pt x="3428" y="4135"/>
                  </a:lnTo>
                  <a:lnTo>
                    <a:pt x="3502" y="3855"/>
                  </a:lnTo>
                  <a:lnTo>
                    <a:pt x="3575" y="3591"/>
                  </a:lnTo>
                  <a:lnTo>
                    <a:pt x="3619" y="3311"/>
                  </a:lnTo>
                  <a:lnTo>
                    <a:pt x="3664" y="3046"/>
                  </a:lnTo>
                  <a:lnTo>
                    <a:pt x="3693" y="2767"/>
                  </a:lnTo>
                  <a:lnTo>
                    <a:pt x="3708" y="2502"/>
                  </a:lnTo>
                  <a:lnTo>
                    <a:pt x="3693" y="2222"/>
                  </a:lnTo>
                  <a:lnTo>
                    <a:pt x="3664" y="1943"/>
                  </a:lnTo>
                  <a:lnTo>
                    <a:pt x="3634" y="1663"/>
                  </a:lnTo>
                  <a:lnTo>
                    <a:pt x="3561" y="1369"/>
                  </a:lnTo>
                  <a:lnTo>
                    <a:pt x="3487" y="1075"/>
                  </a:lnTo>
                  <a:lnTo>
                    <a:pt x="3443" y="1089"/>
                  </a:lnTo>
                  <a:lnTo>
                    <a:pt x="3399" y="1104"/>
                  </a:lnTo>
                  <a:lnTo>
                    <a:pt x="3325" y="1089"/>
                  </a:lnTo>
                  <a:lnTo>
                    <a:pt x="3237" y="1045"/>
                  </a:lnTo>
                  <a:lnTo>
                    <a:pt x="3163" y="986"/>
                  </a:lnTo>
                  <a:lnTo>
                    <a:pt x="3104" y="898"/>
                  </a:lnTo>
                  <a:lnTo>
                    <a:pt x="3031" y="795"/>
                  </a:lnTo>
                  <a:lnTo>
                    <a:pt x="2884" y="560"/>
                  </a:lnTo>
                  <a:lnTo>
                    <a:pt x="2737" y="324"/>
                  </a:lnTo>
                  <a:lnTo>
                    <a:pt x="2678" y="221"/>
                  </a:lnTo>
                  <a:lnTo>
                    <a:pt x="2604" y="133"/>
                  </a:lnTo>
                  <a:lnTo>
                    <a:pt x="2516" y="60"/>
                  </a:lnTo>
                  <a:lnTo>
                    <a:pt x="2442" y="15"/>
                  </a:lnTo>
                  <a:lnTo>
                    <a:pt x="2369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1297;p38">
              <a:extLst>
                <a:ext uri="{FF2B5EF4-FFF2-40B4-BE49-F238E27FC236}">
                  <a16:creationId xmlns:a16="http://schemas.microsoft.com/office/drawing/2014/main" id="{7956ADC2-64CA-23A2-CCFF-C9DC5DB0ABE6}"/>
                </a:ext>
              </a:extLst>
            </p:cNvPr>
            <p:cNvSpPr/>
            <p:nvPr/>
          </p:nvSpPr>
          <p:spPr>
            <a:xfrm>
              <a:off x="1661225" y="2978325"/>
              <a:ext cx="208925" cy="421150"/>
            </a:xfrm>
            <a:custGeom>
              <a:avLst/>
              <a:gdLst/>
              <a:ahLst/>
              <a:cxnLst/>
              <a:rect l="l" t="t" r="r" b="b"/>
              <a:pathLst>
                <a:path w="8357" h="16846" extrusionOk="0">
                  <a:moveTo>
                    <a:pt x="3561" y="0"/>
                  </a:moveTo>
                  <a:lnTo>
                    <a:pt x="2310" y="5635"/>
                  </a:lnTo>
                  <a:lnTo>
                    <a:pt x="1266" y="8018"/>
                  </a:lnTo>
                  <a:lnTo>
                    <a:pt x="486" y="9754"/>
                  </a:lnTo>
                  <a:lnTo>
                    <a:pt x="177" y="10402"/>
                  </a:lnTo>
                  <a:lnTo>
                    <a:pt x="0" y="10770"/>
                  </a:lnTo>
                  <a:lnTo>
                    <a:pt x="265" y="13580"/>
                  </a:lnTo>
                  <a:lnTo>
                    <a:pt x="324" y="14271"/>
                  </a:lnTo>
                  <a:lnTo>
                    <a:pt x="383" y="14874"/>
                  </a:lnTo>
                  <a:lnTo>
                    <a:pt x="442" y="15463"/>
                  </a:lnTo>
                  <a:lnTo>
                    <a:pt x="456" y="15625"/>
                  </a:lnTo>
                  <a:lnTo>
                    <a:pt x="500" y="15787"/>
                  </a:lnTo>
                  <a:lnTo>
                    <a:pt x="545" y="15948"/>
                  </a:lnTo>
                  <a:lnTo>
                    <a:pt x="603" y="16081"/>
                  </a:lnTo>
                  <a:lnTo>
                    <a:pt x="662" y="16213"/>
                  </a:lnTo>
                  <a:lnTo>
                    <a:pt x="736" y="16316"/>
                  </a:lnTo>
                  <a:lnTo>
                    <a:pt x="809" y="16434"/>
                  </a:lnTo>
                  <a:lnTo>
                    <a:pt x="898" y="16522"/>
                  </a:lnTo>
                  <a:lnTo>
                    <a:pt x="986" y="16596"/>
                  </a:lnTo>
                  <a:lnTo>
                    <a:pt x="1089" y="16669"/>
                  </a:lnTo>
                  <a:lnTo>
                    <a:pt x="1177" y="16728"/>
                  </a:lnTo>
                  <a:lnTo>
                    <a:pt x="1280" y="16772"/>
                  </a:lnTo>
                  <a:lnTo>
                    <a:pt x="1383" y="16802"/>
                  </a:lnTo>
                  <a:lnTo>
                    <a:pt x="1486" y="16831"/>
                  </a:lnTo>
                  <a:lnTo>
                    <a:pt x="1589" y="16846"/>
                  </a:lnTo>
                  <a:lnTo>
                    <a:pt x="1692" y="16831"/>
                  </a:lnTo>
                  <a:lnTo>
                    <a:pt x="1795" y="16816"/>
                  </a:lnTo>
                  <a:lnTo>
                    <a:pt x="1913" y="16787"/>
                  </a:lnTo>
                  <a:lnTo>
                    <a:pt x="2031" y="16743"/>
                  </a:lnTo>
                  <a:lnTo>
                    <a:pt x="2134" y="16684"/>
                  </a:lnTo>
                  <a:lnTo>
                    <a:pt x="2237" y="16610"/>
                  </a:lnTo>
                  <a:lnTo>
                    <a:pt x="2325" y="16522"/>
                  </a:lnTo>
                  <a:lnTo>
                    <a:pt x="2428" y="16404"/>
                  </a:lnTo>
                  <a:lnTo>
                    <a:pt x="2501" y="16272"/>
                  </a:lnTo>
                  <a:lnTo>
                    <a:pt x="2575" y="16110"/>
                  </a:lnTo>
                  <a:lnTo>
                    <a:pt x="2648" y="15934"/>
                  </a:lnTo>
                  <a:lnTo>
                    <a:pt x="2693" y="15728"/>
                  </a:lnTo>
                  <a:lnTo>
                    <a:pt x="2737" y="15492"/>
                  </a:lnTo>
                  <a:lnTo>
                    <a:pt x="2766" y="15242"/>
                  </a:lnTo>
                  <a:lnTo>
                    <a:pt x="2781" y="14948"/>
                  </a:lnTo>
                  <a:lnTo>
                    <a:pt x="2781" y="14624"/>
                  </a:lnTo>
                  <a:lnTo>
                    <a:pt x="2766" y="14286"/>
                  </a:lnTo>
                  <a:lnTo>
                    <a:pt x="2751" y="14006"/>
                  </a:lnTo>
                  <a:lnTo>
                    <a:pt x="2737" y="13653"/>
                  </a:lnTo>
                  <a:lnTo>
                    <a:pt x="2737" y="12829"/>
                  </a:lnTo>
                  <a:lnTo>
                    <a:pt x="2751" y="11814"/>
                  </a:lnTo>
                  <a:lnTo>
                    <a:pt x="3399" y="11299"/>
                  </a:lnTo>
                  <a:lnTo>
                    <a:pt x="4090" y="10740"/>
                  </a:lnTo>
                  <a:lnTo>
                    <a:pt x="4914" y="10034"/>
                  </a:lnTo>
                  <a:lnTo>
                    <a:pt x="5356" y="9651"/>
                  </a:lnTo>
                  <a:lnTo>
                    <a:pt x="5797" y="9254"/>
                  </a:lnTo>
                  <a:lnTo>
                    <a:pt x="6224" y="8842"/>
                  </a:lnTo>
                  <a:lnTo>
                    <a:pt x="6636" y="8430"/>
                  </a:lnTo>
                  <a:lnTo>
                    <a:pt x="7003" y="8033"/>
                  </a:lnTo>
                  <a:lnTo>
                    <a:pt x="7342" y="7636"/>
                  </a:lnTo>
                  <a:lnTo>
                    <a:pt x="7636" y="7253"/>
                  </a:lnTo>
                  <a:lnTo>
                    <a:pt x="7754" y="7062"/>
                  </a:lnTo>
                  <a:lnTo>
                    <a:pt x="7857" y="6900"/>
                  </a:lnTo>
                  <a:lnTo>
                    <a:pt x="7945" y="6724"/>
                  </a:lnTo>
                  <a:lnTo>
                    <a:pt x="8019" y="6532"/>
                  </a:lnTo>
                  <a:lnTo>
                    <a:pt x="8077" y="6341"/>
                  </a:lnTo>
                  <a:lnTo>
                    <a:pt x="8136" y="6120"/>
                  </a:lnTo>
                  <a:lnTo>
                    <a:pt x="8195" y="5900"/>
                  </a:lnTo>
                  <a:lnTo>
                    <a:pt x="8239" y="5664"/>
                  </a:lnTo>
                  <a:lnTo>
                    <a:pt x="8298" y="5149"/>
                  </a:lnTo>
                  <a:lnTo>
                    <a:pt x="8342" y="4620"/>
                  </a:lnTo>
                  <a:lnTo>
                    <a:pt x="8357" y="4075"/>
                  </a:lnTo>
                  <a:lnTo>
                    <a:pt x="8357" y="3531"/>
                  </a:lnTo>
                  <a:lnTo>
                    <a:pt x="8342" y="3001"/>
                  </a:lnTo>
                  <a:lnTo>
                    <a:pt x="8328" y="2472"/>
                  </a:lnTo>
                  <a:lnTo>
                    <a:pt x="8298" y="1986"/>
                  </a:lnTo>
                  <a:lnTo>
                    <a:pt x="8225" y="1148"/>
                  </a:lnTo>
                  <a:lnTo>
                    <a:pt x="8166" y="559"/>
                  </a:lnTo>
                  <a:lnTo>
                    <a:pt x="8151" y="383"/>
                  </a:lnTo>
                  <a:lnTo>
                    <a:pt x="8151" y="309"/>
                  </a:lnTo>
                  <a:lnTo>
                    <a:pt x="3561" y="0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1298;p38">
              <a:extLst>
                <a:ext uri="{FF2B5EF4-FFF2-40B4-BE49-F238E27FC236}">
                  <a16:creationId xmlns:a16="http://schemas.microsoft.com/office/drawing/2014/main" id="{DA858DE7-99A9-8CFC-6303-02FB3A42CD9F}"/>
                </a:ext>
              </a:extLst>
            </p:cNvPr>
            <p:cNvSpPr/>
            <p:nvPr/>
          </p:nvSpPr>
          <p:spPr>
            <a:xfrm>
              <a:off x="1991525" y="2953675"/>
              <a:ext cx="564600" cy="2266100"/>
            </a:xfrm>
            <a:custGeom>
              <a:avLst/>
              <a:gdLst/>
              <a:ahLst/>
              <a:cxnLst/>
              <a:rect l="l" t="t" r="r" b="b"/>
              <a:pathLst>
                <a:path w="22584" h="90644" extrusionOk="0">
                  <a:moveTo>
                    <a:pt x="16802" y="0"/>
                  </a:moveTo>
                  <a:lnTo>
                    <a:pt x="16802" y="7548"/>
                  </a:lnTo>
                  <a:lnTo>
                    <a:pt x="1883" y="10299"/>
                  </a:lnTo>
                  <a:lnTo>
                    <a:pt x="0" y="90644"/>
                  </a:lnTo>
                  <a:lnTo>
                    <a:pt x="17817" y="90644"/>
                  </a:lnTo>
                  <a:lnTo>
                    <a:pt x="22039" y="16096"/>
                  </a:lnTo>
                  <a:lnTo>
                    <a:pt x="22466" y="16096"/>
                  </a:lnTo>
                  <a:lnTo>
                    <a:pt x="22466" y="8534"/>
                  </a:lnTo>
                  <a:lnTo>
                    <a:pt x="22584" y="6489"/>
                  </a:lnTo>
                  <a:lnTo>
                    <a:pt x="22584" y="6489"/>
                  </a:lnTo>
                  <a:lnTo>
                    <a:pt x="22466" y="6518"/>
                  </a:lnTo>
                  <a:lnTo>
                    <a:pt x="224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1299;p38">
              <a:extLst>
                <a:ext uri="{FF2B5EF4-FFF2-40B4-BE49-F238E27FC236}">
                  <a16:creationId xmlns:a16="http://schemas.microsoft.com/office/drawing/2014/main" id="{ACF75D5A-FA6D-AE8F-59F3-AA3BBCFC9C7D}"/>
                </a:ext>
              </a:extLst>
            </p:cNvPr>
            <p:cNvSpPr/>
            <p:nvPr/>
          </p:nvSpPr>
          <p:spPr>
            <a:xfrm>
              <a:off x="2549850" y="2953675"/>
              <a:ext cx="564625" cy="2266100"/>
            </a:xfrm>
            <a:custGeom>
              <a:avLst/>
              <a:gdLst/>
              <a:ahLst/>
              <a:cxnLst/>
              <a:rect l="l" t="t" r="r" b="b"/>
              <a:pathLst>
                <a:path w="22585" h="90644" extrusionOk="0">
                  <a:moveTo>
                    <a:pt x="133" y="0"/>
                  </a:moveTo>
                  <a:lnTo>
                    <a:pt x="133" y="6503"/>
                  </a:lnTo>
                  <a:lnTo>
                    <a:pt x="1" y="6489"/>
                  </a:lnTo>
                  <a:lnTo>
                    <a:pt x="133" y="8828"/>
                  </a:lnTo>
                  <a:lnTo>
                    <a:pt x="133" y="16096"/>
                  </a:lnTo>
                  <a:lnTo>
                    <a:pt x="545" y="16096"/>
                  </a:lnTo>
                  <a:lnTo>
                    <a:pt x="4767" y="90644"/>
                  </a:lnTo>
                  <a:lnTo>
                    <a:pt x="22584" y="90644"/>
                  </a:lnTo>
                  <a:lnTo>
                    <a:pt x="20524" y="8342"/>
                  </a:lnTo>
                  <a:lnTo>
                    <a:pt x="5797" y="7018"/>
                  </a:lnTo>
                  <a:lnTo>
                    <a:pt x="57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1300;p38">
              <a:extLst>
                <a:ext uri="{FF2B5EF4-FFF2-40B4-BE49-F238E27FC236}">
                  <a16:creationId xmlns:a16="http://schemas.microsoft.com/office/drawing/2014/main" id="{EE98BB3D-873F-4364-21FC-2F22F4815CC9}"/>
                </a:ext>
              </a:extLst>
            </p:cNvPr>
            <p:cNvSpPr/>
            <p:nvPr/>
          </p:nvSpPr>
          <p:spPr>
            <a:xfrm>
              <a:off x="2553150" y="1252175"/>
              <a:ext cx="158200" cy="276625"/>
            </a:xfrm>
            <a:custGeom>
              <a:avLst/>
              <a:gdLst/>
              <a:ahLst/>
              <a:cxnLst/>
              <a:rect l="l" t="t" r="r" b="b"/>
              <a:pathLst>
                <a:path w="6328" h="11065" extrusionOk="0">
                  <a:moveTo>
                    <a:pt x="1" y="0"/>
                  </a:moveTo>
                  <a:lnTo>
                    <a:pt x="1" y="11064"/>
                  </a:lnTo>
                  <a:lnTo>
                    <a:pt x="6327" y="11064"/>
                  </a:lnTo>
                  <a:lnTo>
                    <a:pt x="6327" y="0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1301;p38">
              <a:extLst>
                <a:ext uri="{FF2B5EF4-FFF2-40B4-BE49-F238E27FC236}">
                  <a16:creationId xmlns:a16="http://schemas.microsoft.com/office/drawing/2014/main" id="{307B4249-08B3-F68B-D30F-0BBD151D3A62}"/>
                </a:ext>
              </a:extLst>
            </p:cNvPr>
            <p:cNvSpPr/>
            <p:nvPr/>
          </p:nvSpPr>
          <p:spPr>
            <a:xfrm>
              <a:off x="2397200" y="1252175"/>
              <a:ext cx="155975" cy="276625"/>
            </a:xfrm>
            <a:custGeom>
              <a:avLst/>
              <a:gdLst/>
              <a:ahLst/>
              <a:cxnLst/>
              <a:rect l="l" t="t" r="r" b="b"/>
              <a:pathLst>
                <a:path w="6239" h="11065" extrusionOk="0">
                  <a:moveTo>
                    <a:pt x="1" y="0"/>
                  </a:moveTo>
                  <a:lnTo>
                    <a:pt x="1" y="11064"/>
                  </a:lnTo>
                  <a:lnTo>
                    <a:pt x="6239" y="11064"/>
                  </a:lnTo>
                  <a:lnTo>
                    <a:pt x="6239" y="0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1302;p38">
              <a:extLst>
                <a:ext uri="{FF2B5EF4-FFF2-40B4-BE49-F238E27FC236}">
                  <a16:creationId xmlns:a16="http://schemas.microsoft.com/office/drawing/2014/main" id="{B9AC820D-5F82-5A4B-3042-A01E3AECCC4A}"/>
                </a:ext>
              </a:extLst>
            </p:cNvPr>
            <p:cNvSpPr/>
            <p:nvPr/>
          </p:nvSpPr>
          <p:spPr>
            <a:xfrm>
              <a:off x="2289075" y="1433125"/>
              <a:ext cx="530400" cy="734200"/>
            </a:xfrm>
            <a:custGeom>
              <a:avLst/>
              <a:gdLst/>
              <a:ahLst/>
              <a:cxnLst/>
              <a:rect l="l" t="t" r="r" b="b"/>
              <a:pathLst>
                <a:path w="21216" h="29368" extrusionOk="0">
                  <a:moveTo>
                    <a:pt x="0" y="1"/>
                  </a:moveTo>
                  <a:lnTo>
                    <a:pt x="0" y="29367"/>
                  </a:lnTo>
                  <a:lnTo>
                    <a:pt x="21216" y="29367"/>
                  </a:lnTo>
                  <a:lnTo>
                    <a:pt x="212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1303;p38">
              <a:extLst>
                <a:ext uri="{FF2B5EF4-FFF2-40B4-BE49-F238E27FC236}">
                  <a16:creationId xmlns:a16="http://schemas.microsoft.com/office/drawing/2014/main" id="{57CD8647-C5CF-96BD-874D-1ED7314BEF1F}"/>
                </a:ext>
              </a:extLst>
            </p:cNvPr>
            <p:cNvSpPr/>
            <p:nvPr/>
          </p:nvSpPr>
          <p:spPr>
            <a:xfrm>
              <a:off x="2477750" y="1505950"/>
              <a:ext cx="75425" cy="748175"/>
            </a:xfrm>
            <a:custGeom>
              <a:avLst/>
              <a:gdLst/>
              <a:ahLst/>
              <a:cxnLst/>
              <a:rect l="l" t="t" r="r" b="b"/>
              <a:pathLst>
                <a:path w="3017" h="29927" extrusionOk="0">
                  <a:moveTo>
                    <a:pt x="1075" y="1"/>
                  </a:moveTo>
                  <a:lnTo>
                    <a:pt x="1" y="26366"/>
                  </a:lnTo>
                  <a:lnTo>
                    <a:pt x="3017" y="29926"/>
                  </a:lnTo>
                  <a:lnTo>
                    <a:pt x="3017" y="20981"/>
                  </a:lnTo>
                  <a:lnTo>
                    <a:pt x="3017" y="1487"/>
                  </a:lnTo>
                  <a:lnTo>
                    <a:pt x="2899" y="1457"/>
                  </a:lnTo>
                  <a:lnTo>
                    <a:pt x="2796" y="1428"/>
                  </a:lnTo>
                  <a:lnTo>
                    <a:pt x="2693" y="1384"/>
                  </a:lnTo>
                  <a:lnTo>
                    <a:pt x="2605" y="1310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1304;p38">
              <a:extLst>
                <a:ext uri="{FF2B5EF4-FFF2-40B4-BE49-F238E27FC236}">
                  <a16:creationId xmlns:a16="http://schemas.microsoft.com/office/drawing/2014/main" id="{85597043-75BE-69BF-B836-0DB892770F11}"/>
                </a:ext>
              </a:extLst>
            </p:cNvPr>
            <p:cNvSpPr/>
            <p:nvPr/>
          </p:nvSpPr>
          <p:spPr>
            <a:xfrm>
              <a:off x="2553150" y="1434250"/>
              <a:ext cx="66975" cy="108875"/>
            </a:xfrm>
            <a:custGeom>
              <a:avLst/>
              <a:gdLst/>
              <a:ahLst/>
              <a:cxnLst/>
              <a:rect l="l" t="t" r="r" b="b"/>
              <a:pathLst>
                <a:path w="2679" h="4355" extrusionOk="0">
                  <a:moveTo>
                    <a:pt x="1" y="0"/>
                  </a:moveTo>
                  <a:lnTo>
                    <a:pt x="1" y="1854"/>
                  </a:lnTo>
                  <a:lnTo>
                    <a:pt x="1" y="4355"/>
                  </a:lnTo>
                  <a:lnTo>
                    <a:pt x="104" y="4325"/>
                  </a:lnTo>
                  <a:lnTo>
                    <a:pt x="222" y="4296"/>
                  </a:lnTo>
                  <a:lnTo>
                    <a:pt x="325" y="4252"/>
                  </a:lnTo>
                  <a:lnTo>
                    <a:pt x="413" y="4178"/>
                  </a:lnTo>
                  <a:lnTo>
                    <a:pt x="1943" y="2869"/>
                  </a:lnTo>
                  <a:lnTo>
                    <a:pt x="2458" y="2442"/>
                  </a:lnTo>
                  <a:lnTo>
                    <a:pt x="2502" y="2383"/>
                  </a:lnTo>
                  <a:lnTo>
                    <a:pt x="2546" y="2325"/>
                  </a:lnTo>
                  <a:lnTo>
                    <a:pt x="2590" y="2251"/>
                  </a:lnTo>
                  <a:lnTo>
                    <a:pt x="2620" y="2163"/>
                  </a:lnTo>
                  <a:lnTo>
                    <a:pt x="2664" y="1971"/>
                  </a:lnTo>
                  <a:lnTo>
                    <a:pt x="2679" y="1780"/>
                  </a:lnTo>
                  <a:lnTo>
                    <a:pt x="2664" y="1574"/>
                  </a:lnTo>
                  <a:lnTo>
                    <a:pt x="2620" y="1383"/>
                  </a:lnTo>
                  <a:lnTo>
                    <a:pt x="2590" y="1309"/>
                  </a:lnTo>
                  <a:lnTo>
                    <a:pt x="2546" y="1221"/>
                  </a:lnTo>
                  <a:lnTo>
                    <a:pt x="2502" y="1162"/>
                  </a:lnTo>
                  <a:lnTo>
                    <a:pt x="2458" y="110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1305;p38">
              <a:extLst>
                <a:ext uri="{FF2B5EF4-FFF2-40B4-BE49-F238E27FC236}">
                  <a16:creationId xmlns:a16="http://schemas.microsoft.com/office/drawing/2014/main" id="{C316AD3B-D89C-234A-BA0C-98395BE5E3ED}"/>
                </a:ext>
              </a:extLst>
            </p:cNvPr>
            <p:cNvSpPr/>
            <p:nvPr/>
          </p:nvSpPr>
          <p:spPr>
            <a:xfrm>
              <a:off x="2486225" y="1434250"/>
              <a:ext cx="66950" cy="108875"/>
            </a:xfrm>
            <a:custGeom>
              <a:avLst/>
              <a:gdLst/>
              <a:ahLst/>
              <a:cxnLst/>
              <a:rect l="l" t="t" r="r" b="b"/>
              <a:pathLst>
                <a:path w="2678" h="4355" extrusionOk="0">
                  <a:moveTo>
                    <a:pt x="2678" y="0"/>
                  </a:moveTo>
                  <a:lnTo>
                    <a:pt x="221" y="1103"/>
                  </a:lnTo>
                  <a:lnTo>
                    <a:pt x="177" y="1162"/>
                  </a:lnTo>
                  <a:lnTo>
                    <a:pt x="133" y="1221"/>
                  </a:lnTo>
                  <a:lnTo>
                    <a:pt x="89" y="1309"/>
                  </a:lnTo>
                  <a:lnTo>
                    <a:pt x="59" y="1383"/>
                  </a:lnTo>
                  <a:lnTo>
                    <a:pt x="15" y="1574"/>
                  </a:lnTo>
                  <a:lnTo>
                    <a:pt x="0" y="1780"/>
                  </a:lnTo>
                  <a:lnTo>
                    <a:pt x="15" y="1971"/>
                  </a:lnTo>
                  <a:lnTo>
                    <a:pt x="59" y="2163"/>
                  </a:lnTo>
                  <a:lnTo>
                    <a:pt x="89" y="2251"/>
                  </a:lnTo>
                  <a:lnTo>
                    <a:pt x="133" y="2325"/>
                  </a:lnTo>
                  <a:lnTo>
                    <a:pt x="177" y="2383"/>
                  </a:lnTo>
                  <a:lnTo>
                    <a:pt x="221" y="2442"/>
                  </a:lnTo>
                  <a:lnTo>
                    <a:pt x="736" y="2869"/>
                  </a:lnTo>
                  <a:lnTo>
                    <a:pt x="2266" y="4178"/>
                  </a:lnTo>
                  <a:lnTo>
                    <a:pt x="2354" y="4252"/>
                  </a:lnTo>
                  <a:lnTo>
                    <a:pt x="2457" y="4296"/>
                  </a:lnTo>
                  <a:lnTo>
                    <a:pt x="2560" y="4325"/>
                  </a:lnTo>
                  <a:lnTo>
                    <a:pt x="2678" y="4355"/>
                  </a:lnTo>
                  <a:lnTo>
                    <a:pt x="2678" y="1854"/>
                  </a:lnTo>
                  <a:lnTo>
                    <a:pt x="26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1306;p38">
              <a:extLst>
                <a:ext uri="{FF2B5EF4-FFF2-40B4-BE49-F238E27FC236}">
                  <a16:creationId xmlns:a16="http://schemas.microsoft.com/office/drawing/2014/main" id="{92712361-6547-AAFD-334F-733182B87622}"/>
                </a:ext>
              </a:extLst>
            </p:cNvPr>
            <p:cNvSpPr/>
            <p:nvPr/>
          </p:nvSpPr>
          <p:spPr>
            <a:xfrm>
              <a:off x="2553150" y="1505950"/>
              <a:ext cx="75450" cy="748175"/>
            </a:xfrm>
            <a:custGeom>
              <a:avLst/>
              <a:gdLst/>
              <a:ahLst/>
              <a:cxnLst/>
              <a:rect l="l" t="t" r="r" b="b"/>
              <a:pathLst>
                <a:path w="3018" h="29927" extrusionOk="0">
                  <a:moveTo>
                    <a:pt x="1943" y="1"/>
                  </a:moveTo>
                  <a:lnTo>
                    <a:pt x="413" y="1310"/>
                  </a:lnTo>
                  <a:lnTo>
                    <a:pt x="325" y="1384"/>
                  </a:lnTo>
                  <a:lnTo>
                    <a:pt x="222" y="1428"/>
                  </a:lnTo>
                  <a:lnTo>
                    <a:pt x="104" y="1457"/>
                  </a:lnTo>
                  <a:lnTo>
                    <a:pt x="1" y="1487"/>
                  </a:lnTo>
                  <a:lnTo>
                    <a:pt x="1" y="20981"/>
                  </a:lnTo>
                  <a:lnTo>
                    <a:pt x="1" y="29926"/>
                  </a:lnTo>
                  <a:lnTo>
                    <a:pt x="3017" y="26366"/>
                  </a:lnTo>
                  <a:lnTo>
                    <a:pt x="194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1307;p38">
              <a:extLst>
                <a:ext uri="{FF2B5EF4-FFF2-40B4-BE49-F238E27FC236}">
                  <a16:creationId xmlns:a16="http://schemas.microsoft.com/office/drawing/2014/main" id="{E8315AA4-A338-8A39-4A0D-76DE4886C6C3}"/>
                </a:ext>
              </a:extLst>
            </p:cNvPr>
            <p:cNvSpPr/>
            <p:nvPr/>
          </p:nvSpPr>
          <p:spPr>
            <a:xfrm>
              <a:off x="1776350" y="3250125"/>
              <a:ext cx="71000" cy="107050"/>
            </a:xfrm>
            <a:custGeom>
              <a:avLst/>
              <a:gdLst/>
              <a:ahLst/>
              <a:cxnLst/>
              <a:rect l="l" t="t" r="r" b="b"/>
              <a:pathLst>
                <a:path w="2840" h="4282" extrusionOk="0">
                  <a:moveTo>
                    <a:pt x="1766" y="1"/>
                  </a:moveTo>
                  <a:lnTo>
                    <a:pt x="1736" y="30"/>
                  </a:lnTo>
                  <a:lnTo>
                    <a:pt x="1677" y="59"/>
                  </a:lnTo>
                  <a:lnTo>
                    <a:pt x="1530" y="133"/>
                  </a:lnTo>
                  <a:lnTo>
                    <a:pt x="1354" y="192"/>
                  </a:lnTo>
                  <a:lnTo>
                    <a:pt x="1148" y="251"/>
                  </a:lnTo>
                  <a:lnTo>
                    <a:pt x="780" y="354"/>
                  </a:lnTo>
                  <a:lnTo>
                    <a:pt x="648" y="413"/>
                  </a:lnTo>
                  <a:lnTo>
                    <a:pt x="603" y="427"/>
                  </a:lnTo>
                  <a:lnTo>
                    <a:pt x="574" y="457"/>
                  </a:lnTo>
                  <a:lnTo>
                    <a:pt x="486" y="574"/>
                  </a:lnTo>
                  <a:lnTo>
                    <a:pt x="412" y="692"/>
                  </a:lnTo>
                  <a:lnTo>
                    <a:pt x="295" y="942"/>
                  </a:lnTo>
                  <a:lnTo>
                    <a:pt x="177" y="1192"/>
                  </a:lnTo>
                  <a:lnTo>
                    <a:pt x="89" y="1310"/>
                  </a:lnTo>
                  <a:lnTo>
                    <a:pt x="0" y="1428"/>
                  </a:lnTo>
                  <a:lnTo>
                    <a:pt x="898" y="2590"/>
                  </a:lnTo>
                  <a:lnTo>
                    <a:pt x="1015" y="2811"/>
                  </a:lnTo>
                  <a:lnTo>
                    <a:pt x="1163" y="3046"/>
                  </a:lnTo>
                  <a:lnTo>
                    <a:pt x="1324" y="3311"/>
                  </a:lnTo>
                  <a:lnTo>
                    <a:pt x="1516" y="3605"/>
                  </a:lnTo>
                  <a:lnTo>
                    <a:pt x="1722" y="3870"/>
                  </a:lnTo>
                  <a:lnTo>
                    <a:pt x="1825" y="3988"/>
                  </a:lnTo>
                  <a:lnTo>
                    <a:pt x="1913" y="4091"/>
                  </a:lnTo>
                  <a:lnTo>
                    <a:pt x="2016" y="4179"/>
                  </a:lnTo>
                  <a:lnTo>
                    <a:pt x="2104" y="4238"/>
                  </a:lnTo>
                  <a:lnTo>
                    <a:pt x="2148" y="4253"/>
                  </a:lnTo>
                  <a:lnTo>
                    <a:pt x="2207" y="4267"/>
                  </a:lnTo>
                  <a:lnTo>
                    <a:pt x="2266" y="4282"/>
                  </a:lnTo>
                  <a:lnTo>
                    <a:pt x="2340" y="4267"/>
                  </a:lnTo>
                  <a:lnTo>
                    <a:pt x="2413" y="4267"/>
                  </a:lnTo>
                  <a:lnTo>
                    <a:pt x="2472" y="4238"/>
                  </a:lnTo>
                  <a:lnTo>
                    <a:pt x="2546" y="4208"/>
                  </a:lnTo>
                  <a:lnTo>
                    <a:pt x="2604" y="4164"/>
                  </a:lnTo>
                  <a:lnTo>
                    <a:pt x="2678" y="4105"/>
                  </a:lnTo>
                  <a:lnTo>
                    <a:pt x="2722" y="4032"/>
                  </a:lnTo>
                  <a:lnTo>
                    <a:pt x="2766" y="3958"/>
                  </a:lnTo>
                  <a:lnTo>
                    <a:pt x="2810" y="3855"/>
                  </a:lnTo>
                  <a:lnTo>
                    <a:pt x="2825" y="3752"/>
                  </a:lnTo>
                  <a:lnTo>
                    <a:pt x="2840" y="3620"/>
                  </a:lnTo>
                  <a:lnTo>
                    <a:pt x="2825" y="3487"/>
                  </a:lnTo>
                  <a:lnTo>
                    <a:pt x="2810" y="3326"/>
                  </a:lnTo>
                  <a:lnTo>
                    <a:pt x="2737" y="3031"/>
                  </a:lnTo>
                  <a:lnTo>
                    <a:pt x="2604" y="2575"/>
                  </a:lnTo>
                  <a:lnTo>
                    <a:pt x="2251" y="1457"/>
                  </a:lnTo>
                  <a:lnTo>
                    <a:pt x="1766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1308;p38">
              <a:extLst>
                <a:ext uri="{FF2B5EF4-FFF2-40B4-BE49-F238E27FC236}">
                  <a16:creationId xmlns:a16="http://schemas.microsoft.com/office/drawing/2014/main" id="{3790AD8D-B7B8-0725-64B3-DEE4F6EF638F}"/>
                </a:ext>
              </a:extLst>
            </p:cNvPr>
            <p:cNvSpPr/>
            <p:nvPr/>
          </p:nvSpPr>
          <p:spPr>
            <a:xfrm>
              <a:off x="1656425" y="2935650"/>
              <a:ext cx="233975" cy="471925"/>
            </a:xfrm>
            <a:custGeom>
              <a:avLst/>
              <a:gdLst/>
              <a:ahLst/>
              <a:cxnLst/>
              <a:rect l="l" t="t" r="r" b="b"/>
              <a:pathLst>
                <a:path w="9359" h="18877" extrusionOk="0">
                  <a:moveTo>
                    <a:pt x="3973" y="0"/>
                  </a:moveTo>
                  <a:lnTo>
                    <a:pt x="2590" y="6312"/>
                  </a:lnTo>
                  <a:lnTo>
                    <a:pt x="1399" y="8990"/>
                  </a:lnTo>
                  <a:lnTo>
                    <a:pt x="531" y="10947"/>
                  </a:lnTo>
                  <a:lnTo>
                    <a:pt x="192" y="11667"/>
                  </a:lnTo>
                  <a:lnTo>
                    <a:pt x="1" y="12079"/>
                  </a:lnTo>
                  <a:lnTo>
                    <a:pt x="281" y="15228"/>
                  </a:lnTo>
                  <a:lnTo>
                    <a:pt x="339" y="15993"/>
                  </a:lnTo>
                  <a:lnTo>
                    <a:pt x="472" y="17332"/>
                  </a:lnTo>
                  <a:lnTo>
                    <a:pt x="501" y="17523"/>
                  </a:lnTo>
                  <a:lnTo>
                    <a:pt x="545" y="17700"/>
                  </a:lnTo>
                  <a:lnTo>
                    <a:pt x="604" y="17876"/>
                  </a:lnTo>
                  <a:lnTo>
                    <a:pt x="663" y="18023"/>
                  </a:lnTo>
                  <a:lnTo>
                    <a:pt x="737" y="18170"/>
                  </a:lnTo>
                  <a:lnTo>
                    <a:pt x="810" y="18303"/>
                  </a:lnTo>
                  <a:lnTo>
                    <a:pt x="898" y="18420"/>
                  </a:lnTo>
                  <a:lnTo>
                    <a:pt x="1001" y="18523"/>
                  </a:lnTo>
                  <a:lnTo>
                    <a:pt x="1090" y="18612"/>
                  </a:lnTo>
                  <a:lnTo>
                    <a:pt x="1207" y="18685"/>
                  </a:lnTo>
                  <a:lnTo>
                    <a:pt x="1310" y="18759"/>
                  </a:lnTo>
                  <a:lnTo>
                    <a:pt x="1428" y="18803"/>
                  </a:lnTo>
                  <a:lnTo>
                    <a:pt x="1531" y="18847"/>
                  </a:lnTo>
                  <a:lnTo>
                    <a:pt x="1649" y="18862"/>
                  </a:lnTo>
                  <a:lnTo>
                    <a:pt x="1766" y="18877"/>
                  </a:lnTo>
                  <a:lnTo>
                    <a:pt x="1884" y="18877"/>
                  </a:lnTo>
                  <a:lnTo>
                    <a:pt x="2017" y="18862"/>
                  </a:lnTo>
                  <a:lnTo>
                    <a:pt x="2134" y="18818"/>
                  </a:lnTo>
                  <a:lnTo>
                    <a:pt x="2267" y="18774"/>
                  </a:lnTo>
                  <a:lnTo>
                    <a:pt x="2384" y="18715"/>
                  </a:lnTo>
                  <a:lnTo>
                    <a:pt x="2487" y="18626"/>
                  </a:lnTo>
                  <a:lnTo>
                    <a:pt x="2605" y="18523"/>
                  </a:lnTo>
                  <a:lnTo>
                    <a:pt x="2708" y="18391"/>
                  </a:lnTo>
                  <a:lnTo>
                    <a:pt x="2796" y="18244"/>
                  </a:lnTo>
                  <a:lnTo>
                    <a:pt x="2885" y="18067"/>
                  </a:lnTo>
                  <a:lnTo>
                    <a:pt x="2958" y="17861"/>
                  </a:lnTo>
                  <a:lnTo>
                    <a:pt x="3017" y="17626"/>
                  </a:lnTo>
                  <a:lnTo>
                    <a:pt x="3061" y="17376"/>
                  </a:lnTo>
                  <a:lnTo>
                    <a:pt x="3091" y="17082"/>
                  </a:lnTo>
                  <a:lnTo>
                    <a:pt x="3105" y="16758"/>
                  </a:lnTo>
                  <a:lnTo>
                    <a:pt x="3105" y="16405"/>
                  </a:lnTo>
                  <a:lnTo>
                    <a:pt x="3076" y="16008"/>
                  </a:lnTo>
                  <a:lnTo>
                    <a:pt x="3061" y="15699"/>
                  </a:lnTo>
                  <a:lnTo>
                    <a:pt x="3061" y="15301"/>
                  </a:lnTo>
                  <a:lnTo>
                    <a:pt x="3061" y="14375"/>
                  </a:lnTo>
                  <a:lnTo>
                    <a:pt x="3076" y="13242"/>
                  </a:lnTo>
                  <a:lnTo>
                    <a:pt x="3812" y="12668"/>
                  </a:lnTo>
                  <a:lnTo>
                    <a:pt x="4591" y="12035"/>
                  </a:lnTo>
                  <a:lnTo>
                    <a:pt x="5503" y="11255"/>
                  </a:lnTo>
                  <a:lnTo>
                    <a:pt x="5989" y="10814"/>
                  </a:lnTo>
                  <a:lnTo>
                    <a:pt x="6489" y="10373"/>
                  </a:lnTo>
                  <a:lnTo>
                    <a:pt x="6960" y="9917"/>
                  </a:lnTo>
                  <a:lnTo>
                    <a:pt x="7416" y="9446"/>
                  </a:lnTo>
                  <a:lnTo>
                    <a:pt x="7843" y="8990"/>
                  </a:lnTo>
                  <a:lnTo>
                    <a:pt x="8225" y="8548"/>
                  </a:lnTo>
                  <a:lnTo>
                    <a:pt x="8387" y="8342"/>
                  </a:lnTo>
                  <a:lnTo>
                    <a:pt x="8549" y="8122"/>
                  </a:lnTo>
                  <a:lnTo>
                    <a:pt x="8681" y="7916"/>
                  </a:lnTo>
                  <a:lnTo>
                    <a:pt x="8799" y="7724"/>
                  </a:lnTo>
                  <a:lnTo>
                    <a:pt x="8887" y="7533"/>
                  </a:lnTo>
                  <a:lnTo>
                    <a:pt x="8976" y="7327"/>
                  </a:lnTo>
                  <a:lnTo>
                    <a:pt x="9049" y="7107"/>
                  </a:lnTo>
                  <a:lnTo>
                    <a:pt x="9123" y="6856"/>
                  </a:lnTo>
                  <a:lnTo>
                    <a:pt x="9167" y="6606"/>
                  </a:lnTo>
                  <a:lnTo>
                    <a:pt x="9226" y="6341"/>
                  </a:lnTo>
                  <a:lnTo>
                    <a:pt x="9299" y="5768"/>
                  </a:lnTo>
                  <a:lnTo>
                    <a:pt x="9343" y="5179"/>
                  </a:lnTo>
                  <a:lnTo>
                    <a:pt x="9358" y="4576"/>
                  </a:lnTo>
                  <a:lnTo>
                    <a:pt x="9358" y="3958"/>
                  </a:lnTo>
                  <a:lnTo>
                    <a:pt x="9343" y="3355"/>
                  </a:lnTo>
                  <a:lnTo>
                    <a:pt x="9314" y="2766"/>
                  </a:lnTo>
                  <a:lnTo>
                    <a:pt x="9285" y="2222"/>
                  </a:lnTo>
                  <a:lnTo>
                    <a:pt x="9211" y="1280"/>
                  </a:lnTo>
                  <a:lnTo>
                    <a:pt x="9152" y="618"/>
                  </a:lnTo>
                  <a:lnTo>
                    <a:pt x="9137" y="427"/>
                  </a:lnTo>
                  <a:lnTo>
                    <a:pt x="9137" y="354"/>
                  </a:lnTo>
                  <a:lnTo>
                    <a:pt x="3973" y="0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1309;p38">
              <a:extLst>
                <a:ext uri="{FF2B5EF4-FFF2-40B4-BE49-F238E27FC236}">
                  <a16:creationId xmlns:a16="http://schemas.microsoft.com/office/drawing/2014/main" id="{580C9AF1-395A-6CC8-60BB-AF23BAD6DF98}"/>
                </a:ext>
              </a:extLst>
            </p:cNvPr>
            <p:cNvSpPr/>
            <p:nvPr/>
          </p:nvSpPr>
          <p:spPr>
            <a:xfrm>
              <a:off x="1653875" y="1486100"/>
              <a:ext cx="528200" cy="1667675"/>
            </a:xfrm>
            <a:custGeom>
              <a:avLst/>
              <a:gdLst/>
              <a:ahLst/>
              <a:cxnLst/>
              <a:rect l="l" t="t" r="r" b="b"/>
              <a:pathLst>
                <a:path w="21128" h="66707" extrusionOk="0">
                  <a:moveTo>
                    <a:pt x="15713" y="0"/>
                  </a:moveTo>
                  <a:lnTo>
                    <a:pt x="15448" y="15"/>
                  </a:lnTo>
                  <a:lnTo>
                    <a:pt x="15198" y="30"/>
                  </a:lnTo>
                  <a:lnTo>
                    <a:pt x="14933" y="74"/>
                  </a:lnTo>
                  <a:lnTo>
                    <a:pt x="14683" y="118"/>
                  </a:lnTo>
                  <a:lnTo>
                    <a:pt x="14433" y="177"/>
                  </a:lnTo>
                  <a:lnTo>
                    <a:pt x="14183" y="251"/>
                  </a:lnTo>
                  <a:lnTo>
                    <a:pt x="13933" y="339"/>
                  </a:lnTo>
                  <a:lnTo>
                    <a:pt x="13697" y="427"/>
                  </a:lnTo>
                  <a:lnTo>
                    <a:pt x="13462" y="545"/>
                  </a:lnTo>
                  <a:lnTo>
                    <a:pt x="13241" y="663"/>
                  </a:lnTo>
                  <a:lnTo>
                    <a:pt x="13021" y="780"/>
                  </a:lnTo>
                  <a:lnTo>
                    <a:pt x="12800" y="927"/>
                  </a:lnTo>
                  <a:lnTo>
                    <a:pt x="12594" y="1074"/>
                  </a:lnTo>
                  <a:lnTo>
                    <a:pt x="12403" y="1236"/>
                  </a:lnTo>
                  <a:lnTo>
                    <a:pt x="12211" y="1398"/>
                  </a:lnTo>
                  <a:lnTo>
                    <a:pt x="12020" y="1575"/>
                  </a:lnTo>
                  <a:lnTo>
                    <a:pt x="11844" y="1766"/>
                  </a:lnTo>
                  <a:lnTo>
                    <a:pt x="11682" y="1957"/>
                  </a:lnTo>
                  <a:lnTo>
                    <a:pt x="11520" y="2163"/>
                  </a:lnTo>
                  <a:lnTo>
                    <a:pt x="11373" y="2369"/>
                  </a:lnTo>
                  <a:lnTo>
                    <a:pt x="11226" y="2590"/>
                  </a:lnTo>
                  <a:lnTo>
                    <a:pt x="11108" y="2825"/>
                  </a:lnTo>
                  <a:lnTo>
                    <a:pt x="10990" y="3061"/>
                  </a:lnTo>
                  <a:lnTo>
                    <a:pt x="10887" y="3296"/>
                  </a:lnTo>
                  <a:lnTo>
                    <a:pt x="10784" y="3546"/>
                  </a:lnTo>
                  <a:lnTo>
                    <a:pt x="10696" y="3811"/>
                  </a:lnTo>
                  <a:lnTo>
                    <a:pt x="10637" y="4061"/>
                  </a:lnTo>
                  <a:lnTo>
                    <a:pt x="10578" y="4341"/>
                  </a:lnTo>
                  <a:lnTo>
                    <a:pt x="0" y="64735"/>
                  </a:lnTo>
                  <a:lnTo>
                    <a:pt x="10461" y="66707"/>
                  </a:lnTo>
                  <a:lnTo>
                    <a:pt x="21024" y="6312"/>
                  </a:lnTo>
                  <a:lnTo>
                    <a:pt x="21068" y="6033"/>
                  </a:lnTo>
                  <a:lnTo>
                    <a:pt x="21098" y="5768"/>
                  </a:lnTo>
                  <a:lnTo>
                    <a:pt x="21127" y="5503"/>
                  </a:lnTo>
                  <a:lnTo>
                    <a:pt x="21127" y="5238"/>
                  </a:lnTo>
                  <a:lnTo>
                    <a:pt x="21112" y="4973"/>
                  </a:lnTo>
                  <a:lnTo>
                    <a:pt x="21083" y="4708"/>
                  </a:lnTo>
                  <a:lnTo>
                    <a:pt x="21054" y="4458"/>
                  </a:lnTo>
                  <a:lnTo>
                    <a:pt x="21009" y="4194"/>
                  </a:lnTo>
                  <a:lnTo>
                    <a:pt x="20951" y="3943"/>
                  </a:lnTo>
                  <a:lnTo>
                    <a:pt x="20877" y="3693"/>
                  </a:lnTo>
                  <a:lnTo>
                    <a:pt x="20789" y="3458"/>
                  </a:lnTo>
                  <a:lnTo>
                    <a:pt x="20686" y="3223"/>
                  </a:lnTo>
                  <a:lnTo>
                    <a:pt x="20583" y="2987"/>
                  </a:lnTo>
                  <a:lnTo>
                    <a:pt x="20465" y="2752"/>
                  </a:lnTo>
                  <a:lnTo>
                    <a:pt x="20333" y="2531"/>
                  </a:lnTo>
                  <a:lnTo>
                    <a:pt x="20200" y="2325"/>
                  </a:lnTo>
                  <a:lnTo>
                    <a:pt x="20053" y="2119"/>
                  </a:lnTo>
                  <a:lnTo>
                    <a:pt x="19891" y="1913"/>
                  </a:lnTo>
                  <a:lnTo>
                    <a:pt x="19729" y="1722"/>
                  </a:lnTo>
                  <a:lnTo>
                    <a:pt x="19553" y="1545"/>
                  </a:lnTo>
                  <a:lnTo>
                    <a:pt x="19362" y="1369"/>
                  </a:lnTo>
                  <a:lnTo>
                    <a:pt x="19170" y="1192"/>
                  </a:lnTo>
                  <a:lnTo>
                    <a:pt x="18964" y="1030"/>
                  </a:lnTo>
                  <a:lnTo>
                    <a:pt x="18744" y="883"/>
                  </a:lnTo>
                  <a:lnTo>
                    <a:pt x="18523" y="751"/>
                  </a:lnTo>
                  <a:lnTo>
                    <a:pt x="18302" y="618"/>
                  </a:lnTo>
                  <a:lnTo>
                    <a:pt x="18067" y="501"/>
                  </a:lnTo>
                  <a:lnTo>
                    <a:pt x="17832" y="398"/>
                  </a:lnTo>
                  <a:lnTo>
                    <a:pt x="17581" y="309"/>
                  </a:lnTo>
                  <a:lnTo>
                    <a:pt x="17317" y="221"/>
                  </a:lnTo>
                  <a:lnTo>
                    <a:pt x="17066" y="148"/>
                  </a:lnTo>
                  <a:lnTo>
                    <a:pt x="16787" y="89"/>
                  </a:lnTo>
                  <a:lnTo>
                    <a:pt x="16522" y="45"/>
                  </a:lnTo>
                  <a:lnTo>
                    <a:pt x="16257" y="15"/>
                  </a:lnTo>
                  <a:lnTo>
                    <a:pt x="15978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1310;p38">
              <a:extLst>
                <a:ext uri="{FF2B5EF4-FFF2-40B4-BE49-F238E27FC236}">
                  <a16:creationId xmlns:a16="http://schemas.microsoft.com/office/drawing/2014/main" id="{440A6FA9-F315-49CF-1D4A-FBDF9FA55E31}"/>
                </a:ext>
              </a:extLst>
            </p:cNvPr>
            <p:cNvSpPr/>
            <p:nvPr/>
          </p:nvSpPr>
          <p:spPr>
            <a:xfrm>
              <a:off x="2293475" y="651175"/>
              <a:ext cx="259700" cy="695925"/>
            </a:xfrm>
            <a:custGeom>
              <a:avLst/>
              <a:gdLst/>
              <a:ahLst/>
              <a:cxnLst/>
              <a:rect l="l" t="t" r="r" b="b"/>
              <a:pathLst>
                <a:path w="10388" h="27837" extrusionOk="0">
                  <a:moveTo>
                    <a:pt x="10388" y="0"/>
                  </a:moveTo>
                  <a:lnTo>
                    <a:pt x="9932" y="15"/>
                  </a:lnTo>
                  <a:lnTo>
                    <a:pt x="9505" y="30"/>
                  </a:lnTo>
                  <a:lnTo>
                    <a:pt x="9079" y="59"/>
                  </a:lnTo>
                  <a:lnTo>
                    <a:pt x="8667" y="103"/>
                  </a:lnTo>
                  <a:lnTo>
                    <a:pt x="8255" y="147"/>
                  </a:lnTo>
                  <a:lnTo>
                    <a:pt x="7872" y="206"/>
                  </a:lnTo>
                  <a:lnTo>
                    <a:pt x="7490" y="280"/>
                  </a:lnTo>
                  <a:lnTo>
                    <a:pt x="7137" y="368"/>
                  </a:lnTo>
                  <a:lnTo>
                    <a:pt x="6783" y="456"/>
                  </a:lnTo>
                  <a:lnTo>
                    <a:pt x="6445" y="559"/>
                  </a:lnTo>
                  <a:lnTo>
                    <a:pt x="6107" y="677"/>
                  </a:lnTo>
                  <a:lnTo>
                    <a:pt x="5798" y="795"/>
                  </a:lnTo>
                  <a:lnTo>
                    <a:pt x="5489" y="927"/>
                  </a:lnTo>
                  <a:lnTo>
                    <a:pt x="5194" y="1059"/>
                  </a:lnTo>
                  <a:lnTo>
                    <a:pt x="4915" y="1207"/>
                  </a:lnTo>
                  <a:lnTo>
                    <a:pt x="4635" y="1368"/>
                  </a:lnTo>
                  <a:lnTo>
                    <a:pt x="4371" y="1530"/>
                  </a:lnTo>
                  <a:lnTo>
                    <a:pt x="4120" y="1707"/>
                  </a:lnTo>
                  <a:lnTo>
                    <a:pt x="3870" y="1883"/>
                  </a:lnTo>
                  <a:lnTo>
                    <a:pt x="3635" y="2075"/>
                  </a:lnTo>
                  <a:lnTo>
                    <a:pt x="3414" y="2266"/>
                  </a:lnTo>
                  <a:lnTo>
                    <a:pt x="3208" y="2472"/>
                  </a:lnTo>
                  <a:lnTo>
                    <a:pt x="3002" y="2693"/>
                  </a:lnTo>
                  <a:lnTo>
                    <a:pt x="2796" y="2898"/>
                  </a:lnTo>
                  <a:lnTo>
                    <a:pt x="2605" y="3134"/>
                  </a:lnTo>
                  <a:lnTo>
                    <a:pt x="2429" y="3355"/>
                  </a:lnTo>
                  <a:lnTo>
                    <a:pt x="2267" y="3590"/>
                  </a:lnTo>
                  <a:lnTo>
                    <a:pt x="2105" y="3840"/>
                  </a:lnTo>
                  <a:lnTo>
                    <a:pt x="1943" y="4090"/>
                  </a:lnTo>
                  <a:lnTo>
                    <a:pt x="1796" y="4340"/>
                  </a:lnTo>
                  <a:lnTo>
                    <a:pt x="1649" y="4605"/>
                  </a:lnTo>
                  <a:lnTo>
                    <a:pt x="1516" y="4870"/>
                  </a:lnTo>
                  <a:lnTo>
                    <a:pt x="1281" y="5414"/>
                  </a:lnTo>
                  <a:lnTo>
                    <a:pt x="1060" y="5988"/>
                  </a:lnTo>
                  <a:lnTo>
                    <a:pt x="869" y="6577"/>
                  </a:lnTo>
                  <a:lnTo>
                    <a:pt x="707" y="7180"/>
                  </a:lnTo>
                  <a:lnTo>
                    <a:pt x="560" y="7783"/>
                  </a:lnTo>
                  <a:lnTo>
                    <a:pt x="442" y="8416"/>
                  </a:lnTo>
                  <a:lnTo>
                    <a:pt x="339" y="9048"/>
                  </a:lnTo>
                  <a:lnTo>
                    <a:pt x="251" y="9696"/>
                  </a:lnTo>
                  <a:lnTo>
                    <a:pt x="178" y="10358"/>
                  </a:lnTo>
                  <a:lnTo>
                    <a:pt x="119" y="11020"/>
                  </a:lnTo>
                  <a:lnTo>
                    <a:pt x="75" y="11682"/>
                  </a:lnTo>
                  <a:lnTo>
                    <a:pt x="45" y="12359"/>
                  </a:lnTo>
                  <a:lnTo>
                    <a:pt x="1" y="13697"/>
                  </a:lnTo>
                  <a:lnTo>
                    <a:pt x="1" y="15022"/>
                  </a:lnTo>
                  <a:lnTo>
                    <a:pt x="16" y="15684"/>
                  </a:lnTo>
                  <a:lnTo>
                    <a:pt x="45" y="16331"/>
                  </a:lnTo>
                  <a:lnTo>
                    <a:pt x="119" y="16978"/>
                  </a:lnTo>
                  <a:lnTo>
                    <a:pt x="207" y="17596"/>
                  </a:lnTo>
                  <a:lnTo>
                    <a:pt x="325" y="18214"/>
                  </a:lnTo>
                  <a:lnTo>
                    <a:pt x="472" y="18832"/>
                  </a:lnTo>
                  <a:lnTo>
                    <a:pt x="634" y="19421"/>
                  </a:lnTo>
                  <a:lnTo>
                    <a:pt x="810" y="19994"/>
                  </a:lnTo>
                  <a:lnTo>
                    <a:pt x="1016" y="20568"/>
                  </a:lnTo>
                  <a:lnTo>
                    <a:pt x="1252" y="21113"/>
                  </a:lnTo>
                  <a:lnTo>
                    <a:pt x="1502" y="21657"/>
                  </a:lnTo>
                  <a:lnTo>
                    <a:pt x="1766" y="22172"/>
                  </a:lnTo>
                  <a:lnTo>
                    <a:pt x="2061" y="22672"/>
                  </a:lnTo>
                  <a:lnTo>
                    <a:pt x="2370" y="23158"/>
                  </a:lnTo>
                  <a:lnTo>
                    <a:pt x="2693" y="23628"/>
                  </a:lnTo>
                  <a:lnTo>
                    <a:pt x="3046" y="24070"/>
                  </a:lnTo>
                  <a:lnTo>
                    <a:pt x="3400" y="24496"/>
                  </a:lnTo>
                  <a:lnTo>
                    <a:pt x="3782" y="24894"/>
                  </a:lnTo>
                  <a:lnTo>
                    <a:pt x="4165" y="25276"/>
                  </a:lnTo>
                  <a:lnTo>
                    <a:pt x="4577" y="25629"/>
                  </a:lnTo>
                  <a:lnTo>
                    <a:pt x="5003" y="25968"/>
                  </a:lnTo>
                  <a:lnTo>
                    <a:pt x="5430" y="26277"/>
                  </a:lnTo>
                  <a:lnTo>
                    <a:pt x="5886" y="26556"/>
                  </a:lnTo>
                  <a:lnTo>
                    <a:pt x="6342" y="26821"/>
                  </a:lnTo>
                  <a:lnTo>
                    <a:pt x="6813" y="27056"/>
                  </a:lnTo>
                  <a:lnTo>
                    <a:pt x="7298" y="27248"/>
                  </a:lnTo>
                  <a:lnTo>
                    <a:pt x="7799" y="27424"/>
                  </a:lnTo>
                  <a:lnTo>
                    <a:pt x="8299" y="27571"/>
                  </a:lnTo>
                  <a:lnTo>
                    <a:pt x="8799" y="27689"/>
                  </a:lnTo>
                  <a:lnTo>
                    <a:pt x="9329" y="27763"/>
                  </a:lnTo>
                  <a:lnTo>
                    <a:pt x="9858" y="27821"/>
                  </a:lnTo>
                  <a:lnTo>
                    <a:pt x="10388" y="27836"/>
                  </a:lnTo>
                  <a:lnTo>
                    <a:pt x="10388" y="0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1311;p38">
              <a:extLst>
                <a:ext uri="{FF2B5EF4-FFF2-40B4-BE49-F238E27FC236}">
                  <a16:creationId xmlns:a16="http://schemas.microsoft.com/office/drawing/2014/main" id="{CD063561-FD69-D986-A8D6-E12783A5B42C}"/>
                </a:ext>
              </a:extLst>
            </p:cNvPr>
            <p:cNvSpPr/>
            <p:nvPr/>
          </p:nvSpPr>
          <p:spPr>
            <a:xfrm>
              <a:off x="2553150" y="651175"/>
              <a:ext cx="261925" cy="695925"/>
            </a:xfrm>
            <a:custGeom>
              <a:avLst/>
              <a:gdLst/>
              <a:ahLst/>
              <a:cxnLst/>
              <a:rect l="l" t="t" r="r" b="b"/>
              <a:pathLst>
                <a:path w="10477" h="27837" extrusionOk="0">
                  <a:moveTo>
                    <a:pt x="1" y="0"/>
                  </a:moveTo>
                  <a:lnTo>
                    <a:pt x="1" y="27836"/>
                  </a:lnTo>
                  <a:lnTo>
                    <a:pt x="45" y="27836"/>
                  </a:lnTo>
                  <a:lnTo>
                    <a:pt x="589" y="27821"/>
                  </a:lnTo>
                  <a:lnTo>
                    <a:pt x="1119" y="27777"/>
                  </a:lnTo>
                  <a:lnTo>
                    <a:pt x="1634" y="27689"/>
                  </a:lnTo>
                  <a:lnTo>
                    <a:pt x="2149" y="27586"/>
                  </a:lnTo>
                  <a:lnTo>
                    <a:pt x="2649" y="27439"/>
                  </a:lnTo>
                  <a:lnTo>
                    <a:pt x="3149" y="27262"/>
                  </a:lnTo>
                  <a:lnTo>
                    <a:pt x="3635" y="27056"/>
                  </a:lnTo>
                  <a:lnTo>
                    <a:pt x="4106" y="26836"/>
                  </a:lnTo>
                  <a:lnTo>
                    <a:pt x="4577" y="26571"/>
                  </a:lnTo>
                  <a:lnTo>
                    <a:pt x="5018" y="26291"/>
                  </a:lnTo>
                  <a:lnTo>
                    <a:pt x="5459" y="25982"/>
                  </a:lnTo>
                  <a:lnTo>
                    <a:pt x="5886" y="25644"/>
                  </a:lnTo>
                  <a:lnTo>
                    <a:pt x="6298" y="25291"/>
                  </a:lnTo>
                  <a:lnTo>
                    <a:pt x="6680" y="24908"/>
                  </a:lnTo>
                  <a:lnTo>
                    <a:pt x="7063" y="24511"/>
                  </a:lnTo>
                  <a:lnTo>
                    <a:pt x="7431" y="24084"/>
                  </a:lnTo>
                  <a:lnTo>
                    <a:pt x="7769" y="23643"/>
                  </a:lnTo>
                  <a:lnTo>
                    <a:pt x="8093" y="23172"/>
                  </a:lnTo>
                  <a:lnTo>
                    <a:pt x="8417" y="22687"/>
                  </a:lnTo>
                  <a:lnTo>
                    <a:pt x="8696" y="22187"/>
                  </a:lnTo>
                  <a:lnTo>
                    <a:pt x="8976" y="21672"/>
                  </a:lnTo>
                  <a:lnTo>
                    <a:pt x="9226" y="21127"/>
                  </a:lnTo>
                  <a:lnTo>
                    <a:pt x="9446" y="20583"/>
                  </a:lnTo>
                  <a:lnTo>
                    <a:pt x="9667" y="20009"/>
                  </a:lnTo>
                  <a:lnTo>
                    <a:pt x="9844" y="19435"/>
                  </a:lnTo>
                  <a:lnTo>
                    <a:pt x="10020" y="18832"/>
                  </a:lnTo>
                  <a:lnTo>
                    <a:pt x="10153" y="18229"/>
                  </a:lnTo>
                  <a:lnTo>
                    <a:pt x="10270" y="17611"/>
                  </a:lnTo>
                  <a:lnTo>
                    <a:pt x="10359" y="16978"/>
                  </a:lnTo>
                  <a:lnTo>
                    <a:pt x="10432" y="16331"/>
                  </a:lnTo>
                  <a:lnTo>
                    <a:pt x="10476" y="15684"/>
                  </a:lnTo>
                  <a:lnTo>
                    <a:pt x="10476" y="15022"/>
                  </a:lnTo>
                  <a:lnTo>
                    <a:pt x="10476" y="13683"/>
                  </a:lnTo>
                  <a:lnTo>
                    <a:pt x="10462" y="12344"/>
                  </a:lnTo>
                  <a:lnTo>
                    <a:pt x="10447" y="11682"/>
                  </a:lnTo>
                  <a:lnTo>
                    <a:pt x="10417" y="11005"/>
                  </a:lnTo>
                  <a:lnTo>
                    <a:pt x="10373" y="10343"/>
                  </a:lnTo>
                  <a:lnTo>
                    <a:pt x="10314" y="9696"/>
                  </a:lnTo>
                  <a:lnTo>
                    <a:pt x="10256" y="9048"/>
                  </a:lnTo>
                  <a:lnTo>
                    <a:pt x="10167" y="8401"/>
                  </a:lnTo>
                  <a:lnTo>
                    <a:pt x="10064" y="7783"/>
                  </a:lnTo>
                  <a:lnTo>
                    <a:pt x="9932" y="7165"/>
                  </a:lnTo>
                  <a:lnTo>
                    <a:pt x="9785" y="6562"/>
                  </a:lnTo>
                  <a:lnTo>
                    <a:pt x="9608" y="5973"/>
                  </a:lnTo>
                  <a:lnTo>
                    <a:pt x="9402" y="5414"/>
                  </a:lnTo>
                  <a:lnTo>
                    <a:pt x="9299" y="5135"/>
                  </a:lnTo>
                  <a:lnTo>
                    <a:pt x="9182" y="4855"/>
                  </a:lnTo>
                  <a:lnTo>
                    <a:pt x="9049" y="4590"/>
                  </a:lnTo>
                  <a:lnTo>
                    <a:pt x="8917" y="4326"/>
                  </a:lnTo>
                  <a:lnTo>
                    <a:pt x="8770" y="4075"/>
                  </a:lnTo>
                  <a:lnTo>
                    <a:pt x="8623" y="3825"/>
                  </a:lnTo>
                  <a:lnTo>
                    <a:pt x="8461" y="3590"/>
                  </a:lnTo>
                  <a:lnTo>
                    <a:pt x="8299" y="3340"/>
                  </a:lnTo>
                  <a:lnTo>
                    <a:pt x="8122" y="3119"/>
                  </a:lnTo>
                  <a:lnTo>
                    <a:pt x="7931" y="2884"/>
                  </a:lnTo>
                  <a:lnTo>
                    <a:pt x="7740" y="2678"/>
                  </a:lnTo>
                  <a:lnTo>
                    <a:pt x="7534" y="2457"/>
                  </a:lnTo>
                  <a:lnTo>
                    <a:pt x="7313" y="2266"/>
                  </a:lnTo>
                  <a:lnTo>
                    <a:pt x="7092" y="2060"/>
                  </a:lnTo>
                  <a:lnTo>
                    <a:pt x="6857" y="1869"/>
                  </a:lnTo>
                  <a:lnTo>
                    <a:pt x="6607" y="1692"/>
                  </a:lnTo>
                  <a:lnTo>
                    <a:pt x="6357" y="1516"/>
                  </a:lnTo>
                  <a:lnTo>
                    <a:pt x="6077" y="1354"/>
                  </a:lnTo>
                  <a:lnTo>
                    <a:pt x="5798" y="1207"/>
                  </a:lnTo>
                  <a:lnTo>
                    <a:pt x="5503" y="1059"/>
                  </a:lnTo>
                  <a:lnTo>
                    <a:pt x="5209" y="912"/>
                  </a:lnTo>
                  <a:lnTo>
                    <a:pt x="4886" y="780"/>
                  </a:lnTo>
                  <a:lnTo>
                    <a:pt x="4562" y="662"/>
                  </a:lnTo>
                  <a:lnTo>
                    <a:pt x="4209" y="559"/>
                  </a:lnTo>
                  <a:lnTo>
                    <a:pt x="3856" y="456"/>
                  </a:lnTo>
                  <a:lnTo>
                    <a:pt x="3488" y="353"/>
                  </a:lnTo>
                  <a:lnTo>
                    <a:pt x="3105" y="280"/>
                  </a:lnTo>
                  <a:lnTo>
                    <a:pt x="2723" y="206"/>
                  </a:lnTo>
                  <a:lnTo>
                    <a:pt x="2311" y="147"/>
                  </a:lnTo>
                  <a:lnTo>
                    <a:pt x="1884" y="88"/>
                  </a:lnTo>
                  <a:lnTo>
                    <a:pt x="1443" y="59"/>
                  </a:lnTo>
                  <a:lnTo>
                    <a:pt x="1001" y="30"/>
                  </a:lnTo>
                  <a:lnTo>
                    <a:pt x="531" y="15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1312;p38">
              <a:extLst>
                <a:ext uri="{FF2B5EF4-FFF2-40B4-BE49-F238E27FC236}">
                  <a16:creationId xmlns:a16="http://schemas.microsoft.com/office/drawing/2014/main" id="{31531FFF-5311-994C-D0D4-4062D0C6298B}"/>
                </a:ext>
              </a:extLst>
            </p:cNvPr>
            <p:cNvSpPr/>
            <p:nvPr/>
          </p:nvSpPr>
          <p:spPr>
            <a:xfrm>
              <a:off x="2247875" y="971525"/>
              <a:ext cx="82775" cy="138700"/>
            </a:xfrm>
            <a:custGeom>
              <a:avLst/>
              <a:gdLst/>
              <a:ahLst/>
              <a:cxnLst/>
              <a:rect l="l" t="t" r="r" b="b"/>
              <a:pathLst>
                <a:path w="3311" h="5548" extrusionOk="0">
                  <a:moveTo>
                    <a:pt x="1178" y="1"/>
                  </a:moveTo>
                  <a:lnTo>
                    <a:pt x="1031" y="15"/>
                  </a:lnTo>
                  <a:lnTo>
                    <a:pt x="869" y="60"/>
                  </a:lnTo>
                  <a:lnTo>
                    <a:pt x="736" y="148"/>
                  </a:lnTo>
                  <a:lnTo>
                    <a:pt x="604" y="236"/>
                  </a:lnTo>
                  <a:lnTo>
                    <a:pt x="486" y="369"/>
                  </a:lnTo>
                  <a:lnTo>
                    <a:pt x="368" y="516"/>
                  </a:lnTo>
                  <a:lnTo>
                    <a:pt x="280" y="677"/>
                  </a:lnTo>
                  <a:lnTo>
                    <a:pt x="207" y="869"/>
                  </a:lnTo>
                  <a:lnTo>
                    <a:pt x="133" y="1075"/>
                  </a:lnTo>
                  <a:lnTo>
                    <a:pt x="74" y="1281"/>
                  </a:lnTo>
                  <a:lnTo>
                    <a:pt x="45" y="1516"/>
                  </a:lnTo>
                  <a:lnTo>
                    <a:pt x="15" y="1766"/>
                  </a:lnTo>
                  <a:lnTo>
                    <a:pt x="1" y="2016"/>
                  </a:lnTo>
                  <a:lnTo>
                    <a:pt x="15" y="2281"/>
                  </a:lnTo>
                  <a:lnTo>
                    <a:pt x="30" y="2561"/>
                  </a:lnTo>
                  <a:lnTo>
                    <a:pt x="74" y="2840"/>
                  </a:lnTo>
                  <a:lnTo>
                    <a:pt x="133" y="3120"/>
                  </a:lnTo>
                  <a:lnTo>
                    <a:pt x="207" y="3399"/>
                  </a:lnTo>
                  <a:lnTo>
                    <a:pt x="280" y="3664"/>
                  </a:lnTo>
                  <a:lnTo>
                    <a:pt x="383" y="3914"/>
                  </a:lnTo>
                  <a:lnTo>
                    <a:pt x="486" y="4164"/>
                  </a:lnTo>
                  <a:lnTo>
                    <a:pt x="619" y="4385"/>
                  </a:lnTo>
                  <a:lnTo>
                    <a:pt x="736" y="4591"/>
                  </a:lnTo>
                  <a:lnTo>
                    <a:pt x="883" y="4797"/>
                  </a:lnTo>
                  <a:lnTo>
                    <a:pt x="1016" y="4959"/>
                  </a:lnTo>
                  <a:lnTo>
                    <a:pt x="1163" y="5121"/>
                  </a:lnTo>
                  <a:lnTo>
                    <a:pt x="1325" y="5253"/>
                  </a:lnTo>
                  <a:lnTo>
                    <a:pt x="1487" y="5356"/>
                  </a:lnTo>
                  <a:lnTo>
                    <a:pt x="1634" y="5444"/>
                  </a:lnTo>
                  <a:lnTo>
                    <a:pt x="1796" y="5503"/>
                  </a:lnTo>
                  <a:lnTo>
                    <a:pt x="1957" y="5547"/>
                  </a:lnTo>
                  <a:lnTo>
                    <a:pt x="2119" y="5547"/>
                  </a:lnTo>
                  <a:lnTo>
                    <a:pt x="2281" y="5533"/>
                  </a:lnTo>
                  <a:lnTo>
                    <a:pt x="2443" y="5474"/>
                  </a:lnTo>
                  <a:lnTo>
                    <a:pt x="2575" y="5400"/>
                  </a:lnTo>
                  <a:lnTo>
                    <a:pt x="2708" y="5297"/>
                  </a:lnTo>
                  <a:lnTo>
                    <a:pt x="2825" y="5180"/>
                  </a:lnTo>
                  <a:lnTo>
                    <a:pt x="2928" y="5032"/>
                  </a:lnTo>
                  <a:lnTo>
                    <a:pt x="3031" y="4856"/>
                  </a:lnTo>
                  <a:lnTo>
                    <a:pt x="3105" y="4679"/>
                  </a:lnTo>
                  <a:lnTo>
                    <a:pt x="3179" y="4473"/>
                  </a:lnTo>
                  <a:lnTo>
                    <a:pt x="3237" y="4253"/>
                  </a:lnTo>
                  <a:lnTo>
                    <a:pt x="3267" y="4017"/>
                  </a:lnTo>
                  <a:lnTo>
                    <a:pt x="3296" y="3782"/>
                  </a:lnTo>
                  <a:lnTo>
                    <a:pt x="3311" y="3517"/>
                  </a:lnTo>
                  <a:lnTo>
                    <a:pt x="3296" y="3252"/>
                  </a:lnTo>
                  <a:lnTo>
                    <a:pt x="3282" y="2987"/>
                  </a:lnTo>
                  <a:lnTo>
                    <a:pt x="3237" y="2708"/>
                  </a:lnTo>
                  <a:lnTo>
                    <a:pt x="3179" y="2428"/>
                  </a:lnTo>
                  <a:lnTo>
                    <a:pt x="3120" y="2149"/>
                  </a:lnTo>
                  <a:lnTo>
                    <a:pt x="3031" y="1869"/>
                  </a:lnTo>
                  <a:lnTo>
                    <a:pt x="2928" y="1619"/>
                  </a:lnTo>
                  <a:lnTo>
                    <a:pt x="2825" y="1384"/>
                  </a:lnTo>
                  <a:lnTo>
                    <a:pt x="2708" y="1148"/>
                  </a:lnTo>
                  <a:lnTo>
                    <a:pt x="2575" y="942"/>
                  </a:lnTo>
                  <a:lnTo>
                    <a:pt x="2443" y="751"/>
                  </a:lnTo>
                  <a:lnTo>
                    <a:pt x="2296" y="574"/>
                  </a:lnTo>
                  <a:lnTo>
                    <a:pt x="2149" y="427"/>
                  </a:lnTo>
                  <a:lnTo>
                    <a:pt x="1987" y="295"/>
                  </a:lnTo>
                  <a:lnTo>
                    <a:pt x="1825" y="177"/>
                  </a:lnTo>
                  <a:lnTo>
                    <a:pt x="1663" y="104"/>
                  </a:lnTo>
                  <a:lnTo>
                    <a:pt x="1501" y="30"/>
                  </a:lnTo>
                  <a:lnTo>
                    <a:pt x="1339" y="1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1313;p38">
              <a:extLst>
                <a:ext uri="{FF2B5EF4-FFF2-40B4-BE49-F238E27FC236}">
                  <a16:creationId xmlns:a16="http://schemas.microsoft.com/office/drawing/2014/main" id="{F36D6AF5-FFA2-92AA-420D-ECD9359C6B8B}"/>
                </a:ext>
              </a:extLst>
            </p:cNvPr>
            <p:cNvSpPr/>
            <p:nvPr/>
          </p:nvSpPr>
          <p:spPr>
            <a:xfrm>
              <a:off x="2777900" y="971525"/>
              <a:ext cx="82775" cy="138700"/>
            </a:xfrm>
            <a:custGeom>
              <a:avLst/>
              <a:gdLst/>
              <a:ahLst/>
              <a:cxnLst/>
              <a:rect l="l" t="t" r="r" b="b"/>
              <a:pathLst>
                <a:path w="3311" h="5548" extrusionOk="0">
                  <a:moveTo>
                    <a:pt x="1972" y="1"/>
                  </a:moveTo>
                  <a:lnTo>
                    <a:pt x="1810" y="30"/>
                  </a:lnTo>
                  <a:lnTo>
                    <a:pt x="1648" y="104"/>
                  </a:lnTo>
                  <a:lnTo>
                    <a:pt x="1486" y="177"/>
                  </a:lnTo>
                  <a:lnTo>
                    <a:pt x="1324" y="295"/>
                  </a:lnTo>
                  <a:lnTo>
                    <a:pt x="1177" y="427"/>
                  </a:lnTo>
                  <a:lnTo>
                    <a:pt x="1030" y="574"/>
                  </a:lnTo>
                  <a:lnTo>
                    <a:pt x="883" y="751"/>
                  </a:lnTo>
                  <a:lnTo>
                    <a:pt x="751" y="942"/>
                  </a:lnTo>
                  <a:lnTo>
                    <a:pt x="618" y="1148"/>
                  </a:lnTo>
                  <a:lnTo>
                    <a:pt x="501" y="1384"/>
                  </a:lnTo>
                  <a:lnTo>
                    <a:pt x="383" y="1619"/>
                  </a:lnTo>
                  <a:lnTo>
                    <a:pt x="295" y="1869"/>
                  </a:lnTo>
                  <a:lnTo>
                    <a:pt x="206" y="2149"/>
                  </a:lnTo>
                  <a:lnTo>
                    <a:pt x="133" y="2428"/>
                  </a:lnTo>
                  <a:lnTo>
                    <a:pt x="74" y="2708"/>
                  </a:lnTo>
                  <a:lnTo>
                    <a:pt x="30" y="2987"/>
                  </a:lnTo>
                  <a:lnTo>
                    <a:pt x="15" y="3252"/>
                  </a:lnTo>
                  <a:lnTo>
                    <a:pt x="0" y="3517"/>
                  </a:lnTo>
                  <a:lnTo>
                    <a:pt x="15" y="3782"/>
                  </a:lnTo>
                  <a:lnTo>
                    <a:pt x="44" y="4017"/>
                  </a:lnTo>
                  <a:lnTo>
                    <a:pt x="89" y="4253"/>
                  </a:lnTo>
                  <a:lnTo>
                    <a:pt x="133" y="4473"/>
                  </a:lnTo>
                  <a:lnTo>
                    <a:pt x="206" y="4679"/>
                  </a:lnTo>
                  <a:lnTo>
                    <a:pt x="280" y="4856"/>
                  </a:lnTo>
                  <a:lnTo>
                    <a:pt x="383" y="5032"/>
                  </a:lnTo>
                  <a:lnTo>
                    <a:pt x="486" y="5180"/>
                  </a:lnTo>
                  <a:lnTo>
                    <a:pt x="604" y="5297"/>
                  </a:lnTo>
                  <a:lnTo>
                    <a:pt x="736" y="5400"/>
                  </a:lnTo>
                  <a:lnTo>
                    <a:pt x="883" y="5474"/>
                  </a:lnTo>
                  <a:lnTo>
                    <a:pt x="1030" y="5533"/>
                  </a:lnTo>
                  <a:lnTo>
                    <a:pt x="1192" y="5547"/>
                  </a:lnTo>
                  <a:lnTo>
                    <a:pt x="1354" y="5547"/>
                  </a:lnTo>
                  <a:lnTo>
                    <a:pt x="1516" y="5503"/>
                  </a:lnTo>
                  <a:lnTo>
                    <a:pt x="1678" y="5444"/>
                  </a:lnTo>
                  <a:lnTo>
                    <a:pt x="1839" y="5356"/>
                  </a:lnTo>
                  <a:lnTo>
                    <a:pt x="1986" y="5253"/>
                  </a:lnTo>
                  <a:lnTo>
                    <a:pt x="2148" y="5121"/>
                  </a:lnTo>
                  <a:lnTo>
                    <a:pt x="2295" y="4959"/>
                  </a:lnTo>
                  <a:lnTo>
                    <a:pt x="2443" y="4797"/>
                  </a:lnTo>
                  <a:lnTo>
                    <a:pt x="2575" y="4591"/>
                  </a:lnTo>
                  <a:lnTo>
                    <a:pt x="2707" y="4385"/>
                  </a:lnTo>
                  <a:lnTo>
                    <a:pt x="2825" y="4164"/>
                  </a:lnTo>
                  <a:lnTo>
                    <a:pt x="2928" y="3914"/>
                  </a:lnTo>
                  <a:lnTo>
                    <a:pt x="3031" y="3664"/>
                  </a:lnTo>
                  <a:lnTo>
                    <a:pt x="3119" y="3399"/>
                  </a:lnTo>
                  <a:lnTo>
                    <a:pt x="3193" y="3120"/>
                  </a:lnTo>
                  <a:lnTo>
                    <a:pt x="3237" y="2840"/>
                  </a:lnTo>
                  <a:lnTo>
                    <a:pt x="3281" y="2561"/>
                  </a:lnTo>
                  <a:lnTo>
                    <a:pt x="3311" y="2281"/>
                  </a:lnTo>
                  <a:lnTo>
                    <a:pt x="3311" y="2016"/>
                  </a:lnTo>
                  <a:lnTo>
                    <a:pt x="3296" y="1766"/>
                  </a:lnTo>
                  <a:lnTo>
                    <a:pt x="3281" y="1516"/>
                  </a:lnTo>
                  <a:lnTo>
                    <a:pt x="3237" y="1281"/>
                  </a:lnTo>
                  <a:lnTo>
                    <a:pt x="3178" y="1075"/>
                  </a:lnTo>
                  <a:lnTo>
                    <a:pt x="3119" y="869"/>
                  </a:lnTo>
                  <a:lnTo>
                    <a:pt x="3031" y="677"/>
                  </a:lnTo>
                  <a:lnTo>
                    <a:pt x="2943" y="516"/>
                  </a:lnTo>
                  <a:lnTo>
                    <a:pt x="2825" y="369"/>
                  </a:lnTo>
                  <a:lnTo>
                    <a:pt x="2707" y="236"/>
                  </a:lnTo>
                  <a:lnTo>
                    <a:pt x="2575" y="148"/>
                  </a:lnTo>
                  <a:lnTo>
                    <a:pt x="2443" y="60"/>
                  </a:lnTo>
                  <a:lnTo>
                    <a:pt x="2281" y="15"/>
                  </a:lnTo>
                  <a:lnTo>
                    <a:pt x="2134" y="1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1314;p38">
              <a:extLst>
                <a:ext uri="{FF2B5EF4-FFF2-40B4-BE49-F238E27FC236}">
                  <a16:creationId xmlns:a16="http://schemas.microsoft.com/office/drawing/2014/main" id="{99BA7E09-B0E0-54C8-7A23-3CB3EFDEA46F}"/>
                </a:ext>
              </a:extLst>
            </p:cNvPr>
            <p:cNvSpPr/>
            <p:nvPr/>
          </p:nvSpPr>
          <p:spPr>
            <a:xfrm>
              <a:off x="2267750" y="596000"/>
              <a:ext cx="285425" cy="459425"/>
            </a:xfrm>
            <a:custGeom>
              <a:avLst/>
              <a:gdLst/>
              <a:ahLst/>
              <a:cxnLst/>
              <a:rect l="l" t="t" r="r" b="b"/>
              <a:pathLst>
                <a:path w="11417" h="18377" extrusionOk="0">
                  <a:moveTo>
                    <a:pt x="10446" y="0"/>
                  </a:moveTo>
                  <a:lnTo>
                    <a:pt x="9975" y="15"/>
                  </a:lnTo>
                  <a:lnTo>
                    <a:pt x="9504" y="30"/>
                  </a:lnTo>
                  <a:lnTo>
                    <a:pt x="9048" y="44"/>
                  </a:lnTo>
                  <a:lnTo>
                    <a:pt x="8592" y="89"/>
                  </a:lnTo>
                  <a:lnTo>
                    <a:pt x="8136" y="133"/>
                  </a:lnTo>
                  <a:lnTo>
                    <a:pt x="7695" y="192"/>
                  </a:lnTo>
                  <a:lnTo>
                    <a:pt x="7253" y="265"/>
                  </a:lnTo>
                  <a:lnTo>
                    <a:pt x="6812" y="353"/>
                  </a:lnTo>
                  <a:lnTo>
                    <a:pt x="6400" y="456"/>
                  </a:lnTo>
                  <a:lnTo>
                    <a:pt x="5973" y="559"/>
                  </a:lnTo>
                  <a:lnTo>
                    <a:pt x="5576" y="677"/>
                  </a:lnTo>
                  <a:lnTo>
                    <a:pt x="5179" y="809"/>
                  </a:lnTo>
                  <a:lnTo>
                    <a:pt x="4796" y="957"/>
                  </a:lnTo>
                  <a:lnTo>
                    <a:pt x="4414" y="1118"/>
                  </a:lnTo>
                  <a:lnTo>
                    <a:pt x="4046" y="1295"/>
                  </a:lnTo>
                  <a:lnTo>
                    <a:pt x="3693" y="1472"/>
                  </a:lnTo>
                  <a:lnTo>
                    <a:pt x="3355" y="1677"/>
                  </a:lnTo>
                  <a:lnTo>
                    <a:pt x="3016" y="1883"/>
                  </a:lnTo>
                  <a:lnTo>
                    <a:pt x="2707" y="2104"/>
                  </a:lnTo>
                  <a:lnTo>
                    <a:pt x="2398" y="2354"/>
                  </a:lnTo>
                  <a:lnTo>
                    <a:pt x="2119" y="2604"/>
                  </a:lnTo>
                  <a:lnTo>
                    <a:pt x="1839" y="2869"/>
                  </a:lnTo>
                  <a:lnTo>
                    <a:pt x="1574" y="3149"/>
                  </a:lnTo>
                  <a:lnTo>
                    <a:pt x="1339" y="3443"/>
                  </a:lnTo>
                  <a:lnTo>
                    <a:pt x="1104" y="3752"/>
                  </a:lnTo>
                  <a:lnTo>
                    <a:pt x="898" y="4076"/>
                  </a:lnTo>
                  <a:lnTo>
                    <a:pt x="706" y="4429"/>
                  </a:lnTo>
                  <a:lnTo>
                    <a:pt x="515" y="4782"/>
                  </a:lnTo>
                  <a:lnTo>
                    <a:pt x="368" y="5150"/>
                  </a:lnTo>
                  <a:lnTo>
                    <a:pt x="221" y="5532"/>
                  </a:lnTo>
                  <a:lnTo>
                    <a:pt x="177" y="5694"/>
                  </a:lnTo>
                  <a:lnTo>
                    <a:pt x="133" y="5885"/>
                  </a:lnTo>
                  <a:lnTo>
                    <a:pt x="74" y="6327"/>
                  </a:lnTo>
                  <a:lnTo>
                    <a:pt x="30" y="6856"/>
                  </a:lnTo>
                  <a:lnTo>
                    <a:pt x="15" y="7445"/>
                  </a:lnTo>
                  <a:lnTo>
                    <a:pt x="0" y="8107"/>
                  </a:lnTo>
                  <a:lnTo>
                    <a:pt x="15" y="8798"/>
                  </a:lnTo>
                  <a:lnTo>
                    <a:pt x="44" y="9519"/>
                  </a:lnTo>
                  <a:lnTo>
                    <a:pt x="74" y="10255"/>
                  </a:lnTo>
                  <a:lnTo>
                    <a:pt x="118" y="10990"/>
                  </a:lnTo>
                  <a:lnTo>
                    <a:pt x="177" y="11726"/>
                  </a:lnTo>
                  <a:lnTo>
                    <a:pt x="250" y="12418"/>
                  </a:lnTo>
                  <a:lnTo>
                    <a:pt x="324" y="13080"/>
                  </a:lnTo>
                  <a:lnTo>
                    <a:pt x="397" y="13668"/>
                  </a:lnTo>
                  <a:lnTo>
                    <a:pt x="471" y="14213"/>
                  </a:lnTo>
                  <a:lnTo>
                    <a:pt x="559" y="14654"/>
                  </a:lnTo>
                  <a:lnTo>
                    <a:pt x="647" y="15007"/>
                  </a:lnTo>
                  <a:lnTo>
                    <a:pt x="780" y="15507"/>
                  </a:lnTo>
                  <a:lnTo>
                    <a:pt x="942" y="16213"/>
                  </a:lnTo>
                  <a:lnTo>
                    <a:pt x="1148" y="16978"/>
                  </a:lnTo>
                  <a:lnTo>
                    <a:pt x="1265" y="17346"/>
                  </a:lnTo>
                  <a:lnTo>
                    <a:pt x="1368" y="17685"/>
                  </a:lnTo>
                  <a:lnTo>
                    <a:pt x="1486" y="17979"/>
                  </a:lnTo>
                  <a:lnTo>
                    <a:pt x="1589" y="18200"/>
                  </a:lnTo>
                  <a:lnTo>
                    <a:pt x="1648" y="18273"/>
                  </a:lnTo>
                  <a:lnTo>
                    <a:pt x="1707" y="18332"/>
                  </a:lnTo>
                  <a:lnTo>
                    <a:pt x="1751" y="18376"/>
                  </a:lnTo>
                  <a:lnTo>
                    <a:pt x="1810" y="18376"/>
                  </a:lnTo>
                  <a:lnTo>
                    <a:pt x="1854" y="18361"/>
                  </a:lnTo>
                  <a:lnTo>
                    <a:pt x="1898" y="18303"/>
                  </a:lnTo>
                  <a:lnTo>
                    <a:pt x="1942" y="18214"/>
                  </a:lnTo>
                  <a:lnTo>
                    <a:pt x="1986" y="18097"/>
                  </a:lnTo>
                  <a:lnTo>
                    <a:pt x="2030" y="17935"/>
                  </a:lnTo>
                  <a:lnTo>
                    <a:pt x="2060" y="17744"/>
                  </a:lnTo>
                  <a:lnTo>
                    <a:pt x="2133" y="17214"/>
                  </a:lnTo>
                  <a:lnTo>
                    <a:pt x="2119" y="16655"/>
                  </a:lnTo>
                  <a:lnTo>
                    <a:pt x="2089" y="15566"/>
                  </a:lnTo>
                  <a:lnTo>
                    <a:pt x="2045" y="14124"/>
                  </a:lnTo>
                  <a:lnTo>
                    <a:pt x="2016" y="12476"/>
                  </a:lnTo>
                  <a:lnTo>
                    <a:pt x="2016" y="11638"/>
                  </a:lnTo>
                  <a:lnTo>
                    <a:pt x="2030" y="10814"/>
                  </a:lnTo>
                  <a:lnTo>
                    <a:pt x="2045" y="10034"/>
                  </a:lnTo>
                  <a:lnTo>
                    <a:pt x="2075" y="9313"/>
                  </a:lnTo>
                  <a:lnTo>
                    <a:pt x="2119" y="8666"/>
                  </a:lnTo>
                  <a:lnTo>
                    <a:pt x="2192" y="8136"/>
                  </a:lnTo>
                  <a:lnTo>
                    <a:pt x="2222" y="7901"/>
                  </a:lnTo>
                  <a:lnTo>
                    <a:pt x="2266" y="7710"/>
                  </a:lnTo>
                  <a:lnTo>
                    <a:pt x="2325" y="7562"/>
                  </a:lnTo>
                  <a:lnTo>
                    <a:pt x="2384" y="7445"/>
                  </a:lnTo>
                  <a:lnTo>
                    <a:pt x="2516" y="7254"/>
                  </a:lnTo>
                  <a:lnTo>
                    <a:pt x="2648" y="7062"/>
                  </a:lnTo>
                  <a:lnTo>
                    <a:pt x="2795" y="6886"/>
                  </a:lnTo>
                  <a:lnTo>
                    <a:pt x="2943" y="6724"/>
                  </a:lnTo>
                  <a:lnTo>
                    <a:pt x="3090" y="6562"/>
                  </a:lnTo>
                  <a:lnTo>
                    <a:pt x="3237" y="6400"/>
                  </a:lnTo>
                  <a:lnTo>
                    <a:pt x="3399" y="6253"/>
                  </a:lnTo>
                  <a:lnTo>
                    <a:pt x="3561" y="6121"/>
                  </a:lnTo>
                  <a:lnTo>
                    <a:pt x="3722" y="6003"/>
                  </a:lnTo>
                  <a:lnTo>
                    <a:pt x="3899" y="5885"/>
                  </a:lnTo>
                  <a:lnTo>
                    <a:pt x="4061" y="5782"/>
                  </a:lnTo>
                  <a:lnTo>
                    <a:pt x="4237" y="5679"/>
                  </a:lnTo>
                  <a:lnTo>
                    <a:pt x="4414" y="5591"/>
                  </a:lnTo>
                  <a:lnTo>
                    <a:pt x="4590" y="5517"/>
                  </a:lnTo>
                  <a:lnTo>
                    <a:pt x="4767" y="5459"/>
                  </a:lnTo>
                  <a:lnTo>
                    <a:pt x="4958" y="5400"/>
                  </a:lnTo>
                  <a:lnTo>
                    <a:pt x="5135" y="5356"/>
                  </a:lnTo>
                  <a:lnTo>
                    <a:pt x="5311" y="5311"/>
                  </a:lnTo>
                  <a:lnTo>
                    <a:pt x="5503" y="5297"/>
                  </a:lnTo>
                  <a:lnTo>
                    <a:pt x="5679" y="5282"/>
                  </a:lnTo>
                  <a:lnTo>
                    <a:pt x="6047" y="5282"/>
                  </a:lnTo>
                  <a:lnTo>
                    <a:pt x="6238" y="5297"/>
                  </a:lnTo>
                  <a:lnTo>
                    <a:pt x="6415" y="5326"/>
                  </a:lnTo>
                  <a:lnTo>
                    <a:pt x="6591" y="5370"/>
                  </a:lnTo>
                  <a:lnTo>
                    <a:pt x="6783" y="5429"/>
                  </a:lnTo>
                  <a:lnTo>
                    <a:pt x="6959" y="5488"/>
                  </a:lnTo>
                  <a:lnTo>
                    <a:pt x="7136" y="5562"/>
                  </a:lnTo>
                  <a:lnTo>
                    <a:pt x="7298" y="5650"/>
                  </a:lnTo>
                  <a:lnTo>
                    <a:pt x="7474" y="5753"/>
                  </a:lnTo>
                  <a:lnTo>
                    <a:pt x="7651" y="5871"/>
                  </a:lnTo>
                  <a:lnTo>
                    <a:pt x="7812" y="5988"/>
                  </a:lnTo>
                  <a:lnTo>
                    <a:pt x="7930" y="6077"/>
                  </a:lnTo>
                  <a:lnTo>
                    <a:pt x="8063" y="6150"/>
                  </a:lnTo>
                  <a:lnTo>
                    <a:pt x="8224" y="6209"/>
                  </a:lnTo>
                  <a:lnTo>
                    <a:pt x="8401" y="6282"/>
                  </a:lnTo>
                  <a:lnTo>
                    <a:pt x="8592" y="6327"/>
                  </a:lnTo>
                  <a:lnTo>
                    <a:pt x="8798" y="6385"/>
                  </a:lnTo>
                  <a:lnTo>
                    <a:pt x="9254" y="6474"/>
                  </a:lnTo>
                  <a:lnTo>
                    <a:pt x="9754" y="6533"/>
                  </a:lnTo>
                  <a:lnTo>
                    <a:pt x="10284" y="6577"/>
                  </a:lnTo>
                  <a:lnTo>
                    <a:pt x="10843" y="6606"/>
                  </a:lnTo>
                  <a:lnTo>
                    <a:pt x="11417" y="6606"/>
                  </a:lnTo>
                  <a:lnTo>
                    <a:pt x="11417" y="30"/>
                  </a:lnTo>
                  <a:lnTo>
                    <a:pt x="11402" y="30"/>
                  </a:lnTo>
                  <a:lnTo>
                    <a:pt x="10931" y="15"/>
                  </a:lnTo>
                  <a:lnTo>
                    <a:pt x="104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1315;p38">
              <a:extLst>
                <a:ext uri="{FF2B5EF4-FFF2-40B4-BE49-F238E27FC236}">
                  <a16:creationId xmlns:a16="http://schemas.microsoft.com/office/drawing/2014/main" id="{2A6C2305-BD47-68AA-C74E-825B7D8107FE}"/>
                </a:ext>
              </a:extLst>
            </p:cNvPr>
            <p:cNvSpPr/>
            <p:nvPr/>
          </p:nvSpPr>
          <p:spPr>
            <a:xfrm>
              <a:off x="2553150" y="596000"/>
              <a:ext cx="284725" cy="459425"/>
            </a:xfrm>
            <a:custGeom>
              <a:avLst/>
              <a:gdLst/>
              <a:ahLst/>
              <a:cxnLst/>
              <a:rect l="l" t="t" r="r" b="b"/>
              <a:pathLst>
                <a:path w="11389" h="18377" extrusionOk="0">
                  <a:moveTo>
                    <a:pt x="957" y="0"/>
                  </a:moveTo>
                  <a:lnTo>
                    <a:pt x="487" y="15"/>
                  </a:lnTo>
                  <a:lnTo>
                    <a:pt x="1" y="30"/>
                  </a:lnTo>
                  <a:lnTo>
                    <a:pt x="1" y="6606"/>
                  </a:lnTo>
                  <a:lnTo>
                    <a:pt x="560" y="6591"/>
                  </a:lnTo>
                  <a:lnTo>
                    <a:pt x="1104" y="6562"/>
                  </a:lnTo>
                  <a:lnTo>
                    <a:pt x="1634" y="6503"/>
                  </a:lnTo>
                  <a:lnTo>
                    <a:pt x="2134" y="6444"/>
                  </a:lnTo>
                  <a:lnTo>
                    <a:pt x="2590" y="6356"/>
                  </a:lnTo>
                  <a:lnTo>
                    <a:pt x="2988" y="6253"/>
                  </a:lnTo>
                  <a:lnTo>
                    <a:pt x="3164" y="6194"/>
                  </a:lnTo>
                  <a:lnTo>
                    <a:pt x="3326" y="6135"/>
                  </a:lnTo>
                  <a:lnTo>
                    <a:pt x="3458" y="6062"/>
                  </a:lnTo>
                  <a:lnTo>
                    <a:pt x="3576" y="5988"/>
                  </a:lnTo>
                  <a:lnTo>
                    <a:pt x="3782" y="5871"/>
                  </a:lnTo>
                  <a:lnTo>
                    <a:pt x="3973" y="5753"/>
                  </a:lnTo>
                  <a:lnTo>
                    <a:pt x="4179" y="5650"/>
                  </a:lnTo>
                  <a:lnTo>
                    <a:pt x="4371" y="5562"/>
                  </a:lnTo>
                  <a:lnTo>
                    <a:pt x="4562" y="5488"/>
                  </a:lnTo>
                  <a:lnTo>
                    <a:pt x="4753" y="5429"/>
                  </a:lnTo>
                  <a:lnTo>
                    <a:pt x="4944" y="5385"/>
                  </a:lnTo>
                  <a:lnTo>
                    <a:pt x="5136" y="5356"/>
                  </a:lnTo>
                  <a:lnTo>
                    <a:pt x="5312" y="5326"/>
                  </a:lnTo>
                  <a:lnTo>
                    <a:pt x="5503" y="5311"/>
                  </a:lnTo>
                  <a:lnTo>
                    <a:pt x="5680" y="5311"/>
                  </a:lnTo>
                  <a:lnTo>
                    <a:pt x="5871" y="5326"/>
                  </a:lnTo>
                  <a:lnTo>
                    <a:pt x="6048" y="5356"/>
                  </a:lnTo>
                  <a:lnTo>
                    <a:pt x="6224" y="5385"/>
                  </a:lnTo>
                  <a:lnTo>
                    <a:pt x="6401" y="5429"/>
                  </a:lnTo>
                  <a:lnTo>
                    <a:pt x="6577" y="5488"/>
                  </a:lnTo>
                  <a:lnTo>
                    <a:pt x="6739" y="5562"/>
                  </a:lnTo>
                  <a:lnTo>
                    <a:pt x="6916" y="5635"/>
                  </a:lnTo>
                  <a:lnTo>
                    <a:pt x="7078" y="5723"/>
                  </a:lnTo>
                  <a:lnTo>
                    <a:pt x="7240" y="5812"/>
                  </a:lnTo>
                  <a:lnTo>
                    <a:pt x="7401" y="5929"/>
                  </a:lnTo>
                  <a:lnTo>
                    <a:pt x="7563" y="6032"/>
                  </a:lnTo>
                  <a:lnTo>
                    <a:pt x="7872" y="6297"/>
                  </a:lnTo>
                  <a:lnTo>
                    <a:pt x="8166" y="6591"/>
                  </a:lnTo>
                  <a:lnTo>
                    <a:pt x="8461" y="6915"/>
                  </a:lnTo>
                  <a:lnTo>
                    <a:pt x="8740" y="7268"/>
                  </a:lnTo>
                  <a:lnTo>
                    <a:pt x="8990" y="7651"/>
                  </a:lnTo>
                  <a:lnTo>
                    <a:pt x="9049" y="7768"/>
                  </a:lnTo>
                  <a:lnTo>
                    <a:pt x="9108" y="7930"/>
                  </a:lnTo>
                  <a:lnTo>
                    <a:pt x="9152" y="8107"/>
                  </a:lnTo>
                  <a:lnTo>
                    <a:pt x="9196" y="8328"/>
                  </a:lnTo>
                  <a:lnTo>
                    <a:pt x="9255" y="8857"/>
                  </a:lnTo>
                  <a:lnTo>
                    <a:pt x="9299" y="9490"/>
                  </a:lnTo>
                  <a:lnTo>
                    <a:pt x="9343" y="10196"/>
                  </a:lnTo>
                  <a:lnTo>
                    <a:pt x="9358" y="10961"/>
                  </a:lnTo>
                  <a:lnTo>
                    <a:pt x="9358" y="11770"/>
                  </a:lnTo>
                  <a:lnTo>
                    <a:pt x="9358" y="12579"/>
                  </a:lnTo>
                  <a:lnTo>
                    <a:pt x="9329" y="14183"/>
                  </a:lnTo>
                  <a:lnTo>
                    <a:pt x="9299" y="15610"/>
                  </a:lnTo>
                  <a:lnTo>
                    <a:pt x="9270" y="16670"/>
                  </a:lnTo>
                  <a:lnTo>
                    <a:pt x="9255" y="17214"/>
                  </a:lnTo>
                  <a:lnTo>
                    <a:pt x="9285" y="17493"/>
                  </a:lnTo>
                  <a:lnTo>
                    <a:pt x="9329" y="17744"/>
                  </a:lnTo>
                  <a:lnTo>
                    <a:pt x="9358" y="17935"/>
                  </a:lnTo>
                  <a:lnTo>
                    <a:pt x="9402" y="18097"/>
                  </a:lnTo>
                  <a:lnTo>
                    <a:pt x="9446" y="18214"/>
                  </a:lnTo>
                  <a:lnTo>
                    <a:pt x="9491" y="18303"/>
                  </a:lnTo>
                  <a:lnTo>
                    <a:pt x="9535" y="18361"/>
                  </a:lnTo>
                  <a:lnTo>
                    <a:pt x="9579" y="18376"/>
                  </a:lnTo>
                  <a:lnTo>
                    <a:pt x="9638" y="18376"/>
                  </a:lnTo>
                  <a:lnTo>
                    <a:pt x="9682" y="18332"/>
                  </a:lnTo>
                  <a:lnTo>
                    <a:pt x="9741" y="18273"/>
                  </a:lnTo>
                  <a:lnTo>
                    <a:pt x="9799" y="18200"/>
                  </a:lnTo>
                  <a:lnTo>
                    <a:pt x="9902" y="17979"/>
                  </a:lnTo>
                  <a:lnTo>
                    <a:pt x="10020" y="17685"/>
                  </a:lnTo>
                  <a:lnTo>
                    <a:pt x="10138" y="17346"/>
                  </a:lnTo>
                  <a:lnTo>
                    <a:pt x="10241" y="16978"/>
                  </a:lnTo>
                  <a:lnTo>
                    <a:pt x="10447" y="16213"/>
                  </a:lnTo>
                  <a:lnTo>
                    <a:pt x="10623" y="15507"/>
                  </a:lnTo>
                  <a:lnTo>
                    <a:pt x="10741" y="15007"/>
                  </a:lnTo>
                  <a:lnTo>
                    <a:pt x="10829" y="14654"/>
                  </a:lnTo>
                  <a:lnTo>
                    <a:pt x="10918" y="14213"/>
                  </a:lnTo>
                  <a:lnTo>
                    <a:pt x="10991" y="13668"/>
                  </a:lnTo>
                  <a:lnTo>
                    <a:pt x="11079" y="13080"/>
                  </a:lnTo>
                  <a:lnTo>
                    <a:pt x="11153" y="12418"/>
                  </a:lnTo>
                  <a:lnTo>
                    <a:pt x="11212" y="11726"/>
                  </a:lnTo>
                  <a:lnTo>
                    <a:pt x="11271" y="10990"/>
                  </a:lnTo>
                  <a:lnTo>
                    <a:pt x="11315" y="10255"/>
                  </a:lnTo>
                  <a:lnTo>
                    <a:pt x="11359" y="9519"/>
                  </a:lnTo>
                  <a:lnTo>
                    <a:pt x="11374" y="8798"/>
                  </a:lnTo>
                  <a:lnTo>
                    <a:pt x="11388" y="8107"/>
                  </a:lnTo>
                  <a:lnTo>
                    <a:pt x="11388" y="7445"/>
                  </a:lnTo>
                  <a:lnTo>
                    <a:pt x="11359" y="6856"/>
                  </a:lnTo>
                  <a:lnTo>
                    <a:pt x="11315" y="6327"/>
                  </a:lnTo>
                  <a:lnTo>
                    <a:pt x="11256" y="5885"/>
                  </a:lnTo>
                  <a:lnTo>
                    <a:pt x="11212" y="5694"/>
                  </a:lnTo>
                  <a:lnTo>
                    <a:pt x="11168" y="5532"/>
                  </a:lnTo>
                  <a:lnTo>
                    <a:pt x="11021" y="5150"/>
                  </a:lnTo>
                  <a:lnTo>
                    <a:pt x="10874" y="4782"/>
                  </a:lnTo>
                  <a:lnTo>
                    <a:pt x="10697" y="4429"/>
                  </a:lnTo>
                  <a:lnTo>
                    <a:pt x="10491" y="4076"/>
                  </a:lnTo>
                  <a:lnTo>
                    <a:pt x="10285" y="3752"/>
                  </a:lnTo>
                  <a:lnTo>
                    <a:pt x="10050" y="3443"/>
                  </a:lnTo>
                  <a:lnTo>
                    <a:pt x="9814" y="3149"/>
                  </a:lnTo>
                  <a:lnTo>
                    <a:pt x="9549" y="2869"/>
                  </a:lnTo>
                  <a:lnTo>
                    <a:pt x="9285" y="2604"/>
                  </a:lnTo>
                  <a:lnTo>
                    <a:pt x="8990" y="2354"/>
                  </a:lnTo>
                  <a:lnTo>
                    <a:pt x="8681" y="2104"/>
                  </a:lnTo>
                  <a:lnTo>
                    <a:pt x="8372" y="1883"/>
                  </a:lnTo>
                  <a:lnTo>
                    <a:pt x="8049" y="1677"/>
                  </a:lnTo>
                  <a:lnTo>
                    <a:pt x="7696" y="1472"/>
                  </a:lnTo>
                  <a:lnTo>
                    <a:pt x="7343" y="1295"/>
                  </a:lnTo>
                  <a:lnTo>
                    <a:pt x="6975" y="1118"/>
                  </a:lnTo>
                  <a:lnTo>
                    <a:pt x="6607" y="957"/>
                  </a:lnTo>
                  <a:lnTo>
                    <a:pt x="6224" y="809"/>
                  </a:lnTo>
                  <a:lnTo>
                    <a:pt x="5827" y="677"/>
                  </a:lnTo>
                  <a:lnTo>
                    <a:pt x="5415" y="559"/>
                  </a:lnTo>
                  <a:lnTo>
                    <a:pt x="5003" y="456"/>
                  </a:lnTo>
                  <a:lnTo>
                    <a:pt x="4577" y="353"/>
                  </a:lnTo>
                  <a:lnTo>
                    <a:pt x="4150" y="265"/>
                  </a:lnTo>
                  <a:lnTo>
                    <a:pt x="3709" y="192"/>
                  </a:lnTo>
                  <a:lnTo>
                    <a:pt x="3267" y="133"/>
                  </a:lnTo>
                  <a:lnTo>
                    <a:pt x="2811" y="89"/>
                  </a:lnTo>
                  <a:lnTo>
                    <a:pt x="2355" y="44"/>
                  </a:lnTo>
                  <a:lnTo>
                    <a:pt x="1899" y="30"/>
                  </a:lnTo>
                  <a:lnTo>
                    <a:pt x="1428" y="15"/>
                  </a:lnTo>
                  <a:lnTo>
                    <a:pt x="95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1316;p38">
              <a:extLst>
                <a:ext uri="{FF2B5EF4-FFF2-40B4-BE49-F238E27FC236}">
                  <a16:creationId xmlns:a16="http://schemas.microsoft.com/office/drawing/2014/main" id="{287762EA-0DEE-1FC7-FBF9-401BDD3EDBF0}"/>
                </a:ext>
              </a:extLst>
            </p:cNvPr>
            <p:cNvSpPr/>
            <p:nvPr/>
          </p:nvSpPr>
          <p:spPr>
            <a:xfrm>
              <a:off x="2267750" y="1327950"/>
              <a:ext cx="285800" cy="186500"/>
            </a:xfrm>
            <a:custGeom>
              <a:avLst/>
              <a:gdLst/>
              <a:ahLst/>
              <a:cxnLst/>
              <a:rect l="l" t="t" r="r" b="b"/>
              <a:pathLst>
                <a:path w="11432" h="7460" extrusionOk="0">
                  <a:moveTo>
                    <a:pt x="5179" y="0"/>
                  </a:moveTo>
                  <a:lnTo>
                    <a:pt x="0" y="5370"/>
                  </a:lnTo>
                  <a:lnTo>
                    <a:pt x="5635" y="7459"/>
                  </a:lnTo>
                  <a:lnTo>
                    <a:pt x="11432" y="4267"/>
                  </a:lnTo>
                  <a:lnTo>
                    <a:pt x="5179" y="0"/>
                  </a:lnTo>
                  <a:close/>
                </a:path>
              </a:pathLst>
            </a:custGeom>
            <a:solidFill>
              <a:srgbClr val="62C2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17;p38">
              <a:extLst>
                <a:ext uri="{FF2B5EF4-FFF2-40B4-BE49-F238E27FC236}">
                  <a16:creationId xmlns:a16="http://schemas.microsoft.com/office/drawing/2014/main" id="{EB4E5C87-1944-6A78-8FD4-E17E0C7F006C}"/>
                </a:ext>
              </a:extLst>
            </p:cNvPr>
            <p:cNvSpPr/>
            <p:nvPr/>
          </p:nvSpPr>
          <p:spPr>
            <a:xfrm>
              <a:off x="2553150" y="1327950"/>
              <a:ext cx="285450" cy="186500"/>
            </a:xfrm>
            <a:custGeom>
              <a:avLst/>
              <a:gdLst/>
              <a:ahLst/>
              <a:cxnLst/>
              <a:rect l="l" t="t" r="r" b="b"/>
              <a:pathLst>
                <a:path w="11418" h="7460" extrusionOk="0">
                  <a:moveTo>
                    <a:pt x="6239" y="0"/>
                  </a:moveTo>
                  <a:lnTo>
                    <a:pt x="1" y="4267"/>
                  </a:lnTo>
                  <a:lnTo>
                    <a:pt x="5783" y="7459"/>
                  </a:lnTo>
                  <a:lnTo>
                    <a:pt x="11418" y="5370"/>
                  </a:lnTo>
                  <a:lnTo>
                    <a:pt x="6239" y="0"/>
                  </a:lnTo>
                  <a:close/>
                </a:path>
              </a:pathLst>
            </a:custGeom>
            <a:solidFill>
              <a:srgbClr val="62C2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18;p38">
              <a:extLst>
                <a:ext uri="{FF2B5EF4-FFF2-40B4-BE49-F238E27FC236}">
                  <a16:creationId xmlns:a16="http://schemas.microsoft.com/office/drawing/2014/main" id="{33FC9577-B7BF-2285-E5D4-5422EE227B52}"/>
                </a:ext>
              </a:extLst>
            </p:cNvPr>
            <p:cNvSpPr/>
            <p:nvPr/>
          </p:nvSpPr>
          <p:spPr>
            <a:xfrm>
              <a:off x="1967250" y="1406275"/>
              <a:ext cx="585925" cy="2294075"/>
            </a:xfrm>
            <a:custGeom>
              <a:avLst/>
              <a:gdLst/>
              <a:ahLst/>
              <a:cxnLst/>
              <a:rect l="l" t="t" r="r" b="b"/>
              <a:pathLst>
                <a:path w="23437" h="91763" extrusionOk="0">
                  <a:moveTo>
                    <a:pt x="15051" y="1"/>
                  </a:moveTo>
                  <a:lnTo>
                    <a:pt x="12932" y="516"/>
                  </a:lnTo>
                  <a:lnTo>
                    <a:pt x="10740" y="1060"/>
                  </a:lnTo>
                  <a:lnTo>
                    <a:pt x="6591" y="2105"/>
                  </a:lnTo>
                  <a:lnTo>
                    <a:pt x="3457" y="2914"/>
                  </a:lnTo>
                  <a:lnTo>
                    <a:pt x="2222" y="3238"/>
                  </a:lnTo>
                  <a:lnTo>
                    <a:pt x="5252" y="24394"/>
                  </a:lnTo>
                  <a:lnTo>
                    <a:pt x="5297" y="26719"/>
                  </a:lnTo>
                  <a:lnTo>
                    <a:pt x="5400" y="32207"/>
                  </a:lnTo>
                  <a:lnTo>
                    <a:pt x="5429" y="35399"/>
                  </a:lnTo>
                  <a:lnTo>
                    <a:pt x="5458" y="38533"/>
                  </a:lnTo>
                  <a:lnTo>
                    <a:pt x="5458" y="39989"/>
                  </a:lnTo>
                  <a:lnTo>
                    <a:pt x="5458" y="41314"/>
                  </a:lnTo>
                  <a:lnTo>
                    <a:pt x="5444" y="42476"/>
                  </a:lnTo>
                  <a:lnTo>
                    <a:pt x="5414" y="43447"/>
                  </a:lnTo>
                  <a:lnTo>
                    <a:pt x="5355" y="44550"/>
                  </a:lnTo>
                  <a:lnTo>
                    <a:pt x="5267" y="45757"/>
                  </a:lnTo>
                  <a:lnTo>
                    <a:pt x="5149" y="47066"/>
                  </a:lnTo>
                  <a:lnTo>
                    <a:pt x="5017" y="48449"/>
                  </a:lnTo>
                  <a:lnTo>
                    <a:pt x="4855" y="49891"/>
                  </a:lnTo>
                  <a:lnTo>
                    <a:pt x="4679" y="51406"/>
                  </a:lnTo>
                  <a:lnTo>
                    <a:pt x="4487" y="52951"/>
                  </a:lnTo>
                  <a:lnTo>
                    <a:pt x="4281" y="54511"/>
                  </a:lnTo>
                  <a:lnTo>
                    <a:pt x="3972" y="56762"/>
                  </a:lnTo>
                  <a:lnTo>
                    <a:pt x="3649" y="58998"/>
                  </a:lnTo>
                  <a:lnTo>
                    <a:pt x="3531" y="59881"/>
                  </a:lnTo>
                  <a:lnTo>
                    <a:pt x="3384" y="61014"/>
                  </a:lnTo>
                  <a:lnTo>
                    <a:pt x="3031" y="63956"/>
                  </a:lnTo>
                  <a:lnTo>
                    <a:pt x="2604" y="67664"/>
                  </a:lnTo>
                  <a:lnTo>
                    <a:pt x="2133" y="71974"/>
                  </a:lnTo>
                  <a:lnTo>
                    <a:pt x="1074" y="81685"/>
                  </a:lnTo>
                  <a:lnTo>
                    <a:pt x="0" y="91763"/>
                  </a:lnTo>
                  <a:lnTo>
                    <a:pt x="22731" y="91763"/>
                  </a:lnTo>
                  <a:lnTo>
                    <a:pt x="22731" y="91704"/>
                  </a:lnTo>
                  <a:lnTo>
                    <a:pt x="23437" y="32957"/>
                  </a:lnTo>
                  <a:lnTo>
                    <a:pt x="15051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19;p38">
              <a:extLst>
                <a:ext uri="{FF2B5EF4-FFF2-40B4-BE49-F238E27FC236}">
                  <a16:creationId xmlns:a16="http://schemas.microsoft.com/office/drawing/2014/main" id="{CB7975BC-BE93-38A5-D889-0FEDD506F921}"/>
                </a:ext>
              </a:extLst>
            </p:cNvPr>
            <p:cNvSpPr/>
            <p:nvPr/>
          </p:nvSpPr>
          <p:spPr>
            <a:xfrm>
              <a:off x="2535500" y="1402975"/>
              <a:ext cx="594775" cy="2297375"/>
            </a:xfrm>
            <a:custGeom>
              <a:avLst/>
              <a:gdLst/>
              <a:ahLst/>
              <a:cxnLst/>
              <a:rect l="l" t="t" r="r" b="b"/>
              <a:pathLst>
                <a:path w="23791" h="91895" extrusionOk="0">
                  <a:moveTo>
                    <a:pt x="11182" y="0"/>
                  </a:moveTo>
                  <a:lnTo>
                    <a:pt x="10682" y="15"/>
                  </a:lnTo>
                  <a:lnTo>
                    <a:pt x="10167" y="45"/>
                  </a:lnTo>
                  <a:lnTo>
                    <a:pt x="9637" y="74"/>
                  </a:lnTo>
                  <a:lnTo>
                    <a:pt x="9093" y="133"/>
                  </a:lnTo>
                  <a:lnTo>
                    <a:pt x="707" y="33089"/>
                  </a:lnTo>
                  <a:lnTo>
                    <a:pt x="1" y="91159"/>
                  </a:lnTo>
                  <a:lnTo>
                    <a:pt x="30" y="91895"/>
                  </a:lnTo>
                  <a:lnTo>
                    <a:pt x="23791" y="91895"/>
                  </a:lnTo>
                  <a:lnTo>
                    <a:pt x="22805" y="81596"/>
                  </a:lnTo>
                  <a:lnTo>
                    <a:pt x="22305" y="76476"/>
                  </a:lnTo>
                  <a:lnTo>
                    <a:pt x="21819" y="71606"/>
                  </a:lnTo>
                  <a:lnTo>
                    <a:pt x="21363" y="67178"/>
                  </a:lnTo>
                  <a:lnTo>
                    <a:pt x="20951" y="63338"/>
                  </a:lnTo>
                  <a:lnTo>
                    <a:pt x="20598" y="60263"/>
                  </a:lnTo>
                  <a:lnTo>
                    <a:pt x="20451" y="59086"/>
                  </a:lnTo>
                  <a:lnTo>
                    <a:pt x="20333" y="58144"/>
                  </a:lnTo>
                  <a:lnTo>
                    <a:pt x="20024" y="55908"/>
                  </a:lnTo>
                  <a:lnTo>
                    <a:pt x="19716" y="53657"/>
                  </a:lnTo>
                  <a:lnTo>
                    <a:pt x="19539" y="52230"/>
                  </a:lnTo>
                  <a:lnTo>
                    <a:pt x="19362" y="50817"/>
                  </a:lnTo>
                  <a:lnTo>
                    <a:pt x="19201" y="49449"/>
                  </a:lnTo>
                  <a:lnTo>
                    <a:pt x="19068" y="48140"/>
                  </a:lnTo>
                  <a:lnTo>
                    <a:pt x="18950" y="46889"/>
                  </a:lnTo>
                  <a:lnTo>
                    <a:pt x="18847" y="45697"/>
                  </a:lnTo>
                  <a:lnTo>
                    <a:pt x="18774" y="44594"/>
                  </a:lnTo>
                  <a:lnTo>
                    <a:pt x="18715" y="43579"/>
                  </a:lnTo>
                  <a:lnTo>
                    <a:pt x="18686" y="42608"/>
                  </a:lnTo>
                  <a:lnTo>
                    <a:pt x="18671" y="41446"/>
                  </a:lnTo>
                  <a:lnTo>
                    <a:pt x="18671" y="40121"/>
                  </a:lnTo>
                  <a:lnTo>
                    <a:pt x="18671" y="38665"/>
                  </a:lnTo>
                  <a:lnTo>
                    <a:pt x="18700" y="35531"/>
                  </a:lnTo>
                  <a:lnTo>
                    <a:pt x="18744" y="32339"/>
                  </a:lnTo>
                  <a:lnTo>
                    <a:pt x="18789" y="29352"/>
                  </a:lnTo>
                  <a:lnTo>
                    <a:pt x="18847" y="26851"/>
                  </a:lnTo>
                  <a:lnTo>
                    <a:pt x="18892" y="24526"/>
                  </a:lnTo>
                  <a:lnTo>
                    <a:pt x="18803" y="1251"/>
                  </a:lnTo>
                  <a:lnTo>
                    <a:pt x="18627" y="1177"/>
                  </a:lnTo>
                  <a:lnTo>
                    <a:pt x="18112" y="986"/>
                  </a:lnTo>
                  <a:lnTo>
                    <a:pt x="17729" y="868"/>
                  </a:lnTo>
                  <a:lnTo>
                    <a:pt x="17273" y="736"/>
                  </a:lnTo>
                  <a:lnTo>
                    <a:pt x="16744" y="589"/>
                  </a:lnTo>
                  <a:lnTo>
                    <a:pt x="16140" y="457"/>
                  </a:lnTo>
                  <a:lnTo>
                    <a:pt x="15478" y="324"/>
                  </a:lnTo>
                  <a:lnTo>
                    <a:pt x="14743" y="206"/>
                  </a:lnTo>
                  <a:lnTo>
                    <a:pt x="13934" y="118"/>
                  </a:lnTo>
                  <a:lnTo>
                    <a:pt x="13080" y="45"/>
                  </a:lnTo>
                  <a:lnTo>
                    <a:pt x="12624" y="15"/>
                  </a:lnTo>
                  <a:lnTo>
                    <a:pt x="1216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20;p38">
              <a:extLst>
                <a:ext uri="{FF2B5EF4-FFF2-40B4-BE49-F238E27FC236}">
                  <a16:creationId xmlns:a16="http://schemas.microsoft.com/office/drawing/2014/main" id="{3CCEE513-3FC9-8803-7D96-A2BBE07091FE}"/>
                </a:ext>
              </a:extLst>
            </p:cNvPr>
            <p:cNvSpPr/>
            <p:nvPr/>
          </p:nvSpPr>
          <p:spPr>
            <a:xfrm>
              <a:off x="2501675" y="2440200"/>
              <a:ext cx="51500" cy="96775"/>
            </a:xfrm>
            <a:custGeom>
              <a:avLst/>
              <a:gdLst/>
              <a:ahLst/>
              <a:cxnLst/>
              <a:rect l="l" t="t" r="r" b="b"/>
              <a:pathLst>
                <a:path w="2060" h="3871" extrusionOk="0">
                  <a:moveTo>
                    <a:pt x="1722" y="1"/>
                  </a:moveTo>
                  <a:lnTo>
                    <a:pt x="1530" y="30"/>
                  </a:lnTo>
                  <a:lnTo>
                    <a:pt x="1354" y="89"/>
                  </a:lnTo>
                  <a:lnTo>
                    <a:pt x="1177" y="148"/>
                  </a:lnTo>
                  <a:lnTo>
                    <a:pt x="1001" y="236"/>
                  </a:lnTo>
                  <a:lnTo>
                    <a:pt x="839" y="324"/>
                  </a:lnTo>
                  <a:lnTo>
                    <a:pt x="692" y="442"/>
                  </a:lnTo>
                  <a:lnTo>
                    <a:pt x="559" y="560"/>
                  </a:lnTo>
                  <a:lnTo>
                    <a:pt x="427" y="707"/>
                  </a:lnTo>
                  <a:lnTo>
                    <a:pt x="324" y="854"/>
                  </a:lnTo>
                  <a:lnTo>
                    <a:pt x="221" y="1016"/>
                  </a:lnTo>
                  <a:lnTo>
                    <a:pt x="147" y="1178"/>
                  </a:lnTo>
                  <a:lnTo>
                    <a:pt x="74" y="1354"/>
                  </a:lnTo>
                  <a:lnTo>
                    <a:pt x="30" y="1545"/>
                  </a:lnTo>
                  <a:lnTo>
                    <a:pt x="0" y="1737"/>
                  </a:lnTo>
                  <a:lnTo>
                    <a:pt x="0" y="1928"/>
                  </a:lnTo>
                  <a:lnTo>
                    <a:pt x="0" y="2134"/>
                  </a:lnTo>
                  <a:lnTo>
                    <a:pt x="30" y="2325"/>
                  </a:lnTo>
                  <a:lnTo>
                    <a:pt x="74" y="2502"/>
                  </a:lnTo>
                  <a:lnTo>
                    <a:pt x="147" y="2678"/>
                  </a:lnTo>
                  <a:lnTo>
                    <a:pt x="221" y="2855"/>
                  </a:lnTo>
                  <a:lnTo>
                    <a:pt x="324" y="3017"/>
                  </a:lnTo>
                  <a:lnTo>
                    <a:pt x="427" y="3164"/>
                  </a:lnTo>
                  <a:lnTo>
                    <a:pt x="559" y="3296"/>
                  </a:lnTo>
                  <a:lnTo>
                    <a:pt x="692" y="3429"/>
                  </a:lnTo>
                  <a:lnTo>
                    <a:pt x="839" y="3532"/>
                  </a:lnTo>
                  <a:lnTo>
                    <a:pt x="1001" y="3635"/>
                  </a:lnTo>
                  <a:lnTo>
                    <a:pt x="1177" y="3723"/>
                  </a:lnTo>
                  <a:lnTo>
                    <a:pt x="1354" y="3782"/>
                  </a:lnTo>
                  <a:lnTo>
                    <a:pt x="1530" y="3826"/>
                  </a:lnTo>
                  <a:lnTo>
                    <a:pt x="1722" y="3855"/>
                  </a:lnTo>
                  <a:lnTo>
                    <a:pt x="1928" y="3870"/>
                  </a:lnTo>
                  <a:lnTo>
                    <a:pt x="2060" y="3855"/>
                  </a:lnTo>
                  <a:lnTo>
                    <a:pt x="20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21;p38">
              <a:extLst>
                <a:ext uri="{FF2B5EF4-FFF2-40B4-BE49-F238E27FC236}">
                  <a16:creationId xmlns:a16="http://schemas.microsoft.com/office/drawing/2014/main" id="{D3B4E046-998A-C018-3868-AB1800C4EA72}"/>
                </a:ext>
              </a:extLst>
            </p:cNvPr>
            <p:cNvSpPr/>
            <p:nvPr/>
          </p:nvSpPr>
          <p:spPr>
            <a:xfrm>
              <a:off x="2553150" y="2440200"/>
              <a:ext cx="44900" cy="96400"/>
            </a:xfrm>
            <a:custGeom>
              <a:avLst/>
              <a:gdLst/>
              <a:ahLst/>
              <a:cxnLst/>
              <a:rect l="l" t="t" r="r" b="b"/>
              <a:pathLst>
                <a:path w="1796" h="3856" extrusionOk="0">
                  <a:moveTo>
                    <a:pt x="1" y="1"/>
                  </a:moveTo>
                  <a:lnTo>
                    <a:pt x="1" y="3855"/>
                  </a:lnTo>
                  <a:lnTo>
                    <a:pt x="192" y="3841"/>
                  </a:lnTo>
                  <a:lnTo>
                    <a:pt x="369" y="3797"/>
                  </a:lnTo>
                  <a:lnTo>
                    <a:pt x="545" y="3738"/>
                  </a:lnTo>
                  <a:lnTo>
                    <a:pt x="707" y="3679"/>
                  </a:lnTo>
                  <a:lnTo>
                    <a:pt x="869" y="3591"/>
                  </a:lnTo>
                  <a:lnTo>
                    <a:pt x="1016" y="3488"/>
                  </a:lnTo>
                  <a:lnTo>
                    <a:pt x="1149" y="3385"/>
                  </a:lnTo>
                  <a:lnTo>
                    <a:pt x="1281" y="3252"/>
                  </a:lnTo>
                  <a:lnTo>
                    <a:pt x="1399" y="3120"/>
                  </a:lnTo>
                  <a:lnTo>
                    <a:pt x="1502" y="2973"/>
                  </a:lnTo>
                  <a:lnTo>
                    <a:pt x="1590" y="2811"/>
                  </a:lnTo>
                  <a:lnTo>
                    <a:pt x="1664" y="2649"/>
                  </a:lnTo>
                  <a:lnTo>
                    <a:pt x="1722" y="2487"/>
                  </a:lnTo>
                  <a:lnTo>
                    <a:pt x="1766" y="2311"/>
                  </a:lnTo>
                  <a:lnTo>
                    <a:pt x="1796" y="2119"/>
                  </a:lnTo>
                  <a:lnTo>
                    <a:pt x="1796" y="1928"/>
                  </a:lnTo>
                  <a:lnTo>
                    <a:pt x="1796" y="1737"/>
                  </a:lnTo>
                  <a:lnTo>
                    <a:pt x="1766" y="1560"/>
                  </a:lnTo>
                  <a:lnTo>
                    <a:pt x="1722" y="1384"/>
                  </a:lnTo>
                  <a:lnTo>
                    <a:pt x="1664" y="1207"/>
                  </a:lnTo>
                  <a:lnTo>
                    <a:pt x="1590" y="1045"/>
                  </a:lnTo>
                  <a:lnTo>
                    <a:pt x="1502" y="898"/>
                  </a:lnTo>
                  <a:lnTo>
                    <a:pt x="1399" y="751"/>
                  </a:lnTo>
                  <a:lnTo>
                    <a:pt x="1281" y="619"/>
                  </a:lnTo>
                  <a:lnTo>
                    <a:pt x="1149" y="486"/>
                  </a:lnTo>
                  <a:lnTo>
                    <a:pt x="1016" y="383"/>
                  </a:lnTo>
                  <a:lnTo>
                    <a:pt x="869" y="280"/>
                  </a:lnTo>
                  <a:lnTo>
                    <a:pt x="707" y="192"/>
                  </a:lnTo>
                  <a:lnTo>
                    <a:pt x="545" y="118"/>
                  </a:lnTo>
                  <a:lnTo>
                    <a:pt x="369" y="74"/>
                  </a:lnTo>
                  <a:lnTo>
                    <a:pt x="192" y="3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22;p38">
              <a:extLst>
                <a:ext uri="{FF2B5EF4-FFF2-40B4-BE49-F238E27FC236}">
                  <a16:creationId xmlns:a16="http://schemas.microsoft.com/office/drawing/2014/main" id="{9EF1DD82-8ACB-8FF7-B3E7-ED4B03CE2DDB}"/>
                </a:ext>
              </a:extLst>
            </p:cNvPr>
            <p:cNvSpPr/>
            <p:nvPr/>
          </p:nvSpPr>
          <p:spPr>
            <a:xfrm>
              <a:off x="2501675" y="2799925"/>
              <a:ext cx="51500" cy="96750"/>
            </a:xfrm>
            <a:custGeom>
              <a:avLst/>
              <a:gdLst/>
              <a:ahLst/>
              <a:cxnLst/>
              <a:rect l="l" t="t" r="r" b="b"/>
              <a:pathLst>
                <a:path w="2060" h="3870" extrusionOk="0">
                  <a:moveTo>
                    <a:pt x="1928" y="0"/>
                  </a:moveTo>
                  <a:lnTo>
                    <a:pt x="1722" y="15"/>
                  </a:lnTo>
                  <a:lnTo>
                    <a:pt x="1530" y="45"/>
                  </a:lnTo>
                  <a:lnTo>
                    <a:pt x="1354" y="89"/>
                  </a:lnTo>
                  <a:lnTo>
                    <a:pt x="1177" y="148"/>
                  </a:lnTo>
                  <a:lnTo>
                    <a:pt x="1001" y="236"/>
                  </a:lnTo>
                  <a:lnTo>
                    <a:pt x="839" y="339"/>
                  </a:lnTo>
                  <a:lnTo>
                    <a:pt x="692" y="442"/>
                  </a:lnTo>
                  <a:lnTo>
                    <a:pt x="559" y="574"/>
                  </a:lnTo>
                  <a:lnTo>
                    <a:pt x="427" y="707"/>
                  </a:lnTo>
                  <a:lnTo>
                    <a:pt x="324" y="854"/>
                  </a:lnTo>
                  <a:lnTo>
                    <a:pt x="221" y="1016"/>
                  </a:lnTo>
                  <a:lnTo>
                    <a:pt x="147" y="1177"/>
                  </a:lnTo>
                  <a:lnTo>
                    <a:pt x="74" y="1354"/>
                  </a:lnTo>
                  <a:lnTo>
                    <a:pt x="30" y="1545"/>
                  </a:lnTo>
                  <a:lnTo>
                    <a:pt x="0" y="1737"/>
                  </a:lnTo>
                  <a:lnTo>
                    <a:pt x="0" y="1928"/>
                  </a:lnTo>
                  <a:lnTo>
                    <a:pt x="0" y="2134"/>
                  </a:lnTo>
                  <a:lnTo>
                    <a:pt x="30" y="2325"/>
                  </a:lnTo>
                  <a:lnTo>
                    <a:pt x="74" y="2516"/>
                  </a:lnTo>
                  <a:lnTo>
                    <a:pt x="147" y="2693"/>
                  </a:lnTo>
                  <a:lnTo>
                    <a:pt x="221" y="2855"/>
                  </a:lnTo>
                  <a:lnTo>
                    <a:pt x="324" y="3017"/>
                  </a:lnTo>
                  <a:lnTo>
                    <a:pt x="427" y="3164"/>
                  </a:lnTo>
                  <a:lnTo>
                    <a:pt x="559" y="3296"/>
                  </a:lnTo>
                  <a:lnTo>
                    <a:pt x="692" y="3429"/>
                  </a:lnTo>
                  <a:lnTo>
                    <a:pt x="839" y="3531"/>
                  </a:lnTo>
                  <a:lnTo>
                    <a:pt x="1001" y="3634"/>
                  </a:lnTo>
                  <a:lnTo>
                    <a:pt x="1177" y="3723"/>
                  </a:lnTo>
                  <a:lnTo>
                    <a:pt x="1354" y="3782"/>
                  </a:lnTo>
                  <a:lnTo>
                    <a:pt x="1530" y="3826"/>
                  </a:lnTo>
                  <a:lnTo>
                    <a:pt x="1722" y="3855"/>
                  </a:lnTo>
                  <a:lnTo>
                    <a:pt x="1928" y="3870"/>
                  </a:lnTo>
                  <a:lnTo>
                    <a:pt x="2060" y="3855"/>
                  </a:lnTo>
                  <a:lnTo>
                    <a:pt x="206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23;p38">
              <a:extLst>
                <a:ext uri="{FF2B5EF4-FFF2-40B4-BE49-F238E27FC236}">
                  <a16:creationId xmlns:a16="http://schemas.microsoft.com/office/drawing/2014/main" id="{538686F8-2887-4D22-2753-3143F7472EFD}"/>
                </a:ext>
              </a:extLst>
            </p:cNvPr>
            <p:cNvSpPr/>
            <p:nvPr/>
          </p:nvSpPr>
          <p:spPr>
            <a:xfrm>
              <a:off x="2553150" y="2799925"/>
              <a:ext cx="44900" cy="96400"/>
            </a:xfrm>
            <a:custGeom>
              <a:avLst/>
              <a:gdLst/>
              <a:ahLst/>
              <a:cxnLst/>
              <a:rect l="l" t="t" r="r" b="b"/>
              <a:pathLst>
                <a:path w="1796" h="3856" extrusionOk="0">
                  <a:moveTo>
                    <a:pt x="1" y="0"/>
                  </a:moveTo>
                  <a:lnTo>
                    <a:pt x="1" y="3855"/>
                  </a:lnTo>
                  <a:lnTo>
                    <a:pt x="192" y="3840"/>
                  </a:lnTo>
                  <a:lnTo>
                    <a:pt x="369" y="3796"/>
                  </a:lnTo>
                  <a:lnTo>
                    <a:pt x="545" y="3737"/>
                  </a:lnTo>
                  <a:lnTo>
                    <a:pt x="707" y="3679"/>
                  </a:lnTo>
                  <a:lnTo>
                    <a:pt x="869" y="3590"/>
                  </a:lnTo>
                  <a:lnTo>
                    <a:pt x="1016" y="3487"/>
                  </a:lnTo>
                  <a:lnTo>
                    <a:pt x="1149" y="3384"/>
                  </a:lnTo>
                  <a:lnTo>
                    <a:pt x="1281" y="3252"/>
                  </a:lnTo>
                  <a:lnTo>
                    <a:pt x="1399" y="3120"/>
                  </a:lnTo>
                  <a:lnTo>
                    <a:pt x="1502" y="2972"/>
                  </a:lnTo>
                  <a:lnTo>
                    <a:pt x="1590" y="2825"/>
                  </a:lnTo>
                  <a:lnTo>
                    <a:pt x="1664" y="2663"/>
                  </a:lnTo>
                  <a:lnTo>
                    <a:pt x="1722" y="2487"/>
                  </a:lnTo>
                  <a:lnTo>
                    <a:pt x="1766" y="2310"/>
                  </a:lnTo>
                  <a:lnTo>
                    <a:pt x="1796" y="2119"/>
                  </a:lnTo>
                  <a:lnTo>
                    <a:pt x="1796" y="1928"/>
                  </a:lnTo>
                  <a:lnTo>
                    <a:pt x="1796" y="1751"/>
                  </a:lnTo>
                  <a:lnTo>
                    <a:pt x="1766" y="1560"/>
                  </a:lnTo>
                  <a:lnTo>
                    <a:pt x="1722" y="1383"/>
                  </a:lnTo>
                  <a:lnTo>
                    <a:pt x="1664" y="1207"/>
                  </a:lnTo>
                  <a:lnTo>
                    <a:pt x="1590" y="1045"/>
                  </a:lnTo>
                  <a:lnTo>
                    <a:pt x="1502" y="898"/>
                  </a:lnTo>
                  <a:lnTo>
                    <a:pt x="1399" y="751"/>
                  </a:lnTo>
                  <a:lnTo>
                    <a:pt x="1281" y="618"/>
                  </a:lnTo>
                  <a:lnTo>
                    <a:pt x="1149" y="486"/>
                  </a:lnTo>
                  <a:lnTo>
                    <a:pt x="1016" y="383"/>
                  </a:lnTo>
                  <a:lnTo>
                    <a:pt x="869" y="280"/>
                  </a:lnTo>
                  <a:lnTo>
                    <a:pt x="707" y="192"/>
                  </a:lnTo>
                  <a:lnTo>
                    <a:pt x="545" y="118"/>
                  </a:lnTo>
                  <a:lnTo>
                    <a:pt x="369" y="74"/>
                  </a:lnTo>
                  <a:lnTo>
                    <a:pt x="192" y="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4246972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>
          <a:extLst>
            <a:ext uri="{FF2B5EF4-FFF2-40B4-BE49-F238E27FC236}">
              <a16:creationId xmlns:a16="http://schemas.microsoft.com/office/drawing/2014/main" id="{5E6DAC8A-427F-2174-5047-7D7490000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">
            <a:extLst>
              <a:ext uri="{FF2B5EF4-FFF2-40B4-BE49-F238E27FC236}">
                <a16:creationId xmlns:a16="http://schemas.microsoft.com/office/drawing/2014/main" id="{BD8B501B-5C9E-3B06-C3F6-148EBBB236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Why develop a predictive model?</a:t>
            </a:r>
            <a:endParaRPr dirty="0"/>
          </a:p>
        </p:txBody>
      </p:sp>
      <p:grpSp>
        <p:nvGrpSpPr>
          <p:cNvPr id="493" name="Google Shape;493;p23">
            <a:extLst>
              <a:ext uri="{FF2B5EF4-FFF2-40B4-BE49-F238E27FC236}">
                <a16:creationId xmlns:a16="http://schemas.microsoft.com/office/drawing/2014/main" id="{28770449-297D-B993-8FFA-0C8492C8A990}"/>
              </a:ext>
            </a:extLst>
          </p:cNvPr>
          <p:cNvGrpSpPr/>
          <p:nvPr/>
        </p:nvGrpSpPr>
        <p:grpSpPr>
          <a:xfrm flipH="1">
            <a:off x="5917432" y="1983027"/>
            <a:ext cx="2898920" cy="1854809"/>
            <a:chOff x="1615800" y="1453351"/>
            <a:chExt cx="3805707" cy="2437413"/>
          </a:xfrm>
        </p:grpSpPr>
        <p:sp>
          <p:nvSpPr>
            <p:cNvPr id="494" name="Google Shape;494;p23">
              <a:extLst>
                <a:ext uri="{FF2B5EF4-FFF2-40B4-BE49-F238E27FC236}">
                  <a16:creationId xmlns:a16="http://schemas.microsoft.com/office/drawing/2014/main" id="{E52B7946-9E56-F610-AB50-0B7542B728CA}"/>
                </a:ext>
              </a:extLst>
            </p:cNvPr>
            <p:cNvSpPr/>
            <p:nvPr/>
          </p:nvSpPr>
          <p:spPr>
            <a:xfrm>
              <a:off x="3617261" y="3753326"/>
              <a:ext cx="1184905" cy="115102"/>
            </a:xfrm>
            <a:custGeom>
              <a:avLst/>
              <a:gdLst/>
              <a:ahLst/>
              <a:cxnLst/>
              <a:rect l="l" t="t" r="r" b="b"/>
              <a:pathLst>
                <a:path w="15493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493" y="1505"/>
                  </a:lnTo>
                  <a:lnTo>
                    <a:pt x="15493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3">
              <a:extLst>
                <a:ext uri="{FF2B5EF4-FFF2-40B4-BE49-F238E27FC236}">
                  <a16:creationId xmlns:a16="http://schemas.microsoft.com/office/drawing/2014/main" id="{CCE0C505-9589-F252-F0EA-B9EABC73D0DF}"/>
                </a:ext>
              </a:extLst>
            </p:cNvPr>
            <p:cNvSpPr/>
            <p:nvPr/>
          </p:nvSpPr>
          <p:spPr>
            <a:xfrm>
              <a:off x="3894804" y="2961760"/>
              <a:ext cx="629813" cy="791644"/>
            </a:xfrm>
            <a:custGeom>
              <a:avLst/>
              <a:gdLst/>
              <a:ahLst/>
              <a:cxnLst/>
              <a:rect l="l" t="t" r="r" b="b"/>
              <a:pathLst>
                <a:path w="8235" h="10351" extrusionOk="0">
                  <a:moveTo>
                    <a:pt x="1" y="1"/>
                  </a:moveTo>
                  <a:lnTo>
                    <a:pt x="1" y="10350"/>
                  </a:lnTo>
                  <a:lnTo>
                    <a:pt x="8235" y="1035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3">
              <a:extLst>
                <a:ext uri="{FF2B5EF4-FFF2-40B4-BE49-F238E27FC236}">
                  <a16:creationId xmlns:a16="http://schemas.microsoft.com/office/drawing/2014/main" id="{0DC735BE-0076-B930-A88E-70C99FFD33A9}"/>
                </a:ext>
              </a:extLst>
            </p:cNvPr>
            <p:cNvSpPr/>
            <p:nvPr/>
          </p:nvSpPr>
          <p:spPr>
            <a:xfrm>
              <a:off x="2998009" y="1790167"/>
              <a:ext cx="2423498" cy="1601950"/>
            </a:xfrm>
            <a:custGeom>
              <a:avLst/>
              <a:gdLst/>
              <a:ahLst/>
              <a:cxnLst/>
              <a:rect l="l" t="t" r="r" b="b"/>
              <a:pathLst>
                <a:path w="31688" h="2094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9" y="119"/>
                  </a:lnTo>
                  <a:lnTo>
                    <a:pt x="265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55" y="429"/>
                  </a:lnTo>
                  <a:lnTo>
                    <a:pt x="37" y="493"/>
                  </a:lnTo>
                  <a:lnTo>
                    <a:pt x="18" y="566"/>
                  </a:lnTo>
                  <a:lnTo>
                    <a:pt x="9" y="630"/>
                  </a:lnTo>
                  <a:lnTo>
                    <a:pt x="0" y="703"/>
                  </a:lnTo>
                  <a:lnTo>
                    <a:pt x="0" y="20244"/>
                  </a:lnTo>
                  <a:lnTo>
                    <a:pt x="9" y="20308"/>
                  </a:lnTo>
                  <a:lnTo>
                    <a:pt x="18" y="20381"/>
                  </a:lnTo>
                  <a:lnTo>
                    <a:pt x="37" y="20454"/>
                  </a:lnTo>
                  <a:lnTo>
                    <a:pt x="55" y="20517"/>
                  </a:lnTo>
                  <a:lnTo>
                    <a:pt x="91" y="20581"/>
                  </a:lnTo>
                  <a:lnTo>
                    <a:pt x="128" y="20636"/>
                  </a:lnTo>
                  <a:lnTo>
                    <a:pt x="164" y="20691"/>
                  </a:lnTo>
                  <a:lnTo>
                    <a:pt x="210" y="20736"/>
                  </a:lnTo>
                  <a:lnTo>
                    <a:pt x="265" y="20782"/>
                  </a:lnTo>
                  <a:lnTo>
                    <a:pt x="319" y="20827"/>
                  </a:lnTo>
                  <a:lnTo>
                    <a:pt x="374" y="20864"/>
                  </a:lnTo>
                  <a:lnTo>
                    <a:pt x="438" y="20891"/>
                  </a:lnTo>
                  <a:lnTo>
                    <a:pt x="502" y="20919"/>
                  </a:lnTo>
                  <a:lnTo>
                    <a:pt x="565" y="20937"/>
                  </a:lnTo>
                  <a:lnTo>
                    <a:pt x="638" y="20946"/>
                  </a:lnTo>
                  <a:lnTo>
                    <a:pt x="31049" y="20946"/>
                  </a:lnTo>
                  <a:lnTo>
                    <a:pt x="31122" y="20937"/>
                  </a:lnTo>
                  <a:lnTo>
                    <a:pt x="31195" y="20919"/>
                  </a:lnTo>
                  <a:lnTo>
                    <a:pt x="31259" y="20891"/>
                  </a:lnTo>
                  <a:lnTo>
                    <a:pt x="31323" y="20864"/>
                  </a:lnTo>
                  <a:lnTo>
                    <a:pt x="31377" y="20827"/>
                  </a:lnTo>
                  <a:lnTo>
                    <a:pt x="31432" y="20782"/>
                  </a:lnTo>
                  <a:lnTo>
                    <a:pt x="31487" y="20736"/>
                  </a:lnTo>
                  <a:lnTo>
                    <a:pt x="31532" y="20691"/>
                  </a:lnTo>
                  <a:lnTo>
                    <a:pt x="31569" y="20636"/>
                  </a:lnTo>
                  <a:lnTo>
                    <a:pt x="31605" y="20581"/>
                  </a:lnTo>
                  <a:lnTo>
                    <a:pt x="31633" y="20517"/>
                  </a:lnTo>
                  <a:lnTo>
                    <a:pt x="31660" y="20454"/>
                  </a:lnTo>
                  <a:lnTo>
                    <a:pt x="31678" y="20381"/>
                  </a:lnTo>
                  <a:lnTo>
                    <a:pt x="31687" y="20308"/>
                  </a:lnTo>
                  <a:lnTo>
                    <a:pt x="31687" y="20244"/>
                  </a:lnTo>
                  <a:lnTo>
                    <a:pt x="31687" y="703"/>
                  </a:lnTo>
                  <a:lnTo>
                    <a:pt x="31687" y="630"/>
                  </a:lnTo>
                  <a:lnTo>
                    <a:pt x="31678" y="566"/>
                  </a:lnTo>
                  <a:lnTo>
                    <a:pt x="31660" y="493"/>
                  </a:lnTo>
                  <a:lnTo>
                    <a:pt x="31633" y="429"/>
                  </a:lnTo>
                  <a:lnTo>
                    <a:pt x="31605" y="365"/>
                  </a:lnTo>
                  <a:lnTo>
                    <a:pt x="31569" y="311"/>
                  </a:lnTo>
                  <a:lnTo>
                    <a:pt x="31532" y="256"/>
                  </a:lnTo>
                  <a:lnTo>
                    <a:pt x="31487" y="201"/>
                  </a:lnTo>
                  <a:lnTo>
                    <a:pt x="31432" y="156"/>
                  </a:lnTo>
                  <a:lnTo>
                    <a:pt x="31377" y="119"/>
                  </a:lnTo>
                  <a:lnTo>
                    <a:pt x="31323" y="83"/>
                  </a:lnTo>
                  <a:lnTo>
                    <a:pt x="31259" y="55"/>
                  </a:lnTo>
                  <a:lnTo>
                    <a:pt x="31195" y="28"/>
                  </a:lnTo>
                  <a:lnTo>
                    <a:pt x="31122" y="10"/>
                  </a:lnTo>
                  <a:lnTo>
                    <a:pt x="31049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3">
              <a:extLst>
                <a:ext uri="{FF2B5EF4-FFF2-40B4-BE49-F238E27FC236}">
                  <a16:creationId xmlns:a16="http://schemas.microsoft.com/office/drawing/2014/main" id="{0974CAD4-E3B9-F98C-59B7-4229C92EE597}"/>
                </a:ext>
              </a:extLst>
            </p:cNvPr>
            <p:cNvSpPr/>
            <p:nvPr/>
          </p:nvSpPr>
          <p:spPr>
            <a:xfrm>
              <a:off x="3085884" y="1873148"/>
              <a:ext cx="2247747" cy="1435988"/>
            </a:xfrm>
            <a:custGeom>
              <a:avLst/>
              <a:gdLst/>
              <a:ahLst/>
              <a:cxnLst/>
              <a:rect l="l" t="t" r="r" b="b"/>
              <a:pathLst>
                <a:path w="29390" h="1877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0" y="119"/>
                  </a:lnTo>
                  <a:lnTo>
                    <a:pt x="264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64" y="429"/>
                  </a:lnTo>
                  <a:lnTo>
                    <a:pt x="37" y="493"/>
                  </a:lnTo>
                  <a:lnTo>
                    <a:pt x="18" y="557"/>
                  </a:lnTo>
                  <a:lnTo>
                    <a:pt x="9" y="630"/>
                  </a:lnTo>
                  <a:lnTo>
                    <a:pt x="0" y="694"/>
                  </a:lnTo>
                  <a:lnTo>
                    <a:pt x="0" y="18074"/>
                  </a:lnTo>
                  <a:lnTo>
                    <a:pt x="9" y="18147"/>
                  </a:lnTo>
                  <a:lnTo>
                    <a:pt x="18" y="18220"/>
                  </a:lnTo>
                  <a:lnTo>
                    <a:pt x="37" y="18283"/>
                  </a:lnTo>
                  <a:lnTo>
                    <a:pt x="64" y="18347"/>
                  </a:lnTo>
                  <a:lnTo>
                    <a:pt x="91" y="18411"/>
                  </a:lnTo>
                  <a:lnTo>
                    <a:pt x="128" y="18466"/>
                  </a:lnTo>
                  <a:lnTo>
                    <a:pt x="164" y="18520"/>
                  </a:lnTo>
                  <a:lnTo>
                    <a:pt x="210" y="18575"/>
                  </a:lnTo>
                  <a:lnTo>
                    <a:pt x="264" y="18621"/>
                  </a:lnTo>
                  <a:lnTo>
                    <a:pt x="310" y="18657"/>
                  </a:lnTo>
                  <a:lnTo>
                    <a:pt x="374" y="18694"/>
                  </a:lnTo>
                  <a:lnTo>
                    <a:pt x="438" y="18721"/>
                  </a:lnTo>
                  <a:lnTo>
                    <a:pt x="502" y="18748"/>
                  </a:lnTo>
                  <a:lnTo>
                    <a:pt x="565" y="18767"/>
                  </a:lnTo>
                  <a:lnTo>
                    <a:pt x="638" y="18776"/>
                  </a:lnTo>
                  <a:lnTo>
                    <a:pt x="28760" y="18776"/>
                  </a:lnTo>
                  <a:lnTo>
                    <a:pt x="28833" y="18767"/>
                  </a:lnTo>
                  <a:lnTo>
                    <a:pt x="28897" y="18748"/>
                  </a:lnTo>
                  <a:lnTo>
                    <a:pt x="28961" y="18721"/>
                  </a:lnTo>
                  <a:lnTo>
                    <a:pt x="29025" y="18694"/>
                  </a:lnTo>
                  <a:lnTo>
                    <a:pt x="29079" y="18657"/>
                  </a:lnTo>
                  <a:lnTo>
                    <a:pt x="29134" y="18621"/>
                  </a:lnTo>
                  <a:lnTo>
                    <a:pt x="29189" y="18575"/>
                  </a:lnTo>
                  <a:lnTo>
                    <a:pt x="29225" y="18520"/>
                  </a:lnTo>
                  <a:lnTo>
                    <a:pt x="29271" y="18466"/>
                  </a:lnTo>
                  <a:lnTo>
                    <a:pt x="29307" y="18411"/>
                  </a:lnTo>
                  <a:lnTo>
                    <a:pt x="29335" y="18347"/>
                  </a:lnTo>
                  <a:lnTo>
                    <a:pt x="29362" y="18283"/>
                  </a:lnTo>
                  <a:lnTo>
                    <a:pt x="29380" y="18220"/>
                  </a:lnTo>
                  <a:lnTo>
                    <a:pt x="29389" y="18147"/>
                  </a:lnTo>
                  <a:lnTo>
                    <a:pt x="29389" y="18074"/>
                  </a:lnTo>
                  <a:lnTo>
                    <a:pt x="29389" y="694"/>
                  </a:lnTo>
                  <a:lnTo>
                    <a:pt x="29389" y="630"/>
                  </a:lnTo>
                  <a:lnTo>
                    <a:pt x="29380" y="557"/>
                  </a:lnTo>
                  <a:lnTo>
                    <a:pt x="29362" y="493"/>
                  </a:lnTo>
                  <a:lnTo>
                    <a:pt x="29335" y="429"/>
                  </a:lnTo>
                  <a:lnTo>
                    <a:pt x="29307" y="365"/>
                  </a:lnTo>
                  <a:lnTo>
                    <a:pt x="29271" y="311"/>
                  </a:lnTo>
                  <a:lnTo>
                    <a:pt x="29225" y="256"/>
                  </a:lnTo>
                  <a:lnTo>
                    <a:pt x="29189" y="201"/>
                  </a:lnTo>
                  <a:lnTo>
                    <a:pt x="29134" y="156"/>
                  </a:lnTo>
                  <a:lnTo>
                    <a:pt x="29079" y="119"/>
                  </a:lnTo>
                  <a:lnTo>
                    <a:pt x="29025" y="83"/>
                  </a:lnTo>
                  <a:lnTo>
                    <a:pt x="28961" y="55"/>
                  </a:lnTo>
                  <a:lnTo>
                    <a:pt x="28897" y="28"/>
                  </a:lnTo>
                  <a:lnTo>
                    <a:pt x="28833" y="10"/>
                  </a:lnTo>
                  <a:lnTo>
                    <a:pt x="28760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3">
              <a:extLst>
                <a:ext uri="{FF2B5EF4-FFF2-40B4-BE49-F238E27FC236}">
                  <a16:creationId xmlns:a16="http://schemas.microsoft.com/office/drawing/2014/main" id="{5235B965-0CED-CAD0-A9DA-B266D859DB84}"/>
                </a:ext>
              </a:extLst>
            </p:cNvPr>
            <p:cNvSpPr/>
            <p:nvPr/>
          </p:nvSpPr>
          <p:spPr>
            <a:xfrm>
              <a:off x="2823636" y="1902440"/>
              <a:ext cx="2509309" cy="594250"/>
            </a:xfrm>
            <a:custGeom>
              <a:avLst/>
              <a:gdLst/>
              <a:ahLst/>
              <a:cxnLst/>
              <a:rect l="l" t="t" r="r" b="b"/>
              <a:pathLst>
                <a:path w="32810" h="7770" extrusionOk="0">
                  <a:moveTo>
                    <a:pt x="3949" y="1"/>
                  </a:moveTo>
                  <a:lnTo>
                    <a:pt x="3921" y="10"/>
                  </a:lnTo>
                  <a:lnTo>
                    <a:pt x="3885" y="28"/>
                  </a:lnTo>
                  <a:lnTo>
                    <a:pt x="3858" y="46"/>
                  </a:lnTo>
                  <a:lnTo>
                    <a:pt x="3839" y="74"/>
                  </a:lnTo>
                  <a:lnTo>
                    <a:pt x="3821" y="101"/>
                  </a:lnTo>
                  <a:lnTo>
                    <a:pt x="3803" y="137"/>
                  </a:lnTo>
                  <a:lnTo>
                    <a:pt x="3794" y="174"/>
                  </a:lnTo>
                  <a:lnTo>
                    <a:pt x="3073" y="6210"/>
                  </a:lnTo>
                  <a:lnTo>
                    <a:pt x="2025" y="1870"/>
                  </a:lnTo>
                  <a:lnTo>
                    <a:pt x="2016" y="1843"/>
                  </a:lnTo>
                  <a:lnTo>
                    <a:pt x="2007" y="1815"/>
                  </a:lnTo>
                  <a:lnTo>
                    <a:pt x="1961" y="1770"/>
                  </a:lnTo>
                  <a:lnTo>
                    <a:pt x="1906" y="1733"/>
                  </a:lnTo>
                  <a:lnTo>
                    <a:pt x="1870" y="1724"/>
                  </a:lnTo>
                  <a:lnTo>
                    <a:pt x="1842" y="1724"/>
                  </a:lnTo>
                  <a:lnTo>
                    <a:pt x="1779" y="1733"/>
                  </a:lnTo>
                  <a:lnTo>
                    <a:pt x="1724" y="1761"/>
                  </a:lnTo>
                  <a:lnTo>
                    <a:pt x="1678" y="1806"/>
                  </a:lnTo>
                  <a:lnTo>
                    <a:pt x="1660" y="1833"/>
                  </a:lnTo>
                  <a:lnTo>
                    <a:pt x="1651" y="1870"/>
                  </a:lnTo>
                  <a:lnTo>
                    <a:pt x="1113" y="3767"/>
                  </a:lnTo>
                  <a:lnTo>
                    <a:pt x="155" y="3767"/>
                  </a:lnTo>
                  <a:lnTo>
                    <a:pt x="119" y="3785"/>
                  </a:lnTo>
                  <a:lnTo>
                    <a:pt x="92" y="3803"/>
                  </a:lnTo>
                  <a:lnTo>
                    <a:pt x="64" y="3821"/>
                  </a:lnTo>
                  <a:lnTo>
                    <a:pt x="37" y="3858"/>
                  </a:lnTo>
                  <a:lnTo>
                    <a:pt x="19" y="3885"/>
                  </a:lnTo>
                  <a:lnTo>
                    <a:pt x="10" y="3922"/>
                  </a:lnTo>
                  <a:lnTo>
                    <a:pt x="0" y="3967"/>
                  </a:lnTo>
                  <a:lnTo>
                    <a:pt x="10" y="4004"/>
                  </a:lnTo>
                  <a:lnTo>
                    <a:pt x="19" y="4040"/>
                  </a:lnTo>
                  <a:lnTo>
                    <a:pt x="37" y="4077"/>
                  </a:lnTo>
                  <a:lnTo>
                    <a:pt x="64" y="4104"/>
                  </a:lnTo>
                  <a:lnTo>
                    <a:pt x="92" y="4122"/>
                  </a:lnTo>
                  <a:lnTo>
                    <a:pt x="119" y="4140"/>
                  </a:lnTo>
                  <a:lnTo>
                    <a:pt x="155" y="4159"/>
                  </a:lnTo>
                  <a:lnTo>
                    <a:pt x="1259" y="4159"/>
                  </a:lnTo>
                  <a:lnTo>
                    <a:pt x="1323" y="4150"/>
                  </a:lnTo>
                  <a:lnTo>
                    <a:pt x="1377" y="4122"/>
                  </a:lnTo>
                  <a:lnTo>
                    <a:pt x="1423" y="4077"/>
                  </a:lnTo>
                  <a:lnTo>
                    <a:pt x="1450" y="4013"/>
                  </a:lnTo>
                  <a:lnTo>
                    <a:pt x="1824" y="2700"/>
                  </a:lnTo>
                  <a:lnTo>
                    <a:pt x="2946" y="7368"/>
                  </a:lnTo>
                  <a:lnTo>
                    <a:pt x="2955" y="7405"/>
                  </a:lnTo>
                  <a:lnTo>
                    <a:pt x="2973" y="7432"/>
                  </a:lnTo>
                  <a:lnTo>
                    <a:pt x="3000" y="7460"/>
                  </a:lnTo>
                  <a:lnTo>
                    <a:pt x="3028" y="7487"/>
                  </a:lnTo>
                  <a:lnTo>
                    <a:pt x="3055" y="7496"/>
                  </a:lnTo>
                  <a:lnTo>
                    <a:pt x="3083" y="7514"/>
                  </a:lnTo>
                  <a:lnTo>
                    <a:pt x="3119" y="7523"/>
                  </a:lnTo>
                  <a:lnTo>
                    <a:pt x="3146" y="7523"/>
                  </a:lnTo>
                  <a:lnTo>
                    <a:pt x="3183" y="7514"/>
                  </a:lnTo>
                  <a:lnTo>
                    <a:pt x="3219" y="7505"/>
                  </a:lnTo>
                  <a:lnTo>
                    <a:pt x="3247" y="7487"/>
                  </a:lnTo>
                  <a:lnTo>
                    <a:pt x="3274" y="7469"/>
                  </a:lnTo>
                  <a:lnTo>
                    <a:pt x="3292" y="7441"/>
                  </a:lnTo>
                  <a:lnTo>
                    <a:pt x="3310" y="7414"/>
                  </a:lnTo>
                  <a:lnTo>
                    <a:pt x="3329" y="7378"/>
                  </a:lnTo>
                  <a:lnTo>
                    <a:pt x="3338" y="7350"/>
                  </a:lnTo>
                  <a:lnTo>
                    <a:pt x="4031" y="1514"/>
                  </a:lnTo>
                  <a:lnTo>
                    <a:pt x="4733" y="5390"/>
                  </a:lnTo>
                  <a:lnTo>
                    <a:pt x="4742" y="5426"/>
                  </a:lnTo>
                  <a:lnTo>
                    <a:pt x="4760" y="5454"/>
                  </a:lnTo>
                  <a:lnTo>
                    <a:pt x="4797" y="5499"/>
                  </a:lnTo>
                  <a:lnTo>
                    <a:pt x="4852" y="5536"/>
                  </a:lnTo>
                  <a:lnTo>
                    <a:pt x="4879" y="5545"/>
                  </a:lnTo>
                  <a:lnTo>
                    <a:pt x="4915" y="5554"/>
                  </a:lnTo>
                  <a:lnTo>
                    <a:pt x="4943" y="5554"/>
                  </a:lnTo>
                  <a:lnTo>
                    <a:pt x="4979" y="5545"/>
                  </a:lnTo>
                  <a:lnTo>
                    <a:pt x="5034" y="5517"/>
                  </a:lnTo>
                  <a:lnTo>
                    <a:pt x="5089" y="5472"/>
                  </a:lnTo>
                  <a:lnTo>
                    <a:pt x="5107" y="5444"/>
                  </a:lnTo>
                  <a:lnTo>
                    <a:pt x="5116" y="5417"/>
                  </a:lnTo>
                  <a:lnTo>
                    <a:pt x="6092" y="2472"/>
                  </a:lnTo>
                  <a:lnTo>
                    <a:pt x="6958" y="4852"/>
                  </a:lnTo>
                  <a:lnTo>
                    <a:pt x="6985" y="4906"/>
                  </a:lnTo>
                  <a:lnTo>
                    <a:pt x="7031" y="4943"/>
                  </a:lnTo>
                  <a:lnTo>
                    <a:pt x="7076" y="4970"/>
                  </a:lnTo>
                  <a:lnTo>
                    <a:pt x="7131" y="4979"/>
                  </a:lnTo>
                  <a:lnTo>
                    <a:pt x="7195" y="4979"/>
                  </a:lnTo>
                  <a:lnTo>
                    <a:pt x="7250" y="4961"/>
                  </a:lnTo>
                  <a:lnTo>
                    <a:pt x="7286" y="4925"/>
                  </a:lnTo>
                  <a:lnTo>
                    <a:pt x="7323" y="4870"/>
                  </a:lnTo>
                  <a:lnTo>
                    <a:pt x="7970" y="3566"/>
                  </a:lnTo>
                  <a:lnTo>
                    <a:pt x="8882" y="5682"/>
                  </a:lnTo>
                  <a:lnTo>
                    <a:pt x="8918" y="5736"/>
                  </a:lnTo>
                  <a:lnTo>
                    <a:pt x="8964" y="5773"/>
                  </a:lnTo>
                  <a:lnTo>
                    <a:pt x="9010" y="5800"/>
                  </a:lnTo>
                  <a:lnTo>
                    <a:pt x="9073" y="5800"/>
                  </a:lnTo>
                  <a:lnTo>
                    <a:pt x="9137" y="5791"/>
                  </a:lnTo>
                  <a:lnTo>
                    <a:pt x="9183" y="5764"/>
                  </a:lnTo>
                  <a:lnTo>
                    <a:pt x="9228" y="5718"/>
                  </a:lnTo>
                  <a:lnTo>
                    <a:pt x="9256" y="5663"/>
                  </a:lnTo>
                  <a:lnTo>
                    <a:pt x="10414" y="1952"/>
                  </a:lnTo>
                  <a:lnTo>
                    <a:pt x="11353" y="7232"/>
                  </a:lnTo>
                  <a:lnTo>
                    <a:pt x="11362" y="7268"/>
                  </a:lnTo>
                  <a:lnTo>
                    <a:pt x="11371" y="7295"/>
                  </a:lnTo>
                  <a:lnTo>
                    <a:pt x="11390" y="7323"/>
                  </a:lnTo>
                  <a:lnTo>
                    <a:pt x="11417" y="7350"/>
                  </a:lnTo>
                  <a:lnTo>
                    <a:pt x="11444" y="7368"/>
                  </a:lnTo>
                  <a:lnTo>
                    <a:pt x="11472" y="7387"/>
                  </a:lnTo>
                  <a:lnTo>
                    <a:pt x="11499" y="7396"/>
                  </a:lnTo>
                  <a:lnTo>
                    <a:pt x="11535" y="7396"/>
                  </a:lnTo>
                  <a:lnTo>
                    <a:pt x="11599" y="7387"/>
                  </a:lnTo>
                  <a:lnTo>
                    <a:pt x="11663" y="7350"/>
                  </a:lnTo>
                  <a:lnTo>
                    <a:pt x="11681" y="7332"/>
                  </a:lnTo>
                  <a:lnTo>
                    <a:pt x="11709" y="7305"/>
                  </a:lnTo>
                  <a:lnTo>
                    <a:pt x="11718" y="7277"/>
                  </a:lnTo>
                  <a:lnTo>
                    <a:pt x="11736" y="7250"/>
                  </a:lnTo>
                  <a:lnTo>
                    <a:pt x="12529" y="4159"/>
                  </a:lnTo>
                  <a:lnTo>
                    <a:pt x="16870" y="4159"/>
                  </a:lnTo>
                  <a:lnTo>
                    <a:pt x="16925" y="4150"/>
                  </a:lnTo>
                  <a:lnTo>
                    <a:pt x="16979" y="4122"/>
                  </a:lnTo>
                  <a:lnTo>
                    <a:pt x="17025" y="4077"/>
                  </a:lnTo>
                  <a:lnTo>
                    <a:pt x="17052" y="4022"/>
                  </a:lnTo>
                  <a:lnTo>
                    <a:pt x="17627" y="2335"/>
                  </a:lnTo>
                  <a:lnTo>
                    <a:pt x="18593" y="7031"/>
                  </a:lnTo>
                  <a:lnTo>
                    <a:pt x="18602" y="7058"/>
                  </a:lnTo>
                  <a:lnTo>
                    <a:pt x="18621" y="7095"/>
                  </a:lnTo>
                  <a:lnTo>
                    <a:pt x="18657" y="7140"/>
                  </a:lnTo>
                  <a:lnTo>
                    <a:pt x="18712" y="7177"/>
                  </a:lnTo>
                  <a:lnTo>
                    <a:pt x="18748" y="7186"/>
                  </a:lnTo>
                  <a:lnTo>
                    <a:pt x="18776" y="7186"/>
                  </a:lnTo>
                  <a:lnTo>
                    <a:pt x="18849" y="7177"/>
                  </a:lnTo>
                  <a:lnTo>
                    <a:pt x="18903" y="7150"/>
                  </a:lnTo>
                  <a:lnTo>
                    <a:pt x="18949" y="7104"/>
                  </a:lnTo>
                  <a:lnTo>
                    <a:pt x="18967" y="7077"/>
                  </a:lnTo>
                  <a:lnTo>
                    <a:pt x="18976" y="7049"/>
                  </a:lnTo>
                  <a:lnTo>
                    <a:pt x="20317" y="2499"/>
                  </a:lnTo>
                  <a:lnTo>
                    <a:pt x="21384" y="5882"/>
                  </a:lnTo>
                  <a:lnTo>
                    <a:pt x="21411" y="5937"/>
                  </a:lnTo>
                  <a:lnTo>
                    <a:pt x="21457" y="5982"/>
                  </a:lnTo>
                  <a:lnTo>
                    <a:pt x="21475" y="6001"/>
                  </a:lnTo>
                  <a:lnTo>
                    <a:pt x="21511" y="6010"/>
                  </a:lnTo>
                  <a:lnTo>
                    <a:pt x="21539" y="6019"/>
                  </a:lnTo>
                  <a:lnTo>
                    <a:pt x="21575" y="6019"/>
                  </a:lnTo>
                  <a:lnTo>
                    <a:pt x="21639" y="6010"/>
                  </a:lnTo>
                  <a:lnTo>
                    <a:pt x="21694" y="5982"/>
                  </a:lnTo>
                  <a:lnTo>
                    <a:pt x="21730" y="5937"/>
                  </a:lnTo>
                  <a:lnTo>
                    <a:pt x="21757" y="5882"/>
                  </a:lnTo>
                  <a:lnTo>
                    <a:pt x="23189" y="1223"/>
                  </a:lnTo>
                  <a:lnTo>
                    <a:pt x="24949" y="7624"/>
                  </a:lnTo>
                  <a:lnTo>
                    <a:pt x="24976" y="7678"/>
                  </a:lnTo>
                  <a:lnTo>
                    <a:pt x="25022" y="7724"/>
                  </a:lnTo>
                  <a:lnTo>
                    <a:pt x="25077" y="7761"/>
                  </a:lnTo>
                  <a:lnTo>
                    <a:pt x="25131" y="7770"/>
                  </a:lnTo>
                  <a:lnTo>
                    <a:pt x="25140" y="7770"/>
                  </a:lnTo>
                  <a:lnTo>
                    <a:pt x="25204" y="7761"/>
                  </a:lnTo>
                  <a:lnTo>
                    <a:pt x="25259" y="7733"/>
                  </a:lnTo>
                  <a:lnTo>
                    <a:pt x="25295" y="7688"/>
                  </a:lnTo>
                  <a:lnTo>
                    <a:pt x="25323" y="7633"/>
                  </a:lnTo>
                  <a:lnTo>
                    <a:pt x="26700" y="3612"/>
                  </a:lnTo>
                  <a:lnTo>
                    <a:pt x="27101" y="4906"/>
                  </a:lnTo>
                  <a:lnTo>
                    <a:pt x="27119" y="4961"/>
                  </a:lnTo>
                  <a:lnTo>
                    <a:pt x="27165" y="4998"/>
                  </a:lnTo>
                  <a:lnTo>
                    <a:pt x="27210" y="5034"/>
                  </a:lnTo>
                  <a:lnTo>
                    <a:pt x="27274" y="5043"/>
                  </a:lnTo>
                  <a:lnTo>
                    <a:pt x="27329" y="5043"/>
                  </a:lnTo>
                  <a:lnTo>
                    <a:pt x="27384" y="5016"/>
                  </a:lnTo>
                  <a:lnTo>
                    <a:pt x="27429" y="4979"/>
                  </a:lnTo>
                  <a:lnTo>
                    <a:pt x="27466" y="4934"/>
                  </a:lnTo>
                  <a:lnTo>
                    <a:pt x="28678" y="2381"/>
                  </a:lnTo>
                  <a:lnTo>
                    <a:pt x="30010" y="5827"/>
                  </a:lnTo>
                  <a:lnTo>
                    <a:pt x="30037" y="5873"/>
                  </a:lnTo>
                  <a:lnTo>
                    <a:pt x="30074" y="5909"/>
                  </a:lnTo>
                  <a:lnTo>
                    <a:pt x="30119" y="5937"/>
                  </a:lnTo>
                  <a:lnTo>
                    <a:pt x="30174" y="5955"/>
                  </a:lnTo>
                  <a:lnTo>
                    <a:pt x="30229" y="5946"/>
                  </a:lnTo>
                  <a:lnTo>
                    <a:pt x="30283" y="5928"/>
                  </a:lnTo>
                  <a:lnTo>
                    <a:pt x="30329" y="5900"/>
                  </a:lnTo>
                  <a:lnTo>
                    <a:pt x="30356" y="5855"/>
                  </a:lnTo>
                  <a:lnTo>
                    <a:pt x="31341" y="4159"/>
                  </a:lnTo>
                  <a:lnTo>
                    <a:pt x="32764" y="4159"/>
                  </a:lnTo>
                  <a:lnTo>
                    <a:pt x="32809" y="4150"/>
                  </a:lnTo>
                  <a:lnTo>
                    <a:pt x="32809" y="3776"/>
                  </a:lnTo>
                  <a:lnTo>
                    <a:pt x="32764" y="3767"/>
                  </a:lnTo>
                  <a:lnTo>
                    <a:pt x="31232" y="3767"/>
                  </a:lnTo>
                  <a:lnTo>
                    <a:pt x="31177" y="3776"/>
                  </a:lnTo>
                  <a:lnTo>
                    <a:pt x="31131" y="3794"/>
                  </a:lnTo>
                  <a:lnTo>
                    <a:pt x="31095" y="3821"/>
                  </a:lnTo>
                  <a:lnTo>
                    <a:pt x="31058" y="3867"/>
                  </a:lnTo>
                  <a:lnTo>
                    <a:pt x="30229" y="5299"/>
                  </a:lnTo>
                  <a:lnTo>
                    <a:pt x="28879" y="1815"/>
                  </a:lnTo>
                  <a:lnTo>
                    <a:pt x="28852" y="1761"/>
                  </a:lnTo>
                  <a:lnTo>
                    <a:pt x="28815" y="1724"/>
                  </a:lnTo>
                  <a:lnTo>
                    <a:pt x="28761" y="1697"/>
                  </a:lnTo>
                  <a:lnTo>
                    <a:pt x="28706" y="1688"/>
                  </a:lnTo>
                  <a:lnTo>
                    <a:pt x="28651" y="1697"/>
                  </a:lnTo>
                  <a:lnTo>
                    <a:pt x="28596" y="1715"/>
                  </a:lnTo>
                  <a:lnTo>
                    <a:pt x="28551" y="1751"/>
                  </a:lnTo>
                  <a:lnTo>
                    <a:pt x="28523" y="1797"/>
                  </a:lnTo>
                  <a:lnTo>
                    <a:pt x="27320" y="4305"/>
                  </a:lnTo>
                  <a:lnTo>
                    <a:pt x="26900" y="2919"/>
                  </a:lnTo>
                  <a:lnTo>
                    <a:pt x="26873" y="2864"/>
                  </a:lnTo>
                  <a:lnTo>
                    <a:pt x="26827" y="2818"/>
                  </a:lnTo>
                  <a:lnTo>
                    <a:pt x="26773" y="2791"/>
                  </a:lnTo>
                  <a:lnTo>
                    <a:pt x="26709" y="2782"/>
                  </a:lnTo>
                  <a:lnTo>
                    <a:pt x="26672" y="2782"/>
                  </a:lnTo>
                  <a:lnTo>
                    <a:pt x="26645" y="2791"/>
                  </a:lnTo>
                  <a:lnTo>
                    <a:pt x="26618" y="2800"/>
                  </a:lnTo>
                  <a:lnTo>
                    <a:pt x="26590" y="2818"/>
                  </a:lnTo>
                  <a:lnTo>
                    <a:pt x="26554" y="2855"/>
                  </a:lnTo>
                  <a:lnTo>
                    <a:pt x="26526" y="2919"/>
                  </a:lnTo>
                  <a:lnTo>
                    <a:pt x="25159" y="6903"/>
                  </a:lnTo>
                  <a:lnTo>
                    <a:pt x="23390" y="475"/>
                  </a:lnTo>
                  <a:lnTo>
                    <a:pt x="23362" y="411"/>
                  </a:lnTo>
                  <a:lnTo>
                    <a:pt x="23317" y="365"/>
                  </a:lnTo>
                  <a:lnTo>
                    <a:pt x="23262" y="338"/>
                  </a:lnTo>
                  <a:lnTo>
                    <a:pt x="23198" y="329"/>
                  </a:lnTo>
                  <a:lnTo>
                    <a:pt x="23134" y="338"/>
                  </a:lnTo>
                  <a:lnTo>
                    <a:pt x="23080" y="365"/>
                  </a:lnTo>
                  <a:lnTo>
                    <a:pt x="23034" y="411"/>
                  </a:lnTo>
                  <a:lnTo>
                    <a:pt x="23007" y="466"/>
                  </a:lnTo>
                  <a:lnTo>
                    <a:pt x="21566" y="5162"/>
                  </a:lnTo>
                  <a:lnTo>
                    <a:pt x="20499" y="1770"/>
                  </a:lnTo>
                  <a:lnTo>
                    <a:pt x="20481" y="1733"/>
                  </a:lnTo>
                  <a:lnTo>
                    <a:pt x="20463" y="1706"/>
                  </a:lnTo>
                  <a:lnTo>
                    <a:pt x="20417" y="1660"/>
                  </a:lnTo>
                  <a:lnTo>
                    <a:pt x="20362" y="1633"/>
                  </a:lnTo>
                  <a:lnTo>
                    <a:pt x="20308" y="1633"/>
                  </a:lnTo>
                  <a:lnTo>
                    <a:pt x="20244" y="1642"/>
                  </a:lnTo>
                  <a:lnTo>
                    <a:pt x="20189" y="1669"/>
                  </a:lnTo>
                  <a:lnTo>
                    <a:pt x="20153" y="1715"/>
                  </a:lnTo>
                  <a:lnTo>
                    <a:pt x="20125" y="1770"/>
                  </a:lnTo>
                  <a:lnTo>
                    <a:pt x="18821" y="6183"/>
                  </a:lnTo>
                  <a:lnTo>
                    <a:pt x="17864" y="1551"/>
                  </a:lnTo>
                  <a:lnTo>
                    <a:pt x="17846" y="1487"/>
                  </a:lnTo>
                  <a:lnTo>
                    <a:pt x="17800" y="1441"/>
                  </a:lnTo>
                  <a:lnTo>
                    <a:pt x="17745" y="1405"/>
                  </a:lnTo>
                  <a:lnTo>
                    <a:pt x="17718" y="1396"/>
                  </a:lnTo>
                  <a:lnTo>
                    <a:pt x="17618" y="1396"/>
                  </a:lnTo>
                  <a:lnTo>
                    <a:pt x="17563" y="1423"/>
                  </a:lnTo>
                  <a:lnTo>
                    <a:pt x="17517" y="1469"/>
                  </a:lnTo>
                  <a:lnTo>
                    <a:pt x="17490" y="1523"/>
                  </a:lnTo>
                  <a:lnTo>
                    <a:pt x="16724" y="3767"/>
                  </a:lnTo>
                  <a:lnTo>
                    <a:pt x="12347" y="3767"/>
                  </a:lnTo>
                  <a:lnTo>
                    <a:pt x="12311" y="3776"/>
                  </a:lnTo>
                  <a:lnTo>
                    <a:pt x="12256" y="3812"/>
                  </a:lnTo>
                  <a:lnTo>
                    <a:pt x="12210" y="3858"/>
                  </a:lnTo>
                  <a:lnTo>
                    <a:pt x="12201" y="3885"/>
                  </a:lnTo>
                  <a:lnTo>
                    <a:pt x="12183" y="3913"/>
                  </a:lnTo>
                  <a:lnTo>
                    <a:pt x="11581" y="6274"/>
                  </a:lnTo>
                  <a:lnTo>
                    <a:pt x="10660" y="1086"/>
                  </a:lnTo>
                  <a:lnTo>
                    <a:pt x="10651" y="1058"/>
                  </a:lnTo>
                  <a:lnTo>
                    <a:pt x="10633" y="1022"/>
                  </a:lnTo>
                  <a:lnTo>
                    <a:pt x="10596" y="976"/>
                  </a:lnTo>
                  <a:lnTo>
                    <a:pt x="10542" y="940"/>
                  </a:lnTo>
                  <a:lnTo>
                    <a:pt x="10514" y="931"/>
                  </a:lnTo>
                  <a:lnTo>
                    <a:pt x="10478" y="922"/>
                  </a:lnTo>
                  <a:lnTo>
                    <a:pt x="10441" y="922"/>
                  </a:lnTo>
                  <a:lnTo>
                    <a:pt x="10414" y="931"/>
                  </a:lnTo>
                  <a:lnTo>
                    <a:pt x="10377" y="940"/>
                  </a:lnTo>
                  <a:lnTo>
                    <a:pt x="10350" y="958"/>
                  </a:lnTo>
                  <a:lnTo>
                    <a:pt x="10304" y="1004"/>
                  </a:lnTo>
                  <a:lnTo>
                    <a:pt x="10277" y="1058"/>
                  </a:lnTo>
                  <a:lnTo>
                    <a:pt x="9037" y="5043"/>
                  </a:lnTo>
                  <a:lnTo>
                    <a:pt x="8162" y="3019"/>
                  </a:lnTo>
                  <a:lnTo>
                    <a:pt x="8125" y="2973"/>
                  </a:lnTo>
                  <a:lnTo>
                    <a:pt x="8089" y="2937"/>
                  </a:lnTo>
                  <a:lnTo>
                    <a:pt x="8043" y="2909"/>
                  </a:lnTo>
                  <a:lnTo>
                    <a:pt x="7979" y="2900"/>
                  </a:lnTo>
                  <a:lnTo>
                    <a:pt x="7925" y="2909"/>
                  </a:lnTo>
                  <a:lnTo>
                    <a:pt x="7879" y="2928"/>
                  </a:lnTo>
                  <a:lnTo>
                    <a:pt x="7833" y="2964"/>
                  </a:lnTo>
                  <a:lnTo>
                    <a:pt x="7806" y="3010"/>
                  </a:lnTo>
                  <a:lnTo>
                    <a:pt x="7177" y="4286"/>
                  </a:lnTo>
                  <a:lnTo>
                    <a:pt x="6274" y="1806"/>
                  </a:lnTo>
                  <a:lnTo>
                    <a:pt x="6238" y="1751"/>
                  </a:lnTo>
                  <a:lnTo>
                    <a:pt x="6192" y="1715"/>
                  </a:lnTo>
                  <a:lnTo>
                    <a:pt x="6137" y="1688"/>
                  </a:lnTo>
                  <a:lnTo>
                    <a:pt x="6083" y="1678"/>
                  </a:lnTo>
                  <a:lnTo>
                    <a:pt x="6019" y="1688"/>
                  </a:lnTo>
                  <a:lnTo>
                    <a:pt x="5973" y="1715"/>
                  </a:lnTo>
                  <a:lnTo>
                    <a:pt x="5928" y="1761"/>
                  </a:lnTo>
                  <a:lnTo>
                    <a:pt x="5900" y="1815"/>
                  </a:lnTo>
                  <a:lnTo>
                    <a:pt x="4988" y="4560"/>
                  </a:lnTo>
                  <a:lnTo>
                    <a:pt x="4186" y="156"/>
                  </a:lnTo>
                  <a:lnTo>
                    <a:pt x="4177" y="128"/>
                  </a:lnTo>
                  <a:lnTo>
                    <a:pt x="4159" y="92"/>
                  </a:lnTo>
                  <a:lnTo>
                    <a:pt x="4140" y="64"/>
                  </a:lnTo>
                  <a:lnTo>
                    <a:pt x="4122" y="37"/>
                  </a:lnTo>
                  <a:lnTo>
                    <a:pt x="4095" y="19"/>
                  </a:lnTo>
                  <a:lnTo>
                    <a:pt x="4058" y="10"/>
                  </a:lnTo>
                  <a:lnTo>
                    <a:pt x="40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3">
              <a:extLst>
                <a:ext uri="{FF2B5EF4-FFF2-40B4-BE49-F238E27FC236}">
                  <a16:creationId xmlns:a16="http://schemas.microsoft.com/office/drawing/2014/main" id="{65EE98AB-A6B8-7F0A-CE5E-75D061643BD9}"/>
                </a:ext>
              </a:extLst>
            </p:cNvPr>
            <p:cNvSpPr/>
            <p:nvPr/>
          </p:nvSpPr>
          <p:spPr>
            <a:xfrm>
              <a:off x="2836179" y="2709989"/>
              <a:ext cx="2496766" cy="560828"/>
            </a:xfrm>
            <a:custGeom>
              <a:avLst/>
              <a:gdLst/>
              <a:ahLst/>
              <a:cxnLst/>
              <a:rect l="l" t="t" r="r" b="b"/>
              <a:pathLst>
                <a:path w="32646" h="7333" extrusionOk="0">
                  <a:moveTo>
                    <a:pt x="8226" y="1"/>
                  </a:moveTo>
                  <a:lnTo>
                    <a:pt x="8162" y="10"/>
                  </a:lnTo>
                  <a:lnTo>
                    <a:pt x="8107" y="28"/>
                  </a:lnTo>
                  <a:lnTo>
                    <a:pt x="8061" y="65"/>
                  </a:lnTo>
                  <a:lnTo>
                    <a:pt x="8025" y="119"/>
                  </a:lnTo>
                  <a:lnTo>
                    <a:pt x="6128" y="4241"/>
                  </a:lnTo>
                  <a:lnTo>
                    <a:pt x="5526" y="2290"/>
                  </a:lnTo>
                  <a:lnTo>
                    <a:pt x="5499" y="2235"/>
                  </a:lnTo>
                  <a:lnTo>
                    <a:pt x="5463" y="2189"/>
                  </a:lnTo>
                  <a:lnTo>
                    <a:pt x="5408" y="2162"/>
                  </a:lnTo>
                  <a:lnTo>
                    <a:pt x="5344" y="2153"/>
                  </a:lnTo>
                  <a:lnTo>
                    <a:pt x="5280" y="2153"/>
                  </a:lnTo>
                  <a:lnTo>
                    <a:pt x="5253" y="2162"/>
                  </a:lnTo>
                  <a:lnTo>
                    <a:pt x="5226" y="2180"/>
                  </a:lnTo>
                  <a:lnTo>
                    <a:pt x="5180" y="2226"/>
                  </a:lnTo>
                  <a:lnTo>
                    <a:pt x="5153" y="2281"/>
                  </a:lnTo>
                  <a:lnTo>
                    <a:pt x="3922" y="5937"/>
                  </a:lnTo>
                  <a:lnTo>
                    <a:pt x="2846" y="1414"/>
                  </a:lnTo>
                  <a:lnTo>
                    <a:pt x="2818" y="1360"/>
                  </a:lnTo>
                  <a:lnTo>
                    <a:pt x="2782" y="1314"/>
                  </a:lnTo>
                  <a:lnTo>
                    <a:pt x="2727" y="1278"/>
                  </a:lnTo>
                  <a:lnTo>
                    <a:pt x="2672" y="1259"/>
                  </a:lnTo>
                  <a:lnTo>
                    <a:pt x="2608" y="1268"/>
                  </a:lnTo>
                  <a:lnTo>
                    <a:pt x="2554" y="1287"/>
                  </a:lnTo>
                  <a:lnTo>
                    <a:pt x="2508" y="1323"/>
                  </a:lnTo>
                  <a:lnTo>
                    <a:pt x="2472" y="1378"/>
                  </a:lnTo>
                  <a:lnTo>
                    <a:pt x="1450" y="3612"/>
                  </a:lnTo>
                  <a:lnTo>
                    <a:pt x="37" y="3612"/>
                  </a:lnTo>
                  <a:lnTo>
                    <a:pt x="1" y="3621"/>
                  </a:lnTo>
                  <a:lnTo>
                    <a:pt x="1" y="3995"/>
                  </a:lnTo>
                  <a:lnTo>
                    <a:pt x="37" y="4004"/>
                  </a:lnTo>
                  <a:lnTo>
                    <a:pt x="1578" y="4004"/>
                  </a:lnTo>
                  <a:lnTo>
                    <a:pt x="1633" y="3995"/>
                  </a:lnTo>
                  <a:lnTo>
                    <a:pt x="1678" y="3977"/>
                  </a:lnTo>
                  <a:lnTo>
                    <a:pt x="1724" y="3940"/>
                  </a:lnTo>
                  <a:lnTo>
                    <a:pt x="1751" y="3895"/>
                  </a:lnTo>
                  <a:lnTo>
                    <a:pt x="2590" y="2062"/>
                  </a:lnTo>
                  <a:lnTo>
                    <a:pt x="3694" y="6694"/>
                  </a:lnTo>
                  <a:lnTo>
                    <a:pt x="3721" y="6749"/>
                  </a:lnTo>
                  <a:lnTo>
                    <a:pt x="3767" y="6794"/>
                  </a:lnTo>
                  <a:lnTo>
                    <a:pt x="3821" y="6831"/>
                  </a:lnTo>
                  <a:lnTo>
                    <a:pt x="3876" y="6840"/>
                  </a:lnTo>
                  <a:lnTo>
                    <a:pt x="3940" y="6840"/>
                  </a:lnTo>
                  <a:lnTo>
                    <a:pt x="3976" y="6831"/>
                  </a:lnTo>
                  <a:lnTo>
                    <a:pt x="4004" y="6813"/>
                  </a:lnTo>
                  <a:lnTo>
                    <a:pt x="4049" y="6767"/>
                  </a:lnTo>
                  <a:lnTo>
                    <a:pt x="4077" y="6712"/>
                  </a:lnTo>
                  <a:lnTo>
                    <a:pt x="5335" y="2983"/>
                  </a:lnTo>
                  <a:lnTo>
                    <a:pt x="5909" y="4852"/>
                  </a:lnTo>
                  <a:lnTo>
                    <a:pt x="5928" y="4907"/>
                  </a:lnTo>
                  <a:lnTo>
                    <a:pt x="5973" y="4943"/>
                  </a:lnTo>
                  <a:lnTo>
                    <a:pt x="6019" y="4980"/>
                  </a:lnTo>
                  <a:lnTo>
                    <a:pt x="6083" y="4989"/>
                  </a:lnTo>
                  <a:lnTo>
                    <a:pt x="6137" y="4980"/>
                  </a:lnTo>
                  <a:lnTo>
                    <a:pt x="6192" y="4961"/>
                  </a:lnTo>
                  <a:lnTo>
                    <a:pt x="6238" y="4925"/>
                  </a:lnTo>
                  <a:lnTo>
                    <a:pt x="6274" y="4879"/>
                  </a:lnTo>
                  <a:lnTo>
                    <a:pt x="8134" y="822"/>
                  </a:lnTo>
                  <a:lnTo>
                    <a:pt x="9502" y="7168"/>
                  </a:lnTo>
                  <a:lnTo>
                    <a:pt x="9511" y="7205"/>
                  </a:lnTo>
                  <a:lnTo>
                    <a:pt x="9520" y="7232"/>
                  </a:lnTo>
                  <a:lnTo>
                    <a:pt x="9566" y="7278"/>
                  </a:lnTo>
                  <a:lnTo>
                    <a:pt x="9621" y="7314"/>
                  </a:lnTo>
                  <a:lnTo>
                    <a:pt x="9648" y="7323"/>
                  </a:lnTo>
                  <a:lnTo>
                    <a:pt x="9685" y="7332"/>
                  </a:lnTo>
                  <a:lnTo>
                    <a:pt x="9694" y="7332"/>
                  </a:lnTo>
                  <a:lnTo>
                    <a:pt x="9748" y="7314"/>
                  </a:lnTo>
                  <a:lnTo>
                    <a:pt x="9812" y="7287"/>
                  </a:lnTo>
                  <a:lnTo>
                    <a:pt x="9849" y="7241"/>
                  </a:lnTo>
                  <a:lnTo>
                    <a:pt x="9876" y="7186"/>
                  </a:lnTo>
                  <a:lnTo>
                    <a:pt x="11235" y="2618"/>
                  </a:lnTo>
                  <a:lnTo>
                    <a:pt x="12302" y="6001"/>
                  </a:lnTo>
                  <a:lnTo>
                    <a:pt x="12329" y="6056"/>
                  </a:lnTo>
                  <a:lnTo>
                    <a:pt x="12375" y="6101"/>
                  </a:lnTo>
                  <a:lnTo>
                    <a:pt x="12429" y="6129"/>
                  </a:lnTo>
                  <a:lnTo>
                    <a:pt x="12484" y="6138"/>
                  </a:lnTo>
                  <a:lnTo>
                    <a:pt x="12539" y="6129"/>
                  </a:lnTo>
                  <a:lnTo>
                    <a:pt x="12593" y="6110"/>
                  </a:lnTo>
                  <a:lnTo>
                    <a:pt x="12639" y="6074"/>
                  </a:lnTo>
                  <a:lnTo>
                    <a:pt x="12675" y="6019"/>
                  </a:lnTo>
                  <a:lnTo>
                    <a:pt x="13952" y="2974"/>
                  </a:lnTo>
                  <a:lnTo>
                    <a:pt x="14864" y="5107"/>
                  </a:lnTo>
                  <a:lnTo>
                    <a:pt x="14891" y="5153"/>
                  </a:lnTo>
                  <a:lnTo>
                    <a:pt x="14928" y="5189"/>
                  </a:lnTo>
                  <a:lnTo>
                    <a:pt x="14973" y="5217"/>
                  </a:lnTo>
                  <a:lnTo>
                    <a:pt x="15028" y="5226"/>
                  </a:lnTo>
                  <a:lnTo>
                    <a:pt x="15083" y="5226"/>
                  </a:lnTo>
                  <a:lnTo>
                    <a:pt x="15128" y="5217"/>
                  </a:lnTo>
                  <a:lnTo>
                    <a:pt x="15174" y="5189"/>
                  </a:lnTo>
                  <a:lnTo>
                    <a:pt x="15210" y="5153"/>
                  </a:lnTo>
                  <a:lnTo>
                    <a:pt x="16031" y="4004"/>
                  </a:lnTo>
                  <a:lnTo>
                    <a:pt x="20463" y="4004"/>
                  </a:lnTo>
                  <a:lnTo>
                    <a:pt x="20490" y="3995"/>
                  </a:lnTo>
                  <a:lnTo>
                    <a:pt x="20545" y="3968"/>
                  </a:lnTo>
                  <a:lnTo>
                    <a:pt x="20590" y="3913"/>
                  </a:lnTo>
                  <a:lnTo>
                    <a:pt x="20609" y="3885"/>
                  </a:lnTo>
                  <a:lnTo>
                    <a:pt x="20618" y="3858"/>
                  </a:lnTo>
                  <a:lnTo>
                    <a:pt x="21229" y="1460"/>
                  </a:lnTo>
                  <a:lnTo>
                    <a:pt x="22141" y="6074"/>
                  </a:lnTo>
                  <a:lnTo>
                    <a:pt x="22150" y="6110"/>
                  </a:lnTo>
                  <a:lnTo>
                    <a:pt x="22168" y="6138"/>
                  </a:lnTo>
                  <a:lnTo>
                    <a:pt x="22204" y="6183"/>
                  </a:lnTo>
                  <a:lnTo>
                    <a:pt x="22259" y="6220"/>
                  </a:lnTo>
                  <a:lnTo>
                    <a:pt x="22296" y="6229"/>
                  </a:lnTo>
                  <a:lnTo>
                    <a:pt x="22323" y="6238"/>
                  </a:lnTo>
                  <a:lnTo>
                    <a:pt x="22359" y="6229"/>
                  </a:lnTo>
                  <a:lnTo>
                    <a:pt x="22396" y="6229"/>
                  </a:lnTo>
                  <a:lnTo>
                    <a:pt x="22423" y="6211"/>
                  </a:lnTo>
                  <a:lnTo>
                    <a:pt x="22451" y="6202"/>
                  </a:lnTo>
                  <a:lnTo>
                    <a:pt x="22496" y="6156"/>
                  </a:lnTo>
                  <a:lnTo>
                    <a:pt x="22524" y="6092"/>
                  </a:lnTo>
                  <a:lnTo>
                    <a:pt x="23691" y="2062"/>
                  </a:lnTo>
                  <a:lnTo>
                    <a:pt x="24356" y="4834"/>
                  </a:lnTo>
                  <a:lnTo>
                    <a:pt x="24375" y="4898"/>
                  </a:lnTo>
                  <a:lnTo>
                    <a:pt x="24411" y="4943"/>
                  </a:lnTo>
                  <a:lnTo>
                    <a:pt x="24466" y="4971"/>
                  </a:lnTo>
                  <a:lnTo>
                    <a:pt x="24530" y="4989"/>
                  </a:lnTo>
                  <a:lnTo>
                    <a:pt x="24584" y="4980"/>
                  </a:lnTo>
                  <a:lnTo>
                    <a:pt x="24639" y="4961"/>
                  </a:lnTo>
                  <a:lnTo>
                    <a:pt x="24685" y="4925"/>
                  </a:lnTo>
                  <a:lnTo>
                    <a:pt x="24721" y="4870"/>
                  </a:lnTo>
                  <a:lnTo>
                    <a:pt x="25606" y="2928"/>
                  </a:lnTo>
                  <a:lnTo>
                    <a:pt x="26527" y="5955"/>
                  </a:lnTo>
                  <a:lnTo>
                    <a:pt x="26554" y="6010"/>
                  </a:lnTo>
                  <a:lnTo>
                    <a:pt x="26600" y="6056"/>
                  </a:lnTo>
                  <a:lnTo>
                    <a:pt x="26654" y="6083"/>
                  </a:lnTo>
                  <a:lnTo>
                    <a:pt x="26718" y="6092"/>
                  </a:lnTo>
                  <a:lnTo>
                    <a:pt x="26782" y="6083"/>
                  </a:lnTo>
                  <a:lnTo>
                    <a:pt x="26837" y="6056"/>
                  </a:lnTo>
                  <a:lnTo>
                    <a:pt x="26873" y="6010"/>
                  </a:lnTo>
                  <a:lnTo>
                    <a:pt x="26900" y="5955"/>
                  </a:lnTo>
                  <a:lnTo>
                    <a:pt x="27894" y="2974"/>
                  </a:lnTo>
                  <a:lnTo>
                    <a:pt x="28761" y="4989"/>
                  </a:lnTo>
                  <a:lnTo>
                    <a:pt x="28788" y="5034"/>
                  </a:lnTo>
                  <a:lnTo>
                    <a:pt x="28834" y="5071"/>
                  </a:lnTo>
                  <a:lnTo>
                    <a:pt x="28888" y="5089"/>
                  </a:lnTo>
                  <a:lnTo>
                    <a:pt x="28943" y="5107"/>
                  </a:lnTo>
                  <a:lnTo>
                    <a:pt x="28998" y="5089"/>
                  </a:lnTo>
                  <a:lnTo>
                    <a:pt x="29052" y="5071"/>
                  </a:lnTo>
                  <a:lnTo>
                    <a:pt x="29098" y="5025"/>
                  </a:lnTo>
                  <a:lnTo>
                    <a:pt x="29125" y="4980"/>
                  </a:lnTo>
                  <a:lnTo>
                    <a:pt x="29828" y="3138"/>
                  </a:lnTo>
                  <a:lnTo>
                    <a:pt x="30776" y="5919"/>
                  </a:lnTo>
                  <a:lnTo>
                    <a:pt x="30812" y="5964"/>
                  </a:lnTo>
                  <a:lnTo>
                    <a:pt x="30849" y="6010"/>
                  </a:lnTo>
                  <a:lnTo>
                    <a:pt x="30904" y="6037"/>
                  </a:lnTo>
                  <a:lnTo>
                    <a:pt x="30967" y="6047"/>
                  </a:lnTo>
                  <a:lnTo>
                    <a:pt x="31031" y="6037"/>
                  </a:lnTo>
                  <a:lnTo>
                    <a:pt x="31086" y="6010"/>
                  </a:lnTo>
                  <a:lnTo>
                    <a:pt x="31132" y="5964"/>
                  </a:lnTo>
                  <a:lnTo>
                    <a:pt x="31159" y="5901"/>
                  </a:lnTo>
                  <a:lnTo>
                    <a:pt x="31688" y="4004"/>
                  </a:lnTo>
                  <a:lnTo>
                    <a:pt x="32600" y="4004"/>
                  </a:lnTo>
                  <a:lnTo>
                    <a:pt x="32645" y="3995"/>
                  </a:lnTo>
                  <a:lnTo>
                    <a:pt x="32645" y="3621"/>
                  </a:lnTo>
                  <a:lnTo>
                    <a:pt x="32600" y="3612"/>
                  </a:lnTo>
                  <a:lnTo>
                    <a:pt x="31542" y="3612"/>
                  </a:lnTo>
                  <a:lnTo>
                    <a:pt x="31478" y="3621"/>
                  </a:lnTo>
                  <a:lnTo>
                    <a:pt x="31423" y="3648"/>
                  </a:lnTo>
                  <a:lnTo>
                    <a:pt x="31378" y="3694"/>
                  </a:lnTo>
                  <a:lnTo>
                    <a:pt x="31350" y="3758"/>
                  </a:lnTo>
                  <a:lnTo>
                    <a:pt x="30949" y="5189"/>
                  </a:lnTo>
                  <a:lnTo>
                    <a:pt x="30019" y="2490"/>
                  </a:lnTo>
                  <a:lnTo>
                    <a:pt x="29992" y="2436"/>
                  </a:lnTo>
                  <a:lnTo>
                    <a:pt x="29955" y="2399"/>
                  </a:lnTo>
                  <a:lnTo>
                    <a:pt x="29901" y="2372"/>
                  </a:lnTo>
                  <a:lnTo>
                    <a:pt x="29837" y="2363"/>
                  </a:lnTo>
                  <a:lnTo>
                    <a:pt x="29782" y="2372"/>
                  </a:lnTo>
                  <a:lnTo>
                    <a:pt x="29736" y="2399"/>
                  </a:lnTo>
                  <a:lnTo>
                    <a:pt x="29682" y="2436"/>
                  </a:lnTo>
                  <a:lnTo>
                    <a:pt x="29663" y="2463"/>
                  </a:lnTo>
                  <a:lnTo>
                    <a:pt x="29654" y="2490"/>
                  </a:lnTo>
                  <a:lnTo>
                    <a:pt x="28934" y="4387"/>
                  </a:lnTo>
                  <a:lnTo>
                    <a:pt x="28059" y="2335"/>
                  </a:lnTo>
                  <a:lnTo>
                    <a:pt x="28022" y="2290"/>
                  </a:lnTo>
                  <a:lnTo>
                    <a:pt x="27976" y="2253"/>
                  </a:lnTo>
                  <a:lnTo>
                    <a:pt x="27922" y="2226"/>
                  </a:lnTo>
                  <a:lnTo>
                    <a:pt x="27867" y="2217"/>
                  </a:lnTo>
                  <a:lnTo>
                    <a:pt x="27803" y="2235"/>
                  </a:lnTo>
                  <a:lnTo>
                    <a:pt x="27758" y="2262"/>
                  </a:lnTo>
                  <a:lnTo>
                    <a:pt x="27712" y="2299"/>
                  </a:lnTo>
                  <a:lnTo>
                    <a:pt x="27685" y="2354"/>
                  </a:lnTo>
                  <a:lnTo>
                    <a:pt x="26727" y="5253"/>
                  </a:lnTo>
                  <a:lnTo>
                    <a:pt x="25834" y="2317"/>
                  </a:lnTo>
                  <a:lnTo>
                    <a:pt x="25806" y="2262"/>
                  </a:lnTo>
                  <a:lnTo>
                    <a:pt x="25761" y="2217"/>
                  </a:lnTo>
                  <a:lnTo>
                    <a:pt x="25715" y="2189"/>
                  </a:lnTo>
                  <a:lnTo>
                    <a:pt x="25651" y="2171"/>
                  </a:lnTo>
                  <a:lnTo>
                    <a:pt x="25597" y="2180"/>
                  </a:lnTo>
                  <a:lnTo>
                    <a:pt x="25542" y="2199"/>
                  </a:lnTo>
                  <a:lnTo>
                    <a:pt x="25496" y="2235"/>
                  </a:lnTo>
                  <a:lnTo>
                    <a:pt x="25460" y="2290"/>
                  </a:lnTo>
                  <a:lnTo>
                    <a:pt x="24603" y="4186"/>
                  </a:lnTo>
                  <a:lnTo>
                    <a:pt x="23900" y="1250"/>
                  </a:lnTo>
                  <a:lnTo>
                    <a:pt x="23882" y="1223"/>
                  </a:lnTo>
                  <a:lnTo>
                    <a:pt x="23873" y="1186"/>
                  </a:lnTo>
                  <a:lnTo>
                    <a:pt x="23828" y="1141"/>
                  </a:lnTo>
                  <a:lnTo>
                    <a:pt x="23773" y="1113"/>
                  </a:lnTo>
                  <a:lnTo>
                    <a:pt x="23745" y="1104"/>
                  </a:lnTo>
                  <a:lnTo>
                    <a:pt x="23709" y="1095"/>
                  </a:lnTo>
                  <a:lnTo>
                    <a:pt x="23645" y="1113"/>
                  </a:lnTo>
                  <a:lnTo>
                    <a:pt x="23590" y="1141"/>
                  </a:lnTo>
                  <a:lnTo>
                    <a:pt x="23545" y="1186"/>
                  </a:lnTo>
                  <a:lnTo>
                    <a:pt x="23517" y="1241"/>
                  </a:lnTo>
                  <a:lnTo>
                    <a:pt x="22369" y="5208"/>
                  </a:lnTo>
                  <a:lnTo>
                    <a:pt x="21448" y="530"/>
                  </a:lnTo>
                  <a:lnTo>
                    <a:pt x="21438" y="502"/>
                  </a:lnTo>
                  <a:lnTo>
                    <a:pt x="21429" y="475"/>
                  </a:lnTo>
                  <a:lnTo>
                    <a:pt x="21411" y="448"/>
                  </a:lnTo>
                  <a:lnTo>
                    <a:pt x="21384" y="420"/>
                  </a:lnTo>
                  <a:lnTo>
                    <a:pt x="21329" y="393"/>
                  </a:lnTo>
                  <a:lnTo>
                    <a:pt x="21302" y="375"/>
                  </a:lnTo>
                  <a:lnTo>
                    <a:pt x="21229" y="375"/>
                  </a:lnTo>
                  <a:lnTo>
                    <a:pt x="21192" y="384"/>
                  </a:lnTo>
                  <a:lnTo>
                    <a:pt x="21165" y="393"/>
                  </a:lnTo>
                  <a:lnTo>
                    <a:pt x="21138" y="411"/>
                  </a:lnTo>
                  <a:lnTo>
                    <a:pt x="21092" y="466"/>
                  </a:lnTo>
                  <a:lnTo>
                    <a:pt x="21065" y="521"/>
                  </a:lnTo>
                  <a:lnTo>
                    <a:pt x="20271" y="3612"/>
                  </a:lnTo>
                  <a:lnTo>
                    <a:pt x="15931" y="3612"/>
                  </a:lnTo>
                  <a:lnTo>
                    <a:pt x="15885" y="3621"/>
                  </a:lnTo>
                  <a:lnTo>
                    <a:pt x="15849" y="3630"/>
                  </a:lnTo>
                  <a:lnTo>
                    <a:pt x="15803" y="3657"/>
                  </a:lnTo>
                  <a:lnTo>
                    <a:pt x="15776" y="3694"/>
                  </a:lnTo>
                  <a:lnTo>
                    <a:pt x="15092" y="4642"/>
                  </a:lnTo>
                  <a:lnTo>
                    <a:pt x="14125" y="2390"/>
                  </a:lnTo>
                  <a:lnTo>
                    <a:pt x="14098" y="2335"/>
                  </a:lnTo>
                  <a:lnTo>
                    <a:pt x="14052" y="2299"/>
                  </a:lnTo>
                  <a:lnTo>
                    <a:pt x="14007" y="2281"/>
                  </a:lnTo>
                  <a:lnTo>
                    <a:pt x="13943" y="2271"/>
                  </a:lnTo>
                  <a:lnTo>
                    <a:pt x="13879" y="2271"/>
                  </a:lnTo>
                  <a:lnTo>
                    <a:pt x="13852" y="2281"/>
                  </a:lnTo>
                  <a:lnTo>
                    <a:pt x="13834" y="2299"/>
                  </a:lnTo>
                  <a:lnTo>
                    <a:pt x="13788" y="2335"/>
                  </a:lnTo>
                  <a:lnTo>
                    <a:pt x="13761" y="2390"/>
                  </a:lnTo>
                  <a:lnTo>
                    <a:pt x="12520" y="5372"/>
                  </a:lnTo>
                  <a:lnTo>
                    <a:pt x="11417" y="1888"/>
                  </a:lnTo>
                  <a:lnTo>
                    <a:pt x="11390" y="1834"/>
                  </a:lnTo>
                  <a:lnTo>
                    <a:pt x="11344" y="1788"/>
                  </a:lnTo>
                  <a:lnTo>
                    <a:pt x="11289" y="1761"/>
                  </a:lnTo>
                  <a:lnTo>
                    <a:pt x="11262" y="1752"/>
                  </a:lnTo>
                  <a:lnTo>
                    <a:pt x="11226" y="1752"/>
                  </a:lnTo>
                  <a:lnTo>
                    <a:pt x="11162" y="1761"/>
                  </a:lnTo>
                  <a:lnTo>
                    <a:pt x="11107" y="1797"/>
                  </a:lnTo>
                  <a:lnTo>
                    <a:pt x="11071" y="1834"/>
                  </a:lnTo>
                  <a:lnTo>
                    <a:pt x="11043" y="1898"/>
                  </a:lnTo>
                  <a:lnTo>
                    <a:pt x="9721" y="6338"/>
                  </a:lnTo>
                  <a:lnTo>
                    <a:pt x="8399" y="156"/>
                  </a:lnTo>
                  <a:lnTo>
                    <a:pt x="8371" y="101"/>
                  </a:lnTo>
                  <a:lnTo>
                    <a:pt x="8335" y="56"/>
                  </a:lnTo>
                  <a:lnTo>
                    <a:pt x="8289" y="19"/>
                  </a:lnTo>
                  <a:lnTo>
                    <a:pt x="82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>
              <a:extLst>
                <a:ext uri="{FF2B5EF4-FFF2-40B4-BE49-F238E27FC236}">
                  <a16:creationId xmlns:a16="http://schemas.microsoft.com/office/drawing/2014/main" id="{99C82F28-1754-509F-90E9-A4D0205289BC}"/>
                </a:ext>
              </a:extLst>
            </p:cNvPr>
            <p:cNvSpPr/>
            <p:nvPr/>
          </p:nvSpPr>
          <p:spPr>
            <a:xfrm>
              <a:off x="2836179" y="2499440"/>
              <a:ext cx="2496766" cy="299955"/>
            </a:xfrm>
            <a:custGeom>
              <a:avLst/>
              <a:gdLst/>
              <a:ahLst/>
              <a:cxnLst/>
              <a:rect l="l" t="t" r="r" b="b"/>
              <a:pathLst>
                <a:path w="32646" h="3922" extrusionOk="0">
                  <a:moveTo>
                    <a:pt x="13742" y="0"/>
                  </a:moveTo>
                  <a:lnTo>
                    <a:pt x="13040" y="2344"/>
                  </a:lnTo>
                  <a:lnTo>
                    <a:pt x="12302" y="939"/>
                  </a:lnTo>
                  <a:lnTo>
                    <a:pt x="11563" y="2699"/>
                  </a:lnTo>
                  <a:lnTo>
                    <a:pt x="10833" y="27"/>
                  </a:lnTo>
                  <a:lnTo>
                    <a:pt x="9703" y="2453"/>
                  </a:lnTo>
                  <a:lnTo>
                    <a:pt x="8554" y="620"/>
                  </a:lnTo>
                  <a:lnTo>
                    <a:pt x="7615" y="1687"/>
                  </a:lnTo>
                  <a:lnTo>
                    <a:pt x="6511" y="876"/>
                  </a:lnTo>
                  <a:lnTo>
                    <a:pt x="6393" y="1040"/>
                  </a:lnTo>
                  <a:lnTo>
                    <a:pt x="5864" y="1769"/>
                  </a:lnTo>
                  <a:lnTo>
                    <a:pt x="5454" y="2316"/>
                  </a:lnTo>
                  <a:lnTo>
                    <a:pt x="4378" y="648"/>
                  </a:lnTo>
                  <a:lnTo>
                    <a:pt x="3438" y="1979"/>
                  </a:lnTo>
                  <a:lnTo>
                    <a:pt x="2344" y="638"/>
                  </a:lnTo>
                  <a:lnTo>
                    <a:pt x="1533" y="2298"/>
                  </a:lnTo>
                  <a:lnTo>
                    <a:pt x="821" y="520"/>
                  </a:lnTo>
                  <a:lnTo>
                    <a:pt x="101" y="1979"/>
                  </a:lnTo>
                  <a:lnTo>
                    <a:pt x="1" y="1860"/>
                  </a:lnTo>
                  <a:lnTo>
                    <a:pt x="1" y="2490"/>
                  </a:lnTo>
                  <a:lnTo>
                    <a:pt x="183" y="2717"/>
                  </a:lnTo>
                  <a:lnTo>
                    <a:pt x="785" y="1496"/>
                  </a:lnTo>
                  <a:lnTo>
                    <a:pt x="1505" y="3283"/>
                  </a:lnTo>
                  <a:lnTo>
                    <a:pt x="2426" y="1377"/>
                  </a:lnTo>
                  <a:lnTo>
                    <a:pt x="3466" y="2635"/>
                  </a:lnTo>
                  <a:lnTo>
                    <a:pt x="4368" y="1359"/>
                  </a:lnTo>
                  <a:lnTo>
                    <a:pt x="5371" y="2918"/>
                  </a:lnTo>
                  <a:lnTo>
                    <a:pt x="5536" y="2818"/>
                  </a:lnTo>
                  <a:lnTo>
                    <a:pt x="5554" y="2809"/>
                  </a:lnTo>
                  <a:lnTo>
                    <a:pt x="5590" y="2772"/>
                  </a:lnTo>
                  <a:lnTo>
                    <a:pt x="5645" y="2717"/>
                  </a:lnTo>
                  <a:lnTo>
                    <a:pt x="5727" y="2608"/>
                  </a:lnTo>
                  <a:lnTo>
                    <a:pt x="6046" y="2198"/>
                  </a:lnTo>
                  <a:lnTo>
                    <a:pt x="6602" y="1432"/>
                  </a:lnTo>
                  <a:lnTo>
                    <a:pt x="7678" y="2225"/>
                  </a:lnTo>
                  <a:lnTo>
                    <a:pt x="8499" y="1286"/>
                  </a:lnTo>
                  <a:lnTo>
                    <a:pt x="9757" y="3283"/>
                  </a:lnTo>
                  <a:lnTo>
                    <a:pt x="10733" y="1186"/>
                  </a:lnTo>
                  <a:lnTo>
                    <a:pt x="11481" y="3921"/>
                  </a:lnTo>
                  <a:lnTo>
                    <a:pt x="12347" y="1879"/>
                  </a:lnTo>
                  <a:lnTo>
                    <a:pt x="13150" y="3392"/>
                  </a:lnTo>
                  <a:lnTo>
                    <a:pt x="13660" y="1669"/>
                  </a:lnTo>
                  <a:lnTo>
                    <a:pt x="14034" y="3575"/>
                  </a:lnTo>
                  <a:lnTo>
                    <a:pt x="15283" y="1249"/>
                  </a:lnTo>
                  <a:lnTo>
                    <a:pt x="16305" y="3055"/>
                  </a:lnTo>
                  <a:lnTo>
                    <a:pt x="17271" y="1541"/>
                  </a:lnTo>
                  <a:lnTo>
                    <a:pt x="18265" y="2891"/>
                  </a:lnTo>
                  <a:lnTo>
                    <a:pt x="19715" y="1404"/>
                  </a:lnTo>
                  <a:lnTo>
                    <a:pt x="20563" y="2544"/>
                  </a:lnTo>
                  <a:lnTo>
                    <a:pt x="21694" y="1477"/>
                  </a:lnTo>
                  <a:lnTo>
                    <a:pt x="22615" y="2216"/>
                  </a:lnTo>
                  <a:lnTo>
                    <a:pt x="23435" y="1559"/>
                  </a:lnTo>
                  <a:lnTo>
                    <a:pt x="24721" y="2918"/>
                  </a:lnTo>
                  <a:lnTo>
                    <a:pt x="25934" y="1377"/>
                  </a:lnTo>
                  <a:lnTo>
                    <a:pt x="26992" y="2964"/>
                  </a:lnTo>
                  <a:lnTo>
                    <a:pt x="27876" y="1468"/>
                  </a:lnTo>
                  <a:lnTo>
                    <a:pt x="28742" y="2462"/>
                  </a:lnTo>
                  <a:lnTo>
                    <a:pt x="29372" y="1404"/>
                  </a:lnTo>
                  <a:lnTo>
                    <a:pt x="30083" y="2262"/>
                  </a:lnTo>
                  <a:lnTo>
                    <a:pt x="30794" y="1486"/>
                  </a:lnTo>
                  <a:lnTo>
                    <a:pt x="31369" y="2763"/>
                  </a:lnTo>
                  <a:lnTo>
                    <a:pt x="32244" y="1423"/>
                  </a:lnTo>
                  <a:lnTo>
                    <a:pt x="32645" y="1824"/>
                  </a:lnTo>
                  <a:lnTo>
                    <a:pt x="32645" y="1258"/>
                  </a:lnTo>
                  <a:lnTo>
                    <a:pt x="32189" y="793"/>
                  </a:lnTo>
                  <a:lnTo>
                    <a:pt x="31442" y="1933"/>
                  </a:lnTo>
                  <a:lnTo>
                    <a:pt x="30922" y="766"/>
                  </a:lnTo>
                  <a:lnTo>
                    <a:pt x="30101" y="1660"/>
                  </a:lnTo>
                  <a:lnTo>
                    <a:pt x="29308" y="711"/>
                  </a:lnTo>
                  <a:lnTo>
                    <a:pt x="28679" y="1787"/>
                  </a:lnTo>
                  <a:lnTo>
                    <a:pt x="27812" y="784"/>
                  </a:lnTo>
                  <a:lnTo>
                    <a:pt x="26973" y="2207"/>
                  </a:lnTo>
                  <a:lnTo>
                    <a:pt x="25970" y="693"/>
                  </a:lnTo>
                  <a:lnTo>
                    <a:pt x="24694" y="2307"/>
                  </a:lnTo>
                  <a:lnTo>
                    <a:pt x="23472" y="1021"/>
                  </a:lnTo>
                  <a:lnTo>
                    <a:pt x="22615" y="1705"/>
                  </a:lnTo>
                  <a:lnTo>
                    <a:pt x="21676" y="948"/>
                  </a:lnTo>
                  <a:lnTo>
                    <a:pt x="20618" y="1952"/>
                  </a:lnTo>
                  <a:lnTo>
                    <a:pt x="19751" y="793"/>
                  </a:lnTo>
                  <a:lnTo>
                    <a:pt x="18311" y="2280"/>
                  </a:lnTo>
                  <a:lnTo>
                    <a:pt x="17253" y="830"/>
                  </a:lnTo>
                  <a:lnTo>
                    <a:pt x="16332" y="2289"/>
                  </a:lnTo>
                  <a:lnTo>
                    <a:pt x="15274" y="420"/>
                  </a:lnTo>
                  <a:lnTo>
                    <a:pt x="14207" y="2398"/>
                  </a:lnTo>
                  <a:lnTo>
                    <a:pt x="13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3">
              <a:extLst>
                <a:ext uri="{FF2B5EF4-FFF2-40B4-BE49-F238E27FC236}">
                  <a16:creationId xmlns:a16="http://schemas.microsoft.com/office/drawing/2014/main" id="{2EBB713F-C032-6189-3947-24E39142E0A0}"/>
                </a:ext>
              </a:extLst>
            </p:cNvPr>
            <p:cNvSpPr/>
            <p:nvPr/>
          </p:nvSpPr>
          <p:spPr>
            <a:xfrm>
              <a:off x="2261514" y="2832739"/>
              <a:ext cx="1007165" cy="1058024"/>
            </a:xfrm>
            <a:custGeom>
              <a:avLst/>
              <a:gdLst/>
              <a:ahLst/>
              <a:cxnLst/>
              <a:rect l="l" t="t" r="r" b="b"/>
              <a:pathLst>
                <a:path w="13169" h="13834" extrusionOk="0">
                  <a:moveTo>
                    <a:pt x="6639" y="1"/>
                  </a:moveTo>
                  <a:lnTo>
                    <a:pt x="6037" y="10"/>
                  </a:lnTo>
                  <a:lnTo>
                    <a:pt x="5436" y="28"/>
                  </a:lnTo>
                  <a:lnTo>
                    <a:pt x="4852" y="46"/>
                  </a:lnTo>
                  <a:lnTo>
                    <a:pt x="4277" y="83"/>
                  </a:lnTo>
                  <a:lnTo>
                    <a:pt x="3730" y="138"/>
                  </a:lnTo>
                  <a:lnTo>
                    <a:pt x="3201" y="201"/>
                  </a:lnTo>
                  <a:lnTo>
                    <a:pt x="2709" y="283"/>
                  </a:lnTo>
                  <a:lnTo>
                    <a:pt x="2481" y="329"/>
                  </a:lnTo>
                  <a:lnTo>
                    <a:pt x="2253" y="375"/>
                  </a:lnTo>
                  <a:lnTo>
                    <a:pt x="2043" y="429"/>
                  </a:lnTo>
                  <a:lnTo>
                    <a:pt x="1834" y="493"/>
                  </a:lnTo>
                  <a:lnTo>
                    <a:pt x="1642" y="557"/>
                  </a:lnTo>
                  <a:lnTo>
                    <a:pt x="1469" y="621"/>
                  </a:lnTo>
                  <a:lnTo>
                    <a:pt x="1296" y="694"/>
                  </a:lnTo>
                  <a:lnTo>
                    <a:pt x="1150" y="767"/>
                  </a:lnTo>
                  <a:lnTo>
                    <a:pt x="1004" y="858"/>
                  </a:lnTo>
                  <a:lnTo>
                    <a:pt x="885" y="940"/>
                  </a:lnTo>
                  <a:lnTo>
                    <a:pt x="776" y="1031"/>
                  </a:lnTo>
                  <a:lnTo>
                    <a:pt x="676" y="1132"/>
                  </a:lnTo>
                  <a:lnTo>
                    <a:pt x="603" y="1241"/>
                  </a:lnTo>
                  <a:lnTo>
                    <a:pt x="539" y="1350"/>
                  </a:lnTo>
                  <a:lnTo>
                    <a:pt x="493" y="1460"/>
                  </a:lnTo>
                  <a:lnTo>
                    <a:pt x="466" y="1587"/>
                  </a:lnTo>
                  <a:lnTo>
                    <a:pt x="466" y="1715"/>
                  </a:lnTo>
                  <a:lnTo>
                    <a:pt x="475" y="1852"/>
                  </a:lnTo>
                  <a:lnTo>
                    <a:pt x="521" y="2153"/>
                  </a:lnTo>
                  <a:lnTo>
                    <a:pt x="557" y="2481"/>
                  </a:lnTo>
                  <a:lnTo>
                    <a:pt x="584" y="2846"/>
                  </a:lnTo>
                  <a:lnTo>
                    <a:pt x="603" y="3238"/>
                  </a:lnTo>
                  <a:lnTo>
                    <a:pt x="612" y="3648"/>
                  </a:lnTo>
                  <a:lnTo>
                    <a:pt x="621" y="4086"/>
                  </a:lnTo>
                  <a:lnTo>
                    <a:pt x="621" y="4542"/>
                  </a:lnTo>
                  <a:lnTo>
                    <a:pt x="621" y="5007"/>
                  </a:lnTo>
                  <a:lnTo>
                    <a:pt x="594" y="5983"/>
                  </a:lnTo>
                  <a:lnTo>
                    <a:pt x="548" y="6977"/>
                  </a:lnTo>
                  <a:lnTo>
                    <a:pt x="493" y="7989"/>
                  </a:lnTo>
                  <a:lnTo>
                    <a:pt x="429" y="8983"/>
                  </a:lnTo>
                  <a:lnTo>
                    <a:pt x="356" y="9949"/>
                  </a:lnTo>
                  <a:lnTo>
                    <a:pt x="284" y="10852"/>
                  </a:lnTo>
                  <a:lnTo>
                    <a:pt x="147" y="12393"/>
                  </a:lnTo>
                  <a:lnTo>
                    <a:pt x="46" y="13451"/>
                  </a:lnTo>
                  <a:lnTo>
                    <a:pt x="1" y="13834"/>
                  </a:lnTo>
                  <a:lnTo>
                    <a:pt x="12895" y="13834"/>
                  </a:lnTo>
                  <a:lnTo>
                    <a:pt x="12758" y="13241"/>
                  </a:lnTo>
                  <a:lnTo>
                    <a:pt x="12621" y="12557"/>
                  </a:lnTo>
                  <a:lnTo>
                    <a:pt x="12448" y="11700"/>
                  </a:lnTo>
                  <a:lnTo>
                    <a:pt x="12265" y="10697"/>
                  </a:lnTo>
                  <a:lnTo>
                    <a:pt x="12174" y="10159"/>
                  </a:lnTo>
                  <a:lnTo>
                    <a:pt x="12083" y="9612"/>
                  </a:lnTo>
                  <a:lnTo>
                    <a:pt x="12001" y="9046"/>
                  </a:lnTo>
                  <a:lnTo>
                    <a:pt x="11928" y="8481"/>
                  </a:lnTo>
                  <a:lnTo>
                    <a:pt x="11855" y="7916"/>
                  </a:lnTo>
                  <a:lnTo>
                    <a:pt x="11800" y="7359"/>
                  </a:lnTo>
                  <a:lnTo>
                    <a:pt x="11791" y="7159"/>
                  </a:lnTo>
                  <a:lnTo>
                    <a:pt x="11791" y="6931"/>
                  </a:lnTo>
                  <a:lnTo>
                    <a:pt x="11791" y="6703"/>
                  </a:lnTo>
                  <a:lnTo>
                    <a:pt x="11809" y="6457"/>
                  </a:lnTo>
                  <a:lnTo>
                    <a:pt x="11828" y="6201"/>
                  </a:lnTo>
                  <a:lnTo>
                    <a:pt x="11855" y="5928"/>
                  </a:lnTo>
                  <a:lnTo>
                    <a:pt x="11937" y="5381"/>
                  </a:lnTo>
                  <a:lnTo>
                    <a:pt x="12037" y="4806"/>
                  </a:lnTo>
                  <a:lnTo>
                    <a:pt x="12156" y="4223"/>
                  </a:lnTo>
                  <a:lnTo>
                    <a:pt x="12284" y="3639"/>
                  </a:lnTo>
                  <a:lnTo>
                    <a:pt x="12411" y="3065"/>
                  </a:lnTo>
                  <a:lnTo>
                    <a:pt x="12548" y="2527"/>
                  </a:lnTo>
                  <a:lnTo>
                    <a:pt x="12685" y="2016"/>
                  </a:lnTo>
                  <a:lnTo>
                    <a:pt x="12931" y="1159"/>
                  </a:lnTo>
                  <a:lnTo>
                    <a:pt x="13104" y="575"/>
                  </a:lnTo>
                  <a:lnTo>
                    <a:pt x="13168" y="356"/>
                  </a:lnTo>
                  <a:lnTo>
                    <a:pt x="12603" y="302"/>
                  </a:lnTo>
                  <a:lnTo>
                    <a:pt x="11955" y="247"/>
                  </a:lnTo>
                  <a:lnTo>
                    <a:pt x="11116" y="174"/>
                  </a:lnTo>
                  <a:lnTo>
                    <a:pt x="10122" y="110"/>
                  </a:lnTo>
                  <a:lnTo>
                    <a:pt x="9019" y="56"/>
                  </a:lnTo>
                  <a:lnTo>
                    <a:pt x="8445" y="37"/>
                  </a:lnTo>
                  <a:lnTo>
                    <a:pt x="7843" y="19"/>
                  </a:lnTo>
                  <a:lnTo>
                    <a:pt x="7241" y="10"/>
                  </a:lnTo>
                  <a:lnTo>
                    <a:pt x="66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3">
              <a:extLst>
                <a:ext uri="{FF2B5EF4-FFF2-40B4-BE49-F238E27FC236}">
                  <a16:creationId xmlns:a16="http://schemas.microsoft.com/office/drawing/2014/main" id="{7D7000B0-E385-681E-2153-8E5F47D73DE5}"/>
                </a:ext>
              </a:extLst>
            </p:cNvPr>
            <p:cNvSpPr/>
            <p:nvPr/>
          </p:nvSpPr>
          <p:spPr>
            <a:xfrm>
              <a:off x="1833383" y="1453351"/>
              <a:ext cx="1692579" cy="1693344"/>
            </a:xfrm>
            <a:custGeom>
              <a:avLst/>
              <a:gdLst/>
              <a:ahLst/>
              <a:cxnLst/>
              <a:rect l="l" t="t" r="r" b="b"/>
              <a:pathLst>
                <a:path w="22131" h="22141" extrusionOk="0">
                  <a:moveTo>
                    <a:pt x="11061" y="0"/>
                  </a:moveTo>
                  <a:lnTo>
                    <a:pt x="10778" y="9"/>
                  </a:lnTo>
                  <a:lnTo>
                    <a:pt x="10496" y="19"/>
                  </a:lnTo>
                  <a:lnTo>
                    <a:pt x="10213" y="37"/>
                  </a:lnTo>
                  <a:lnTo>
                    <a:pt x="9930" y="64"/>
                  </a:lnTo>
                  <a:lnTo>
                    <a:pt x="9657" y="91"/>
                  </a:lnTo>
                  <a:lnTo>
                    <a:pt x="9374" y="128"/>
                  </a:lnTo>
                  <a:lnTo>
                    <a:pt x="9100" y="174"/>
                  </a:lnTo>
                  <a:lnTo>
                    <a:pt x="8836" y="228"/>
                  </a:lnTo>
                  <a:lnTo>
                    <a:pt x="8562" y="283"/>
                  </a:lnTo>
                  <a:lnTo>
                    <a:pt x="8298" y="356"/>
                  </a:lnTo>
                  <a:lnTo>
                    <a:pt x="8034" y="420"/>
                  </a:lnTo>
                  <a:lnTo>
                    <a:pt x="7769" y="502"/>
                  </a:lnTo>
                  <a:lnTo>
                    <a:pt x="7514" y="584"/>
                  </a:lnTo>
                  <a:lnTo>
                    <a:pt x="7258" y="675"/>
                  </a:lnTo>
                  <a:lnTo>
                    <a:pt x="7003" y="775"/>
                  </a:lnTo>
                  <a:lnTo>
                    <a:pt x="6757" y="876"/>
                  </a:lnTo>
                  <a:lnTo>
                    <a:pt x="6511" y="985"/>
                  </a:lnTo>
                  <a:lnTo>
                    <a:pt x="6264" y="1095"/>
                  </a:lnTo>
                  <a:lnTo>
                    <a:pt x="6027" y="1213"/>
                  </a:lnTo>
                  <a:lnTo>
                    <a:pt x="5790" y="1341"/>
                  </a:lnTo>
                  <a:lnTo>
                    <a:pt x="5553" y="1468"/>
                  </a:lnTo>
                  <a:lnTo>
                    <a:pt x="5325" y="1605"/>
                  </a:lnTo>
                  <a:lnTo>
                    <a:pt x="5097" y="1751"/>
                  </a:lnTo>
                  <a:lnTo>
                    <a:pt x="4878" y="1897"/>
                  </a:lnTo>
                  <a:lnTo>
                    <a:pt x="4660" y="2043"/>
                  </a:lnTo>
                  <a:lnTo>
                    <a:pt x="4441" y="2198"/>
                  </a:lnTo>
                  <a:lnTo>
                    <a:pt x="4231" y="2362"/>
                  </a:lnTo>
                  <a:lnTo>
                    <a:pt x="4021" y="2526"/>
                  </a:lnTo>
                  <a:lnTo>
                    <a:pt x="3821" y="2699"/>
                  </a:lnTo>
                  <a:lnTo>
                    <a:pt x="3620" y="2882"/>
                  </a:lnTo>
                  <a:lnTo>
                    <a:pt x="3429" y="3055"/>
                  </a:lnTo>
                  <a:lnTo>
                    <a:pt x="3237" y="3246"/>
                  </a:lnTo>
                  <a:lnTo>
                    <a:pt x="3055" y="3438"/>
                  </a:lnTo>
                  <a:lnTo>
                    <a:pt x="2872" y="3629"/>
                  </a:lnTo>
                  <a:lnTo>
                    <a:pt x="2699" y="3830"/>
                  </a:lnTo>
                  <a:lnTo>
                    <a:pt x="2526" y="4031"/>
                  </a:lnTo>
                  <a:lnTo>
                    <a:pt x="2353" y="4240"/>
                  </a:lnTo>
                  <a:lnTo>
                    <a:pt x="2198" y="4450"/>
                  </a:lnTo>
                  <a:lnTo>
                    <a:pt x="2043" y="4660"/>
                  </a:lnTo>
                  <a:lnTo>
                    <a:pt x="1888" y="4879"/>
                  </a:lnTo>
                  <a:lnTo>
                    <a:pt x="1742" y="5107"/>
                  </a:lnTo>
                  <a:lnTo>
                    <a:pt x="1596" y="5335"/>
                  </a:lnTo>
                  <a:lnTo>
                    <a:pt x="1459" y="5563"/>
                  </a:lnTo>
                  <a:lnTo>
                    <a:pt x="1331" y="5800"/>
                  </a:lnTo>
                  <a:lnTo>
                    <a:pt x="1204" y="6028"/>
                  </a:lnTo>
                  <a:lnTo>
                    <a:pt x="1085" y="6274"/>
                  </a:lnTo>
                  <a:lnTo>
                    <a:pt x="976" y="6520"/>
                  </a:lnTo>
                  <a:lnTo>
                    <a:pt x="866" y="6766"/>
                  </a:lnTo>
                  <a:lnTo>
                    <a:pt x="766" y="7012"/>
                  </a:lnTo>
                  <a:lnTo>
                    <a:pt x="666" y="7268"/>
                  </a:lnTo>
                  <a:lnTo>
                    <a:pt x="574" y="7523"/>
                  </a:lnTo>
                  <a:lnTo>
                    <a:pt x="492" y="7778"/>
                  </a:lnTo>
                  <a:lnTo>
                    <a:pt x="419" y="8043"/>
                  </a:lnTo>
                  <a:lnTo>
                    <a:pt x="347" y="8307"/>
                  </a:lnTo>
                  <a:lnTo>
                    <a:pt x="283" y="8572"/>
                  </a:lnTo>
                  <a:lnTo>
                    <a:pt x="219" y="8836"/>
                  </a:lnTo>
                  <a:lnTo>
                    <a:pt x="173" y="9110"/>
                  </a:lnTo>
                  <a:lnTo>
                    <a:pt x="128" y="9383"/>
                  </a:lnTo>
                  <a:lnTo>
                    <a:pt x="82" y="9657"/>
                  </a:lnTo>
                  <a:lnTo>
                    <a:pt x="55" y="9940"/>
                  </a:lnTo>
                  <a:lnTo>
                    <a:pt x="27" y="10222"/>
                  </a:lnTo>
                  <a:lnTo>
                    <a:pt x="9" y="10505"/>
                  </a:lnTo>
                  <a:lnTo>
                    <a:pt x="0" y="10788"/>
                  </a:lnTo>
                  <a:lnTo>
                    <a:pt x="0" y="11070"/>
                  </a:lnTo>
                  <a:lnTo>
                    <a:pt x="0" y="11353"/>
                  </a:lnTo>
                  <a:lnTo>
                    <a:pt x="9" y="11636"/>
                  </a:lnTo>
                  <a:lnTo>
                    <a:pt x="27" y="11918"/>
                  </a:lnTo>
                  <a:lnTo>
                    <a:pt x="55" y="12201"/>
                  </a:lnTo>
                  <a:lnTo>
                    <a:pt x="82" y="12484"/>
                  </a:lnTo>
                  <a:lnTo>
                    <a:pt x="128" y="12757"/>
                  </a:lnTo>
                  <a:lnTo>
                    <a:pt x="173" y="13031"/>
                  </a:lnTo>
                  <a:lnTo>
                    <a:pt x="219" y="13304"/>
                  </a:lnTo>
                  <a:lnTo>
                    <a:pt x="283" y="13569"/>
                  </a:lnTo>
                  <a:lnTo>
                    <a:pt x="347" y="13833"/>
                  </a:lnTo>
                  <a:lnTo>
                    <a:pt x="419" y="14098"/>
                  </a:lnTo>
                  <a:lnTo>
                    <a:pt x="492" y="14362"/>
                  </a:lnTo>
                  <a:lnTo>
                    <a:pt x="574" y="14617"/>
                  </a:lnTo>
                  <a:lnTo>
                    <a:pt x="666" y="14873"/>
                  </a:lnTo>
                  <a:lnTo>
                    <a:pt x="766" y="15128"/>
                  </a:lnTo>
                  <a:lnTo>
                    <a:pt x="866" y="15374"/>
                  </a:lnTo>
                  <a:lnTo>
                    <a:pt x="976" y="15630"/>
                  </a:lnTo>
                  <a:lnTo>
                    <a:pt x="1085" y="15867"/>
                  </a:lnTo>
                  <a:lnTo>
                    <a:pt x="1204" y="16113"/>
                  </a:lnTo>
                  <a:lnTo>
                    <a:pt x="1331" y="16350"/>
                  </a:lnTo>
                  <a:lnTo>
                    <a:pt x="1459" y="16578"/>
                  </a:lnTo>
                  <a:lnTo>
                    <a:pt x="1596" y="16806"/>
                  </a:lnTo>
                  <a:lnTo>
                    <a:pt x="1742" y="17034"/>
                  </a:lnTo>
                  <a:lnTo>
                    <a:pt x="1888" y="17262"/>
                  </a:lnTo>
                  <a:lnTo>
                    <a:pt x="2043" y="17481"/>
                  </a:lnTo>
                  <a:lnTo>
                    <a:pt x="2198" y="17690"/>
                  </a:lnTo>
                  <a:lnTo>
                    <a:pt x="2353" y="17900"/>
                  </a:lnTo>
                  <a:lnTo>
                    <a:pt x="2526" y="18110"/>
                  </a:lnTo>
                  <a:lnTo>
                    <a:pt x="2699" y="18310"/>
                  </a:lnTo>
                  <a:lnTo>
                    <a:pt x="2872" y="18511"/>
                  </a:lnTo>
                  <a:lnTo>
                    <a:pt x="3055" y="18702"/>
                  </a:lnTo>
                  <a:lnTo>
                    <a:pt x="3237" y="18894"/>
                  </a:lnTo>
                  <a:lnTo>
                    <a:pt x="3429" y="19085"/>
                  </a:lnTo>
                  <a:lnTo>
                    <a:pt x="3620" y="19259"/>
                  </a:lnTo>
                  <a:lnTo>
                    <a:pt x="3821" y="19441"/>
                  </a:lnTo>
                  <a:lnTo>
                    <a:pt x="4021" y="19614"/>
                  </a:lnTo>
                  <a:lnTo>
                    <a:pt x="4231" y="19778"/>
                  </a:lnTo>
                  <a:lnTo>
                    <a:pt x="4441" y="19943"/>
                  </a:lnTo>
                  <a:lnTo>
                    <a:pt x="4660" y="20098"/>
                  </a:lnTo>
                  <a:lnTo>
                    <a:pt x="4878" y="20244"/>
                  </a:lnTo>
                  <a:lnTo>
                    <a:pt x="5097" y="20399"/>
                  </a:lnTo>
                  <a:lnTo>
                    <a:pt x="5325" y="20535"/>
                  </a:lnTo>
                  <a:lnTo>
                    <a:pt x="5553" y="20672"/>
                  </a:lnTo>
                  <a:lnTo>
                    <a:pt x="5790" y="20800"/>
                  </a:lnTo>
                  <a:lnTo>
                    <a:pt x="6027" y="20927"/>
                  </a:lnTo>
                  <a:lnTo>
                    <a:pt x="6264" y="21046"/>
                  </a:lnTo>
                  <a:lnTo>
                    <a:pt x="6511" y="21164"/>
                  </a:lnTo>
                  <a:lnTo>
                    <a:pt x="6757" y="21265"/>
                  </a:lnTo>
                  <a:lnTo>
                    <a:pt x="7003" y="21374"/>
                  </a:lnTo>
                  <a:lnTo>
                    <a:pt x="7258" y="21465"/>
                  </a:lnTo>
                  <a:lnTo>
                    <a:pt x="7514" y="21557"/>
                  </a:lnTo>
                  <a:lnTo>
                    <a:pt x="7769" y="21639"/>
                  </a:lnTo>
                  <a:lnTo>
                    <a:pt x="8034" y="21721"/>
                  </a:lnTo>
                  <a:lnTo>
                    <a:pt x="8298" y="21794"/>
                  </a:lnTo>
                  <a:lnTo>
                    <a:pt x="8562" y="21857"/>
                  </a:lnTo>
                  <a:lnTo>
                    <a:pt x="8836" y="21912"/>
                  </a:lnTo>
                  <a:lnTo>
                    <a:pt x="9100" y="21967"/>
                  </a:lnTo>
                  <a:lnTo>
                    <a:pt x="9374" y="22013"/>
                  </a:lnTo>
                  <a:lnTo>
                    <a:pt x="9657" y="22049"/>
                  </a:lnTo>
                  <a:lnTo>
                    <a:pt x="9930" y="22076"/>
                  </a:lnTo>
                  <a:lnTo>
                    <a:pt x="10213" y="22104"/>
                  </a:lnTo>
                  <a:lnTo>
                    <a:pt x="10496" y="22122"/>
                  </a:lnTo>
                  <a:lnTo>
                    <a:pt x="10778" y="22131"/>
                  </a:lnTo>
                  <a:lnTo>
                    <a:pt x="11061" y="22140"/>
                  </a:lnTo>
                  <a:lnTo>
                    <a:pt x="11462" y="22131"/>
                  </a:lnTo>
                  <a:lnTo>
                    <a:pt x="11863" y="22113"/>
                  </a:lnTo>
                  <a:lnTo>
                    <a:pt x="12255" y="22076"/>
                  </a:lnTo>
                  <a:lnTo>
                    <a:pt x="12648" y="22022"/>
                  </a:lnTo>
                  <a:lnTo>
                    <a:pt x="13031" y="21967"/>
                  </a:lnTo>
                  <a:lnTo>
                    <a:pt x="13413" y="21885"/>
                  </a:lnTo>
                  <a:lnTo>
                    <a:pt x="13787" y="21803"/>
                  </a:lnTo>
                  <a:lnTo>
                    <a:pt x="14161" y="21702"/>
                  </a:lnTo>
                  <a:lnTo>
                    <a:pt x="14526" y="21584"/>
                  </a:lnTo>
                  <a:lnTo>
                    <a:pt x="14891" y="21456"/>
                  </a:lnTo>
                  <a:lnTo>
                    <a:pt x="15246" y="21319"/>
                  </a:lnTo>
                  <a:lnTo>
                    <a:pt x="15593" y="21174"/>
                  </a:lnTo>
                  <a:lnTo>
                    <a:pt x="15930" y="21009"/>
                  </a:lnTo>
                  <a:lnTo>
                    <a:pt x="16268" y="20836"/>
                  </a:lnTo>
                  <a:lnTo>
                    <a:pt x="16596" y="20654"/>
                  </a:lnTo>
                  <a:lnTo>
                    <a:pt x="16924" y="20462"/>
                  </a:lnTo>
                  <a:lnTo>
                    <a:pt x="17207" y="20271"/>
                  </a:lnTo>
                  <a:lnTo>
                    <a:pt x="17499" y="20079"/>
                  </a:lnTo>
                  <a:lnTo>
                    <a:pt x="17772" y="19870"/>
                  </a:lnTo>
                  <a:lnTo>
                    <a:pt x="18046" y="19660"/>
                  </a:lnTo>
                  <a:lnTo>
                    <a:pt x="18310" y="19441"/>
                  </a:lnTo>
                  <a:lnTo>
                    <a:pt x="18566" y="19213"/>
                  </a:lnTo>
                  <a:lnTo>
                    <a:pt x="18812" y="18976"/>
                  </a:lnTo>
                  <a:lnTo>
                    <a:pt x="19058" y="18730"/>
                  </a:lnTo>
                  <a:lnTo>
                    <a:pt x="19286" y="18475"/>
                  </a:lnTo>
                  <a:lnTo>
                    <a:pt x="19514" y="18219"/>
                  </a:lnTo>
                  <a:lnTo>
                    <a:pt x="19733" y="17946"/>
                  </a:lnTo>
                  <a:lnTo>
                    <a:pt x="19942" y="17672"/>
                  </a:lnTo>
                  <a:lnTo>
                    <a:pt x="20143" y="17399"/>
                  </a:lnTo>
                  <a:lnTo>
                    <a:pt x="20344" y="17107"/>
                  </a:lnTo>
                  <a:lnTo>
                    <a:pt x="20526" y="16815"/>
                  </a:lnTo>
                  <a:lnTo>
                    <a:pt x="20699" y="16514"/>
                  </a:lnTo>
                  <a:lnTo>
                    <a:pt x="20863" y="16213"/>
                  </a:lnTo>
                  <a:lnTo>
                    <a:pt x="21018" y="15903"/>
                  </a:lnTo>
                  <a:lnTo>
                    <a:pt x="21173" y="15584"/>
                  </a:lnTo>
                  <a:lnTo>
                    <a:pt x="21310" y="15265"/>
                  </a:lnTo>
                  <a:lnTo>
                    <a:pt x="21438" y="14946"/>
                  </a:lnTo>
                  <a:lnTo>
                    <a:pt x="21556" y="14608"/>
                  </a:lnTo>
                  <a:lnTo>
                    <a:pt x="21657" y="14271"/>
                  </a:lnTo>
                  <a:lnTo>
                    <a:pt x="21757" y="13933"/>
                  </a:lnTo>
                  <a:lnTo>
                    <a:pt x="21839" y="13587"/>
                  </a:lnTo>
                  <a:lnTo>
                    <a:pt x="21921" y="13240"/>
                  </a:lnTo>
                  <a:lnTo>
                    <a:pt x="21985" y="12885"/>
                  </a:lnTo>
                  <a:lnTo>
                    <a:pt x="22040" y="12529"/>
                  </a:lnTo>
                  <a:lnTo>
                    <a:pt x="22076" y="12174"/>
                  </a:lnTo>
                  <a:lnTo>
                    <a:pt x="22104" y="11809"/>
                  </a:lnTo>
                  <a:lnTo>
                    <a:pt x="22122" y="11444"/>
                  </a:lnTo>
                  <a:lnTo>
                    <a:pt x="22131" y="11070"/>
                  </a:lnTo>
                  <a:lnTo>
                    <a:pt x="22122" y="10578"/>
                  </a:lnTo>
                  <a:lnTo>
                    <a:pt x="22085" y="10095"/>
                  </a:lnTo>
                  <a:lnTo>
                    <a:pt x="22040" y="9611"/>
                  </a:lnTo>
                  <a:lnTo>
                    <a:pt x="21967" y="9137"/>
                  </a:lnTo>
                  <a:lnTo>
                    <a:pt x="21866" y="8672"/>
                  </a:lnTo>
                  <a:lnTo>
                    <a:pt x="21757" y="8216"/>
                  </a:lnTo>
                  <a:lnTo>
                    <a:pt x="21629" y="7760"/>
                  </a:lnTo>
                  <a:lnTo>
                    <a:pt x="21483" y="7322"/>
                  </a:lnTo>
                  <a:lnTo>
                    <a:pt x="21310" y="6885"/>
                  </a:lnTo>
                  <a:lnTo>
                    <a:pt x="21128" y="6456"/>
                  </a:lnTo>
                  <a:lnTo>
                    <a:pt x="20927" y="6046"/>
                  </a:lnTo>
                  <a:lnTo>
                    <a:pt x="20708" y="5636"/>
                  </a:lnTo>
                  <a:lnTo>
                    <a:pt x="20471" y="5243"/>
                  </a:lnTo>
                  <a:lnTo>
                    <a:pt x="20225" y="4851"/>
                  </a:lnTo>
                  <a:lnTo>
                    <a:pt x="19952" y="4478"/>
                  </a:lnTo>
                  <a:lnTo>
                    <a:pt x="19678" y="4122"/>
                  </a:lnTo>
                  <a:lnTo>
                    <a:pt x="19477" y="3885"/>
                  </a:lnTo>
                  <a:lnTo>
                    <a:pt x="19286" y="3657"/>
                  </a:lnTo>
                  <a:lnTo>
                    <a:pt x="19076" y="3438"/>
                  </a:lnTo>
                  <a:lnTo>
                    <a:pt x="18866" y="3219"/>
                  </a:lnTo>
                  <a:lnTo>
                    <a:pt x="18648" y="3009"/>
                  </a:lnTo>
                  <a:lnTo>
                    <a:pt x="18429" y="2809"/>
                  </a:lnTo>
                  <a:lnTo>
                    <a:pt x="18201" y="2608"/>
                  </a:lnTo>
                  <a:lnTo>
                    <a:pt x="17964" y="2417"/>
                  </a:lnTo>
                  <a:lnTo>
                    <a:pt x="17727" y="2234"/>
                  </a:lnTo>
                  <a:lnTo>
                    <a:pt x="17480" y="2052"/>
                  </a:lnTo>
                  <a:lnTo>
                    <a:pt x="17234" y="1879"/>
                  </a:lnTo>
                  <a:lnTo>
                    <a:pt x="16979" y="1715"/>
                  </a:lnTo>
                  <a:lnTo>
                    <a:pt x="16714" y="1550"/>
                  </a:lnTo>
                  <a:lnTo>
                    <a:pt x="16450" y="1405"/>
                  </a:lnTo>
                  <a:lnTo>
                    <a:pt x="16186" y="1259"/>
                  </a:lnTo>
                  <a:lnTo>
                    <a:pt x="15912" y="1122"/>
                  </a:lnTo>
                  <a:lnTo>
                    <a:pt x="15638" y="985"/>
                  </a:lnTo>
                  <a:lnTo>
                    <a:pt x="15356" y="867"/>
                  </a:lnTo>
                  <a:lnTo>
                    <a:pt x="15073" y="748"/>
                  </a:lnTo>
                  <a:lnTo>
                    <a:pt x="14781" y="648"/>
                  </a:lnTo>
                  <a:lnTo>
                    <a:pt x="14489" y="547"/>
                  </a:lnTo>
                  <a:lnTo>
                    <a:pt x="14198" y="456"/>
                  </a:lnTo>
                  <a:lnTo>
                    <a:pt x="13897" y="365"/>
                  </a:lnTo>
                  <a:lnTo>
                    <a:pt x="13596" y="292"/>
                  </a:lnTo>
                  <a:lnTo>
                    <a:pt x="13286" y="228"/>
                  </a:lnTo>
                  <a:lnTo>
                    <a:pt x="12976" y="164"/>
                  </a:lnTo>
                  <a:lnTo>
                    <a:pt x="12666" y="119"/>
                  </a:lnTo>
                  <a:lnTo>
                    <a:pt x="12347" y="73"/>
                  </a:lnTo>
                  <a:lnTo>
                    <a:pt x="12027" y="46"/>
                  </a:lnTo>
                  <a:lnTo>
                    <a:pt x="11708" y="19"/>
                  </a:lnTo>
                  <a:lnTo>
                    <a:pt x="11389" y="9"/>
                  </a:lnTo>
                  <a:lnTo>
                    <a:pt x="110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3">
              <a:extLst>
                <a:ext uri="{FF2B5EF4-FFF2-40B4-BE49-F238E27FC236}">
                  <a16:creationId xmlns:a16="http://schemas.microsoft.com/office/drawing/2014/main" id="{84890570-A94E-099A-83BE-B7AA39C1F4C9}"/>
                </a:ext>
              </a:extLst>
            </p:cNvPr>
            <p:cNvSpPr/>
            <p:nvPr/>
          </p:nvSpPr>
          <p:spPr>
            <a:xfrm>
              <a:off x="1615800" y="1453351"/>
              <a:ext cx="1839726" cy="1928367"/>
            </a:xfrm>
            <a:custGeom>
              <a:avLst/>
              <a:gdLst/>
              <a:ahLst/>
              <a:cxnLst/>
              <a:rect l="l" t="t" r="r" b="b"/>
              <a:pathLst>
                <a:path w="24055" h="25214" extrusionOk="0">
                  <a:moveTo>
                    <a:pt x="13942" y="0"/>
                  </a:moveTo>
                  <a:lnTo>
                    <a:pt x="13550" y="9"/>
                  </a:lnTo>
                  <a:lnTo>
                    <a:pt x="13158" y="19"/>
                  </a:lnTo>
                  <a:lnTo>
                    <a:pt x="12757" y="37"/>
                  </a:lnTo>
                  <a:lnTo>
                    <a:pt x="12374" y="64"/>
                  </a:lnTo>
                  <a:lnTo>
                    <a:pt x="11936" y="101"/>
                  </a:lnTo>
                  <a:lnTo>
                    <a:pt x="11508" y="146"/>
                  </a:lnTo>
                  <a:lnTo>
                    <a:pt x="11079" y="201"/>
                  </a:lnTo>
                  <a:lnTo>
                    <a:pt x="10660" y="265"/>
                  </a:lnTo>
                  <a:lnTo>
                    <a:pt x="10249" y="338"/>
                  </a:lnTo>
                  <a:lnTo>
                    <a:pt x="9839" y="420"/>
                  </a:lnTo>
                  <a:lnTo>
                    <a:pt x="9438" y="502"/>
                  </a:lnTo>
                  <a:lnTo>
                    <a:pt x="9046" y="593"/>
                  </a:lnTo>
                  <a:lnTo>
                    <a:pt x="8799" y="666"/>
                  </a:lnTo>
                  <a:lnTo>
                    <a:pt x="8544" y="739"/>
                  </a:lnTo>
                  <a:lnTo>
                    <a:pt x="8307" y="812"/>
                  </a:lnTo>
                  <a:lnTo>
                    <a:pt x="8061" y="894"/>
                  </a:lnTo>
                  <a:lnTo>
                    <a:pt x="7833" y="985"/>
                  </a:lnTo>
                  <a:lnTo>
                    <a:pt x="7596" y="1076"/>
                  </a:lnTo>
                  <a:lnTo>
                    <a:pt x="7377" y="1177"/>
                  </a:lnTo>
                  <a:lnTo>
                    <a:pt x="7158" y="1286"/>
                  </a:lnTo>
                  <a:lnTo>
                    <a:pt x="6939" y="1395"/>
                  </a:lnTo>
                  <a:lnTo>
                    <a:pt x="6720" y="1505"/>
                  </a:lnTo>
                  <a:lnTo>
                    <a:pt x="6520" y="1633"/>
                  </a:lnTo>
                  <a:lnTo>
                    <a:pt x="6310" y="1760"/>
                  </a:lnTo>
                  <a:lnTo>
                    <a:pt x="6109" y="1888"/>
                  </a:lnTo>
                  <a:lnTo>
                    <a:pt x="5918" y="2025"/>
                  </a:lnTo>
                  <a:lnTo>
                    <a:pt x="5726" y="2171"/>
                  </a:lnTo>
                  <a:lnTo>
                    <a:pt x="5544" y="2316"/>
                  </a:lnTo>
                  <a:lnTo>
                    <a:pt x="5362" y="2462"/>
                  </a:lnTo>
                  <a:lnTo>
                    <a:pt x="5179" y="2626"/>
                  </a:lnTo>
                  <a:lnTo>
                    <a:pt x="5006" y="2781"/>
                  </a:lnTo>
                  <a:lnTo>
                    <a:pt x="4842" y="2955"/>
                  </a:lnTo>
                  <a:lnTo>
                    <a:pt x="4669" y="3128"/>
                  </a:lnTo>
                  <a:lnTo>
                    <a:pt x="4514" y="3301"/>
                  </a:lnTo>
                  <a:lnTo>
                    <a:pt x="4350" y="3484"/>
                  </a:lnTo>
                  <a:lnTo>
                    <a:pt x="4195" y="3675"/>
                  </a:lnTo>
                  <a:lnTo>
                    <a:pt x="4049" y="3867"/>
                  </a:lnTo>
                  <a:lnTo>
                    <a:pt x="3903" y="4058"/>
                  </a:lnTo>
                  <a:lnTo>
                    <a:pt x="3757" y="4259"/>
                  </a:lnTo>
                  <a:lnTo>
                    <a:pt x="3620" y="4468"/>
                  </a:lnTo>
                  <a:lnTo>
                    <a:pt x="3492" y="4678"/>
                  </a:lnTo>
                  <a:lnTo>
                    <a:pt x="3356" y="4897"/>
                  </a:lnTo>
                  <a:lnTo>
                    <a:pt x="3228" y="5116"/>
                  </a:lnTo>
                  <a:lnTo>
                    <a:pt x="3109" y="5344"/>
                  </a:lnTo>
                  <a:lnTo>
                    <a:pt x="2982" y="5581"/>
                  </a:lnTo>
                  <a:lnTo>
                    <a:pt x="2872" y="5818"/>
                  </a:lnTo>
                  <a:lnTo>
                    <a:pt x="2763" y="6064"/>
                  </a:lnTo>
                  <a:lnTo>
                    <a:pt x="2672" y="6319"/>
                  </a:lnTo>
                  <a:lnTo>
                    <a:pt x="2581" y="6575"/>
                  </a:lnTo>
                  <a:lnTo>
                    <a:pt x="2499" y="6830"/>
                  </a:lnTo>
                  <a:lnTo>
                    <a:pt x="2426" y="7095"/>
                  </a:lnTo>
                  <a:lnTo>
                    <a:pt x="2371" y="7359"/>
                  </a:lnTo>
                  <a:lnTo>
                    <a:pt x="2325" y="7623"/>
                  </a:lnTo>
                  <a:lnTo>
                    <a:pt x="2289" y="7888"/>
                  </a:lnTo>
                  <a:lnTo>
                    <a:pt x="2261" y="8161"/>
                  </a:lnTo>
                  <a:lnTo>
                    <a:pt x="2243" y="8426"/>
                  </a:lnTo>
                  <a:lnTo>
                    <a:pt x="2243" y="8699"/>
                  </a:lnTo>
                  <a:lnTo>
                    <a:pt x="2252" y="8973"/>
                  </a:lnTo>
                  <a:lnTo>
                    <a:pt x="2280" y="9237"/>
                  </a:lnTo>
                  <a:lnTo>
                    <a:pt x="2316" y="9511"/>
                  </a:lnTo>
                  <a:lnTo>
                    <a:pt x="2353" y="9730"/>
                  </a:lnTo>
                  <a:lnTo>
                    <a:pt x="2380" y="9940"/>
                  </a:lnTo>
                  <a:lnTo>
                    <a:pt x="2398" y="10149"/>
                  </a:lnTo>
                  <a:lnTo>
                    <a:pt x="2407" y="10350"/>
                  </a:lnTo>
                  <a:lnTo>
                    <a:pt x="2407" y="10541"/>
                  </a:lnTo>
                  <a:lnTo>
                    <a:pt x="2407" y="10733"/>
                  </a:lnTo>
                  <a:lnTo>
                    <a:pt x="2389" y="10924"/>
                  </a:lnTo>
                  <a:lnTo>
                    <a:pt x="2371" y="11116"/>
                  </a:lnTo>
                  <a:lnTo>
                    <a:pt x="2334" y="11298"/>
                  </a:lnTo>
                  <a:lnTo>
                    <a:pt x="2289" y="11481"/>
                  </a:lnTo>
                  <a:lnTo>
                    <a:pt x="2234" y="11663"/>
                  </a:lnTo>
                  <a:lnTo>
                    <a:pt x="2161" y="11845"/>
                  </a:lnTo>
                  <a:lnTo>
                    <a:pt x="2088" y="12028"/>
                  </a:lnTo>
                  <a:lnTo>
                    <a:pt x="1988" y="12219"/>
                  </a:lnTo>
                  <a:lnTo>
                    <a:pt x="1888" y="12402"/>
                  </a:lnTo>
                  <a:lnTo>
                    <a:pt x="1769" y="12593"/>
                  </a:lnTo>
                  <a:lnTo>
                    <a:pt x="1550" y="12940"/>
                  </a:lnTo>
                  <a:lnTo>
                    <a:pt x="1286" y="13395"/>
                  </a:lnTo>
                  <a:lnTo>
                    <a:pt x="994" y="13906"/>
                  </a:lnTo>
                  <a:lnTo>
                    <a:pt x="711" y="14444"/>
                  </a:lnTo>
                  <a:lnTo>
                    <a:pt x="219" y="15365"/>
                  </a:lnTo>
                  <a:lnTo>
                    <a:pt x="64" y="15666"/>
                  </a:lnTo>
                  <a:lnTo>
                    <a:pt x="9" y="15794"/>
                  </a:lnTo>
                  <a:lnTo>
                    <a:pt x="0" y="15848"/>
                  </a:lnTo>
                  <a:lnTo>
                    <a:pt x="9" y="15912"/>
                  </a:lnTo>
                  <a:lnTo>
                    <a:pt x="27" y="15958"/>
                  </a:lnTo>
                  <a:lnTo>
                    <a:pt x="55" y="16012"/>
                  </a:lnTo>
                  <a:lnTo>
                    <a:pt x="91" y="16058"/>
                  </a:lnTo>
                  <a:lnTo>
                    <a:pt x="137" y="16104"/>
                  </a:lnTo>
                  <a:lnTo>
                    <a:pt x="191" y="16149"/>
                  </a:lnTo>
                  <a:lnTo>
                    <a:pt x="246" y="16195"/>
                  </a:lnTo>
                  <a:lnTo>
                    <a:pt x="383" y="16268"/>
                  </a:lnTo>
                  <a:lnTo>
                    <a:pt x="529" y="16341"/>
                  </a:lnTo>
                  <a:lnTo>
                    <a:pt x="702" y="16405"/>
                  </a:lnTo>
                  <a:lnTo>
                    <a:pt x="875" y="16459"/>
                  </a:lnTo>
                  <a:lnTo>
                    <a:pt x="1240" y="16560"/>
                  </a:lnTo>
                  <a:lnTo>
                    <a:pt x="1587" y="16660"/>
                  </a:lnTo>
                  <a:lnTo>
                    <a:pt x="1742" y="16696"/>
                  </a:lnTo>
                  <a:lnTo>
                    <a:pt x="1878" y="16742"/>
                  </a:lnTo>
                  <a:lnTo>
                    <a:pt x="1988" y="16788"/>
                  </a:lnTo>
                  <a:lnTo>
                    <a:pt x="2061" y="16833"/>
                  </a:lnTo>
                  <a:lnTo>
                    <a:pt x="2143" y="16897"/>
                  </a:lnTo>
                  <a:lnTo>
                    <a:pt x="2198" y="16970"/>
                  </a:lnTo>
                  <a:lnTo>
                    <a:pt x="2252" y="17034"/>
                  </a:lnTo>
                  <a:lnTo>
                    <a:pt x="2298" y="17098"/>
                  </a:lnTo>
                  <a:lnTo>
                    <a:pt x="2325" y="17161"/>
                  </a:lnTo>
                  <a:lnTo>
                    <a:pt x="2343" y="17225"/>
                  </a:lnTo>
                  <a:lnTo>
                    <a:pt x="2362" y="17289"/>
                  </a:lnTo>
                  <a:lnTo>
                    <a:pt x="2362" y="17353"/>
                  </a:lnTo>
                  <a:lnTo>
                    <a:pt x="2362" y="17417"/>
                  </a:lnTo>
                  <a:lnTo>
                    <a:pt x="2353" y="17481"/>
                  </a:lnTo>
                  <a:lnTo>
                    <a:pt x="2343" y="17544"/>
                  </a:lnTo>
                  <a:lnTo>
                    <a:pt x="2316" y="17608"/>
                  </a:lnTo>
                  <a:lnTo>
                    <a:pt x="2261" y="17727"/>
                  </a:lnTo>
                  <a:lnTo>
                    <a:pt x="2198" y="17854"/>
                  </a:lnTo>
                  <a:lnTo>
                    <a:pt x="2033" y="18101"/>
                  </a:lnTo>
                  <a:lnTo>
                    <a:pt x="1951" y="18228"/>
                  </a:lnTo>
                  <a:lnTo>
                    <a:pt x="1869" y="18356"/>
                  </a:lnTo>
                  <a:lnTo>
                    <a:pt x="1805" y="18493"/>
                  </a:lnTo>
                  <a:lnTo>
                    <a:pt x="1751" y="18620"/>
                  </a:lnTo>
                  <a:lnTo>
                    <a:pt x="1733" y="18693"/>
                  </a:lnTo>
                  <a:lnTo>
                    <a:pt x="1723" y="18757"/>
                  </a:lnTo>
                  <a:lnTo>
                    <a:pt x="1714" y="18830"/>
                  </a:lnTo>
                  <a:lnTo>
                    <a:pt x="1714" y="18894"/>
                  </a:lnTo>
                  <a:lnTo>
                    <a:pt x="1733" y="18985"/>
                  </a:lnTo>
                  <a:lnTo>
                    <a:pt x="1760" y="19067"/>
                  </a:lnTo>
                  <a:lnTo>
                    <a:pt x="1805" y="19131"/>
                  </a:lnTo>
                  <a:lnTo>
                    <a:pt x="1869" y="19186"/>
                  </a:lnTo>
                  <a:lnTo>
                    <a:pt x="1933" y="19231"/>
                  </a:lnTo>
                  <a:lnTo>
                    <a:pt x="1997" y="19268"/>
                  </a:lnTo>
                  <a:lnTo>
                    <a:pt x="2134" y="19341"/>
                  </a:lnTo>
                  <a:lnTo>
                    <a:pt x="2198" y="19377"/>
                  </a:lnTo>
                  <a:lnTo>
                    <a:pt x="2252" y="19414"/>
                  </a:lnTo>
                  <a:lnTo>
                    <a:pt x="2298" y="19450"/>
                  </a:lnTo>
                  <a:lnTo>
                    <a:pt x="2316" y="19496"/>
                  </a:lnTo>
                  <a:lnTo>
                    <a:pt x="2325" y="19523"/>
                  </a:lnTo>
                  <a:lnTo>
                    <a:pt x="2325" y="19550"/>
                  </a:lnTo>
                  <a:lnTo>
                    <a:pt x="2307" y="19605"/>
                  </a:lnTo>
                  <a:lnTo>
                    <a:pt x="2271" y="19678"/>
                  </a:lnTo>
                  <a:lnTo>
                    <a:pt x="2198" y="19760"/>
                  </a:lnTo>
                  <a:lnTo>
                    <a:pt x="2052" y="19924"/>
                  </a:lnTo>
                  <a:lnTo>
                    <a:pt x="1997" y="19997"/>
                  </a:lnTo>
                  <a:lnTo>
                    <a:pt x="1961" y="20070"/>
                  </a:lnTo>
                  <a:lnTo>
                    <a:pt x="1951" y="20098"/>
                  </a:lnTo>
                  <a:lnTo>
                    <a:pt x="1951" y="20134"/>
                  </a:lnTo>
                  <a:lnTo>
                    <a:pt x="1951" y="20171"/>
                  </a:lnTo>
                  <a:lnTo>
                    <a:pt x="1961" y="20207"/>
                  </a:lnTo>
                  <a:lnTo>
                    <a:pt x="1979" y="20253"/>
                  </a:lnTo>
                  <a:lnTo>
                    <a:pt x="2006" y="20289"/>
                  </a:lnTo>
                  <a:lnTo>
                    <a:pt x="2079" y="20380"/>
                  </a:lnTo>
                  <a:lnTo>
                    <a:pt x="2152" y="20426"/>
                  </a:lnTo>
                  <a:lnTo>
                    <a:pt x="2225" y="20481"/>
                  </a:lnTo>
                  <a:lnTo>
                    <a:pt x="2280" y="20544"/>
                  </a:lnTo>
                  <a:lnTo>
                    <a:pt x="2325" y="20617"/>
                  </a:lnTo>
                  <a:lnTo>
                    <a:pt x="2371" y="20709"/>
                  </a:lnTo>
                  <a:lnTo>
                    <a:pt x="2407" y="20800"/>
                  </a:lnTo>
                  <a:lnTo>
                    <a:pt x="2426" y="20891"/>
                  </a:lnTo>
                  <a:lnTo>
                    <a:pt x="2453" y="21000"/>
                  </a:lnTo>
                  <a:lnTo>
                    <a:pt x="2462" y="21101"/>
                  </a:lnTo>
                  <a:lnTo>
                    <a:pt x="2471" y="21201"/>
                  </a:lnTo>
                  <a:lnTo>
                    <a:pt x="2471" y="21411"/>
                  </a:lnTo>
                  <a:lnTo>
                    <a:pt x="2462" y="21593"/>
                  </a:lnTo>
                  <a:lnTo>
                    <a:pt x="2435" y="21748"/>
                  </a:lnTo>
                  <a:lnTo>
                    <a:pt x="2435" y="21912"/>
                  </a:lnTo>
                  <a:lnTo>
                    <a:pt x="2416" y="22095"/>
                  </a:lnTo>
                  <a:lnTo>
                    <a:pt x="2371" y="22505"/>
                  </a:lnTo>
                  <a:lnTo>
                    <a:pt x="2334" y="22943"/>
                  </a:lnTo>
                  <a:lnTo>
                    <a:pt x="2325" y="23171"/>
                  </a:lnTo>
                  <a:lnTo>
                    <a:pt x="2316" y="23399"/>
                  </a:lnTo>
                  <a:lnTo>
                    <a:pt x="2334" y="23617"/>
                  </a:lnTo>
                  <a:lnTo>
                    <a:pt x="2353" y="23836"/>
                  </a:lnTo>
                  <a:lnTo>
                    <a:pt x="2398" y="24046"/>
                  </a:lnTo>
                  <a:lnTo>
                    <a:pt x="2426" y="24146"/>
                  </a:lnTo>
                  <a:lnTo>
                    <a:pt x="2462" y="24247"/>
                  </a:lnTo>
                  <a:lnTo>
                    <a:pt x="2508" y="24347"/>
                  </a:lnTo>
                  <a:lnTo>
                    <a:pt x="2553" y="24429"/>
                  </a:lnTo>
                  <a:lnTo>
                    <a:pt x="2608" y="24520"/>
                  </a:lnTo>
                  <a:lnTo>
                    <a:pt x="2663" y="24602"/>
                  </a:lnTo>
                  <a:lnTo>
                    <a:pt x="2736" y="24675"/>
                  </a:lnTo>
                  <a:lnTo>
                    <a:pt x="2809" y="24748"/>
                  </a:lnTo>
                  <a:lnTo>
                    <a:pt x="2900" y="24812"/>
                  </a:lnTo>
                  <a:lnTo>
                    <a:pt x="2991" y="24876"/>
                  </a:lnTo>
                  <a:lnTo>
                    <a:pt x="3091" y="24930"/>
                  </a:lnTo>
                  <a:lnTo>
                    <a:pt x="3201" y="24976"/>
                  </a:lnTo>
                  <a:lnTo>
                    <a:pt x="3337" y="25013"/>
                  </a:lnTo>
                  <a:lnTo>
                    <a:pt x="3492" y="25058"/>
                  </a:lnTo>
                  <a:lnTo>
                    <a:pt x="3666" y="25095"/>
                  </a:lnTo>
                  <a:lnTo>
                    <a:pt x="3848" y="25122"/>
                  </a:lnTo>
                  <a:lnTo>
                    <a:pt x="4049" y="25149"/>
                  </a:lnTo>
                  <a:lnTo>
                    <a:pt x="4268" y="25168"/>
                  </a:lnTo>
                  <a:lnTo>
                    <a:pt x="4495" y="25186"/>
                  </a:lnTo>
                  <a:lnTo>
                    <a:pt x="4742" y="25204"/>
                  </a:lnTo>
                  <a:lnTo>
                    <a:pt x="5261" y="25213"/>
                  </a:lnTo>
                  <a:lnTo>
                    <a:pt x="5836" y="25204"/>
                  </a:lnTo>
                  <a:lnTo>
                    <a:pt x="6456" y="25168"/>
                  </a:lnTo>
                  <a:lnTo>
                    <a:pt x="7113" y="25113"/>
                  </a:lnTo>
                  <a:lnTo>
                    <a:pt x="7796" y="25031"/>
                  </a:lnTo>
                  <a:lnTo>
                    <a:pt x="8152" y="24985"/>
                  </a:lnTo>
                  <a:lnTo>
                    <a:pt x="8508" y="24921"/>
                  </a:lnTo>
                  <a:lnTo>
                    <a:pt x="8882" y="24867"/>
                  </a:lnTo>
                  <a:lnTo>
                    <a:pt x="9246" y="24794"/>
                  </a:lnTo>
                  <a:lnTo>
                    <a:pt x="9629" y="24721"/>
                  </a:lnTo>
                  <a:lnTo>
                    <a:pt x="10003" y="24630"/>
                  </a:lnTo>
                  <a:lnTo>
                    <a:pt x="10395" y="24538"/>
                  </a:lnTo>
                  <a:lnTo>
                    <a:pt x="10778" y="24447"/>
                  </a:lnTo>
                  <a:lnTo>
                    <a:pt x="11170" y="24338"/>
                  </a:lnTo>
                  <a:lnTo>
                    <a:pt x="11553" y="24219"/>
                  </a:lnTo>
                  <a:lnTo>
                    <a:pt x="11945" y="24101"/>
                  </a:lnTo>
                  <a:lnTo>
                    <a:pt x="12337" y="23973"/>
                  </a:lnTo>
                  <a:lnTo>
                    <a:pt x="12730" y="23836"/>
                  </a:lnTo>
                  <a:lnTo>
                    <a:pt x="13122" y="23690"/>
                  </a:lnTo>
                  <a:lnTo>
                    <a:pt x="13514" y="23535"/>
                  </a:lnTo>
                  <a:lnTo>
                    <a:pt x="13897" y="23371"/>
                  </a:lnTo>
                  <a:lnTo>
                    <a:pt x="14280" y="23198"/>
                  </a:lnTo>
                  <a:lnTo>
                    <a:pt x="14663" y="23016"/>
                  </a:lnTo>
                  <a:lnTo>
                    <a:pt x="15037" y="22833"/>
                  </a:lnTo>
                  <a:lnTo>
                    <a:pt x="15410" y="22633"/>
                  </a:lnTo>
                  <a:lnTo>
                    <a:pt x="15775" y="22423"/>
                  </a:lnTo>
                  <a:lnTo>
                    <a:pt x="16140" y="22204"/>
                  </a:lnTo>
                  <a:lnTo>
                    <a:pt x="16496" y="21976"/>
                  </a:lnTo>
                  <a:lnTo>
                    <a:pt x="16842" y="21739"/>
                  </a:lnTo>
                  <a:lnTo>
                    <a:pt x="17189" y="21493"/>
                  </a:lnTo>
                  <a:lnTo>
                    <a:pt x="17517" y="21237"/>
                  </a:lnTo>
                  <a:lnTo>
                    <a:pt x="17845" y="20964"/>
                  </a:lnTo>
                  <a:lnTo>
                    <a:pt x="18155" y="20690"/>
                  </a:lnTo>
                  <a:lnTo>
                    <a:pt x="18456" y="20399"/>
                  </a:lnTo>
                  <a:lnTo>
                    <a:pt x="18757" y="20107"/>
                  </a:lnTo>
                  <a:lnTo>
                    <a:pt x="19040" y="19797"/>
                  </a:lnTo>
                  <a:lnTo>
                    <a:pt x="19304" y="19478"/>
                  </a:lnTo>
                  <a:lnTo>
                    <a:pt x="19569" y="19140"/>
                  </a:lnTo>
                  <a:lnTo>
                    <a:pt x="19815" y="18803"/>
                  </a:lnTo>
                  <a:lnTo>
                    <a:pt x="20043" y="18447"/>
                  </a:lnTo>
                  <a:lnTo>
                    <a:pt x="20262" y="18082"/>
                  </a:lnTo>
                  <a:lnTo>
                    <a:pt x="20462" y="17699"/>
                  </a:lnTo>
                  <a:lnTo>
                    <a:pt x="20645" y="17316"/>
                  </a:lnTo>
                  <a:lnTo>
                    <a:pt x="20818" y="16915"/>
                  </a:lnTo>
                  <a:lnTo>
                    <a:pt x="20973" y="16496"/>
                  </a:lnTo>
                  <a:lnTo>
                    <a:pt x="21110" y="16076"/>
                  </a:lnTo>
                  <a:lnTo>
                    <a:pt x="21228" y="15630"/>
                  </a:lnTo>
                  <a:lnTo>
                    <a:pt x="21328" y="15183"/>
                  </a:lnTo>
                  <a:lnTo>
                    <a:pt x="21411" y="14718"/>
                  </a:lnTo>
                  <a:lnTo>
                    <a:pt x="21456" y="14462"/>
                  </a:lnTo>
                  <a:lnTo>
                    <a:pt x="21520" y="14198"/>
                  </a:lnTo>
                  <a:lnTo>
                    <a:pt x="21593" y="13943"/>
                  </a:lnTo>
                  <a:lnTo>
                    <a:pt x="21684" y="13678"/>
                  </a:lnTo>
                  <a:lnTo>
                    <a:pt x="21775" y="13423"/>
                  </a:lnTo>
                  <a:lnTo>
                    <a:pt x="21885" y="13158"/>
                  </a:lnTo>
                  <a:lnTo>
                    <a:pt x="21994" y="12903"/>
                  </a:lnTo>
                  <a:lnTo>
                    <a:pt x="22113" y="12639"/>
                  </a:lnTo>
                  <a:lnTo>
                    <a:pt x="22368" y="12119"/>
                  </a:lnTo>
                  <a:lnTo>
                    <a:pt x="22642" y="11599"/>
                  </a:lnTo>
                  <a:lnTo>
                    <a:pt x="22906" y="11079"/>
                  </a:lnTo>
                  <a:lnTo>
                    <a:pt x="23170" y="10560"/>
                  </a:lnTo>
                  <a:lnTo>
                    <a:pt x="23417" y="10040"/>
                  </a:lnTo>
                  <a:lnTo>
                    <a:pt x="23535" y="9785"/>
                  </a:lnTo>
                  <a:lnTo>
                    <a:pt x="23635" y="9520"/>
                  </a:lnTo>
                  <a:lnTo>
                    <a:pt x="23736" y="9265"/>
                  </a:lnTo>
                  <a:lnTo>
                    <a:pt x="23818" y="9009"/>
                  </a:lnTo>
                  <a:lnTo>
                    <a:pt x="23891" y="8754"/>
                  </a:lnTo>
                  <a:lnTo>
                    <a:pt x="23955" y="8499"/>
                  </a:lnTo>
                  <a:lnTo>
                    <a:pt x="24000" y="8243"/>
                  </a:lnTo>
                  <a:lnTo>
                    <a:pt x="24037" y="7988"/>
                  </a:lnTo>
                  <a:lnTo>
                    <a:pt x="24055" y="7733"/>
                  </a:lnTo>
                  <a:lnTo>
                    <a:pt x="24055" y="7478"/>
                  </a:lnTo>
                  <a:lnTo>
                    <a:pt x="24028" y="7231"/>
                  </a:lnTo>
                  <a:lnTo>
                    <a:pt x="23991" y="6976"/>
                  </a:lnTo>
                  <a:lnTo>
                    <a:pt x="23927" y="6721"/>
                  </a:lnTo>
                  <a:lnTo>
                    <a:pt x="23891" y="6602"/>
                  </a:lnTo>
                  <a:lnTo>
                    <a:pt x="23845" y="6474"/>
                  </a:lnTo>
                  <a:lnTo>
                    <a:pt x="23754" y="6237"/>
                  </a:lnTo>
                  <a:lnTo>
                    <a:pt x="23654" y="6009"/>
                  </a:lnTo>
                  <a:lnTo>
                    <a:pt x="23544" y="5772"/>
                  </a:lnTo>
                  <a:lnTo>
                    <a:pt x="23435" y="5544"/>
                  </a:lnTo>
                  <a:lnTo>
                    <a:pt x="23325" y="5316"/>
                  </a:lnTo>
                  <a:lnTo>
                    <a:pt x="23198" y="5088"/>
                  </a:lnTo>
                  <a:lnTo>
                    <a:pt x="23070" y="4870"/>
                  </a:lnTo>
                  <a:lnTo>
                    <a:pt x="22942" y="4642"/>
                  </a:lnTo>
                  <a:lnTo>
                    <a:pt x="22806" y="4423"/>
                  </a:lnTo>
                  <a:lnTo>
                    <a:pt x="22660" y="4213"/>
                  </a:lnTo>
                  <a:lnTo>
                    <a:pt x="22514" y="4003"/>
                  </a:lnTo>
                  <a:lnTo>
                    <a:pt x="22368" y="3794"/>
                  </a:lnTo>
                  <a:lnTo>
                    <a:pt x="22204" y="3584"/>
                  </a:lnTo>
                  <a:lnTo>
                    <a:pt x="22049" y="3383"/>
                  </a:lnTo>
                  <a:lnTo>
                    <a:pt x="21885" y="3192"/>
                  </a:lnTo>
                  <a:lnTo>
                    <a:pt x="21711" y="3000"/>
                  </a:lnTo>
                  <a:lnTo>
                    <a:pt x="21538" y="2809"/>
                  </a:lnTo>
                  <a:lnTo>
                    <a:pt x="21356" y="2626"/>
                  </a:lnTo>
                  <a:lnTo>
                    <a:pt x="21173" y="2453"/>
                  </a:lnTo>
                  <a:lnTo>
                    <a:pt x="20982" y="2280"/>
                  </a:lnTo>
                  <a:lnTo>
                    <a:pt x="20790" y="2116"/>
                  </a:lnTo>
                  <a:lnTo>
                    <a:pt x="20590" y="1952"/>
                  </a:lnTo>
                  <a:lnTo>
                    <a:pt x="20389" y="1797"/>
                  </a:lnTo>
                  <a:lnTo>
                    <a:pt x="20189" y="1651"/>
                  </a:lnTo>
                  <a:lnTo>
                    <a:pt x="19979" y="1505"/>
                  </a:lnTo>
                  <a:lnTo>
                    <a:pt x="19760" y="1368"/>
                  </a:lnTo>
                  <a:lnTo>
                    <a:pt x="19550" y="1240"/>
                  </a:lnTo>
                  <a:lnTo>
                    <a:pt x="19322" y="1122"/>
                  </a:lnTo>
                  <a:lnTo>
                    <a:pt x="19103" y="1003"/>
                  </a:lnTo>
                  <a:lnTo>
                    <a:pt x="18876" y="903"/>
                  </a:lnTo>
                  <a:lnTo>
                    <a:pt x="18648" y="803"/>
                  </a:lnTo>
                  <a:lnTo>
                    <a:pt x="18410" y="712"/>
                  </a:lnTo>
                  <a:lnTo>
                    <a:pt x="18073" y="593"/>
                  </a:lnTo>
                  <a:lnTo>
                    <a:pt x="17717" y="484"/>
                  </a:lnTo>
                  <a:lnTo>
                    <a:pt x="17362" y="392"/>
                  </a:lnTo>
                  <a:lnTo>
                    <a:pt x="17006" y="310"/>
                  </a:lnTo>
                  <a:lnTo>
                    <a:pt x="16632" y="237"/>
                  </a:lnTo>
                  <a:lnTo>
                    <a:pt x="16258" y="174"/>
                  </a:lnTo>
                  <a:lnTo>
                    <a:pt x="15885" y="119"/>
                  </a:lnTo>
                  <a:lnTo>
                    <a:pt x="15502" y="82"/>
                  </a:lnTo>
                  <a:lnTo>
                    <a:pt x="15110" y="46"/>
                  </a:lnTo>
                  <a:lnTo>
                    <a:pt x="14727" y="19"/>
                  </a:lnTo>
                  <a:lnTo>
                    <a:pt x="14334" y="9"/>
                  </a:lnTo>
                  <a:lnTo>
                    <a:pt x="13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4" name="Google Shape;504;p23">
              <a:extLst>
                <a:ext uri="{FF2B5EF4-FFF2-40B4-BE49-F238E27FC236}">
                  <a16:creationId xmlns:a16="http://schemas.microsoft.com/office/drawing/2014/main" id="{4A084CF0-69B8-DD68-591B-572B73A6592E}"/>
                </a:ext>
              </a:extLst>
            </p:cNvPr>
            <p:cNvGrpSpPr/>
            <p:nvPr/>
          </p:nvGrpSpPr>
          <p:grpSpPr>
            <a:xfrm flipH="1">
              <a:off x="1967097" y="1609784"/>
              <a:ext cx="1301586" cy="1179425"/>
              <a:chOff x="3603138" y="2348106"/>
              <a:chExt cx="1937749" cy="1755881"/>
            </a:xfrm>
          </p:grpSpPr>
          <p:sp>
            <p:nvSpPr>
              <p:cNvPr id="505" name="Google Shape;505;p23">
                <a:extLst>
                  <a:ext uri="{FF2B5EF4-FFF2-40B4-BE49-F238E27FC236}">
                    <a16:creationId xmlns:a16="http://schemas.microsoft.com/office/drawing/2014/main" id="{3A0A6B35-469A-B07A-7422-9C83F1651DDD}"/>
                  </a:ext>
                </a:extLst>
              </p:cNvPr>
              <p:cNvSpPr/>
              <p:nvPr/>
            </p:nvSpPr>
            <p:spPr>
              <a:xfrm>
                <a:off x="3616281" y="2361713"/>
                <a:ext cx="1911464" cy="1490331"/>
              </a:xfrm>
              <a:custGeom>
                <a:avLst/>
                <a:gdLst/>
                <a:ahLst/>
                <a:cxnLst/>
                <a:rect l="l" t="t" r="r" b="b"/>
                <a:pathLst>
                  <a:path w="37087" h="28916" extrusionOk="0">
                    <a:moveTo>
                      <a:pt x="13734" y="1"/>
                    </a:moveTo>
                    <a:lnTo>
                      <a:pt x="13515" y="19"/>
                    </a:lnTo>
                    <a:lnTo>
                      <a:pt x="13305" y="37"/>
                    </a:lnTo>
                    <a:lnTo>
                      <a:pt x="13095" y="74"/>
                    </a:lnTo>
                    <a:lnTo>
                      <a:pt x="12895" y="110"/>
                    </a:lnTo>
                    <a:lnTo>
                      <a:pt x="12694" y="156"/>
                    </a:lnTo>
                    <a:lnTo>
                      <a:pt x="12493" y="210"/>
                    </a:lnTo>
                    <a:lnTo>
                      <a:pt x="12293" y="274"/>
                    </a:lnTo>
                    <a:lnTo>
                      <a:pt x="12101" y="347"/>
                    </a:lnTo>
                    <a:lnTo>
                      <a:pt x="11919" y="429"/>
                    </a:lnTo>
                    <a:lnTo>
                      <a:pt x="11737" y="521"/>
                    </a:lnTo>
                    <a:lnTo>
                      <a:pt x="11554" y="612"/>
                    </a:lnTo>
                    <a:lnTo>
                      <a:pt x="11381" y="712"/>
                    </a:lnTo>
                    <a:lnTo>
                      <a:pt x="11208" y="821"/>
                    </a:lnTo>
                    <a:lnTo>
                      <a:pt x="11044" y="940"/>
                    </a:lnTo>
                    <a:lnTo>
                      <a:pt x="10879" y="1059"/>
                    </a:lnTo>
                    <a:lnTo>
                      <a:pt x="10724" y="1186"/>
                    </a:lnTo>
                    <a:lnTo>
                      <a:pt x="10579" y="1314"/>
                    </a:lnTo>
                    <a:lnTo>
                      <a:pt x="10433" y="1460"/>
                    </a:lnTo>
                    <a:lnTo>
                      <a:pt x="10296" y="1606"/>
                    </a:lnTo>
                    <a:lnTo>
                      <a:pt x="10159" y="1752"/>
                    </a:lnTo>
                    <a:lnTo>
                      <a:pt x="10031" y="1907"/>
                    </a:lnTo>
                    <a:lnTo>
                      <a:pt x="9913" y="2071"/>
                    </a:lnTo>
                    <a:lnTo>
                      <a:pt x="9803" y="2235"/>
                    </a:lnTo>
                    <a:lnTo>
                      <a:pt x="9694" y="2408"/>
                    </a:lnTo>
                    <a:lnTo>
                      <a:pt x="9594" y="2581"/>
                    </a:lnTo>
                    <a:lnTo>
                      <a:pt x="9493" y="2764"/>
                    </a:lnTo>
                    <a:lnTo>
                      <a:pt x="9411" y="2946"/>
                    </a:lnTo>
                    <a:lnTo>
                      <a:pt x="9329" y="3138"/>
                    </a:lnTo>
                    <a:lnTo>
                      <a:pt x="9256" y="3329"/>
                    </a:lnTo>
                    <a:lnTo>
                      <a:pt x="9193" y="3521"/>
                    </a:lnTo>
                    <a:lnTo>
                      <a:pt x="9138" y="3721"/>
                    </a:lnTo>
                    <a:lnTo>
                      <a:pt x="8901" y="3739"/>
                    </a:lnTo>
                    <a:lnTo>
                      <a:pt x="8664" y="3767"/>
                    </a:lnTo>
                    <a:lnTo>
                      <a:pt x="8427" y="3803"/>
                    </a:lnTo>
                    <a:lnTo>
                      <a:pt x="8199" y="3849"/>
                    </a:lnTo>
                    <a:lnTo>
                      <a:pt x="7961" y="3894"/>
                    </a:lnTo>
                    <a:lnTo>
                      <a:pt x="7734" y="3949"/>
                    </a:lnTo>
                    <a:lnTo>
                      <a:pt x="7515" y="4013"/>
                    </a:lnTo>
                    <a:lnTo>
                      <a:pt x="7296" y="4086"/>
                    </a:lnTo>
                    <a:lnTo>
                      <a:pt x="7077" y="4168"/>
                    </a:lnTo>
                    <a:lnTo>
                      <a:pt x="6858" y="4259"/>
                    </a:lnTo>
                    <a:lnTo>
                      <a:pt x="6648" y="4350"/>
                    </a:lnTo>
                    <a:lnTo>
                      <a:pt x="6448" y="4451"/>
                    </a:lnTo>
                    <a:lnTo>
                      <a:pt x="6238" y="4551"/>
                    </a:lnTo>
                    <a:lnTo>
                      <a:pt x="6037" y="4669"/>
                    </a:lnTo>
                    <a:lnTo>
                      <a:pt x="5846" y="4788"/>
                    </a:lnTo>
                    <a:lnTo>
                      <a:pt x="5654" y="4907"/>
                    </a:lnTo>
                    <a:lnTo>
                      <a:pt x="5472" y="5043"/>
                    </a:lnTo>
                    <a:lnTo>
                      <a:pt x="5290" y="5180"/>
                    </a:lnTo>
                    <a:lnTo>
                      <a:pt x="5107" y="5317"/>
                    </a:lnTo>
                    <a:lnTo>
                      <a:pt x="4943" y="5472"/>
                    </a:lnTo>
                    <a:lnTo>
                      <a:pt x="4770" y="5627"/>
                    </a:lnTo>
                    <a:lnTo>
                      <a:pt x="4615" y="5782"/>
                    </a:lnTo>
                    <a:lnTo>
                      <a:pt x="4451" y="5946"/>
                    </a:lnTo>
                    <a:lnTo>
                      <a:pt x="4305" y="6119"/>
                    </a:lnTo>
                    <a:lnTo>
                      <a:pt x="4159" y="6293"/>
                    </a:lnTo>
                    <a:lnTo>
                      <a:pt x="4013" y="6466"/>
                    </a:lnTo>
                    <a:lnTo>
                      <a:pt x="3885" y="6648"/>
                    </a:lnTo>
                    <a:lnTo>
                      <a:pt x="3749" y="6840"/>
                    </a:lnTo>
                    <a:lnTo>
                      <a:pt x="3630" y="7031"/>
                    </a:lnTo>
                    <a:lnTo>
                      <a:pt x="3512" y="7232"/>
                    </a:lnTo>
                    <a:lnTo>
                      <a:pt x="3402" y="7423"/>
                    </a:lnTo>
                    <a:lnTo>
                      <a:pt x="3302" y="7633"/>
                    </a:lnTo>
                    <a:lnTo>
                      <a:pt x="3120" y="7697"/>
                    </a:lnTo>
                    <a:lnTo>
                      <a:pt x="2946" y="7779"/>
                    </a:lnTo>
                    <a:lnTo>
                      <a:pt x="2773" y="7852"/>
                    </a:lnTo>
                    <a:lnTo>
                      <a:pt x="2609" y="7943"/>
                    </a:lnTo>
                    <a:lnTo>
                      <a:pt x="2445" y="8034"/>
                    </a:lnTo>
                    <a:lnTo>
                      <a:pt x="2281" y="8135"/>
                    </a:lnTo>
                    <a:lnTo>
                      <a:pt x="2126" y="8244"/>
                    </a:lnTo>
                    <a:lnTo>
                      <a:pt x="1971" y="8353"/>
                    </a:lnTo>
                    <a:lnTo>
                      <a:pt x="1825" y="8463"/>
                    </a:lnTo>
                    <a:lnTo>
                      <a:pt x="1688" y="8590"/>
                    </a:lnTo>
                    <a:lnTo>
                      <a:pt x="1551" y="8718"/>
                    </a:lnTo>
                    <a:lnTo>
                      <a:pt x="1414" y="8846"/>
                    </a:lnTo>
                    <a:lnTo>
                      <a:pt x="1287" y="8983"/>
                    </a:lnTo>
                    <a:lnTo>
                      <a:pt x="1159" y="9128"/>
                    </a:lnTo>
                    <a:lnTo>
                      <a:pt x="1040" y="9274"/>
                    </a:lnTo>
                    <a:lnTo>
                      <a:pt x="931" y="9420"/>
                    </a:lnTo>
                    <a:lnTo>
                      <a:pt x="822" y="9575"/>
                    </a:lnTo>
                    <a:lnTo>
                      <a:pt x="721" y="9730"/>
                    </a:lnTo>
                    <a:lnTo>
                      <a:pt x="630" y="9894"/>
                    </a:lnTo>
                    <a:lnTo>
                      <a:pt x="539" y="10059"/>
                    </a:lnTo>
                    <a:lnTo>
                      <a:pt x="457" y="10232"/>
                    </a:lnTo>
                    <a:lnTo>
                      <a:pt x="384" y="10405"/>
                    </a:lnTo>
                    <a:lnTo>
                      <a:pt x="311" y="10587"/>
                    </a:lnTo>
                    <a:lnTo>
                      <a:pt x="247" y="10761"/>
                    </a:lnTo>
                    <a:lnTo>
                      <a:pt x="192" y="10952"/>
                    </a:lnTo>
                    <a:lnTo>
                      <a:pt x="147" y="11135"/>
                    </a:lnTo>
                    <a:lnTo>
                      <a:pt x="101" y="11326"/>
                    </a:lnTo>
                    <a:lnTo>
                      <a:pt x="65" y="11518"/>
                    </a:lnTo>
                    <a:lnTo>
                      <a:pt x="37" y="11709"/>
                    </a:lnTo>
                    <a:lnTo>
                      <a:pt x="19" y="11910"/>
                    </a:lnTo>
                    <a:lnTo>
                      <a:pt x="10" y="12101"/>
                    </a:lnTo>
                    <a:lnTo>
                      <a:pt x="1" y="12311"/>
                    </a:lnTo>
                    <a:lnTo>
                      <a:pt x="10" y="12566"/>
                    </a:lnTo>
                    <a:lnTo>
                      <a:pt x="28" y="12812"/>
                    </a:lnTo>
                    <a:lnTo>
                      <a:pt x="65" y="13059"/>
                    </a:lnTo>
                    <a:lnTo>
                      <a:pt x="101" y="13305"/>
                    </a:lnTo>
                    <a:lnTo>
                      <a:pt x="165" y="13551"/>
                    </a:lnTo>
                    <a:lnTo>
                      <a:pt x="229" y="13779"/>
                    </a:lnTo>
                    <a:lnTo>
                      <a:pt x="302" y="14016"/>
                    </a:lnTo>
                    <a:lnTo>
                      <a:pt x="393" y="14235"/>
                    </a:lnTo>
                    <a:lnTo>
                      <a:pt x="302" y="14508"/>
                    </a:lnTo>
                    <a:lnTo>
                      <a:pt x="229" y="14791"/>
                    </a:lnTo>
                    <a:lnTo>
                      <a:pt x="165" y="15074"/>
                    </a:lnTo>
                    <a:lnTo>
                      <a:pt x="101" y="15356"/>
                    </a:lnTo>
                    <a:lnTo>
                      <a:pt x="65" y="15648"/>
                    </a:lnTo>
                    <a:lnTo>
                      <a:pt x="28" y="15940"/>
                    </a:lnTo>
                    <a:lnTo>
                      <a:pt x="10" y="16241"/>
                    </a:lnTo>
                    <a:lnTo>
                      <a:pt x="1" y="16542"/>
                    </a:lnTo>
                    <a:lnTo>
                      <a:pt x="10" y="16788"/>
                    </a:lnTo>
                    <a:lnTo>
                      <a:pt x="19" y="17034"/>
                    </a:lnTo>
                    <a:lnTo>
                      <a:pt x="47" y="17271"/>
                    </a:lnTo>
                    <a:lnTo>
                      <a:pt x="74" y="17518"/>
                    </a:lnTo>
                    <a:lnTo>
                      <a:pt x="110" y="17755"/>
                    </a:lnTo>
                    <a:lnTo>
                      <a:pt x="156" y="17992"/>
                    </a:lnTo>
                    <a:lnTo>
                      <a:pt x="211" y="18220"/>
                    </a:lnTo>
                    <a:lnTo>
                      <a:pt x="275" y="18457"/>
                    </a:lnTo>
                    <a:lnTo>
                      <a:pt x="338" y="18676"/>
                    </a:lnTo>
                    <a:lnTo>
                      <a:pt x="411" y="18904"/>
                    </a:lnTo>
                    <a:lnTo>
                      <a:pt x="502" y="19122"/>
                    </a:lnTo>
                    <a:lnTo>
                      <a:pt x="594" y="19341"/>
                    </a:lnTo>
                    <a:lnTo>
                      <a:pt x="685" y="19551"/>
                    </a:lnTo>
                    <a:lnTo>
                      <a:pt x="794" y="19761"/>
                    </a:lnTo>
                    <a:lnTo>
                      <a:pt x="904" y="19961"/>
                    </a:lnTo>
                    <a:lnTo>
                      <a:pt x="1022" y="20162"/>
                    </a:lnTo>
                    <a:lnTo>
                      <a:pt x="1141" y="20363"/>
                    </a:lnTo>
                    <a:lnTo>
                      <a:pt x="1278" y="20554"/>
                    </a:lnTo>
                    <a:lnTo>
                      <a:pt x="1414" y="20736"/>
                    </a:lnTo>
                    <a:lnTo>
                      <a:pt x="1551" y="20919"/>
                    </a:lnTo>
                    <a:lnTo>
                      <a:pt x="1706" y="21092"/>
                    </a:lnTo>
                    <a:lnTo>
                      <a:pt x="1852" y="21265"/>
                    </a:lnTo>
                    <a:lnTo>
                      <a:pt x="2016" y="21439"/>
                    </a:lnTo>
                    <a:lnTo>
                      <a:pt x="2180" y="21594"/>
                    </a:lnTo>
                    <a:lnTo>
                      <a:pt x="2354" y="21749"/>
                    </a:lnTo>
                    <a:lnTo>
                      <a:pt x="2527" y="21904"/>
                    </a:lnTo>
                    <a:lnTo>
                      <a:pt x="2709" y="22049"/>
                    </a:lnTo>
                    <a:lnTo>
                      <a:pt x="2892" y="22186"/>
                    </a:lnTo>
                    <a:lnTo>
                      <a:pt x="3083" y="22323"/>
                    </a:lnTo>
                    <a:lnTo>
                      <a:pt x="3275" y="22442"/>
                    </a:lnTo>
                    <a:lnTo>
                      <a:pt x="3475" y="22569"/>
                    </a:lnTo>
                    <a:lnTo>
                      <a:pt x="3676" y="22679"/>
                    </a:lnTo>
                    <a:lnTo>
                      <a:pt x="3721" y="23007"/>
                    </a:lnTo>
                    <a:lnTo>
                      <a:pt x="3776" y="23326"/>
                    </a:lnTo>
                    <a:lnTo>
                      <a:pt x="3849" y="23645"/>
                    </a:lnTo>
                    <a:lnTo>
                      <a:pt x="3931" y="23955"/>
                    </a:lnTo>
                    <a:lnTo>
                      <a:pt x="4031" y="24256"/>
                    </a:lnTo>
                    <a:lnTo>
                      <a:pt x="4141" y="24557"/>
                    </a:lnTo>
                    <a:lnTo>
                      <a:pt x="4268" y="24849"/>
                    </a:lnTo>
                    <a:lnTo>
                      <a:pt x="4405" y="25132"/>
                    </a:lnTo>
                    <a:lnTo>
                      <a:pt x="4560" y="25414"/>
                    </a:lnTo>
                    <a:lnTo>
                      <a:pt x="4724" y="25679"/>
                    </a:lnTo>
                    <a:lnTo>
                      <a:pt x="4898" y="25943"/>
                    </a:lnTo>
                    <a:lnTo>
                      <a:pt x="5080" y="26198"/>
                    </a:lnTo>
                    <a:lnTo>
                      <a:pt x="5281" y="26435"/>
                    </a:lnTo>
                    <a:lnTo>
                      <a:pt x="5481" y="26673"/>
                    </a:lnTo>
                    <a:lnTo>
                      <a:pt x="5700" y="26901"/>
                    </a:lnTo>
                    <a:lnTo>
                      <a:pt x="5928" y="27110"/>
                    </a:lnTo>
                    <a:lnTo>
                      <a:pt x="6165" y="27320"/>
                    </a:lnTo>
                    <a:lnTo>
                      <a:pt x="6411" y="27511"/>
                    </a:lnTo>
                    <a:lnTo>
                      <a:pt x="6667" y="27694"/>
                    </a:lnTo>
                    <a:lnTo>
                      <a:pt x="6931" y="27867"/>
                    </a:lnTo>
                    <a:lnTo>
                      <a:pt x="7196" y="28031"/>
                    </a:lnTo>
                    <a:lnTo>
                      <a:pt x="7478" y="28177"/>
                    </a:lnTo>
                    <a:lnTo>
                      <a:pt x="7761" y="28314"/>
                    </a:lnTo>
                    <a:lnTo>
                      <a:pt x="8053" y="28442"/>
                    </a:lnTo>
                    <a:lnTo>
                      <a:pt x="8354" y="28551"/>
                    </a:lnTo>
                    <a:lnTo>
                      <a:pt x="8664" y="28642"/>
                    </a:lnTo>
                    <a:lnTo>
                      <a:pt x="8974" y="28724"/>
                    </a:lnTo>
                    <a:lnTo>
                      <a:pt x="9293" y="28797"/>
                    </a:lnTo>
                    <a:lnTo>
                      <a:pt x="9612" y="28852"/>
                    </a:lnTo>
                    <a:lnTo>
                      <a:pt x="9940" y="28888"/>
                    </a:lnTo>
                    <a:lnTo>
                      <a:pt x="10269" y="28916"/>
                    </a:lnTo>
                    <a:lnTo>
                      <a:pt x="10925" y="28916"/>
                    </a:lnTo>
                    <a:lnTo>
                      <a:pt x="11235" y="28888"/>
                    </a:lnTo>
                    <a:lnTo>
                      <a:pt x="11536" y="28861"/>
                    </a:lnTo>
                    <a:lnTo>
                      <a:pt x="11837" y="28815"/>
                    </a:lnTo>
                    <a:lnTo>
                      <a:pt x="12138" y="28752"/>
                    </a:lnTo>
                    <a:lnTo>
                      <a:pt x="12430" y="28679"/>
                    </a:lnTo>
                    <a:lnTo>
                      <a:pt x="12721" y="28597"/>
                    </a:lnTo>
                    <a:lnTo>
                      <a:pt x="13004" y="28496"/>
                    </a:lnTo>
                    <a:lnTo>
                      <a:pt x="13278" y="28387"/>
                    </a:lnTo>
                    <a:lnTo>
                      <a:pt x="13551" y="28268"/>
                    </a:lnTo>
                    <a:lnTo>
                      <a:pt x="13816" y="28141"/>
                    </a:lnTo>
                    <a:lnTo>
                      <a:pt x="14071" y="27995"/>
                    </a:lnTo>
                    <a:lnTo>
                      <a:pt x="14326" y="27849"/>
                    </a:lnTo>
                    <a:lnTo>
                      <a:pt x="14572" y="27685"/>
                    </a:lnTo>
                    <a:lnTo>
                      <a:pt x="14810" y="27511"/>
                    </a:lnTo>
                    <a:lnTo>
                      <a:pt x="15038" y="27329"/>
                    </a:lnTo>
                    <a:lnTo>
                      <a:pt x="15256" y="27147"/>
                    </a:lnTo>
                    <a:lnTo>
                      <a:pt x="15475" y="26946"/>
                    </a:lnTo>
                    <a:lnTo>
                      <a:pt x="15676" y="26736"/>
                    </a:lnTo>
                    <a:lnTo>
                      <a:pt x="15876" y="26518"/>
                    </a:lnTo>
                    <a:lnTo>
                      <a:pt x="16059" y="26290"/>
                    </a:lnTo>
                    <a:lnTo>
                      <a:pt x="16241" y="26062"/>
                    </a:lnTo>
                    <a:lnTo>
                      <a:pt x="16405" y="25825"/>
                    </a:lnTo>
                    <a:lnTo>
                      <a:pt x="16560" y="25569"/>
                    </a:lnTo>
                    <a:lnTo>
                      <a:pt x="16715" y="25323"/>
                    </a:lnTo>
                    <a:lnTo>
                      <a:pt x="16852" y="25059"/>
                    </a:lnTo>
                    <a:lnTo>
                      <a:pt x="16980" y="24794"/>
                    </a:lnTo>
                    <a:lnTo>
                      <a:pt x="17089" y="24521"/>
                    </a:lnTo>
                    <a:lnTo>
                      <a:pt x="17199" y="24238"/>
                    </a:lnTo>
                    <a:lnTo>
                      <a:pt x="17290" y="23955"/>
                    </a:lnTo>
                    <a:lnTo>
                      <a:pt x="17363" y="23663"/>
                    </a:lnTo>
                    <a:lnTo>
                      <a:pt x="17436" y="23372"/>
                    </a:lnTo>
                    <a:lnTo>
                      <a:pt x="17636" y="23527"/>
                    </a:lnTo>
                    <a:lnTo>
                      <a:pt x="17846" y="23682"/>
                    </a:lnTo>
                    <a:lnTo>
                      <a:pt x="18065" y="23818"/>
                    </a:lnTo>
                    <a:lnTo>
                      <a:pt x="18293" y="23955"/>
                    </a:lnTo>
                    <a:lnTo>
                      <a:pt x="18521" y="24083"/>
                    </a:lnTo>
                    <a:lnTo>
                      <a:pt x="18758" y="24192"/>
                    </a:lnTo>
                    <a:lnTo>
                      <a:pt x="18995" y="24302"/>
                    </a:lnTo>
                    <a:lnTo>
                      <a:pt x="19241" y="24393"/>
                    </a:lnTo>
                    <a:lnTo>
                      <a:pt x="19487" y="24475"/>
                    </a:lnTo>
                    <a:lnTo>
                      <a:pt x="19743" y="24557"/>
                    </a:lnTo>
                    <a:lnTo>
                      <a:pt x="20007" y="24621"/>
                    </a:lnTo>
                    <a:lnTo>
                      <a:pt x="20272" y="24666"/>
                    </a:lnTo>
                    <a:lnTo>
                      <a:pt x="20536" y="24712"/>
                    </a:lnTo>
                    <a:lnTo>
                      <a:pt x="20810" y="24739"/>
                    </a:lnTo>
                    <a:lnTo>
                      <a:pt x="21083" y="24758"/>
                    </a:lnTo>
                    <a:lnTo>
                      <a:pt x="21357" y="24767"/>
                    </a:lnTo>
                    <a:lnTo>
                      <a:pt x="21585" y="24758"/>
                    </a:lnTo>
                    <a:lnTo>
                      <a:pt x="21813" y="24749"/>
                    </a:lnTo>
                    <a:lnTo>
                      <a:pt x="22032" y="24730"/>
                    </a:lnTo>
                    <a:lnTo>
                      <a:pt x="22259" y="24703"/>
                    </a:lnTo>
                    <a:lnTo>
                      <a:pt x="22478" y="24666"/>
                    </a:lnTo>
                    <a:lnTo>
                      <a:pt x="22688" y="24621"/>
                    </a:lnTo>
                    <a:lnTo>
                      <a:pt x="22907" y="24575"/>
                    </a:lnTo>
                    <a:lnTo>
                      <a:pt x="23117" y="24511"/>
                    </a:lnTo>
                    <a:lnTo>
                      <a:pt x="23317" y="24448"/>
                    </a:lnTo>
                    <a:lnTo>
                      <a:pt x="23527" y="24375"/>
                    </a:lnTo>
                    <a:lnTo>
                      <a:pt x="23718" y="24302"/>
                    </a:lnTo>
                    <a:lnTo>
                      <a:pt x="23919" y="24220"/>
                    </a:lnTo>
                    <a:lnTo>
                      <a:pt x="24111" y="24128"/>
                    </a:lnTo>
                    <a:lnTo>
                      <a:pt x="24302" y="24028"/>
                    </a:lnTo>
                    <a:lnTo>
                      <a:pt x="24484" y="23919"/>
                    </a:lnTo>
                    <a:lnTo>
                      <a:pt x="24667" y="23809"/>
                    </a:lnTo>
                    <a:lnTo>
                      <a:pt x="24849" y="23700"/>
                    </a:lnTo>
                    <a:lnTo>
                      <a:pt x="25022" y="23572"/>
                    </a:lnTo>
                    <a:lnTo>
                      <a:pt x="25187" y="23445"/>
                    </a:lnTo>
                    <a:lnTo>
                      <a:pt x="25351" y="23317"/>
                    </a:lnTo>
                    <a:lnTo>
                      <a:pt x="25515" y="23171"/>
                    </a:lnTo>
                    <a:lnTo>
                      <a:pt x="25670" y="23034"/>
                    </a:lnTo>
                    <a:lnTo>
                      <a:pt x="25816" y="22879"/>
                    </a:lnTo>
                    <a:lnTo>
                      <a:pt x="25962" y="22733"/>
                    </a:lnTo>
                    <a:lnTo>
                      <a:pt x="26108" y="22569"/>
                    </a:lnTo>
                    <a:lnTo>
                      <a:pt x="26235" y="22405"/>
                    </a:lnTo>
                    <a:lnTo>
                      <a:pt x="26363" y="22241"/>
                    </a:lnTo>
                    <a:lnTo>
                      <a:pt x="26491" y="22068"/>
                    </a:lnTo>
                    <a:lnTo>
                      <a:pt x="26609" y="21885"/>
                    </a:lnTo>
                    <a:lnTo>
                      <a:pt x="26718" y="21712"/>
                    </a:lnTo>
                    <a:lnTo>
                      <a:pt x="26828" y="21521"/>
                    </a:lnTo>
                    <a:lnTo>
                      <a:pt x="26928" y="21338"/>
                    </a:lnTo>
                    <a:lnTo>
                      <a:pt x="27038" y="21347"/>
                    </a:lnTo>
                    <a:lnTo>
                      <a:pt x="27329" y="21347"/>
                    </a:lnTo>
                    <a:lnTo>
                      <a:pt x="27503" y="21329"/>
                    </a:lnTo>
                    <a:lnTo>
                      <a:pt x="27676" y="21311"/>
                    </a:lnTo>
                    <a:lnTo>
                      <a:pt x="27840" y="21283"/>
                    </a:lnTo>
                    <a:lnTo>
                      <a:pt x="28004" y="21247"/>
                    </a:lnTo>
                    <a:lnTo>
                      <a:pt x="28168" y="21201"/>
                    </a:lnTo>
                    <a:lnTo>
                      <a:pt x="28332" y="21156"/>
                    </a:lnTo>
                    <a:lnTo>
                      <a:pt x="28487" y="21101"/>
                    </a:lnTo>
                    <a:lnTo>
                      <a:pt x="28643" y="21037"/>
                    </a:lnTo>
                    <a:lnTo>
                      <a:pt x="28788" y="20964"/>
                    </a:lnTo>
                    <a:lnTo>
                      <a:pt x="28934" y="20891"/>
                    </a:lnTo>
                    <a:lnTo>
                      <a:pt x="29080" y="20800"/>
                    </a:lnTo>
                    <a:lnTo>
                      <a:pt x="29217" y="20718"/>
                    </a:lnTo>
                    <a:lnTo>
                      <a:pt x="29354" y="20618"/>
                    </a:lnTo>
                    <a:lnTo>
                      <a:pt x="29481" y="20518"/>
                    </a:lnTo>
                    <a:lnTo>
                      <a:pt x="29609" y="20417"/>
                    </a:lnTo>
                    <a:lnTo>
                      <a:pt x="29910" y="20463"/>
                    </a:lnTo>
                    <a:lnTo>
                      <a:pt x="30220" y="20508"/>
                    </a:lnTo>
                    <a:lnTo>
                      <a:pt x="30530" y="20527"/>
                    </a:lnTo>
                    <a:lnTo>
                      <a:pt x="30849" y="20536"/>
                    </a:lnTo>
                    <a:lnTo>
                      <a:pt x="31177" y="20527"/>
                    </a:lnTo>
                    <a:lnTo>
                      <a:pt x="31488" y="20508"/>
                    </a:lnTo>
                    <a:lnTo>
                      <a:pt x="31798" y="20463"/>
                    </a:lnTo>
                    <a:lnTo>
                      <a:pt x="32108" y="20408"/>
                    </a:lnTo>
                    <a:lnTo>
                      <a:pt x="32409" y="20344"/>
                    </a:lnTo>
                    <a:lnTo>
                      <a:pt x="32709" y="20262"/>
                    </a:lnTo>
                    <a:lnTo>
                      <a:pt x="32992" y="20162"/>
                    </a:lnTo>
                    <a:lnTo>
                      <a:pt x="33275" y="20052"/>
                    </a:lnTo>
                    <a:lnTo>
                      <a:pt x="33557" y="19925"/>
                    </a:lnTo>
                    <a:lnTo>
                      <a:pt x="33822" y="19788"/>
                    </a:lnTo>
                    <a:lnTo>
                      <a:pt x="34086" y="19633"/>
                    </a:lnTo>
                    <a:lnTo>
                      <a:pt x="34333" y="19478"/>
                    </a:lnTo>
                    <a:lnTo>
                      <a:pt x="34579" y="19305"/>
                    </a:lnTo>
                    <a:lnTo>
                      <a:pt x="34816" y="19113"/>
                    </a:lnTo>
                    <a:lnTo>
                      <a:pt x="35044" y="18922"/>
                    </a:lnTo>
                    <a:lnTo>
                      <a:pt x="35254" y="18712"/>
                    </a:lnTo>
                    <a:lnTo>
                      <a:pt x="35463" y="18493"/>
                    </a:lnTo>
                    <a:lnTo>
                      <a:pt x="35664" y="18274"/>
                    </a:lnTo>
                    <a:lnTo>
                      <a:pt x="35846" y="18037"/>
                    </a:lnTo>
                    <a:lnTo>
                      <a:pt x="36019" y="17791"/>
                    </a:lnTo>
                    <a:lnTo>
                      <a:pt x="36184" y="17536"/>
                    </a:lnTo>
                    <a:lnTo>
                      <a:pt x="36330" y="17280"/>
                    </a:lnTo>
                    <a:lnTo>
                      <a:pt x="36466" y="17007"/>
                    </a:lnTo>
                    <a:lnTo>
                      <a:pt x="36594" y="16733"/>
                    </a:lnTo>
                    <a:lnTo>
                      <a:pt x="36703" y="16451"/>
                    </a:lnTo>
                    <a:lnTo>
                      <a:pt x="36804" y="16159"/>
                    </a:lnTo>
                    <a:lnTo>
                      <a:pt x="36886" y="15867"/>
                    </a:lnTo>
                    <a:lnTo>
                      <a:pt x="36959" y="15566"/>
                    </a:lnTo>
                    <a:lnTo>
                      <a:pt x="37013" y="15256"/>
                    </a:lnTo>
                    <a:lnTo>
                      <a:pt x="37050" y="14946"/>
                    </a:lnTo>
                    <a:lnTo>
                      <a:pt x="37077" y="14627"/>
                    </a:lnTo>
                    <a:lnTo>
                      <a:pt x="37086" y="14308"/>
                    </a:lnTo>
                    <a:lnTo>
                      <a:pt x="37077" y="14007"/>
                    </a:lnTo>
                    <a:lnTo>
                      <a:pt x="37050" y="13715"/>
                    </a:lnTo>
                    <a:lnTo>
                      <a:pt x="37023" y="13423"/>
                    </a:lnTo>
                    <a:lnTo>
                      <a:pt x="36968" y="13141"/>
                    </a:lnTo>
                    <a:lnTo>
                      <a:pt x="36913" y="12858"/>
                    </a:lnTo>
                    <a:lnTo>
                      <a:pt x="36840" y="12575"/>
                    </a:lnTo>
                    <a:lnTo>
                      <a:pt x="36749" y="12302"/>
                    </a:lnTo>
                    <a:lnTo>
                      <a:pt x="36658" y="12037"/>
                    </a:lnTo>
                    <a:lnTo>
                      <a:pt x="36548" y="11782"/>
                    </a:lnTo>
                    <a:lnTo>
                      <a:pt x="36421" y="11527"/>
                    </a:lnTo>
                    <a:lnTo>
                      <a:pt x="36293" y="11271"/>
                    </a:lnTo>
                    <a:lnTo>
                      <a:pt x="36147" y="11034"/>
                    </a:lnTo>
                    <a:lnTo>
                      <a:pt x="36001" y="10797"/>
                    </a:lnTo>
                    <a:lnTo>
                      <a:pt x="35837" y="10569"/>
                    </a:lnTo>
                    <a:lnTo>
                      <a:pt x="35664" y="10350"/>
                    </a:lnTo>
                    <a:lnTo>
                      <a:pt x="35481" y="10141"/>
                    </a:lnTo>
                    <a:lnTo>
                      <a:pt x="35509" y="9858"/>
                    </a:lnTo>
                    <a:lnTo>
                      <a:pt x="35518" y="9712"/>
                    </a:lnTo>
                    <a:lnTo>
                      <a:pt x="35527" y="9566"/>
                    </a:lnTo>
                    <a:lnTo>
                      <a:pt x="35518" y="9347"/>
                    </a:lnTo>
                    <a:lnTo>
                      <a:pt x="35500" y="9128"/>
                    </a:lnTo>
                    <a:lnTo>
                      <a:pt x="35472" y="8910"/>
                    </a:lnTo>
                    <a:lnTo>
                      <a:pt x="35436" y="8700"/>
                    </a:lnTo>
                    <a:lnTo>
                      <a:pt x="35390" y="8490"/>
                    </a:lnTo>
                    <a:lnTo>
                      <a:pt x="35336" y="8290"/>
                    </a:lnTo>
                    <a:lnTo>
                      <a:pt x="35263" y="8089"/>
                    </a:lnTo>
                    <a:lnTo>
                      <a:pt x="35190" y="7888"/>
                    </a:lnTo>
                    <a:lnTo>
                      <a:pt x="35098" y="7697"/>
                    </a:lnTo>
                    <a:lnTo>
                      <a:pt x="35007" y="7514"/>
                    </a:lnTo>
                    <a:lnTo>
                      <a:pt x="34898" y="7332"/>
                    </a:lnTo>
                    <a:lnTo>
                      <a:pt x="34788" y="7159"/>
                    </a:lnTo>
                    <a:lnTo>
                      <a:pt x="34670" y="6995"/>
                    </a:lnTo>
                    <a:lnTo>
                      <a:pt x="34542" y="6831"/>
                    </a:lnTo>
                    <a:lnTo>
                      <a:pt x="34405" y="6676"/>
                    </a:lnTo>
                    <a:lnTo>
                      <a:pt x="34269" y="6530"/>
                    </a:lnTo>
                    <a:lnTo>
                      <a:pt x="34114" y="6384"/>
                    </a:lnTo>
                    <a:lnTo>
                      <a:pt x="33959" y="6247"/>
                    </a:lnTo>
                    <a:lnTo>
                      <a:pt x="33795" y="6119"/>
                    </a:lnTo>
                    <a:lnTo>
                      <a:pt x="33630" y="6001"/>
                    </a:lnTo>
                    <a:lnTo>
                      <a:pt x="33457" y="5891"/>
                    </a:lnTo>
                    <a:lnTo>
                      <a:pt x="33275" y="5782"/>
                    </a:lnTo>
                    <a:lnTo>
                      <a:pt x="33092" y="5691"/>
                    </a:lnTo>
                    <a:lnTo>
                      <a:pt x="32901" y="5600"/>
                    </a:lnTo>
                    <a:lnTo>
                      <a:pt x="32700" y="5527"/>
                    </a:lnTo>
                    <a:lnTo>
                      <a:pt x="32500" y="5463"/>
                    </a:lnTo>
                    <a:lnTo>
                      <a:pt x="32299" y="5399"/>
                    </a:lnTo>
                    <a:lnTo>
                      <a:pt x="32089" y="5353"/>
                    </a:lnTo>
                    <a:lnTo>
                      <a:pt x="31880" y="5317"/>
                    </a:lnTo>
                    <a:lnTo>
                      <a:pt x="31661" y="5290"/>
                    </a:lnTo>
                    <a:lnTo>
                      <a:pt x="31442" y="5271"/>
                    </a:lnTo>
                    <a:lnTo>
                      <a:pt x="31223" y="5262"/>
                    </a:lnTo>
                    <a:lnTo>
                      <a:pt x="30968" y="5271"/>
                    </a:lnTo>
                    <a:lnTo>
                      <a:pt x="30712" y="5299"/>
                    </a:lnTo>
                    <a:lnTo>
                      <a:pt x="30667" y="5125"/>
                    </a:lnTo>
                    <a:lnTo>
                      <a:pt x="30612" y="4961"/>
                    </a:lnTo>
                    <a:lnTo>
                      <a:pt x="30548" y="4788"/>
                    </a:lnTo>
                    <a:lnTo>
                      <a:pt x="30475" y="4633"/>
                    </a:lnTo>
                    <a:lnTo>
                      <a:pt x="30402" y="4469"/>
                    </a:lnTo>
                    <a:lnTo>
                      <a:pt x="30320" y="4314"/>
                    </a:lnTo>
                    <a:lnTo>
                      <a:pt x="30238" y="4159"/>
                    </a:lnTo>
                    <a:lnTo>
                      <a:pt x="30138" y="4013"/>
                    </a:lnTo>
                    <a:lnTo>
                      <a:pt x="30038" y="3867"/>
                    </a:lnTo>
                    <a:lnTo>
                      <a:pt x="29937" y="3730"/>
                    </a:lnTo>
                    <a:lnTo>
                      <a:pt x="29828" y="3593"/>
                    </a:lnTo>
                    <a:lnTo>
                      <a:pt x="29709" y="3466"/>
                    </a:lnTo>
                    <a:lnTo>
                      <a:pt x="29591" y="3338"/>
                    </a:lnTo>
                    <a:lnTo>
                      <a:pt x="29463" y="3220"/>
                    </a:lnTo>
                    <a:lnTo>
                      <a:pt x="29336" y="3101"/>
                    </a:lnTo>
                    <a:lnTo>
                      <a:pt x="29199" y="2992"/>
                    </a:lnTo>
                    <a:lnTo>
                      <a:pt x="29062" y="2891"/>
                    </a:lnTo>
                    <a:lnTo>
                      <a:pt x="28916" y="2791"/>
                    </a:lnTo>
                    <a:lnTo>
                      <a:pt x="28770" y="2691"/>
                    </a:lnTo>
                    <a:lnTo>
                      <a:pt x="28624" y="2609"/>
                    </a:lnTo>
                    <a:lnTo>
                      <a:pt x="28469" y="2527"/>
                    </a:lnTo>
                    <a:lnTo>
                      <a:pt x="28305" y="2454"/>
                    </a:lnTo>
                    <a:lnTo>
                      <a:pt x="28141" y="2381"/>
                    </a:lnTo>
                    <a:lnTo>
                      <a:pt x="27977" y="2317"/>
                    </a:lnTo>
                    <a:lnTo>
                      <a:pt x="27813" y="2262"/>
                    </a:lnTo>
                    <a:lnTo>
                      <a:pt x="27639" y="2217"/>
                    </a:lnTo>
                    <a:lnTo>
                      <a:pt x="27466" y="2171"/>
                    </a:lnTo>
                    <a:lnTo>
                      <a:pt x="27284" y="2134"/>
                    </a:lnTo>
                    <a:lnTo>
                      <a:pt x="27101" y="2107"/>
                    </a:lnTo>
                    <a:lnTo>
                      <a:pt x="26919" y="2089"/>
                    </a:lnTo>
                    <a:lnTo>
                      <a:pt x="26737" y="2080"/>
                    </a:lnTo>
                    <a:lnTo>
                      <a:pt x="26336" y="2080"/>
                    </a:lnTo>
                    <a:lnTo>
                      <a:pt x="26135" y="2098"/>
                    </a:lnTo>
                    <a:lnTo>
                      <a:pt x="25925" y="2125"/>
                    </a:lnTo>
                    <a:lnTo>
                      <a:pt x="25725" y="2162"/>
                    </a:lnTo>
                    <a:lnTo>
                      <a:pt x="25524" y="2207"/>
                    </a:lnTo>
                    <a:lnTo>
                      <a:pt x="25323" y="2253"/>
                    </a:lnTo>
                    <a:lnTo>
                      <a:pt x="25132" y="2317"/>
                    </a:lnTo>
                    <a:lnTo>
                      <a:pt x="24940" y="2390"/>
                    </a:lnTo>
                    <a:lnTo>
                      <a:pt x="24731" y="2244"/>
                    </a:lnTo>
                    <a:lnTo>
                      <a:pt x="24503" y="2107"/>
                    </a:lnTo>
                    <a:lnTo>
                      <a:pt x="24275" y="1970"/>
                    </a:lnTo>
                    <a:lnTo>
                      <a:pt x="24047" y="1852"/>
                    </a:lnTo>
                    <a:lnTo>
                      <a:pt x="23810" y="1733"/>
                    </a:lnTo>
                    <a:lnTo>
                      <a:pt x="23563" y="1633"/>
                    </a:lnTo>
                    <a:lnTo>
                      <a:pt x="23317" y="1533"/>
                    </a:lnTo>
                    <a:lnTo>
                      <a:pt x="23062" y="1451"/>
                    </a:lnTo>
                    <a:lnTo>
                      <a:pt x="22807" y="1369"/>
                    </a:lnTo>
                    <a:lnTo>
                      <a:pt x="22551" y="1305"/>
                    </a:lnTo>
                    <a:lnTo>
                      <a:pt x="22287" y="1250"/>
                    </a:lnTo>
                    <a:lnTo>
                      <a:pt x="22022" y="1195"/>
                    </a:lnTo>
                    <a:lnTo>
                      <a:pt x="21749" y="1159"/>
                    </a:lnTo>
                    <a:lnTo>
                      <a:pt x="21475" y="1131"/>
                    </a:lnTo>
                    <a:lnTo>
                      <a:pt x="21193" y="1113"/>
                    </a:lnTo>
                    <a:lnTo>
                      <a:pt x="20709" y="1113"/>
                    </a:lnTo>
                    <a:lnTo>
                      <a:pt x="20500" y="1122"/>
                    </a:lnTo>
                    <a:lnTo>
                      <a:pt x="20299" y="1141"/>
                    </a:lnTo>
                    <a:lnTo>
                      <a:pt x="20089" y="1159"/>
                    </a:lnTo>
                    <a:lnTo>
                      <a:pt x="19889" y="1186"/>
                    </a:lnTo>
                    <a:lnTo>
                      <a:pt x="19688" y="1223"/>
                    </a:lnTo>
                    <a:lnTo>
                      <a:pt x="19487" y="1259"/>
                    </a:lnTo>
                    <a:lnTo>
                      <a:pt x="19296" y="1305"/>
                    </a:lnTo>
                    <a:lnTo>
                      <a:pt x="19095" y="1350"/>
                    </a:lnTo>
                    <a:lnTo>
                      <a:pt x="18904" y="1405"/>
                    </a:lnTo>
                    <a:lnTo>
                      <a:pt x="18721" y="1469"/>
                    </a:lnTo>
                    <a:lnTo>
                      <a:pt x="18530" y="1533"/>
                    </a:lnTo>
                    <a:lnTo>
                      <a:pt x="18348" y="1606"/>
                    </a:lnTo>
                    <a:lnTo>
                      <a:pt x="18165" y="1679"/>
                    </a:lnTo>
                    <a:lnTo>
                      <a:pt x="17983" y="1761"/>
                    </a:lnTo>
                    <a:lnTo>
                      <a:pt x="17810" y="1843"/>
                    </a:lnTo>
                    <a:lnTo>
                      <a:pt x="17627" y="1633"/>
                    </a:lnTo>
                    <a:lnTo>
                      <a:pt x="17445" y="1441"/>
                    </a:lnTo>
                    <a:lnTo>
                      <a:pt x="17244" y="1250"/>
                    </a:lnTo>
                    <a:lnTo>
                      <a:pt x="17035" y="1077"/>
                    </a:lnTo>
                    <a:lnTo>
                      <a:pt x="16825" y="913"/>
                    </a:lnTo>
                    <a:lnTo>
                      <a:pt x="16597" y="767"/>
                    </a:lnTo>
                    <a:lnTo>
                      <a:pt x="16360" y="621"/>
                    </a:lnTo>
                    <a:lnTo>
                      <a:pt x="16123" y="502"/>
                    </a:lnTo>
                    <a:lnTo>
                      <a:pt x="15867" y="384"/>
                    </a:lnTo>
                    <a:lnTo>
                      <a:pt x="15612" y="283"/>
                    </a:lnTo>
                    <a:lnTo>
                      <a:pt x="15348" y="201"/>
                    </a:lnTo>
                    <a:lnTo>
                      <a:pt x="15083" y="128"/>
                    </a:lnTo>
                    <a:lnTo>
                      <a:pt x="14800" y="74"/>
                    </a:lnTo>
                    <a:lnTo>
                      <a:pt x="14518" y="28"/>
                    </a:lnTo>
                    <a:lnTo>
                      <a:pt x="14235" y="10"/>
                    </a:lnTo>
                    <a:lnTo>
                      <a:pt x="139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3">
                <a:extLst>
                  <a:ext uri="{FF2B5EF4-FFF2-40B4-BE49-F238E27FC236}">
                    <a16:creationId xmlns:a16="http://schemas.microsoft.com/office/drawing/2014/main" id="{F6594406-02FD-E38D-4E12-EF0602D0FB0D}"/>
                  </a:ext>
                </a:extLst>
              </p:cNvPr>
              <p:cNvSpPr/>
              <p:nvPr/>
            </p:nvSpPr>
            <p:spPr>
              <a:xfrm>
                <a:off x="4089579" y="2539374"/>
                <a:ext cx="281563" cy="494939"/>
              </a:xfrm>
              <a:custGeom>
                <a:avLst/>
                <a:gdLst/>
                <a:ahLst/>
                <a:cxnLst/>
                <a:rect l="l" t="t" r="r" b="b"/>
                <a:pathLst>
                  <a:path w="5463" h="9603" extrusionOk="0">
                    <a:moveTo>
                      <a:pt x="0" y="1"/>
                    </a:moveTo>
                    <a:lnTo>
                      <a:pt x="0" y="529"/>
                    </a:lnTo>
                    <a:lnTo>
                      <a:pt x="256" y="539"/>
                    </a:lnTo>
                    <a:lnTo>
                      <a:pt x="511" y="557"/>
                    </a:lnTo>
                    <a:lnTo>
                      <a:pt x="757" y="584"/>
                    </a:lnTo>
                    <a:lnTo>
                      <a:pt x="994" y="630"/>
                    </a:lnTo>
                    <a:lnTo>
                      <a:pt x="1231" y="684"/>
                    </a:lnTo>
                    <a:lnTo>
                      <a:pt x="1468" y="748"/>
                    </a:lnTo>
                    <a:lnTo>
                      <a:pt x="1696" y="830"/>
                    </a:lnTo>
                    <a:lnTo>
                      <a:pt x="1924" y="912"/>
                    </a:lnTo>
                    <a:lnTo>
                      <a:pt x="2143" y="1013"/>
                    </a:lnTo>
                    <a:lnTo>
                      <a:pt x="2353" y="1122"/>
                    </a:lnTo>
                    <a:lnTo>
                      <a:pt x="2563" y="1241"/>
                    </a:lnTo>
                    <a:lnTo>
                      <a:pt x="2754" y="1368"/>
                    </a:lnTo>
                    <a:lnTo>
                      <a:pt x="2955" y="1505"/>
                    </a:lnTo>
                    <a:lnTo>
                      <a:pt x="3137" y="1660"/>
                    </a:lnTo>
                    <a:lnTo>
                      <a:pt x="3320" y="1815"/>
                    </a:lnTo>
                    <a:lnTo>
                      <a:pt x="3493" y="1970"/>
                    </a:lnTo>
                    <a:lnTo>
                      <a:pt x="3648" y="2143"/>
                    </a:lnTo>
                    <a:lnTo>
                      <a:pt x="3803" y="2326"/>
                    </a:lnTo>
                    <a:lnTo>
                      <a:pt x="3958" y="2508"/>
                    </a:lnTo>
                    <a:lnTo>
                      <a:pt x="4095" y="2700"/>
                    </a:lnTo>
                    <a:lnTo>
                      <a:pt x="4222" y="2900"/>
                    </a:lnTo>
                    <a:lnTo>
                      <a:pt x="4341" y="3110"/>
                    </a:lnTo>
                    <a:lnTo>
                      <a:pt x="4450" y="3320"/>
                    </a:lnTo>
                    <a:lnTo>
                      <a:pt x="4551" y="3539"/>
                    </a:lnTo>
                    <a:lnTo>
                      <a:pt x="4633" y="3767"/>
                    </a:lnTo>
                    <a:lnTo>
                      <a:pt x="4715" y="3995"/>
                    </a:lnTo>
                    <a:lnTo>
                      <a:pt x="4779" y="4232"/>
                    </a:lnTo>
                    <a:lnTo>
                      <a:pt x="4833" y="4469"/>
                    </a:lnTo>
                    <a:lnTo>
                      <a:pt x="4879" y="4706"/>
                    </a:lnTo>
                    <a:lnTo>
                      <a:pt x="4906" y="4952"/>
                    </a:lnTo>
                    <a:lnTo>
                      <a:pt x="4924" y="5207"/>
                    </a:lnTo>
                    <a:lnTo>
                      <a:pt x="4934" y="5453"/>
                    </a:lnTo>
                    <a:lnTo>
                      <a:pt x="4924" y="5727"/>
                    </a:lnTo>
                    <a:lnTo>
                      <a:pt x="4906" y="5991"/>
                    </a:lnTo>
                    <a:lnTo>
                      <a:pt x="4870" y="6256"/>
                    </a:lnTo>
                    <a:lnTo>
                      <a:pt x="4815" y="6520"/>
                    </a:lnTo>
                    <a:lnTo>
                      <a:pt x="4751" y="6776"/>
                    </a:lnTo>
                    <a:lnTo>
                      <a:pt x="4678" y="7031"/>
                    </a:lnTo>
                    <a:lnTo>
                      <a:pt x="4587" y="7277"/>
                    </a:lnTo>
                    <a:lnTo>
                      <a:pt x="4487" y="7523"/>
                    </a:lnTo>
                    <a:lnTo>
                      <a:pt x="4368" y="7760"/>
                    </a:lnTo>
                    <a:lnTo>
                      <a:pt x="4231" y="7988"/>
                    </a:lnTo>
                    <a:lnTo>
                      <a:pt x="4095" y="8207"/>
                    </a:lnTo>
                    <a:lnTo>
                      <a:pt x="3940" y="8426"/>
                    </a:lnTo>
                    <a:lnTo>
                      <a:pt x="3775" y="8636"/>
                    </a:lnTo>
                    <a:lnTo>
                      <a:pt x="3593" y="8836"/>
                    </a:lnTo>
                    <a:lnTo>
                      <a:pt x="3411" y="9028"/>
                    </a:lnTo>
                    <a:lnTo>
                      <a:pt x="3210" y="9201"/>
                    </a:lnTo>
                    <a:lnTo>
                      <a:pt x="3548" y="9602"/>
                    </a:lnTo>
                    <a:lnTo>
                      <a:pt x="3766" y="9402"/>
                    </a:lnTo>
                    <a:lnTo>
                      <a:pt x="3976" y="9192"/>
                    </a:lnTo>
                    <a:lnTo>
                      <a:pt x="4177" y="8973"/>
                    </a:lnTo>
                    <a:lnTo>
                      <a:pt x="4359" y="8745"/>
                    </a:lnTo>
                    <a:lnTo>
                      <a:pt x="4532" y="8508"/>
                    </a:lnTo>
                    <a:lnTo>
                      <a:pt x="4687" y="8253"/>
                    </a:lnTo>
                    <a:lnTo>
                      <a:pt x="4833" y="8007"/>
                    </a:lnTo>
                    <a:lnTo>
                      <a:pt x="4961" y="7742"/>
                    </a:lnTo>
                    <a:lnTo>
                      <a:pt x="5070" y="7469"/>
                    </a:lnTo>
                    <a:lnTo>
                      <a:pt x="5180" y="7195"/>
                    </a:lnTo>
                    <a:lnTo>
                      <a:pt x="5262" y="6922"/>
                    </a:lnTo>
                    <a:lnTo>
                      <a:pt x="5335" y="6630"/>
                    </a:lnTo>
                    <a:lnTo>
                      <a:pt x="5389" y="6347"/>
                    </a:lnTo>
                    <a:lnTo>
                      <a:pt x="5426" y="6055"/>
                    </a:lnTo>
                    <a:lnTo>
                      <a:pt x="5453" y="5754"/>
                    </a:lnTo>
                    <a:lnTo>
                      <a:pt x="5462" y="5453"/>
                    </a:lnTo>
                    <a:lnTo>
                      <a:pt x="5453" y="5180"/>
                    </a:lnTo>
                    <a:lnTo>
                      <a:pt x="5435" y="4897"/>
                    </a:lnTo>
                    <a:lnTo>
                      <a:pt x="5399" y="4624"/>
                    </a:lnTo>
                    <a:lnTo>
                      <a:pt x="5353" y="4359"/>
                    </a:lnTo>
                    <a:lnTo>
                      <a:pt x="5289" y="4095"/>
                    </a:lnTo>
                    <a:lnTo>
                      <a:pt x="5216" y="3839"/>
                    </a:lnTo>
                    <a:lnTo>
                      <a:pt x="5125" y="3584"/>
                    </a:lnTo>
                    <a:lnTo>
                      <a:pt x="5034" y="3338"/>
                    </a:lnTo>
                    <a:lnTo>
                      <a:pt x="4924" y="3092"/>
                    </a:lnTo>
                    <a:lnTo>
                      <a:pt x="4797" y="2864"/>
                    </a:lnTo>
                    <a:lnTo>
                      <a:pt x="4669" y="2627"/>
                    </a:lnTo>
                    <a:lnTo>
                      <a:pt x="4523" y="2408"/>
                    </a:lnTo>
                    <a:lnTo>
                      <a:pt x="4377" y="2198"/>
                    </a:lnTo>
                    <a:lnTo>
                      <a:pt x="4213" y="1988"/>
                    </a:lnTo>
                    <a:lnTo>
                      <a:pt x="4040" y="1788"/>
                    </a:lnTo>
                    <a:lnTo>
                      <a:pt x="3858" y="1605"/>
                    </a:lnTo>
                    <a:lnTo>
                      <a:pt x="3666" y="1423"/>
                    </a:lnTo>
                    <a:lnTo>
                      <a:pt x="3475" y="1250"/>
                    </a:lnTo>
                    <a:lnTo>
                      <a:pt x="3265" y="1086"/>
                    </a:lnTo>
                    <a:lnTo>
                      <a:pt x="3055" y="940"/>
                    </a:lnTo>
                    <a:lnTo>
                      <a:pt x="2827" y="794"/>
                    </a:lnTo>
                    <a:lnTo>
                      <a:pt x="2599" y="666"/>
                    </a:lnTo>
                    <a:lnTo>
                      <a:pt x="2371" y="539"/>
                    </a:lnTo>
                    <a:lnTo>
                      <a:pt x="2125" y="429"/>
                    </a:lnTo>
                    <a:lnTo>
                      <a:pt x="1879" y="338"/>
                    </a:lnTo>
                    <a:lnTo>
                      <a:pt x="1624" y="247"/>
                    </a:lnTo>
                    <a:lnTo>
                      <a:pt x="1368" y="174"/>
                    </a:lnTo>
                    <a:lnTo>
                      <a:pt x="1104" y="110"/>
                    </a:lnTo>
                    <a:lnTo>
                      <a:pt x="830" y="64"/>
                    </a:lnTo>
                    <a:lnTo>
                      <a:pt x="566" y="28"/>
                    </a:lnTo>
                    <a:lnTo>
                      <a:pt x="283" y="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3">
                <a:extLst>
                  <a:ext uri="{FF2B5EF4-FFF2-40B4-BE49-F238E27FC236}">
                    <a16:creationId xmlns:a16="http://schemas.microsoft.com/office/drawing/2014/main" id="{AFBC0453-5204-3E27-31C7-BD0D5C7CBDAD}"/>
                  </a:ext>
                </a:extLst>
              </p:cNvPr>
              <p:cNvSpPr/>
              <p:nvPr/>
            </p:nvSpPr>
            <p:spPr>
              <a:xfrm>
                <a:off x="4291206" y="2526231"/>
                <a:ext cx="100606" cy="151373"/>
              </a:xfrm>
              <a:custGeom>
                <a:avLst/>
                <a:gdLst/>
                <a:ahLst/>
                <a:cxnLst/>
                <a:rect l="l" t="t" r="r" b="b"/>
                <a:pathLst>
                  <a:path w="1952" h="2937" extrusionOk="0">
                    <a:moveTo>
                      <a:pt x="1423" y="0"/>
                    </a:moveTo>
                    <a:lnTo>
                      <a:pt x="1414" y="192"/>
                    </a:lnTo>
                    <a:lnTo>
                      <a:pt x="1386" y="374"/>
                    </a:lnTo>
                    <a:lnTo>
                      <a:pt x="1341" y="547"/>
                    </a:lnTo>
                    <a:lnTo>
                      <a:pt x="1295" y="730"/>
                    </a:lnTo>
                    <a:lnTo>
                      <a:pt x="1240" y="903"/>
                    </a:lnTo>
                    <a:lnTo>
                      <a:pt x="1167" y="1076"/>
                    </a:lnTo>
                    <a:lnTo>
                      <a:pt x="1095" y="1240"/>
                    </a:lnTo>
                    <a:lnTo>
                      <a:pt x="1003" y="1405"/>
                    </a:lnTo>
                    <a:lnTo>
                      <a:pt x="912" y="1560"/>
                    </a:lnTo>
                    <a:lnTo>
                      <a:pt x="803" y="1715"/>
                    </a:lnTo>
                    <a:lnTo>
                      <a:pt x="684" y="1860"/>
                    </a:lnTo>
                    <a:lnTo>
                      <a:pt x="566" y="2006"/>
                    </a:lnTo>
                    <a:lnTo>
                      <a:pt x="438" y="2143"/>
                    </a:lnTo>
                    <a:lnTo>
                      <a:pt x="301" y="2271"/>
                    </a:lnTo>
                    <a:lnTo>
                      <a:pt x="155" y="2389"/>
                    </a:lnTo>
                    <a:lnTo>
                      <a:pt x="0" y="2499"/>
                    </a:lnTo>
                    <a:lnTo>
                      <a:pt x="292" y="2936"/>
                    </a:lnTo>
                    <a:lnTo>
                      <a:pt x="474" y="2800"/>
                    </a:lnTo>
                    <a:lnTo>
                      <a:pt x="648" y="2663"/>
                    </a:lnTo>
                    <a:lnTo>
                      <a:pt x="803" y="2517"/>
                    </a:lnTo>
                    <a:lnTo>
                      <a:pt x="958" y="2362"/>
                    </a:lnTo>
                    <a:lnTo>
                      <a:pt x="1095" y="2198"/>
                    </a:lnTo>
                    <a:lnTo>
                      <a:pt x="1231" y="2025"/>
                    </a:lnTo>
                    <a:lnTo>
                      <a:pt x="1350" y="1842"/>
                    </a:lnTo>
                    <a:lnTo>
                      <a:pt x="1459" y="1660"/>
                    </a:lnTo>
                    <a:lnTo>
                      <a:pt x="1560" y="1468"/>
                    </a:lnTo>
                    <a:lnTo>
                      <a:pt x="1651" y="1277"/>
                    </a:lnTo>
                    <a:lnTo>
                      <a:pt x="1733" y="1076"/>
                    </a:lnTo>
                    <a:lnTo>
                      <a:pt x="1797" y="876"/>
                    </a:lnTo>
                    <a:lnTo>
                      <a:pt x="1860" y="666"/>
                    </a:lnTo>
                    <a:lnTo>
                      <a:pt x="1897" y="456"/>
                    </a:lnTo>
                    <a:lnTo>
                      <a:pt x="1933" y="246"/>
                    </a:lnTo>
                    <a:lnTo>
                      <a:pt x="1952" y="37"/>
                    </a:lnTo>
                    <a:lnTo>
                      <a:pt x="14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3">
                <a:extLst>
                  <a:ext uri="{FF2B5EF4-FFF2-40B4-BE49-F238E27FC236}">
                    <a16:creationId xmlns:a16="http://schemas.microsoft.com/office/drawing/2014/main" id="{077AE6BB-C6F8-7AF6-27DE-DA504784D3D4}"/>
                  </a:ext>
                </a:extLst>
              </p:cNvPr>
              <p:cNvSpPr/>
              <p:nvPr/>
            </p:nvSpPr>
            <p:spPr>
              <a:xfrm>
                <a:off x="3942946" y="2583544"/>
                <a:ext cx="120810" cy="187606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3640" extrusionOk="0">
                    <a:moveTo>
                      <a:pt x="137" y="1"/>
                    </a:moveTo>
                    <a:lnTo>
                      <a:pt x="0" y="511"/>
                    </a:lnTo>
                    <a:lnTo>
                      <a:pt x="119" y="548"/>
                    </a:lnTo>
                    <a:lnTo>
                      <a:pt x="237" y="584"/>
                    </a:lnTo>
                    <a:lnTo>
                      <a:pt x="347" y="630"/>
                    </a:lnTo>
                    <a:lnTo>
                      <a:pt x="456" y="675"/>
                    </a:lnTo>
                    <a:lnTo>
                      <a:pt x="566" y="730"/>
                    </a:lnTo>
                    <a:lnTo>
                      <a:pt x="666" y="794"/>
                    </a:lnTo>
                    <a:lnTo>
                      <a:pt x="766" y="858"/>
                    </a:lnTo>
                    <a:lnTo>
                      <a:pt x="858" y="931"/>
                    </a:lnTo>
                    <a:lnTo>
                      <a:pt x="949" y="1004"/>
                    </a:lnTo>
                    <a:lnTo>
                      <a:pt x="1040" y="1086"/>
                    </a:lnTo>
                    <a:lnTo>
                      <a:pt x="1131" y="1168"/>
                    </a:lnTo>
                    <a:lnTo>
                      <a:pt x="1204" y="1259"/>
                    </a:lnTo>
                    <a:lnTo>
                      <a:pt x="1286" y="1350"/>
                    </a:lnTo>
                    <a:lnTo>
                      <a:pt x="1359" y="1441"/>
                    </a:lnTo>
                    <a:lnTo>
                      <a:pt x="1423" y="1542"/>
                    </a:lnTo>
                    <a:lnTo>
                      <a:pt x="1487" y="1651"/>
                    </a:lnTo>
                    <a:lnTo>
                      <a:pt x="1551" y="1751"/>
                    </a:lnTo>
                    <a:lnTo>
                      <a:pt x="1596" y="1861"/>
                    </a:lnTo>
                    <a:lnTo>
                      <a:pt x="1651" y="1979"/>
                    </a:lnTo>
                    <a:lnTo>
                      <a:pt x="1687" y="2089"/>
                    </a:lnTo>
                    <a:lnTo>
                      <a:pt x="1724" y="2198"/>
                    </a:lnTo>
                    <a:lnTo>
                      <a:pt x="1751" y="2317"/>
                    </a:lnTo>
                    <a:lnTo>
                      <a:pt x="1779" y="2435"/>
                    </a:lnTo>
                    <a:lnTo>
                      <a:pt x="1797" y="2554"/>
                    </a:lnTo>
                    <a:lnTo>
                      <a:pt x="1806" y="2672"/>
                    </a:lnTo>
                    <a:lnTo>
                      <a:pt x="1815" y="2791"/>
                    </a:lnTo>
                    <a:lnTo>
                      <a:pt x="1815" y="2910"/>
                    </a:lnTo>
                    <a:lnTo>
                      <a:pt x="1815" y="3028"/>
                    </a:lnTo>
                    <a:lnTo>
                      <a:pt x="1797" y="3147"/>
                    </a:lnTo>
                    <a:lnTo>
                      <a:pt x="1788" y="3265"/>
                    </a:lnTo>
                    <a:lnTo>
                      <a:pt x="1760" y="3384"/>
                    </a:lnTo>
                    <a:lnTo>
                      <a:pt x="1733" y="3502"/>
                    </a:lnTo>
                    <a:lnTo>
                      <a:pt x="2244" y="3639"/>
                    </a:lnTo>
                    <a:lnTo>
                      <a:pt x="2280" y="3493"/>
                    </a:lnTo>
                    <a:lnTo>
                      <a:pt x="2307" y="3347"/>
                    </a:lnTo>
                    <a:lnTo>
                      <a:pt x="2326" y="3201"/>
                    </a:lnTo>
                    <a:lnTo>
                      <a:pt x="2335" y="3055"/>
                    </a:lnTo>
                    <a:lnTo>
                      <a:pt x="2344" y="2919"/>
                    </a:lnTo>
                    <a:lnTo>
                      <a:pt x="2344" y="2773"/>
                    </a:lnTo>
                    <a:lnTo>
                      <a:pt x="2335" y="2627"/>
                    </a:lnTo>
                    <a:lnTo>
                      <a:pt x="2317" y="2481"/>
                    </a:lnTo>
                    <a:lnTo>
                      <a:pt x="2298" y="2335"/>
                    </a:lnTo>
                    <a:lnTo>
                      <a:pt x="2262" y="2198"/>
                    </a:lnTo>
                    <a:lnTo>
                      <a:pt x="2225" y="2062"/>
                    </a:lnTo>
                    <a:lnTo>
                      <a:pt x="2189" y="1916"/>
                    </a:lnTo>
                    <a:lnTo>
                      <a:pt x="2134" y="1779"/>
                    </a:lnTo>
                    <a:lnTo>
                      <a:pt x="2079" y="1651"/>
                    </a:lnTo>
                    <a:lnTo>
                      <a:pt x="2016" y="1514"/>
                    </a:lnTo>
                    <a:lnTo>
                      <a:pt x="1943" y="1387"/>
                    </a:lnTo>
                    <a:lnTo>
                      <a:pt x="1870" y="1259"/>
                    </a:lnTo>
                    <a:lnTo>
                      <a:pt x="1788" y="1141"/>
                    </a:lnTo>
                    <a:lnTo>
                      <a:pt x="1696" y="1022"/>
                    </a:lnTo>
                    <a:lnTo>
                      <a:pt x="1605" y="913"/>
                    </a:lnTo>
                    <a:lnTo>
                      <a:pt x="1505" y="803"/>
                    </a:lnTo>
                    <a:lnTo>
                      <a:pt x="1405" y="703"/>
                    </a:lnTo>
                    <a:lnTo>
                      <a:pt x="1295" y="603"/>
                    </a:lnTo>
                    <a:lnTo>
                      <a:pt x="1177" y="511"/>
                    </a:lnTo>
                    <a:lnTo>
                      <a:pt x="1067" y="429"/>
                    </a:lnTo>
                    <a:lnTo>
                      <a:pt x="940" y="347"/>
                    </a:lnTo>
                    <a:lnTo>
                      <a:pt x="821" y="274"/>
                    </a:lnTo>
                    <a:lnTo>
                      <a:pt x="693" y="210"/>
                    </a:lnTo>
                    <a:lnTo>
                      <a:pt x="557" y="147"/>
                    </a:lnTo>
                    <a:lnTo>
                      <a:pt x="420" y="92"/>
                    </a:lnTo>
                    <a:lnTo>
                      <a:pt x="283" y="4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3">
                <a:extLst>
                  <a:ext uri="{FF2B5EF4-FFF2-40B4-BE49-F238E27FC236}">
                    <a16:creationId xmlns:a16="http://schemas.microsoft.com/office/drawing/2014/main" id="{4FE301CE-35DA-6392-6525-B156CF5A46DC}"/>
                  </a:ext>
                </a:extLst>
              </p:cNvPr>
              <p:cNvSpPr/>
              <p:nvPr/>
            </p:nvSpPr>
            <p:spPr>
              <a:xfrm>
                <a:off x="4346664" y="2495203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611" y="0"/>
                    </a:moveTo>
                    <a:lnTo>
                      <a:pt x="547" y="10"/>
                    </a:lnTo>
                    <a:lnTo>
                      <a:pt x="493" y="19"/>
                    </a:lnTo>
                    <a:lnTo>
                      <a:pt x="429" y="28"/>
                    </a:lnTo>
                    <a:lnTo>
                      <a:pt x="374" y="55"/>
                    </a:lnTo>
                    <a:lnTo>
                      <a:pt x="319" y="82"/>
                    </a:lnTo>
                    <a:lnTo>
                      <a:pt x="265" y="110"/>
                    </a:lnTo>
                    <a:lnTo>
                      <a:pt x="219" y="146"/>
                    </a:lnTo>
                    <a:lnTo>
                      <a:pt x="174" y="183"/>
                    </a:lnTo>
                    <a:lnTo>
                      <a:pt x="137" y="228"/>
                    </a:lnTo>
                    <a:lnTo>
                      <a:pt x="101" y="274"/>
                    </a:lnTo>
                    <a:lnTo>
                      <a:pt x="73" y="329"/>
                    </a:lnTo>
                    <a:lnTo>
                      <a:pt x="46" y="383"/>
                    </a:lnTo>
                    <a:lnTo>
                      <a:pt x="28" y="438"/>
                    </a:lnTo>
                    <a:lnTo>
                      <a:pt x="9" y="493"/>
                    </a:lnTo>
                    <a:lnTo>
                      <a:pt x="0" y="557"/>
                    </a:lnTo>
                    <a:lnTo>
                      <a:pt x="0" y="620"/>
                    </a:lnTo>
                    <a:lnTo>
                      <a:pt x="0" y="684"/>
                    </a:lnTo>
                    <a:lnTo>
                      <a:pt x="9" y="748"/>
                    </a:lnTo>
                    <a:lnTo>
                      <a:pt x="28" y="803"/>
                    </a:lnTo>
                    <a:lnTo>
                      <a:pt x="46" y="858"/>
                    </a:lnTo>
                    <a:lnTo>
                      <a:pt x="73" y="912"/>
                    </a:lnTo>
                    <a:lnTo>
                      <a:pt x="101" y="967"/>
                    </a:lnTo>
                    <a:lnTo>
                      <a:pt x="137" y="1013"/>
                    </a:lnTo>
                    <a:lnTo>
                      <a:pt x="174" y="1058"/>
                    </a:lnTo>
                    <a:lnTo>
                      <a:pt x="219" y="1095"/>
                    </a:lnTo>
                    <a:lnTo>
                      <a:pt x="265" y="1131"/>
                    </a:lnTo>
                    <a:lnTo>
                      <a:pt x="319" y="1158"/>
                    </a:lnTo>
                    <a:lnTo>
                      <a:pt x="374" y="1186"/>
                    </a:lnTo>
                    <a:lnTo>
                      <a:pt x="429" y="1204"/>
                    </a:lnTo>
                    <a:lnTo>
                      <a:pt x="493" y="1222"/>
                    </a:lnTo>
                    <a:lnTo>
                      <a:pt x="547" y="1231"/>
                    </a:lnTo>
                    <a:lnTo>
                      <a:pt x="675" y="1231"/>
                    </a:lnTo>
                    <a:lnTo>
                      <a:pt x="739" y="1222"/>
                    </a:lnTo>
                    <a:lnTo>
                      <a:pt x="794" y="1204"/>
                    </a:lnTo>
                    <a:lnTo>
                      <a:pt x="848" y="1186"/>
                    </a:lnTo>
                    <a:lnTo>
                      <a:pt x="903" y="1158"/>
                    </a:lnTo>
                    <a:lnTo>
                      <a:pt x="958" y="1131"/>
                    </a:lnTo>
                    <a:lnTo>
                      <a:pt x="1003" y="1095"/>
                    </a:lnTo>
                    <a:lnTo>
                      <a:pt x="1049" y="1058"/>
                    </a:lnTo>
                    <a:lnTo>
                      <a:pt x="1085" y="1013"/>
                    </a:lnTo>
                    <a:lnTo>
                      <a:pt x="1122" y="967"/>
                    </a:lnTo>
                    <a:lnTo>
                      <a:pt x="1149" y="912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3" y="748"/>
                    </a:lnTo>
                    <a:lnTo>
                      <a:pt x="1222" y="684"/>
                    </a:lnTo>
                    <a:lnTo>
                      <a:pt x="1222" y="620"/>
                    </a:lnTo>
                    <a:lnTo>
                      <a:pt x="1222" y="557"/>
                    </a:lnTo>
                    <a:lnTo>
                      <a:pt x="1213" y="493"/>
                    </a:lnTo>
                    <a:lnTo>
                      <a:pt x="1195" y="438"/>
                    </a:lnTo>
                    <a:lnTo>
                      <a:pt x="1177" y="383"/>
                    </a:lnTo>
                    <a:lnTo>
                      <a:pt x="1149" y="329"/>
                    </a:lnTo>
                    <a:lnTo>
                      <a:pt x="1122" y="274"/>
                    </a:lnTo>
                    <a:lnTo>
                      <a:pt x="1085" y="228"/>
                    </a:lnTo>
                    <a:lnTo>
                      <a:pt x="1049" y="183"/>
                    </a:lnTo>
                    <a:lnTo>
                      <a:pt x="1003" y="146"/>
                    </a:lnTo>
                    <a:lnTo>
                      <a:pt x="958" y="110"/>
                    </a:lnTo>
                    <a:lnTo>
                      <a:pt x="903" y="82"/>
                    </a:lnTo>
                    <a:lnTo>
                      <a:pt x="848" y="55"/>
                    </a:lnTo>
                    <a:lnTo>
                      <a:pt x="794" y="28"/>
                    </a:lnTo>
                    <a:lnTo>
                      <a:pt x="739" y="19"/>
                    </a:lnTo>
                    <a:lnTo>
                      <a:pt x="675" y="1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3">
                <a:extLst>
                  <a:ext uri="{FF2B5EF4-FFF2-40B4-BE49-F238E27FC236}">
                    <a16:creationId xmlns:a16="http://schemas.microsoft.com/office/drawing/2014/main" id="{95C35441-8CAA-BCCC-EB91-870D242ADC9E}"/>
                  </a:ext>
                </a:extLst>
              </p:cNvPr>
              <p:cNvSpPr/>
              <p:nvPr/>
            </p:nvSpPr>
            <p:spPr>
              <a:xfrm>
                <a:off x="4009227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0" y="0"/>
                    </a:moveTo>
                    <a:lnTo>
                      <a:pt x="556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8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2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82" y="328"/>
                    </a:lnTo>
                    <a:lnTo>
                      <a:pt x="55" y="374"/>
                    </a:lnTo>
                    <a:lnTo>
                      <a:pt x="27" y="438"/>
                    </a:lnTo>
                    <a:lnTo>
                      <a:pt x="18" y="492"/>
                    </a:lnTo>
                    <a:lnTo>
                      <a:pt x="9" y="556"/>
                    </a:lnTo>
                    <a:lnTo>
                      <a:pt x="0" y="620"/>
                    </a:lnTo>
                    <a:lnTo>
                      <a:pt x="9" y="684"/>
                    </a:lnTo>
                    <a:lnTo>
                      <a:pt x="18" y="739"/>
                    </a:lnTo>
                    <a:lnTo>
                      <a:pt x="27" y="803"/>
                    </a:lnTo>
                    <a:lnTo>
                      <a:pt x="55" y="857"/>
                    </a:lnTo>
                    <a:lnTo>
                      <a:pt x="82" y="912"/>
                    </a:lnTo>
                    <a:lnTo>
                      <a:pt x="110" y="958"/>
                    </a:lnTo>
                    <a:lnTo>
                      <a:pt x="146" y="1012"/>
                    </a:lnTo>
                    <a:lnTo>
                      <a:pt x="182" y="1049"/>
                    </a:lnTo>
                    <a:lnTo>
                      <a:pt x="228" y="1094"/>
                    </a:lnTo>
                    <a:lnTo>
                      <a:pt x="274" y="1131"/>
                    </a:lnTo>
                    <a:lnTo>
                      <a:pt x="328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6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7" y="1185"/>
                    </a:lnTo>
                    <a:lnTo>
                      <a:pt x="912" y="1158"/>
                    </a:lnTo>
                    <a:lnTo>
                      <a:pt x="958" y="1131"/>
                    </a:lnTo>
                    <a:lnTo>
                      <a:pt x="1012" y="1094"/>
                    </a:lnTo>
                    <a:lnTo>
                      <a:pt x="1049" y="1049"/>
                    </a:lnTo>
                    <a:lnTo>
                      <a:pt x="1094" y="1012"/>
                    </a:lnTo>
                    <a:lnTo>
                      <a:pt x="1131" y="958"/>
                    </a:lnTo>
                    <a:lnTo>
                      <a:pt x="1158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84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8" y="328"/>
                    </a:lnTo>
                    <a:lnTo>
                      <a:pt x="1131" y="274"/>
                    </a:lnTo>
                    <a:lnTo>
                      <a:pt x="1094" y="228"/>
                    </a:lnTo>
                    <a:lnTo>
                      <a:pt x="1049" y="182"/>
                    </a:lnTo>
                    <a:lnTo>
                      <a:pt x="1012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7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3">
                <a:extLst>
                  <a:ext uri="{FF2B5EF4-FFF2-40B4-BE49-F238E27FC236}">
                    <a16:creationId xmlns:a16="http://schemas.microsoft.com/office/drawing/2014/main" id="{691D1E7C-1165-D475-51CD-DC3E438B2E91}"/>
                  </a:ext>
                </a:extLst>
              </p:cNvPr>
              <p:cNvSpPr/>
              <p:nvPr/>
            </p:nvSpPr>
            <p:spPr>
              <a:xfrm>
                <a:off x="4223533" y="299762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47" y="0"/>
                    </a:moveTo>
                    <a:lnTo>
                      <a:pt x="493" y="9"/>
                    </a:lnTo>
                    <a:lnTo>
                      <a:pt x="429" y="28"/>
                    </a:lnTo>
                    <a:lnTo>
                      <a:pt x="374" y="46"/>
                    </a:lnTo>
                    <a:lnTo>
                      <a:pt x="319" y="73"/>
                    </a:lnTo>
                    <a:lnTo>
                      <a:pt x="274" y="100"/>
                    </a:lnTo>
                    <a:lnTo>
                      <a:pt x="219" y="137"/>
                    </a:lnTo>
                    <a:lnTo>
                      <a:pt x="183" y="173"/>
                    </a:lnTo>
                    <a:lnTo>
                      <a:pt x="137" y="219"/>
                    </a:lnTo>
                    <a:lnTo>
                      <a:pt x="101" y="265"/>
                    </a:lnTo>
                    <a:lnTo>
                      <a:pt x="73" y="319"/>
                    </a:lnTo>
                    <a:lnTo>
                      <a:pt x="46" y="374"/>
                    </a:lnTo>
                    <a:lnTo>
                      <a:pt x="28" y="429"/>
                    </a:lnTo>
                    <a:lnTo>
                      <a:pt x="9" y="483"/>
                    </a:lnTo>
                    <a:lnTo>
                      <a:pt x="0" y="547"/>
                    </a:lnTo>
                    <a:lnTo>
                      <a:pt x="0" y="611"/>
                    </a:lnTo>
                    <a:lnTo>
                      <a:pt x="0" y="675"/>
                    </a:lnTo>
                    <a:lnTo>
                      <a:pt x="9" y="739"/>
                    </a:lnTo>
                    <a:lnTo>
                      <a:pt x="28" y="793"/>
                    </a:lnTo>
                    <a:lnTo>
                      <a:pt x="46" y="848"/>
                    </a:lnTo>
                    <a:lnTo>
                      <a:pt x="73" y="903"/>
                    </a:lnTo>
                    <a:lnTo>
                      <a:pt x="101" y="958"/>
                    </a:lnTo>
                    <a:lnTo>
                      <a:pt x="137" y="1003"/>
                    </a:lnTo>
                    <a:lnTo>
                      <a:pt x="183" y="1049"/>
                    </a:lnTo>
                    <a:lnTo>
                      <a:pt x="219" y="1085"/>
                    </a:lnTo>
                    <a:lnTo>
                      <a:pt x="274" y="1122"/>
                    </a:lnTo>
                    <a:lnTo>
                      <a:pt x="319" y="1149"/>
                    </a:lnTo>
                    <a:lnTo>
                      <a:pt x="374" y="1176"/>
                    </a:lnTo>
                    <a:lnTo>
                      <a:pt x="429" y="1195"/>
                    </a:lnTo>
                    <a:lnTo>
                      <a:pt x="493" y="1213"/>
                    </a:lnTo>
                    <a:lnTo>
                      <a:pt x="547" y="1222"/>
                    </a:lnTo>
                    <a:lnTo>
                      <a:pt x="675" y="1222"/>
                    </a:lnTo>
                    <a:lnTo>
                      <a:pt x="739" y="1213"/>
                    </a:lnTo>
                    <a:lnTo>
                      <a:pt x="794" y="1195"/>
                    </a:lnTo>
                    <a:lnTo>
                      <a:pt x="857" y="1176"/>
                    </a:lnTo>
                    <a:lnTo>
                      <a:pt x="903" y="1149"/>
                    </a:lnTo>
                    <a:lnTo>
                      <a:pt x="958" y="1122"/>
                    </a:lnTo>
                    <a:lnTo>
                      <a:pt x="1003" y="1085"/>
                    </a:lnTo>
                    <a:lnTo>
                      <a:pt x="1049" y="1049"/>
                    </a:lnTo>
                    <a:lnTo>
                      <a:pt x="1085" y="1003"/>
                    </a:lnTo>
                    <a:lnTo>
                      <a:pt x="1122" y="958"/>
                    </a:lnTo>
                    <a:lnTo>
                      <a:pt x="1158" y="903"/>
                    </a:lnTo>
                    <a:lnTo>
                      <a:pt x="1186" y="848"/>
                    </a:lnTo>
                    <a:lnTo>
                      <a:pt x="1204" y="793"/>
                    </a:lnTo>
                    <a:lnTo>
                      <a:pt x="1213" y="739"/>
                    </a:lnTo>
                    <a:lnTo>
                      <a:pt x="1222" y="675"/>
                    </a:lnTo>
                    <a:lnTo>
                      <a:pt x="1231" y="611"/>
                    </a:lnTo>
                    <a:lnTo>
                      <a:pt x="1222" y="547"/>
                    </a:lnTo>
                    <a:lnTo>
                      <a:pt x="1213" y="48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8" y="319"/>
                    </a:lnTo>
                    <a:lnTo>
                      <a:pt x="1122" y="265"/>
                    </a:lnTo>
                    <a:lnTo>
                      <a:pt x="1085" y="219"/>
                    </a:lnTo>
                    <a:lnTo>
                      <a:pt x="1049" y="173"/>
                    </a:lnTo>
                    <a:lnTo>
                      <a:pt x="1003" y="137"/>
                    </a:lnTo>
                    <a:lnTo>
                      <a:pt x="958" y="100"/>
                    </a:lnTo>
                    <a:lnTo>
                      <a:pt x="903" y="73"/>
                    </a:lnTo>
                    <a:lnTo>
                      <a:pt x="857" y="46"/>
                    </a:lnTo>
                    <a:lnTo>
                      <a:pt x="794" y="28"/>
                    </a:lnTo>
                    <a:lnTo>
                      <a:pt x="739" y="9"/>
                    </a:lnTo>
                    <a:lnTo>
                      <a:pt x="6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3">
                <a:extLst>
                  <a:ext uri="{FF2B5EF4-FFF2-40B4-BE49-F238E27FC236}">
                    <a16:creationId xmlns:a16="http://schemas.microsoft.com/office/drawing/2014/main" id="{43211BBC-6913-4AA6-1343-74204EDC65DD}"/>
                  </a:ext>
                </a:extLst>
              </p:cNvPr>
              <p:cNvSpPr/>
              <p:nvPr/>
            </p:nvSpPr>
            <p:spPr>
              <a:xfrm>
                <a:off x="3621487" y="3081736"/>
                <a:ext cx="320115" cy="119882"/>
              </a:xfrm>
              <a:custGeom>
                <a:avLst/>
                <a:gdLst/>
                <a:ahLst/>
                <a:cxnLst/>
                <a:rect l="l" t="t" r="r" b="b"/>
                <a:pathLst>
                  <a:path w="6211" h="2326" extrusionOk="0">
                    <a:moveTo>
                      <a:pt x="474" y="0"/>
                    </a:moveTo>
                    <a:lnTo>
                      <a:pt x="0" y="237"/>
                    </a:lnTo>
                    <a:lnTo>
                      <a:pt x="110" y="447"/>
                    </a:lnTo>
                    <a:lnTo>
                      <a:pt x="237" y="648"/>
                    </a:lnTo>
                    <a:lnTo>
                      <a:pt x="374" y="839"/>
                    </a:lnTo>
                    <a:lnTo>
                      <a:pt x="520" y="1013"/>
                    </a:lnTo>
                    <a:lnTo>
                      <a:pt x="675" y="1186"/>
                    </a:lnTo>
                    <a:lnTo>
                      <a:pt x="839" y="1350"/>
                    </a:lnTo>
                    <a:lnTo>
                      <a:pt x="1012" y="1496"/>
                    </a:lnTo>
                    <a:lnTo>
                      <a:pt x="1195" y="1633"/>
                    </a:lnTo>
                    <a:lnTo>
                      <a:pt x="1386" y="1760"/>
                    </a:lnTo>
                    <a:lnTo>
                      <a:pt x="1587" y="1879"/>
                    </a:lnTo>
                    <a:lnTo>
                      <a:pt x="1788" y="1979"/>
                    </a:lnTo>
                    <a:lnTo>
                      <a:pt x="2006" y="2070"/>
                    </a:lnTo>
                    <a:lnTo>
                      <a:pt x="2225" y="2152"/>
                    </a:lnTo>
                    <a:lnTo>
                      <a:pt x="2444" y="2216"/>
                    </a:lnTo>
                    <a:lnTo>
                      <a:pt x="2672" y="2262"/>
                    </a:lnTo>
                    <a:lnTo>
                      <a:pt x="2909" y="2298"/>
                    </a:lnTo>
                    <a:lnTo>
                      <a:pt x="3146" y="2326"/>
                    </a:lnTo>
                    <a:lnTo>
                      <a:pt x="3575" y="2326"/>
                    </a:lnTo>
                    <a:lnTo>
                      <a:pt x="3775" y="2307"/>
                    </a:lnTo>
                    <a:lnTo>
                      <a:pt x="3976" y="2280"/>
                    </a:lnTo>
                    <a:lnTo>
                      <a:pt x="4177" y="2244"/>
                    </a:lnTo>
                    <a:lnTo>
                      <a:pt x="4368" y="2198"/>
                    </a:lnTo>
                    <a:lnTo>
                      <a:pt x="4560" y="2143"/>
                    </a:lnTo>
                    <a:lnTo>
                      <a:pt x="4751" y="2070"/>
                    </a:lnTo>
                    <a:lnTo>
                      <a:pt x="4933" y="1997"/>
                    </a:lnTo>
                    <a:lnTo>
                      <a:pt x="5107" y="1906"/>
                    </a:lnTo>
                    <a:lnTo>
                      <a:pt x="5280" y="1815"/>
                    </a:lnTo>
                    <a:lnTo>
                      <a:pt x="5453" y="1706"/>
                    </a:lnTo>
                    <a:lnTo>
                      <a:pt x="5617" y="1587"/>
                    </a:lnTo>
                    <a:lnTo>
                      <a:pt x="5772" y="1468"/>
                    </a:lnTo>
                    <a:lnTo>
                      <a:pt x="5927" y="1332"/>
                    </a:lnTo>
                    <a:lnTo>
                      <a:pt x="6073" y="1195"/>
                    </a:lnTo>
                    <a:lnTo>
                      <a:pt x="6210" y="1040"/>
                    </a:lnTo>
                    <a:lnTo>
                      <a:pt x="5818" y="693"/>
                    </a:lnTo>
                    <a:lnTo>
                      <a:pt x="5681" y="839"/>
                    </a:lnTo>
                    <a:lnTo>
                      <a:pt x="5535" y="976"/>
                    </a:lnTo>
                    <a:lnTo>
                      <a:pt x="5380" y="1104"/>
                    </a:lnTo>
                    <a:lnTo>
                      <a:pt x="5225" y="1222"/>
                    </a:lnTo>
                    <a:lnTo>
                      <a:pt x="5061" y="1332"/>
                    </a:lnTo>
                    <a:lnTo>
                      <a:pt x="4888" y="1432"/>
                    </a:lnTo>
                    <a:lnTo>
                      <a:pt x="4715" y="1514"/>
                    </a:lnTo>
                    <a:lnTo>
                      <a:pt x="4532" y="1587"/>
                    </a:lnTo>
                    <a:lnTo>
                      <a:pt x="4350" y="1660"/>
                    </a:lnTo>
                    <a:lnTo>
                      <a:pt x="4158" y="1706"/>
                    </a:lnTo>
                    <a:lnTo>
                      <a:pt x="3967" y="1751"/>
                    </a:lnTo>
                    <a:lnTo>
                      <a:pt x="3766" y="1779"/>
                    </a:lnTo>
                    <a:lnTo>
                      <a:pt x="3575" y="1797"/>
                    </a:lnTo>
                    <a:lnTo>
                      <a:pt x="3374" y="1806"/>
                    </a:lnTo>
                    <a:lnTo>
                      <a:pt x="3174" y="1797"/>
                    </a:lnTo>
                    <a:lnTo>
                      <a:pt x="2973" y="1779"/>
                    </a:lnTo>
                    <a:lnTo>
                      <a:pt x="2772" y="1751"/>
                    </a:lnTo>
                    <a:lnTo>
                      <a:pt x="2581" y="1706"/>
                    </a:lnTo>
                    <a:lnTo>
                      <a:pt x="2380" y="1651"/>
                    </a:lnTo>
                    <a:lnTo>
                      <a:pt x="2198" y="1578"/>
                    </a:lnTo>
                    <a:lnTo>
                      <a:pt x="2015" y="1505"/>
                    </a:lnTo>
                    <a:lnTo>
                      <a:pt x="1833" y="1414"/>
                    </a:lnTo>
                    <a:lnTo>
                      <a:pt x="1669" y="1313"/>
                    </a:lnTo>
                    <a:lnTo>
                      <a:pt x="1505" y="1204"/>
                    </a:lnTo>
                    <a:lnTo>
                      <a:pt x="1341" y="1086"/>
                    </a:lnTo>
                    <a:lnTo>
                      <a:pt x="1195" y="958"/>
                    </a:lnTo>
                    <a:lnTo>
                      <a:pt x="1049" y="821"/>
                    </a:lnTo>
                    <a:lnTo>
                      <a:pt x="912" y="675"/>
                    </a:lnTo>
                    <a:lnTo>
                      <a:pt x="794" y="520"/>
                    </a:lnTo>
                    <a:lnTo>
                      <a:pt x="675" y="356"/>
                    </a:lnTo>
                    <a:lnTo>
                      <a:pt x="566" y="18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3">
                <a:extLst>
                  <a:ext uri="{FF2B5EF4-FFF2-40B4-BE49-F238E27FC236}">
                    <a16:creationId xmlns:a16="http://schemas.microsoft.com/office/drawing/2014/main" id="{9D54A514-006F-CA33-55D2-F59A39BB97A8}"/>
                  </a:ext>
                </a:extLst>
              </p:cNvPr>
              <p:cNvSpPr/>
              <p:nvPr/>
            </p:nvSpPr>
            <p:spPr>
              <a:xfrm>
                <a:off x="3896869" y="309302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8" y="28"/>
                    </a:lnTo>
                    <a:lnTo>
                      <a:pt x="375" y="46"/>
                    </a:lnTo>
                    <a:lnTo>
                      <a:pt x="320" y="73"/>
                    </a:lnTo>
                    <a:lnTo>
                      <a:pt x="274" y="101"/>
                    </a:lnTo>
                    <a:lnTo>
                      <a:pt x="229" y="137"/>
                    </a:lnTo>
                    <a:lnTo>
                      <a:pt x="183" y="183"/>
                    </a:lnTo>
                    <a:lnTo>
                      <a:pt x="147" y="219"/>
                    </a:lnTo>
                    <a:lnTo>
                      <a:pt x="110" y="274"/>
                    </a:lnTo>
                    <a:lnTo>
                      <a:pt x="74" y="319"/>
                    </a:lnTo>
                    <a:lnTo>
                      <a:pt x="55" y="374"/>
                    </a:lnTo>
                    <a:lnTo>
                      <a:pt x="28" y="429"/>
                    </a:lnTo>
                    <a:lnTo>
                      <a:pt x="19" y="493"/>
                    </a:lnTo>
                    <a:lnTo>
                      <a:pt x="10" y="547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5" y="857"/>
                    </a:lnTo>
                    <a:lnTo>
                      <a:pt x="74" y="903"/>
                    </a:lnTo>
                    <a:lnTo>
                      <a:pt x="110" y="958"/>
                    </a:lnTo>
                    <a:lnTo>
                      <a:pt x="147" y="1003"/>
                    </a:lnTo>
                    <a:lnTo>
                      <a:pt x="183" y="1049"/>
                    </a:lnTo>
                    <a:lnTo>
                      <a:pt x="229" y="1085"/>
                    </a:lnTo>
                    <a:lnTo>
                      <a:pt x="274" y="1122"/>
                    </a:lnTo>
                    <a:lnTo>
                      <a:pt x="320" y="1158"/>
                    </a:lnTo>
                    <a:lnTo>
                      <a:pt x="375" y="1177"/>
                    </a:lnTo>
                    <a:lnTo>
                      <a:pt x="438" y="1204"/>
                    </a:lnTo>
                    <a:lnTo>
                      <a:pt x="493" y="1213"/>
                    </a:lnTo>
                    <a:lnTo>
                      <a:pt x="557" y="1222"/>
                    </a:lnTo>
                    <a:lnTo>
                      <a:pt x="612" y="1231"/>
                    </a:lnTo>
                    <a:lnTo>
                      <a:pt x="676" y="1222"/>
                    </a:lnTo>
                    <a:lnTo>
                      <a:pt x="739" y="1213"/>
                    </a:lnTo>
                    <a:lnTo>
                      <a:pt x="803" y="1204"/>
                    </a:lnTo>
                    <a:lnTo>
                      <a:pt x="858" y="1177"/>
                    </a:lnTo>
                    <a:lnTo>
                      <a:pt x="913" y="1158"/>
                    </a:lnTo>
                    <a:lnTo>
                      <a:pt x="958" y="1122"/>
                    </a:lnTo>
                    <a:lnTo>
                      <a:pt x="1004" y="1085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7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75"/>
                    </a:lnTo>
                    <a:lnTo>
                      <a:pt x="1232" y="611"/>
                    </a:lnTo>
                    <a:lnTo>
                      <a:pt x="1232" y="547"/>
                    </a:lnTo>
                    <a:lnTo>
                      <a:pt x="1223" y="49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2" y="274"/>
                    </a:lnTo>
                    <a:lnTo>
                      <a:pt x="1095" y="219"/>
                    </a:lnTo>
                    <a:lnTo>
                      <a:pt x="1049" y="183"/>
                    </a:lnTo>
                    <a:lnTo>
                      <a:pt x="1004" y="137"/>
                    </a:lnTo>
                    <a:lnTo>
                      <a:pt x="958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39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3">
                <a:extLst>
                  <a:ext uri="{FF2B5EF4-FFF2-40B4-BE49-F238E27FC236}">
                    <a16:creationId xmlns:a16="http://schemas.microsoft.com/office/drawing/2014/main" id="{BEB02E04-C824-0FC7-3711-5B1F964ACDA8}"/>
                  </a:ext>
                </a:extLst>
              </p:cNvPr>
              <p:cNvSpPr/>
              <p:nvPr/>
            </p:nvSpPr>
            <p:spPr>
              <a:xfrm>
                <a:off x="4475413" y="3215690"/>
                <a:ext cx="141529" cy="366604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7113" extrusionOk="0">
                    <a:moveTo>
                      <a:pt x="2472" y="0"/>
                    </a:moveTo>
                    <a:lnTo>
                      <a:pt x="2253" y="137"/>
                    </a:lnTo>
                    <a:lnTo>
                      <a:pt x="2043" y="292"/>
                    </a:lnTo>
                    <a:lnTo>
                      <a:pt x="1843" y="447"/>
                    </a:lnTo>
                    <a:lnTo>
                      <a:pt x="1651" y="620"/>
                    </a:lnTo>
                    <a:lnTo>
                      <a:pt x="1469" y="794"/>
                    </a:lnTo>
                    <a:lnTo>
                      <a:pt x="1296" y="976"/>
                    </a:lnTo>
                    <a:lnTo>
                      <a:pt x="1141" y="1167"/>
                    </a:lnTo>
                    <a:lnTo>
                      <a:pt x="986" y="1368"/>
                    </a:lnTo>
                    <a:lnTo>
                      <a:pt x="840" y="1578"/>
                    </a:lnTo>
                    <a:lnTo>
                      <a:pt x="712" y="1787"/>
                    </a:lnTo>
                    <a:lnTo>
                      <a:pt x="584" y="2015"/>
                    </a:lnTo>
                    <a:lnTo>
                      <a:pt x="475" y="2234"/>
                    </a:lnTo>
                    <a:lnTo>
                      <a:pt x="375" y="2471"/>
                    </a:lnTo>
                    <a:lnTo>
                      <a:pt x="283" y="2708"/>
                    </a:lnTo>
                    <a:lnTo>
                      <a:pt x="211" y="2955"/>
                    </a:lnTo>
                    <a:lnTo>
                      <a:pt x="147" y="3201"/>
                    </a:lnTo>
                    <a:lnTo>
                      <a:pt x="92" y="3456"/>
                    </a:lnTo>
                    <a:lnTo>
                      <a:pt x="46" y="3711"/>
                    </a:lnTo>
                    <a:lnTo>
                      <a:pt x="19" y="3958"/>
                    </a:lnTo>
                    <a:lnTo>
                      <a:pt x="1" y="4213"/>
                    </a:lnTo>
                    <a:lnTo>
                      <a:pt x="1" y="4468"/>
                    </a:lnTo>
                    <a:lnTo>
                      <a:pt x="10" y="4724"/>
                    </a:lnTo>
                    <a:lnTo>
                      <a:pt x="28" y="4970"/>
                    </a:lnTo>
                    <a:lnTo>
                      <a:pt x="65" y="5216"/>
                    </a:lnTo>
                    <a:lnTo>
                      <a:pt x="110" y="5471"/>
                    </a:lnTo>
                    <a:lnTo>
                      <a:pt x="165" y="5708"/>
                    </a:lnTo>
                    <a:lnTo>
                      <a:pt x="238" y="5955"/>
                    </a:lnTo>
                    <a:lnTo>
                      <a:pt x="320" y="6192"/>
                    </a:lnTo>
                    <a:lnTo>
                      <a:pt x="411" y="6429"/>
                    </a:lnTo>
                    <a:lnTo>
                      <a:pt x="521" y="6666"/>
                    </a:lnTo>
                    <a:lnTo>
                      <a:pt x="639" y="6894"/>
                    </a:lnTo>
                    <a:lnTo>
                      <a:pt x="767" y="7113"/>
                    </a:lnTo>
                    <a:lnTo>
                      <a:pt x="1214" y="6839"/>
                    </a:lnTo>
                    <a:lnTo>
                      <a:pt x="1095" y="6639"/>
                    </a:lnTo>
                    <a:lnTo>
                      <a:pt x="995" y="6429"/>
                    </a:lnTo>
                    <a:lnTo>
                      <a:pt x="894" y="6228"/>
                    </a:lnTo>
                    <a:lnTo>
                      <a:pt x="812" y="6009"/>
                    </a:lnTo>
                    <a:lnTo>
                      <a:pt x="739" y="5800"/>
                    </a:lnTo>
                    <a:lnTo>
                      <a:pt x="676" y="5581"/>
                    </a:lnTo>
                    <a:lnTo>
                      <a:pt x="621" y="5362"/>
                    </a:lnTo>
                    <a:lnTo>
                      <a:pt x="584" y="5134"/>
                    </a:lnTo>
                    <a:lnTo>
                      <a:pt x="557" y="4915"/>
                    </a:lnTo>
                    <a:lnTo>
                      <a:pt x="530" y="4687"/>
                    </a:lnTo>
                    <a:lnTo>
                      <a:pt x="530" y="4459"/>
                    </a:lnTo>
                    <a:lnTo>
                      <a:pt x="530" y="4231"/>
                    </a:lnTo>
                    <a:lnTo>
                      <a:pt x="548" y="4012"/>
                    </a:lnTo>
                    <a:lnTo>
                      <a:pt x="566" y="3784"/>
                    </a:lnTo>
                    <a:lnTo>
                      <a:pt x="603" y="3556"/>
                    </a:lnTo>
                    <a:lnTo>
                      <a:pt x="657" y="3328"/>
                    </a:lnTo>
                    <a:lnTo>
                      <a:pt x="712" y="3100"/>
                    </a:lnTo>
                    <a:lnTo>
                      <a:pt x="785" y="2882"/>
                    </a:lnTo>
                    <a:lnTo>
                      <a:pt x="867" y="2672"/>
                    </a:lnTo>
                    <a:lnTo>
                      <a:pt x="958" y="2462"/>
                    </a:lnTo>
                    <a:lnTo>
                      <a:pt x="1059" y="2252"/>
                    </a:lnTo>
                    <a:lnTo>
                      <a:pt x="1168" y="2052"/>
                    </a:lnTo>
                    <a:lnTo>
                      <a:pt x="1286" y="1860"/>
                    </a:lnTo>
                    <a:lnTo>
                      <a:pt x="1414" y="1678"/>
                    </a:lnTo>
                    <a:lnTo>
                      <a:pt x="1551" y="1496"/>
                    </a:lnTo>
                    <a:lnTo>
                      <a:pt x="1697" y="1322"/>
                    </a:lnTo>
                    <a:lnTo>
                      <a:pt x="1852" y="1158"/>
                    </a:lnTo>
                    <a:lnTo>
                      <a:pt x="2007" y="1003"/>
                    </a:lnTo>
                    <a:lnTo>
                      <a:pt x="2180" y="848"/>
                    </a:lnTo>
                    <a:lnTo>
                      <a:pt x="2362" y="711"/>
                    </a:lnTo>
                    <a:lnTo>
                      <a:pt x="2545" y="575"/>
                    </a:lnTo>
                    <a:lnTo>
                      <a:pt x="2745" y="447"/>
                    </a:lnTo>
                    <a:lnTo>
                      <a:pt x="24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3">
                <a:extLst>
                  <a:ext uri="{FF2B5EF4-FFF2-40B4-BE49-F238E27FC236}">
                    <a16:creationId xmlns:a16="http://schemas.microsoft.com/office/drawing/2014/main" id="{5CE734EE-ABF0-B9AA-C0E8-951070CE5CE1}"/>
                  </a:ext>
                </a:extLst>
              </p:cNvPr>
              <p:cNvSpPr/>
              <p:nvPr/>
            </p:nvSpPr>
            <p:spPr>
              <a:xfrm>
                <a:off x="4577876" y="319548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0"/>
                    </a:moveTo>
                    <a:lnTo>
                      <a:pt x="520" y="9"/>
                    </a:lnTo>
                    <a:lnTo>
                      <a:pt x="466" y="18"/>
                    </a:lnTo>
                    <a:lnTo>
                      <a:pt x="411" y="37"/>
                    </a:lnTo>
                    <a:lnTo>
                      <a:pt x="347" y="64"/>
                    </a:lnTo>
                    <a:lnTo>
                      <a:pt x="292" y="91"/>
                    </a:lnTo>
                    <a:lnTo>
                      <a:pt x="247" y="128"/>
                    </a:lnTo>
                    <a:lnTo>
                      <a:pt x="192" y="164"/>
                    </a:lnTo>
                    <a:lnTo>
                      <a:pt x="156" y="210"/>
                    </a:lnTo>
                    <a:lnTo>
                      <a:pt x="119" y="255"/>
                    </a:lnTo>
                    <a:lnTo>
                      <a:pt x="83" y="310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4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1"/>
                    </a:lnTo>
                    <a:lnTo>
                      <a:pt x="19" y="766"/>
                    </a:lnTo>
                    <a:lnTo>
                      <a:pt x="37" y="821"/>
                    </a:lnTo>
                    <a:lnTo>
                      <a:pt x="64" y="885"/>
                    </a:lnTo>
                    <a:lnTo>
                      <a:pt x="92" y="939"/>
                    </a:lnTo>
                    <a:lnTo>
                      <a:pt x="128" y="985"/>
                    </a:lnTo>
                    <a:lnTo>
                      <a:pt x="165" y="1040"/>
                    </a:lnTo>
                    <a:lnTo>
                      <a:pt x="210" y="1076"/>
                    </a:lnTo>
                    <a:lnTo>
                      <a:pt x="256" y="1113"/>
                    </a:lnTo>
                    <a:lnTo>
                      <a:pt x="311" y="1149"/>
                    </a:lnTo>
                    <a:lnTo>
                      <a:pt x="365" y="1176"/>
                    </a:lnTo>
                    <a:lnTo>
                      <a:pt x="420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93" y="1231"/>
                    </a:lnTo>
                    <a:lnTo>
                      <a:pt x="648" y="1231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30" y="1195"/>
                    </a:lnTo>
                    <a:lnTo>
                      <a:pt x="885" y="1167"/>
                    </a:lnTo>
                    <a:lnTo>
                      <a:pt x="940" y="1140"/>
                    </a:lnTo>
                    <a:lnTo>
                      <a:pt x="995" y="1103"/>
                    </a:lnTo>
                    <a:lnTo>
                      <a:pt x="1040" y="1067"/>
                    </a:lnTo>
                    <a:lnTo>
                      <a:pt x="1077" y="1021"/>
                    </a:lnTo>
                    <a:lnTo>
                      <a:pt x="1113" y="976"/>
                    </a:lnTo>
                    <a:lnTo>
                      <a:pt x="1150" y="921"/>
                    </a:lnTo>
                    <a:lnTo>
                      <a:pt x="1177" y="866"/>
                    </a:lnTo>
                    <a:lnTo>
                      <a:pt x="1195" y="812"/>
                    </a:lnTo>
                    <a:lnTo>
                      <a:pt x="1213" y="757"/>
                    </a:lnTo>
                    <a:lnTo>
                      <a:pt x="1223" y="702"/>
                    </a:lnTo>
                    <a:lnTo>
                      <a:pt x="1232" y="638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3" y="465"/>
                    </a:lnTo>
                    <a:lnTo>
                      <a:pt x="1195" y="401"/>
                    </a:lnTo>
                    <a:lnTo>
                      <a:pt x="1168" y="347"/>
                    </a:lnTo>
                    <a:lnTo>
                      <a:pt x="1140" y="292"/>
                    </a:lnTo>
                    <a:lnTo>
                      <a:pt x="1104" y="237"/>
                    </a:lnTo>
                    <a:lnTo>
                      <a:pt x="1068" y="192"/>
                    </a:lnTo>
                    <a:lnTo>
                      <a:pt x="1022" y="155"/>
                    </a:lnTo>
                    <a:lnTo>
                      <a:pt x="976" y="119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7" y="18"/>
                    </a:lnTo>
                    <a:lnTo>
                      <a:pt x="703" y="9"/>
                    </a:lnTo>
                    <a:lnTo>
                      <a:pt x="6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3">
                <a:extLst>
                  <a:ext uri="{FF2B5EF4-FFF2-40B4-BE49-F238E27FC236}">
                    <a16:creationId xmlns:a16="http://schemas.microsoft.com/office/drawing/2014/main" id="{5C89A76D-A398-EA17-A64F-13B84F1F19FA}"/>
                  </a:ext>
                </a:extLst>
              </p:cNvPr>
              <p:cNvSpPr/>
              <p:nvPr/>
            </p:nvSpPr>
            <p:spPr>
              <a:xfrm>
                <a:off x="4364497" y="327676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1" y="10"/>
                    </a:lnTo>
                    <a:lnTo>
                      <a:pt x="466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65"/>
                    </a:lnTo>
                    <a:lnTo>
                      <a:pt x="156" y="210"/>
                    </a:lnTo>
                    <a:lnTo>
                      <a:pt x="119" y="256"/>
                    </a:lnTo>
                    <a:lnTo>
                      <a:pt x="83" y="311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5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8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56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84" y="1232"/>
                    </a:lnTo>
                    <a:lnTo>
                      <a:pt x="648" y="1232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21" y="1195"/>
                    </a:lnTo>
                    <a:lnTo>
                      <a:pt x="885" y="1168"/>
                    </a:lnTo>
                    <a:lnTo>
                      <a:pt x="940" y="1140"/>
                    </a:lnTo>
                    <a:lnTo>
                      <a:pt x="986" y="1104"/>
                    </a:lnTo>
                    <a:lnTo>
                      <a:pt x="1040" y="1067"/>
                    </a:lnTo>
                    <a:lnTo>
                      <a:pt x="1077" y="1022"/>
                    </a:lnTo>
                    <a:lnTo>
                      <a:pt x="1113" y="976"/>
                    </a:lnTo>
                    <a:lnTo>
                      <a:pt x="1150" y="922"/>
                    </a:lnTo>
                    <a:lnTo>
                      <a:pt x="1177" y="867"/>
                    </a:lnTo>
                    <a:lnTo>
                      <a:pt x="1195" y="812"/>
                    </a:lnTo>
                    <a:lnTo>
                      <a:pt x="1214" y="757"/>
                    </a:lnTo>
                    <a:lnTo>
                      <a:pt x="1223" y="703"/>
                    </a:lnTo>
                    <a:lnTo>
                      <a:pt x="1232" y="639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4" y="466"/>
                    </a:lnTo>
                    <a:lnTo>
                      <a:pt x="1195" y="411"/>
                    </a:lnTo>
                    <a:lnTo>
                      <a:pt x="1168" y="347"/>
                    </a:lnTo>
                    <a:lnTo>
                      <a:pt x="1141" y="292"/>
                    </a:lnTo>
                    <a:lnTo>
                      <a:pt x="1104" y="247"/>
                    </a:lnTo>
                    <a:lnTo>
                      <a:pt x="1068" y="192"/>
                    </a:lnTo>
                    <a:lnTo>
                      <a:pt x="1022" y="156"/>
                    </a:lnTo>
                    <a:lnTo>
                      <a:pt x="976" y="119"/>
                    </a:lnTo>
                    <a:lnTo>
                      <a:pt x="922" y="83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8" y="19"/>
                    </a:lnTo>
                    <a:lnTo>
                      <a:pt x="703" y="10"/>
                    </a:lnTo>
                    <a:lnTo>
                      <a:pt x="6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3">
                <a:extLst>
                  <a:ext uri="{FF2B5EF4-FFF2-40B4-BE49-F238E27FC236}">
                    <a16:creationId xmlns:a16="http://schemas.microsoft.com/office/drawing/2014/main" id="{D38C29CE-C26C-870B-E517-EBAB09AAB0E9}"/>
                  </a:ext>
                </a:extLst>
              </p:cNvPr>
              <p:cNvSpPr/>
              <p:nvPr/>
            </p:nvSpPr>
            <p:spPr>
              <a:xfrm>
                <a:off x="4660598" y="2821353"/>
                <a:ext cx="150445" cy="188069"/>
              </a:xfrm>
              <a:custGeom>
                <a:avLst/>
                <a:gdLst/>
                <a:ahLst/>
                <a:cxnLst/>
                <a:rect l="l" t="t" r="r" b="b"/>
                <a:pathLst>
                  <a:path w="2919" h="3649" extrusionOk="0">
                    <a:moveTo>
                      <a:pt x="2873" y="1"/>
                    </a:moveTo>
                    <a:lnTo>
                      <a:pt x="2709" y="19"/>
                    </a:lnTo>
                    <a:lnTo>
                      <a:pt x="2554" y="46"/>
                    </a:lnTo>
                    <a:lnTo>
                      <a:pt x="2399" y="83"/>
                    </a:lnTo>
                    <a:lnTo>
                      <a:pt x="2244" y="128"/>
                    </a:lnTo>
                    <a:lnTo>
                      <a:pt x="2098" y="183"/>
                    </a:lnTo>
                    <a:lnTo>
                      <a:pt x="1952" y="247"/>
                    </a:lnTo>
                    <a:lnTo>
                      <a:pt x="1806" y="311"/>
                    </a:lnTo>
                    <a:lnTo>
                      <a:pt x="1669" y="393"/>
                    </a:lnTo>
                    <a:lnTo>
                      <a:pt x="1532" y="475"/>
                    </a:lnTo>
                    <a:lnTo>
                      <a:pt x="1405" y="557"/>
                    </a:lnTo>
                    <a:lnTo>
                      <a:pt x="1277" y="657"/>
                    </a:lnTo>
                    <a:lnTo>
                      <a:pt x="1159" y="758"/>
                    </a:lnTo>
                    <a:lnTo>
                      <a:pt x="1040" y="858"/>
                    </a:lnTo>
                    <a:lnTo>
                      <a:pt x="931" y="976"/>
                    </a:lnTo>
                    <a:lnTo>
                      <a:pt x="830" y="1086"/>
                    </a:lnTo>
                    <a:lnTo>
                      <a:pt x="730" y="1213"/>
                    </a:lnTo>
                    <a:lnTo>
                      <a:pt x="630" y="1341"/>
                    </a:lnTo>
                    <a:lnTo>
                      <a:pt x="539" y="1469"/>
                    </a:lnTo>
                    <a:lnTo>
                      <a:pt x="456" y="1606"/>
                    </a:lnTo>
                    <a:lnTo>
                      <a:pt x="383" y="1742"/>
                    </a:lnTo>
                    <a:lnTo>
                      <a:pt x="311" y="1888"/>
                    </a:lnTo>
                    <a:lnTo>
                      <a:pt x="247" y="2034"/>
                    </a:lnTo>
                    <a:lnTo>
                      <a:pt x="192" y="2189"/>
                    </a:lnTo>
                    <a:lnTo>
                      <a:pt x="137" y="2335"/>
                    </a:lnTo>
                    <a:lnTo>
                      <a:pt x="101" y="2499"/>
                    </a:lnTo>
                    <a:lnTo>
                      <a:pt x="64" y="2654"/>
                    </a:lnTo>
                    <a:lnTo>
                      <a:pt x="37" y="2818"/>
                    </a:lnTo>
                    <a:lnTo>
                      <a:pt x="10" y="2973"/>
                    </a:lnTo>
                    <a:lnTo>
                      <a:pt x="1" y="3137"/>
                    </a:lnTo>
                    <a:lnTo>
                      <a:pt x="1" y="3311"/>
                    </a:lnTo>
                    <a:lnTo>
                      <a:pt x="1" y="3475"/>
                    </a:lnTo>
                    <a:lnTo>
                      <a:pt x="19" y="3648"/>
                    </a:lnTo>
                    <a:lnTo>
                      <a:pt x="539" y="3593"/>
                    </a:lnTo>
                    <a:lnTo>
                      <a:pt x="529" y="3448"/>
                    </a:lnTo>
                    <a:lnTo>
                      <a:pt x="520" y="3311"/>
                    </a:lnTo>
                    <a:lnTo>
                      <a:pt x="529" y="3165"/>
                    </a:lnTo>
                    <a:lnTo>
                      <a:pt x="539" y="3028"/>
                    </a:lnTo>
                    <a:lnTo>
                      <a:pt x="557" y="2891"/>
                    </a:lnTo>
                    <a:lnTo>
                      <a:pt x="575" y="2755"/>
                    </a:lnTo>
                    <a:lnTo>
                      <a:pt x="602" y="2627"/>
                    </a:lnTo>
                    <a:lnTo>
                      <a:pt x="639" y="2490"/>
                    </a:lnTo>
                    <a:lnTo>
                      <a:pt x="684" y="2362"/>
                    </a:lnTo>
                    <a:lnTo>
                      <a:pt x="730" y="2235"/>
                    </a:lnTo>
                    <a:lnTo>
                      <a:pt x="785" y="2116"/>
                    </a:lnTo>
                    <a:lnTo>
                      <a:pt x="839" y="1989"/>
                    </a:lnTo>
                    <a:lnTo>
                      <a:pt x="903" y="1870"/>
                    </a:lnTo>
                    <a:lnTo>
                      <a:pt x="976" y="1761"/>
                    </a:lnTo>
                    <a:lnTo>
                      <a:pt x="1049" y="1651"/>
                    </a:lnTo>
                    <a:lnTo>
                      <a:pt x="1131" y="1542"/>
                    </a:lnTo>
                    <a:lnTo>
                      <a:pt x="1213" y="1441"/>
                    </a:lnTo>
                    <a:lnTo>
                      <a:pt x="1304" y="1341"/>
                    </a:lnTo>
                    <a:lnTo>
                      <a:pt x="1396" y="1250"/>
                    </a:lnTo>
                    <a:lnTo>
                      <a:pt x="1496" y="1159"/>
                    </a:lnTo>
                    <a:lnTo>
                      <a:pt x="1596" y="1077"/>
                    </a:lnTo>
                    <a:lnTo>
                      <a:pt x="1697" y="995"/>
                    </a:lnTo>
                    <a:lnTo>
                      <a:pt x="1806" y="922"/>
                    </a:lnTo>
                    <a:lnTo>
                      <a:pt x="1915" y="849"/>
                    </a:lnTo>
                    <a:lnTo>
                      <a:pt x="2034" y="785"/>
                    </a:lnTo>
                    <a:lnTo>
                      <a:pt x="2153" y="730"/>
                    </a:lnTo>
                    <a:lnTo>
                      <a:pt x="2271" y="675"/>
                    </a:lnTo>
                    <a:lnTo>
                      <a:pt x="2399" y="639"/>
                    </a:lnTo>
                    <a:lnTo>
                      <a:pt x="2526" y="593"/>
                    </a:lnTo>
                    <a:lnTo>
                      <a:pt x="2654" y="566"/>
                    </a:lnTo>
                    <a:lnTo>
                      <a:pt x="2791" y="539"/>
                    </a:lnTo>
                    <a:lnTo>
                      <a:pt x="2918" y="520"/>
                    </a:lnTo>
                    <a:lnTo>
                      <a:pt x="287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3">
                <a:extLst>
                  <a:ext uri="{FF2B5EF4-FFF2-40B4-BE49-F238E27FC236}">
                    <a16:creationId xmlns:a16="http://schemas.microsoft.com/office/drawing/2014/main" id="{FDD12691-BCD2-7FD6-4B03-CACB44E47B54}"/>
                  </a:ext>
                </a:extLst>
              </p:cNvPr>
              <p:cNvSpPr/>
              <p:nvPr/>
            </p:nvSpPr>
            <p:spPr>
              <a:xfrm>
                <a:off x="4775276" y="280305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1" y="0"/>
                    </a:moveTo>
                    <a:lnTo>
                      <a:pt x="557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9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3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73" y="319"/>
                    </a:lnTo>
                    <a:lnTo>
                      <a:pt x="55" y="374"/>
                    </a:lnTo>
                    <a:lnTo>
                      <a:pt x="28" y="438"/>
                    </a:lnTo>
                    <a:lnTo>
                      <a:pt x="19" y="492"/>
                    </a:lnTo>
                    <a:lnTo>
                      <a:pt x="10" y="556"/>
                    </a:lnTo>
                    <a:lnTo>
                      <a:pt x="0" y="620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803"/>
                    </a:lnTo>
                    <a:lnTo>
                      <a:pt x="55" y="857"/>
                    </a:lnTo>
                    <a:lnTo>
                      <a:pt x="73" y="912"/>
                    </a:lnTo>
                    <a:lnTo>
                      <a:pt x="110" y="958"/>
                    </a:lnTo>
                    <a:lnTo>
                      <a:pt x="146" y="1003"/>
                    </a:lnTo>
                    <a:lnTo>
                      <a:pt x="183" y="1049"/>
                    </a:lnTo>
                    <a:lnTo>
                      <a:pt x="228" y="1094"/>
                    </a:lnTo>
                    <a:lnTo>
                      <a:pt x="274" y="1122"/>
                    </a:lnTo>
                    <a:lnTo>
                      <a:pt x="329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7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8" y="1185"/>
                    </a:lnTo>
                    <a:lnTo>
                      <a:pt x="912" y="1158"/>
                    </a:lnTo>
                    <a:lnTo>
                      <a:pt x="958" y="1122"/>
                    </a:lnTo>
                    <a:lnTo>
                      <a:pt x="1013" y="1094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31" y="958"/>
                    </a:lnTo>
                    <a:lnTo>
                      <a:pt x="1159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75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31" y="274"/>
                    </a:lnTo>
                    <a:lnTo>
                      <a:pt x="1095" y="228"/>
                    </a:lnTo>
                    <a:lnTo>
                      <a:pt x="1049" y="182"/>
                    </a:lnTo>
                    <a:lnTo>
                      <a:pt x="1013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8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3">
                <a:extLst>
                  <a:ext uri="{FF2B5EF4-FFF2-40B4-BE49-F238E27FC236}">
                    <a16:creationId xmlns:a16="http://schemas.microsoft.com/office/drawing/2014/main" id="{0C3FFCAB-556B-D11A-DDEA-FC1F5A25EF6D}"/>
                  </a:ext>
                </a:extLst>
              </p:cNvPr>
              <p:cNvSpPr/>
              <p:nvPr/>
            </p:nvSpPr>
            <p:spPr>
              <a:xfrm>
                <a:off x="5107559" y="3183735"/>
                <a:ext cx="84165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4569" extrusionOk="0">
                    <a:moveTo>
                      <a:pt x="1341" y="0"/>
                    </a:moveTo>
                    <a:lnTo>
                      <a:pt x="1204" y="91"/>
                    </a:lnTo>
                    <a:lnTo>
                      <a:pt x="1085" y="192"/>
                    </a:lnTo>
                    <a:lnTo>
                      <a:pt x="967" y="301"/>
                    </a:lnTo>
                    <a:lnTo>
                      <a:pt x="848" y="410"/>
                    </a:lnTo>
                    <a:lnTo>
                      <a:pt x="748" y="529"/>
                    </a:lnTo>
                    <a:lnTo>
                      <a:pt x="648" y="657"/>
                    </a:lnTo>
                    <a:lnTo>
                      <a:pt x="557" y="784"/>
                    </a:lnTo>
                    <a:lnTo>
                      <a:pt x="474" y="912"/>
                    </a:lnTo>
                    <a:lnTo>
                      <a:pt x="392" y="1049"/>
                    </a:lnTo>
                    <a:lnTo>
                      <a:pt x="329" y="1195"/>
                    </a:lnTo>
                    <a:lnTo>
                      <a:pt x="256" y="1331"/>
                    </a:lnTo>
                    <a:lnTo>
                      <a:pt x="201" y="1477"/>
                    </a:lnTo>
                    <a:lnTo>
                      <a:pt x="155" y="1632"/>
                    </a:lnTo>
                    <a:lnTo>
                      <a:pt x="110" y="1778"/>
                    </a:lnTo>
                    <a:lnTo>
                      <a:pt x="73" y="1933"/>
                    </a:lnTo>
                    <a:lnTo>
                      <a:pt x="46" y="2088"/>
                    </a:lnTo>
                    <a:lnTo>
                      <a:pt x="19" y="2243"/>
                    </a:lnTo>
                    <a:lnTo>
                      <a:pt x="9" y="2407"/>
                    </a:lnTo>
                    <a:lnTo>
                      <a:pt x="0" y="2562"/>
                    </a:lnTo>
                    <a:lnTo>
                      <a:pt x="0" y="2727"/>
                    </a:lnTo>
                    <a:lnTo>
                      <a:pt x="9" y="2882"/>
                    </a:lnTo>
                    <a:lnTo>
                      <a:pt x="19" y="3046"/>
                    </a:lnTo>
                    <a:lnTo>
                      <a:pt x="46" y="3201"/>
                    </a:lnTo>
                    <a:lnTo>
                      <a:pt x="73" y="3356"/>
                    </a:lnTo>
                    <a:lnTo>
                      <a:pt x="110" y="3520"/>
                    </a:lnTo>
                    <a:lnTo>
                      <a:pt x="155" y="3675"/>
                    </a:lnTo>
                    <a:lnTo>
                      <a:pt x="210" y="3830"/>
                    </a:lnTo>
                    <a:lnTo>
                      <a:pt x="274" y="3985"/>
                    </a:lnTo>
                    <a:lnTo>
                      <a:pt x="338" y="4131"/>
                    </a:lnTo>
                    <a:lnTo>
                      <a:pt x="420" y="4277"/>
                    </a:lnTo>
                    <a:lnTo>
                      <a:pt x="502" y="4423"/>
                    </a:lnTo>
                    <a:lnTo>
                      <a:pt x="593" y="4569"/>
                    </a:lnTo>
                    <a:lnTo>
                      <a:pt x="1031" y="4268"/>
                    </a:lnTo>
                    <a:lnTo>
                      <a:pt x="949" y="4149"/>
                    </a:lnTo>
                    <a:lnTo>
                      <a:pt x="876" y="4021"/>
                    </a:lnTo>
                    <a:lnTo>
                      <a:pt x="812" y="3903"/>
                    </a:lnTo>
                    <a:lnTo>
                      <a:pt x="757" y="3775"/>
                    </a:lnTo>
                    <a:lnTo>
                      <a:pt x="702" y="3648"/>
                    </a:lnTo>
                    <a:lnTo>
                      <a:pt x="657" y="3520"/>
                    </a:lnTo>
                    <a:lnTo>
                      <a:pt x="620" y="3383"/>
                    </a:lnTo>
                    <a:lnTo>
                      <a:pt x="584" y="3255"/>
                    </a:lnTo>
                    <a:lnTo>
                      <a:pt x="566" y="3119"/>
                    </a:lnTo>
                    <a:lnTo>
                      <a:pt x="547" y="2982"/>
                    </a:lnTo>
                    <a:lnTo>
                      <a:pt x="529" y="2854"/>
                    </a:lnTo>
                    <a:lnTo>
                      <a:pt x="520" y="2717"/>
                    </a:lnTo>
                    <a:lnTo>
                      <a:pt x="520" y="2581"/>
                    </a:lnTo>
                    <a:lnTo>
                      <a:pt x="529" y="2453"/>
                    </a:lnTo>
                    <a:lnTo>
                      <a:pt x="538" y="2316"/>
                    </a:lnTo>
                    <a:lnTo>
                      <a:pt x="557" y="2189"/>
                    </a:lnTo>
                    <a:lnTo>
                      <a:pt x="584" y="2052"/>
                    </a:lnTo>
                    <a:lnTo>
                      <a:pt x="611" y="1924"/>
                    </a:lnTo>
                    <a:lnTo>
                      <a:pt x="648" y="1796"/>
                    </a:lnTo>
                    <a:lnTo>
                      <a:pt x="693" y="1669"/>
                    </a:lnTo>
                    <a:lnTo>
                      <a:pt x="739" y="1550"/>
                    </a:lnTo>
                    <a:lnTo>
                      <a:pt x="794" y="1432"/>
                    </a:lnTo>
                    <a:lnTo>
                      <a:pt x="848" y="1313"/>
                    </a:lnTo>
                    <a:lnTo>
                      <a:pt x="912" y="1195"/>
                    </a:lnTo>
                    <a:lnTo>
                      <a:pt x="985" y="1085"/>
                    </a:lnTo>
                    <a:lnTo>
                      <a:pt x="1058" y="985"/>
                    </a:lnTo>
                    <a:lnTo>
                      <a:pt x="1140" y="876"/>
                    </a:lnTo>
                    <a:lnTo>
                      <a:pt x="1231" y="775"/>
                    </a:lnTo>
                    <a:lnTo>
                      <a:pt x="1323" y="684"/>
                    </a:lnTo>
                    <a:lnTo>
                      <a:pt x="1423" y="593"/>
                    </a:lnTo>
                    <a:lnTo>
                      <a:pt x="1523" y="511"/>
                    </a:lnTo>
                    <a:lnTo>
                      <a:pt x="1633" y="429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3">
                <a:extLst>
                  <a:ext uri="{FF2B5EF4-FFF2-40B4-BE49-F238E27FC236}">
                    <a16:creationId xmlns:a16="http://schemas.microsoft.com/office/drawing/2014/main" id="{D9613E72-2915-F8EC-2305-C62E3BE25D13}"/>
                  </a:ext>
                </a:extLst>
              </p:cNvPr>
              <p:cNvSpPr/>
              <p:nvPr/>
            </p:nvSpPr>
            <p:spPr>
              <a:xfrm>
                <a:off x="5149823" y="3164459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9" y="28"/>
                    </a:lnTo>
                    <a:lnTo>
                      <a:pt x="384" y="46"/>
                    </a:lnTo>
                    <a:lnTo>
                      <a:pt x="320" y="73"/>
                    </a:lnTo>
                    <a:lnTo>
                      <a:pt x="275" y="110"/>
                    </a:lnTo>
                    <a:lnTo>
                      <a:pt x="220" y="146"/>
                    </a:lnTo>
                    <a:lnTo>
                      <a:pt x="174" y="183"/>
                    </a:lnTo>
                    <a:lnTo>
                      <a:pt x="138" y="228"/>
                    </a:lnTo>
                    <a:lnTo>
                      <a:pt x="101" y="283"/>
                    </a:lnTo>
                    <a:lnTo>
                      <a:pt x="74" y="329"/>
                    </a:lnTo>
                    <a:lnTo>
                      <a:pt x="47" y="383"/>
                    </a:lnTo>
                    <a:lnTo>
                      <a:pt x="28" y="438"/>
                    </a:lnTo>
                    <a:lnTo>
                      <a:pt x="19" y="502"/>
                    </a:lnTo>
                    <a:lnTo>
                      <a:pt x="10" y="556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6" y="848"/>
                    </a:lnTo>
                    <a:lnTo>
                      <a:pt x="83" y="912"/>
                    </a:lnTo>
                    <a:lnTo>
                      <a:pt x="110" y="958"/>
                    </a:lnTo>
                    <a:lnTo>
                      <a:pt x="156" y="1012"/>
                    </a:lnTo>
                    <a:lnTo>
                      <a:pt x="192" y="1058"/>
                    </a:lnTo>
                    <a:lnTo>
                      <a:pt x="238" y="1094"/>
                    </a:lnTo>
                    <a:lnTo>
                      <a:pt x="284" y="1131"/>
                    </a:lnTo>
                    <a:lnTo>
                      <a:pt x="338" y="1158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3" y="1213"/>
                    </a:lnTo>
                    <a:lnTo>
                      <a:pt x="566" y="1222"/>
                    </a:lnTo>
                    <a:lnTo>
                      <a:pt x="685" y="1222"/>
                    </a:lnTo>
                    <a:lnTo>
                      <a:pt x="740" y="1213"/>
                    </a:lnTo>
                    <a:lnTo>
                      <a:pt x="803" y="1195"/>
                    </a:lnTo>
                    <a:lnTo>
                      <a:pt x="858" y="1177"/>
                    </a:lnTo>
                    <a:lnTo>
                      <a:pt x="913" y="1149"/>
                    </a:lnTo>
                    <a:lnTo>
                      <a:pt x="968" y="1113"/>
                    </a:lnTo>
                    <a:lnTo>
                      <a:pt x="1022" y="1076"/>
                    </a:lnTo>
                    <a:lnTo>
                      <a:pt x="1068" y="1040"/>
                    </a:lnTo>
                    <a:lnTo>
                      <a:pt x="1104" y="994"/>
                    </a:lnTo>
                    <a:lnTo>
                      <a:pt x="1141" y="939"/>
                    </a:lnTo>
                    <a:lnTo>
                      <a:pt x="1168" y="894"/>
                    </a:lnTo>
                    <a:lnTo>
                      <a:pt x="1196" y="839"/>
                    </a:lnTo>
                    <a:lnTo>
                      <a:pt x="1214" y="784"/>
                    </a:lnTo>
                    <a:lnTo>
                      <a:pt x="1223" y="721"/>
                    </a:lnTo>
                    <a:lnTo>
                      <a:pt x="1232" y="666"/>
                    </a:lnTo>
                    <a:lnTo>
                      <a:pt x="1232" y="602"/>
                    </a:lnTo>
                    <a:lnTo>
                      <a:pt x="1232" y="547"/>
                    </a:lnTo>
                    <a:lnTo>
                      <a:pt x="1223" y="484"/>
                    </a:lnTo>
                    <a:lnTo>
                      <a:pt x="1205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3" y="265"/>
                    </a:lnTo>
                    <a:lnTo>
                      <a:pt x="1086" y="210"/>
                    </a:lnTo>
                    <a:lnTo>
                      <a:pt x="1050" y="164"/>
                    </a:lnTo>
                    <a:lnTo>
                      <a:pt x="1004" y="128"/>
                    </a:lnTo>
                    <a:lnTo>
                      <a:pt x="949" y="91"/>
                    </a:lnTo>
                    <a:lnTo>
                      <a:pt x="904" y="64"/>
                    </a:lnTo>
                    <a:lnTo>
                      <a:pt x="849" y="37"/>
                    </a:lnTo>
                    <a:lnTo>
                      <a:pt x="794" y="18"/>
                    </a:lnTo>
                    <a:lnTo>
                      <a:pt x="730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3">
                <a:extLst>
                  <a:ext uri="{FF2B5EF4-FFF2-40B4-BE49-F238E27FC236}">
                    <a16:creationId xmlns:a16="http://schemas.microsoft.com/office/drawing/2014/main" id="{708805EA-906F-C9EF-3D74-78A0EEFDA97D}"/>
                  </a:ext>
                </a:extLst>
              </p:cNvPr>
              <p:cNvSpPr/>
              <p:nvPr/>
            </p:nvSpPr>
            <p:spPr>
              <a:xfrm>
                <a:off x="4756464" y="2535147"/>
                <a:ext cx="237857" cy="95452"/>
              </a:xfrm>
              <a:custGeom>
                <a:avLst/>
                <a:gdLst/>
                <a:ahLst/>
                <a:cxnLst/>
                <a:rect l="l" t="t" r="r" b="b"/>
                <a:pathLst>
                  <a:path w="4615" h="1852" extrusionOk="0">
                    <a:moveTo>
                      <a:pt x="2745" y="1"/>
                    </a:moveTo>
                    <a:lnTo>
                      <a:pt x="2581" y="10"/>
                    </a:lnTo>
                    <a:lnTo>
                      <a:pt x="2417" y="28"/>
                    </a:lnTo>
                    <a:lnTo>
                      <a:pt x="2253" y="55"/>
                    </a:lnTo>
                    <a:lnTo>
                      <a:pt x="2089" y="92"/>
                    </a:lnTo>
                    <a:lnTo>
                      <a:pt x="1925" y="128"/>
                    </a:lnTo>
                    <a:lnTo>
                      <a:pt x="1770" y="183"/>
                    </a:lnTo>
                    <a:lnTo>
                      <a:pt x="1615" y="238"/>
                    </a:lnTo>
                    <a:lnTo>
                      <a:pt x="1460" y="301"/>
                    </a:lnTo>
                    <a:lnTo>
                      <a:pt x="1314" y="374"/>
                    </a:lnTo>
                    <a:lnTo>
                      <a:pt x="1177" y="447"/>
                    </a:lnTo>
                    <a:lnTo>
                      <a:pt x="1031" y="529"/>
                    </a:lnTo>
                    <a:lnTo>
                      <a:pt x="903" y="621"/>
                    </a:lnTo>
                    <a:lnTo>
                      <a:pt x="767" y="721"/>
                    </a:lnTo>
                    <a:lnTo>
                      <a:pt x="639" y="821"/>
                    </a:lnTo>
                    <a:lnTo>
                      <a:pt x="520" y="931"/>
                    </a:lnTo>
                    <a:lnTo>
                      <a:pt x="411" y="1049"/>
                    </a:lnTo>
                    <a:lnTo>
                      <a:pt x="302" y="1177"/>
                    </a:lnTo>
                    <a:lnTo>
                      <a:pt x="192" y="1304"/>
                    </a:lnTo>
                    <a:lnTo>
                      <a:pt x="92" y="1432"/>
                    </a:lnTo>
                    <a:lnTo>
                      <a:pt x="1" y="1569"/>
                    </a:lnTo>
                    <a:lnTo>
                      <a:pt x="448" y="1852"/>
                    </a:lnTo>
                    <a:lnTo>
                      <a:pt x="530" y="1733"/>
                    </a:lnTo>
                    <a:lnTo>
                      <a:pt x="612" y="1624"/>
                    </a:lnTo>
                    <a:lnTo>
                      <a:pt x="694" y="1514"/>
                    </a:lnTo>
                    <a:lnTo>
                      <a:pt x="794" y="1414"/>
                    </a:lnTo>
                    <a:lnTo>
                      <a:pt x="885" y="1314"/>
                    </a:lnTo>
                    <a:lnTo>
                      <a:pt x="986" y="1222"/>
                    </a:lnTo>
                    <a:lnTo>
                      <a:pt x="1095" y="1131"/>
                    </a:lnTo>
                    <a:lnTo>
                      <a:pt x="1204" y="1049"/>
                    </a:lnTo>
                    <a:lnTo>
                      <a:pt x="1314" y="976"/>
                    </a:lnTo>
                    <a:lnTo>
                      <a:pt x="1432" y="903"/>
                    </a:lnTo>
                    <a:lnTo>
                      <a:pt x="1560" y="839"/>
                    </a:lnTo>
                    <a:lnTo>
                      <a:pt x="1679" y="776"/>
                    </a:lnTo>
                    <a:lnTo>
                      <a:pt x="1806" y="721"/>
                    </a:lnTo>
                    <a:lnTo>
                      <a:pt x="1943" y="675"/>
                    </a:lnTo>
                    <a:lnTo>
                      <a:pt x="2071" y="639"/>
                    </a:lnTo>
                    <a:lnTo>
                      <a:pt x="2207" y="602"/>
                    </a:lnTo>
                    <a:lnTo>
                      <a:pt x="2344" y="575"/>
                    </a:lnTo>
                    <a:lnTo>
                      <a:pt x="2481" y="548"/>
                    </a:lnTo>
                    <a:lnTo>
                      <a:pt x="2627" y="538"/>
                    </a:lnTo>
                    <a:lnTo>
                      <a:pt x="2764" y="529"/>
                    </a:lnTo>
                    <a:lnTo>
                      <a:pt x="2900" y="529"/>
                    </a:lnTo>
                    <a:lnTo>
                      <a:pt x="3037" y="538"/>
                    </a:lnTo>
                    <a:lnTo>
                      <a:pt x="3174" y="548"/>
                    </a:lnTo>
                    <a:lnTo>
                      <a:pt x="3311" y="566"/>
                    </a:lnTo>
                    <a:lnTo>
                      <a:pt x="3438" y="593"/>
                    </a:lnTo>
                    <a:lnTo>
                      <a:pt x="3575" y="630"/>
                    </a:lnTo>
                    <a:lnTo>
                      <a:pt x="3703" y="666"/>
                    </a:lnTo>
                    <a:lnTo>
                      <a:pt x="3840" y="712"/>
                    </a:lnTo>
                    <a:lnTo>
                      <a:pt x="3967" y="766"/>
                    </a:lnTo>
                    <a:lnTo>
                      <a:pt x="4095" y="821"/>
                    </a:lnTo>
                    <a:lnTo>
                      <a:pt x="4214" y="885"/>
                    </a:lnTo>
                    <a:lnTo>
                      <a:pt x="4332" y="958"/>
                    </a:lnTo>
                    <a:lnTo>
                      <a:pt x="4615" y="520"/>
                    </a:lnTo>
                    <a:lnTo>
                      <a:pt x="4469" y="429"/>
                    </a:lnTo>
                    <a:lnTo>
                      <a:pt x="4323" y="356"/>
                    </a:lnTo>
                    <a:lnTo>
                      <a:pt x="4177" y="283"/>
                    </a:lnTo>
                    <a:lnTo>
                      <a:pt x="4022" y="219"/>
                    </a:lnTo>
                    <a:lnTo>
                      <a:pt x="3867" y="165"/>
                    </a:lnTo>
                    <a:lnTo>
                      <a:pt x="3712" y="119"/>
                    </a:lnTo>
                    <a:lnTo>
                      <a:pt x="3557" y="83"/>
                    </a:lnTo>
                    <a:lnTo>
                      <a:pt x="3393" y="46"/>
                    </a:lnTo>
                    <a:lnTo>
                      <a:pt x="3238" y="28"/>
                    </a:lnTo>
                    <a:lnTo>
                      <a:pt x="3074" y="10"/>
                    </a:lnTo>
                    <a:lnTo>
                      <a:pt x="29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3">
                <a:extLst>
                  <a:ext uri="{FF2B5EF4-FFF2-40B4-BE49-F238E27FC236}">
                    <a16:creationId xmlns:a16="http://schemas.microsoft.com/office/drawing/2014/main" id="{F2E58EC2-C2F1-875B-AE97-511657CAAE00}"/>
                  </a:ext>
                </a:extLst>
              </p:cNvPr>
              <p:cNvSpPr/>
              <p:nvPr/>
            </p:nvSpPr>
            <p:spPr>
              <a:xfrm>
                <a:off x="4740486" y="2584472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1"/>
                    </a:moveTo>
                    <a:lnTo>
                      <a:pt x="539" y="10"/>
                    </a:lnTo>
                    <a:lnTo>
                      <a:pt x="475" y="19"/>
                    </a:lnTo>
                    <a:lnTo>
                      <a:pt x="420" y="37"/>
                    </a:lnTo>
                    <a:lnTo>
                      <a:pt x="356" y="56"/>
                    </a:lnTo>
                    <a:lnTo>
                      <a:pt x="302" y="92"/>
                    </a:lnTo>
                    <a:lnTo>
                      <a:pt x="256" y="119"/>
                    </a:lnTo>
                    <a:lnTo>
                      <a:pt x="210" y="156"/>
                    </a:lnTo>
                    <a:lnTo>
                      <a:pt x="165" y="202"/>
                    </a:lnTo>
                    <a:lnTo>
                      <a:pt x="128" y="247"/>
                    </a:lnTo>
                    <a:lnTo>
                      <a:pt x="92" y="293"/>
                    </a:lnTo>
                    <a:lnTo>
                      <a:pt x="65" y="347"/>
                    </a:lnTo>
                    <a:lnTo>
                      <a:pt x="37" y="393"/>
                    </a:lnTo>
                    <a:lnTo>
                      <a:pt x="19" y="457"/>
                    </a:lnTo>
                    <a:lnTo>
                      <a:pt x="10" y="512"/>
                    </a:lnTo>
                    <a:lnTo>
                      <a:pt x="1" y="575"/>
                    </a:lnTo>
                    <a:lnTo>
                      <a:pt x="1" y="630"/>
                    </a:lnTo>
                    <a:lnTo>
                      <a:pt x="1" y="694"/>
                    </a:lnTo>
                    <a:lnTo>
                      <a:pt x="19" y="758"/>
                    </a:lnTo>
                    <a:lnTo>
                      <a:pt x="28" y="813"/>
                    </a:lnTo>
                    <a:lnTo>
                      <a:pt x="55" y="876"/>
                    </a:lnTo>
                    <a:lnTo>
                      <a:pt x="83" y="931"/>
                    </a:lnTo>
                    <a:lnTo>
                      <a:pt x="119" y="977"/>
                    </a:lnTo>
                    <a:lnTo>
                      <a:pt x="156" y="1022"/>
                    </a:lnTo>
                    <a:lnTo>
                      <a:pt x="192" y="1068"/>
                    </a:lnTo>
                    <a:lnTo>
                      <a:pt x="238" y="1104"/>
                    </a:lnTo>
                    <a:lnTo>
                      <a:pt x="283" y="1141"/>
                    </a:lnTo>
                    <a:lnTo>
                      <a:pt x="338" y="1168"/>
                    </a:lnTo>
                    <a:lnTo>
                      <a:pt x="393" y="1195"/>
                    </a:lnTo>
                    <a:lnTo>
                      <a:pt x="447" y="1214"/>
                    </a:lnTo>
                    <a:lnTo>
                      <a:pt x="502" y="1223"/>
                    </a:lnTo>
                    <a:lnTo>
                      <a:pt x="566" y="1232"/>
                    </a:lnTo>
                    <a:lnTo>
                      <a:pt x="685" y="1232"/>
                    </a:lnTo>
                    <a:lnTo>
                      <a:pt x="748" y="1223"/>
                    </a:lnTo>
                    <a:lnTo>
                      <a:pt x="812" y="1205"/>
                    </a:lnTo>
                    <a:lnTo>
                      <a:pt x="867" y="1177"/>
                    </a:lnTo>
                    <a:lnTo>
                      <a:pt x="922" y="1150"/>
                    </a:lnTo>
                    <a:lnTo>
                      <a:pt x="976" y="1123"/>
                    </a:lnTo>
                    <a:lnTo>
                      <a:pt x="1022" y="1086"/>
                    </a:lnTo>
                    <a:lnTo>
                      <a:pt x="1068" y="1040"/>
                    </a:lnTo>
                    <a:lnTo>
                      <a:pt x="1104" y="995"/>
                    </a:lnTo>
                    <a:lnTo>
                      <a:pt x="1131" y="949"/>
                    </a:lnTo>
                    <a:lnTo>
                      <a:pt x="1168" y="895"/>
                    </a:lnTo>
                    <a:lnTo>
                      <a:pt x="1186" y="840"/>
                    </a:lnTo>
                    <a:lnTo>
                      <a:pt x="1204" y="785"/>
                    </a:lnTo>
                    <a:lnTo>
                      <a:pt x="1223" y="730"/>
                    </a:lnTo>
                    <a:lnTo>
                      <a:pt x="1232" y="667"/>
                    </a:lnTo>
                    <a:lnTo>
                      <a:pt x="1232" y="603"/>
                    </a:lnTo>
                    <a:lnTo>
                      <a:pt x="1223" y="548"/>
                    </a:lnTo>
                    <a:lnTo>
                      <a:pt x="1213" y="484"/>
                    </a:lnTo>
                    <a:lnTo>
                      <a:pt x="1195" y="420"/>
                    </a:lnTo>
                    <a:lnTo>
                      <a:pt x="1177" y="366"/>
                    </a:lnTo>
                    <a:lnTo>
                      <a:pt x="1150" y="311"/>
                    </a:lnTo>
                    <a:lnTo>
                      <a:pt x="1113" y="256"/>
                    </a:lnTo>
                    <a:lnTo>
                      <a:pt x="1077" y="211"/>
                    </a:lnTo>
                    <a:lnTo>
                      <a:pt x="1031" y="174"/>
                    </a:lnTo>
                    <a:lnTo>
                      <a:pt x="995" y="138"/>
                    </a:lnTo>
                    <a:lnTo>
                      <a:pt x="940" y="101"/>
                    </a:lnTo>
                    <a:lnTo>
                      <a:pt x="894" y="74"/>
                    </a:lnTo>
                    <a:lnTo>
                      <a:pt x="840" y="47"/>
                    </a:lnTo>
                    <a:lnTo>
                      <a:pt x="776" y="28"/>
                    </a:lnTo>
                    <a:lnTo>
                      <a:pt x="721" y="10"/>
                    </a:lnTo>
                    <a:lnTo>
                      <a:pt x="666" y="10"/>
                    </a:lnTo>
                    <a:lnTo>
                      <a:pt x="6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3">
                <a:extLst>
                  <a:ext uri="{FF2B5EF4-FFF2-40B4-BE49-F238E27FC236}">
                    <a16:creationId xmlns:a16="http://schemas.microsoft.com/office/drawing/2014/main" id="{305A61E8-43DC-2873-8E87-2C1D39005872}"/>
                  </a:ext>
                </a:extLst>
              </p:cNvPr>
              <p:cNvSpPr/>
              <p:nvPr/>
            </p:nvSpPr>
            <p:spPr>
              <a:xfrm>
                <a:off x="5022002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0"/>
                    </a:moveTo>
                    <a:lnTo>
                      <a:pt x="539" y="9"/>
                    </a:lnTo>
                    <a:lnTo>
                      <a:pt x="475" y="18"/>
                    </a:lnTo>
                    <a:lnTo>
                      <a:pt x="420" y="37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201"/>
                    </a:lnTo>
                    <a:lnTo>
                      <a:pt x="128" y="237"/>
                    </a:lnTo>
                    <a:lnTo>
                      <a:pt x="92" y="292"/>
                    </a:lnTo>
                    <a:lnTo>
                      <a:pt x="65" y="337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5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57"/>
                    </a:lnTo>
                    <a:lnTo>
                      <a:pt x="28" y="812"/>
                    </a:lnTo>
                    <a:lnTo>
                      <a:pt x="55" y="875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1"/>
                    </a:lnTo>
                    <a:lnTo>
                      <a:pt x="192" y="1067"/>
                    </a:lnTo>
                    <a:lnTo>
                      <a:pt x="238" y="1103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95"/>
                    </a:lnTo>
                    <a:lnTo>
                      <a:pt x="448" y="1213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85" y="1231"/>
                    </a:lnTo>
                    <a:lnTo>
                      <a:pt x="748" y="1213"/>
                    </a:lnTo>
                    <a:lnTo>
                      <a:pt x="812" y="1204"/>
                    </a:lnTo>
                    <a:lnTo>
                      <a:pt x="867" y="1176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48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30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47"/>
                    </a:lnTo>
                    <a:lnTo>
                      <a:pt x="1213" y="483"/>
                    </a:lnTo>
                    <a:lnTo>
                      <a:pt x="1195" y="420"/>
                    </a:lnTo>
                    <a:lnTo>
                      <a:pt x="1177" y="365"/>
                    </a:lnTo>
                    <a:lnTo>
                      <a:pt x="1150" y="310"/>
                    </a:lnTo>
                    <a:lnTo>
                      <a:pt x="1113" y="255"/>
                    </a:lnTo>
                    <a:lnTo>
                      <a:pt x="1077" y="210"/>
                    </a:lnTo>
                    <a:lnTo>
                      <a:pt x="1031" y="173"/>
                    </a:lnTo>
                    <a:lnTo>
                      <a:pt x="986" y="128"/>
                    </a:lnTo>
                    <a:lnTo>
                      <a:pt x="940" y="100"/>
                    </a:lnTo>
                    <a:lnTo>
                      <a:pt x="894" y="64"/>
                    </a:lnTo>
                    <a:lnTo>
                      <a:pt x="840" y="46"/>
                    </a:lnTo>
                    <a:lnTo>
                      <a:pt x="776" y="27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3">
                <a:extLst>
                  <a:ext uri="{FF2B5EF4-FFF2-40B4-BE49-F238E27FC236}">
                    <a16:creationId xmlns:a16="http://schemas.microsoft.com/office/drawing/2014/main" id="{B4580415-9A33-B44D-9060-3C7DE5F22078}"/>
                  </a:ext>
                </a:extLst>
              </p:cNvPr>
              <p:cNvSpPr/>
              <p:nvPr/>
            </p:nvSpPr>
            <p:spPr>
              <a:xfrm>
                <a:off x="5022002" y="295437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39" y="0"/>
                    </a:moveTo>
                    <a:lnTo>
                      <a:pt x="475" y="19"/>
                    </a:lnTo>
                    <a:lnTo>
                      <a:pt x="420" y="28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192"/>
                    </a:lnTo>
                    <a:lnTo>
                      <a:pt x="128" y="237"/>
                    </a:lnTo>
                    <a:lnTo>
                      <a:pt x="92" y="283"/>
                    </a:lnTo>
                    <a:lnTo>
                      <a:pt x="65" y="338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6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48"/>
                    </a:lnTo>
                    <a:lnTo>
                      <a:pt x="28" y="812"/>
                    </a:lnTo>
                    <a:lnTo>
                      <a:pt x="55" y="867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2"/>
                    </a:lnTo>
                    <a:lnTo>
                      <a:pt x="192" y="1067"/>
                    </a:lnTo>
                    <a:lnTo>
                      <a:pt x="238" y="1104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30" y="1231"/>
                    </a:lnTo>
                    <a:lnTo>
                      <a:pt x="685" y="1222"/>
                    </a:lnTo>
                    <a:lnTo>
                      <a:pt x="748" y="1213"/>
                    </a:lnTo>
                    <a:lnTo>
                      <a:pt x="812" y="1195"/>
                    </a:lnTo>
                    <a:lnTo>
                      <a:pt x="867" y="1177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39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21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38"/>
                    </a:lnTo>
                    <a:lnTo>
                      <a:pt x="1213" y="474"/>
                    </a:lnTo>
                    <a:lnTo>
                      <a:pt x="1195" y="420"/>
                    </a:lnTo>
                    <a:lnTo>
                      <a:pt x="1177" y="356"/>
                    </a:lnTo>
                    <a:lnTo>
                      <a:pt x="1150" y="310"/>
                    </a:lnTo>
                    <a:lnTo>
                      <a:pt x="1113" y="256"/>
                    </a:lnTo>
                    <a:lnTo>
                      <a:pt x="1077" y="210"/>
                    </a:lnTo>
                    <a:lnTo>
                      <a:pt x="1031" y="164"/>
                    </a:lnTo>
                    <a:lnTo>
                      <a:pt x="986" y="128"/>
                    </a:lnTo>
                    <a:lnTo>
                      <a:pt x="940" y="91"/>
                    </a:lnTo>
                    <a:lnTo>
                      <a:pt x="894" y="64"/>
                    </a:lnTo>
                    <a:lnTo>
                      <a:pt x="840" y="37"/>
                    </a:lnTo>
                    <a:lnTo>
                      <a:pt x="776" y="19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3">
                <a:extLst>
                  <a:ext uri="{FF2B5EF4-FFF2-40B4-BE49-F238E27FC236}">
                    <a16:creationId xmlns:a16="http://schemas.microsoft.com/office/drawing/2014/main" id="{E2B41284-EF19-3472-6779-D64114D23D8F}"/>
                  </a:ext>
                </a:extLst>
              </p:cNvPr>
              <p:cNvSpPr/>
              <p:nvPr/>
            </p:nvSpPr>
            <p:spPr>
              <a:xfrm>
                <a:off x="4067932" y="3164459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566" y="0"/>
                    </a:moveTo>
                    <a:lnTo>
                      <a:pt x="502" y="9"/>
                    </a:lnTo>
                    <a:lnTo>
                      <a:pt x="448" y="18"/>
                    </a:lnTo>
                    <a:lnTo>
                      <a:pt x="393" y="37"/>
                    </a:lnTo>
                    <a:lnTo>
                      <a:pt x="338" y="64"/>
                    </a:lnTo>
                    <a:lnTo>
                      <a:pt x="284" y="91"/>
                    </a:lnTo>
                    <a:lnTo>
                      <a:pt x="238" y="128"/>
                    </a:lnTo>
                    <a:lnTo>
                      <a:pt x="192" y="164"/>
                    </a:lnTo>
                    <a:lnTo>
                      <a:pt x="147" y="210"/>
                    </a:lnTo>
                    <a:lnTo>
                      <a:pt x="110" y="256"/>
                    </a:lnTo>
                    <a:lnTo>
                      <a:pt x="83" y="301"/>
                    </a:lnTo>
                    <a:lnTo>
                      <a:pt x="56" y="356"/>
                    </a:lnTo>
                    <a:lnTo>
                      <a:pt x="28" y="420"/>
                    </a:lnTo>
                    <a:lnTo>
                      <a:pt x="10" y="474"/>
                    </a:lnTo>
                    <a:lnTo>
                      <a:pt x="1" y="538"/>
                    </a:lnTo>
                    <a:lnTo>
                      <a:pt x="1" y="602"/>
                    </a:lnTo>
                    <a:lnTo>
                      <a:pt x="1" y="657"/>
                    </a:lnTo>
                    <a:lnTo>
                      <a:pt x="10" y="721"/>
                    </a:lnTo>
                    <a:lnTo>
                      <a:pt x="19" y="775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39"/>
                    </a:lnTo>
                    <a:lnTo>
                      <a:pt x="119" y="985"/>
                    </a:lnTo>
                    <a:lnTo>
                      <a:pt x="165" y="1031"/>
                    </a:lnTo>
                    <a:lnTo>
                      <a:pt x="202" y="1076"/>
                    </a:lnTo>
                    <a:lnTo>
                      <a:pt x="247" y="1113"/>
                    </a:lnTo>
                    <a:lnTo>
                      <a:pt x="302" y="1149"/>
                    </a:lnTo>
                    <a:lnTo>
                      <a:pt x="357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9" y="1222"/>
                    </a:lnTo>
                    <a:lnTo>
                      <a:pt x="594" y="1231"/>
                    </a:lnTo>
                    <a:lnTo>
                      <a:pt x="657" y="1231"/>
                    </a:lnTo>
                    <a:lnTo>
                      <a:pt x="721" y="1222"/>
                    </a:lnTo>
                    <a:lnTo>
                      <a:pt x="776" y="1204"/>
                    </a:lnTo>
                    <a:lnTo>
                      <a:pt x="831" y="1186"/>
                    </a:lnTo>
                    <a:lnTo>
                      <a:pt x="885" y="1167"/>
                    </a:lnTo>
                    <a:lnTo>
                      <a:pt x="940" y="1131"/>
                    </a:lnTo>
                    <a:lnTo>
                      <a:pt x="986" y="1104"/>
                    </a:lnTo>
                    <a:lnTo>
                      <a:pt x="1031" y="1067"/>
                    </a:lnTo>
                    <a:lnTo>
                      <a:pt x="1068" y="1022"/>
                    </a:lnTo>
                    <a:lnTo>
                      <a:pt x="1113" y="976"/>
                    </a:lnTo>
                    <a:lnTo>
                      <a:pt x="1141" y="921"/>
                    </a:lnTo>
                    <a:lnTo>
                      <a:pt x="1168" y="867"/>
                    </a:lnTo>
                    <a:lnTo>
                      <a:pt x="1195" y="812"/>
                    </a:lnTo>
                    <a:lnTo>
                      <a:pt x="1214" y="748"/>
                    </a:lnTo>
                    <a:lnTo>
                      <a:pt x="1223" y="684"/>
                    </a:lnTo>
                    <a:lnTo>
                      <a:pt x="1223" y="629"/>
                    </a:lnTo>
                    <a:lnTo>
                      <a:pt x="1223" y="566"/>
                    </a:lnTo>
                    <a:lnTo>
                      <a:pt x="1214" y="502"/>
                    </a:lnTo>
                    <a:lnTo>
                      <a:pt x="1205" y="447"/>
                    </a:lnTo>
                    <a:lnTo>
                      <a:pt x="1186" y="392"/>
                    </a:lnTo>
                    <a:lnTo>
                      <a:pt x="1159" y="338"/>
                    </a:lnTo>
                    <a:lnTo>
                      <a:pt x="1132" y="283"/>
                    </a:lnTo>
                    <a:lnTo>
                      <a:pt x="1095" y="237"/>
                    </a:lnTo>
                    <a:lnTo>
                      <a:pt x="1059" y="192"/>
                    </a:lnTo>
                    <a:lnTo>
                      <a:pt x="1013" y="146"/>
                    </a:lnTo>
                    <a:lnTo>
                      <a:pt x="968" y="110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03" y="28"/>
                    </a:lnTo>
                    <a:lnTo>
                      <a:pt x="749" y="9"/>
                    </a:lnTo>
                    <a:lnTo>
                      <a:pt x="6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3">
                <a:extLst>
                  <a:ext uri="{FF2B5EF4-FFF2-40B4-BE49-F238E27FC236}">
                    <a16:creationId xmlns:a16="http://schemas.microsoft.com/office/drawing/2014/main" id="{D7BC479B-9BA5-4C0C-EDCC-967D83751802}"/>
                  </a:ext>
                </a:extLst>
              </p:cNvPr>
              <p:cNvSpPr/>
              <p:nvPr/>
            </p:nvSpPr>
            <p:spPr>
              <a:xfrm>
                <a:off x="3651999" y="3186982"/>
                <a:ext cx="464427" cy="303674"/>
              </a:xfrm>
              <a:custGeom>
                <a:avLst/>
                <a:gdLst/>
                <a:ahLst/>
                <a:cxnLst/>
                <a:rect l="l" t="t" r="r" b="b"/>
                <a:pathLst>
                  <a:path w="9011" h="5892" extrusionOk="0">
                    <a:moveTo>
                      <a:pt x="8955" y="1"/>
                    </a:moveTo>
                    <a:lnTo>
                      <a:pt x="8436" y="74"/>
                    </a:lnTo>
                    <a:lnTo>
                      <a:pt x="8472" y="357"/>
                    </a:lnTo>
                    <a:lnTo>
                      <a:pt x="8481" y="648"/>
                    </a:lnTo>
                    <a:lnTo>
                      <a:pt x="8481" y="931"/>
                    </a:lnTo>
                    <a:lnTo>
                      <a:pt x="8454" y="1214"/>
                    </a:lnTo>
                    <a:lnTo>
                      <a:pt x="8417" y="1496"/>
                    </a:lnTo>
                    <a:lnTo>
                      <a:pt x="8363" y="1770"/>
                    </a:lnTo>
                    <a:lnTo>
                      <a:pt x="8290" y="2044"/>
                    </a:lnTo>
                    <a:lnTo>
                      <a:pt x="8208" y="2308"/>
                    </a:lnTo>
                    <a:lnTo>
                      <a:pt x="8098" y="2572"/>
                    </a:lnTo>
                    <a:lnTo>
                      <a:pt x="7980" y="2828"/>
                    </a:lnTo>
                    <a:lnTo>
                      <a:pt x="7843" y="3074"/>
                    </a:lnTo>
                    <a:lnTo>
                      <a:pt x="7697" y="3311"/>
                    </a:lnTo>
                    <a:lnTo>
                      <a:pt x="7533" y="3539"/>
                    </a:lnTo>
                    <a:lnTo>
                      <a:pt x="7351" y="3758"/>
                    </a:lnTo>
                    <a:lnTo>
                      <a:pt x="7150" y="3977"/>
                    </a:lnTo>
                    <a:lnTo>
                      <a:pt x="6949" y="4168"/>
                    </a:lnTo>
                    <a:lnTo>
                      <a:pt x="6767" y="4323"/>
                    </a:lnTo>
                    <a:lnTo>
                      <a:pt x="6585" y="4460"/>
                    </a:lnTo>
                    <a:lnTo>
                      <a:pt x="6402" y="4597"/>
                    </a:lnTo>
                    <a:lnTo>
                      <a:pt x="6211" y="4715"/>
                    </a:lnTo>
                    <a:lnTo>
                      <a:pt x="6010" y="4825"/>
                    </a:lnTo>
                    <a:lnTo>
                      <a:pt x="5810" y="4934"/>
                    </a:lnTo>
                    <a:lnTo>
                      <a:pt x="5600" y="5025"/>
                    </a:lnTo>
                    <a:lnTo>
                      <a:pt x="5390" y="5098"/>
                    </a:lnTo>
                    <a:lnTo>
                      <a:pt x="5180" y="5171"/>
                    </a:lnTo>
                    <a:lnTo>
                      <a:pt x="4961" y="5235"/>
                    </a:lnTo>
                    <a:lnTo>
                      <a:pt x="4734" y="5281"/>
                    </a:lnTo>
                    <a:lnTo>
                      <a:pt x="4515" y="5317"/>
                    </a:lnTo>
                    <a:lnTo>
                      <a:pt x="4287" y="5344"/>
                    </a:lnTo>
                    <a:lnTo>
                      <a:pt x="4059" y="5363"/>
                    </a:lnTo>
                    <a:lnTo>
                      <a:pt x="3594" y="5363"/>
                    </a:lnTo>
                    <a:lnTo>
                      <a:pt x="3366" y="5344"/>
                    </a:lnTo>
                    <a:lnTo>
                      <a:pt x="3138" y="5317"/>
                    </a:lnTo>
                    <a:lnTo>
                      <a:pt x="2910" y="5271"/>
                    </a:lnTo>
                    <a:lnTo>
                      <a:pt x="2691" y="5226"/>
                    </a:lnTo>
                    <a:lnTo>
                      <a:pt x="2472" y="5162"/>
                    </a:lnTo>
                    <a:lnTo>
                      <a:pt x="2253" y="5089"/>
                    </a:lnTo>
                    <a:lnTo>
                      <a:pt x="2044" y="5007"/>
                    </a:lnTo>
                    <a:lnTo>
                      <a:pt x="1834" y="4916"/>
                    </a:lnTo>
                    <a:lnTo>
                      <a:pt x="1633" y="4816"/>
                    </a:lnTo>
                    <a:lnTo>
                      <a:pt x="1442" y="4706"/>
                    </a:lnTo>
                    <a:lnTo>
                      <a:pt x="1250" y="4578"/>
                    </a:lnTo>
                    <a:lnTo>
                      <a:pt x="1068" y="4451"/>
                    </a:lnTo>
                    <a:lnTo>
                      <a:pt x="885" y="4305"/>
                    </a:lnTo>
                    <a:lnTo>
                      <a:pt x="712" y="4159"/>
                    </a:lnTo>
                    <a:lnTo>
                      <a:pt x="548" y="3995"/>
                    </a:lnTo>
                    <a:lnTo>
                      <a:pt x="384" y="3831"/>
                    </a:lnTo>
                    <a:lnTo>
                      <a:pt x="1" y="4186"/>
                    </a:lnTo>
                    <a:lnTo>
                      <a:pt x="174" y="4369"/>
                    </a:lnTo>
                    <a:lnTo>
                      <a:pt x="357" y="4551"/>
                    </a:lnTo>
                    <a:lnTo>
                      <a:pt x="548" y="4715"/>
                    </a:lnTo>
                    <a:lnTo>
                      <a:pt x="749" y="4870"/>
                    </a:lnTo>
                    <a:lnTo>
                      <a:pt x="958" y="5016"/>
                    </a:lnTo>
                    <a:lnTo>
                      <a:pt x="1168" y="5153"/>
                    </a:lnTo>
                    <a:lnTo>
                      <a:pt x="1387" y="5281"/>
                    </a:lnTo>
                    <a:lnTo>
                      <a:pt x="1615" y="5390"/>
                    </a:lnTo>
                    <a:lnTo>
                      <a:pt x="1843" y="5499"/>
                    </a:lnTo>
                    <a:lnTo>
                      <a:pt x="2071" y="5591"/>
                    </a:lnTo>
                    <a:lnTo>
                      <a:pt x="2317" y="5664"/>
                    </a:lnTo>
                    <a:lnTo>
                      <a:pt x="2554" y="5737"/>
                    </a:lnTo>
                    <a:lnTo>
                      <a:pt x="2809" y="5791"/>
                    </a:lnTo>
                    <a:lnTo>
                      <a:pt x="3056" y="5837"/>
                    </a:lnTo>
                    <a:lnTo>
                      <a:pt x="3311" y="5864"/>
                    </a:lnTo>
                    <a:lnTo>
                      <a:pt x="3566" y="5882"/>
                    </a:lnTo>
                    <a:lnTo>
                      <a:pt x="3840" y="5892"/>
                    </a:lnTo>
                    <a:lnTo>
                      <a:pt x="4086" y="5892"/>
                    </a:lnTo>
                    <a:lnTo>
                      <a:pt x="4323" y="5873"/>
                    </a:lnTo>
                    <a:lnTo>
                      <a:pt x="4560" y="5846"/>
                    </a:lnTo>
                    <a:lnTo>
                      <a:pt x="4788" y="5809"/>
                    </a:lnTo>
                    <a:lnTo>
                      <a:pt x="5016" y="5755"/>
                    </a:lnTo>
                    <a:lnTo>
                      <a:pt x="5244" y="5700"/>
                    </a:lnTo>
                    <a:lnTo>
                      <a:pt x="5472" y="5627"/>
                    </a:lnTo>
                    <a:lnTo>
                      <a:pt x="5691" y="5554"/>
                    </a:lnTo>
                    <a:lnTo>
                      <a:pt x="5910" y="5463"/>
                    </a:lnTo>
                    <a:lnTo>
                      <a:pt x="6120" y="5363"/>
                    </a:lnTo>
                    <a:lnTo>
                      <a:pt x="6329" y="5253"/>
                    </a:lnTo>
                    <a:lnTo>
                      <a:pt x="6539" y="5135"/>
                    </a:lnTo>
                    <a:lnTo>
                      <a:pt x="6730" y="5007"/>
                    </a:lnTo>
                    <a:lnTo>
                      <a:pt x="6931" y="4870"/>
                    </a:lnTo>
                    <a:lnTo>
                      <a:pt x="7113" y="4715"/>
                    </a:lnTo>
                    <a:lnTo>
                      <a:pt x="7296" y="4560"/>
                    </a:lnTo>
                    <a:lnTo>
                      <a:pt x="7533" y="4341"/>
                    </a:lnTo>
                    <a:lnTo>
                      <a:pt x="7752" y="4104"/>
                    </a:lnTo>
                    <a:lnTo>
                      <a:pt x="7943" y="3858"/>
                    </a:lnTo>
                    <a:lnTo>
                      <a:pt x="8135" y="3603"/>
                    </a:lnTo>
                    <a:lnTo>
                      <a:pt x="8299" y="3338"/>
                    </a:lnTo>
                    <a:lnTo>
                      <a:pt x="8445" y="3065"/>
                    </a:lnTo>
                    <a:lnTo>
                      <a:pt x="8582" y="2782"/>
                    </a:lnTo>
                    <a:lnTo>
                      <a:pt x="8700" y="2490"/>
                    </a:lnTo>
                    <a:lnTo>
                      <a:pt x="8791" y="2189"/>
                    </a:lnTo>
                    <a:lnTo>
                      <a:pt x="8873" y="1888"/>
                    </a:lnTo>
                    <a:lnTo>
                      <a:pt x="8937" y="1578"/>
                    </a:lnTo>
                    <a:lnTo>
                      <a:pt x="8983" y="1268"/>
                    </a:lnTo>
                    <a:lnTo>
                      <a:pt x="9001" y="958"/>
                    </a:lnTo>
                    <a:lnTo>
                      <a:pt x="9010" y="639"/>
                    </a:lnTo>
                    <a:lnTo>
                      <a:pt x="8992" y="320"/>
                    </a:lnTo>
                    <a:lnTo>
                      <a:pt x="895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3">
                <a:extLst>
                  <a:ext uri="{FF2B5EF4-FFF2-40B4-BE49-F238E27FC236}">
                    <a16:creationId xmlns:a16="http://schemas.microsoft.com/office/drawing/2014/main" id="{4308C90A-2E5E-B001-10AC-1A235A72E381}"/>
                  </a:ext>
                </a:extLst>
              </p:cNvPr>
              <p:cNvSpPr/>
              <p:nvPr/>
            </p:nvSpPr>
            <p:spPr>
              <a:xfrm>
                <a:off x="4015773" y="3398041"/>
                <a:ext cx="216262" cy="65353"/>
              </a:xfrm>
              <a:custGeom>
                <a:avLst/>
                <a:gdLst/>
                <a:ahLst/>
                <a:cxnLst/>
                <a:rect l="l" t="t" r="r" b="b"/>
                <a:pathLst>
                  <a:path w="4196" h="1268" extrusionOk="0">
                    <a:moveTo>
                      <a:pt x="375" y="0"/>
                    </a:moveTo>
                    <a:lnTo>
                      <a:pt x="1" y="365"/>
                    </a:lnTo>
                    <a:lnTo>
                      <a:pt x="101" y="465"/>
                    </a:lnTo>
                    <a:lnTo>
                      <a:pt x="210" y="566"/>
                    </a:lnTo>
                    <a:lnTo>
                      <a:pt x="329" y="657"/>
                    </a:lnTo>
                    <a:lnTo>
                      <a:pt x="448" y="748"/>
                    </a:lnTo>
                    <a:lnTo>
                      <a:pt x="566" y="821"/>
                    </a:lnTo>
                    <a:lnTo>
                      <a:pt x="685" y="894"/>
                    </a:lnTo>
                    <a:lnTo>
                      <a:pt x="812" y="967"/>
                    </a:lnTo>
                    <a:lnTo>
                      <a:pt x="949" y="1021"/>
                    </a:lnTo>
                    <a:lnTo>
                      <a:pt x="1086" y="1076"/>
                    </a:lnTo>
                    <a:lnTo>
                      <a:pt x="1214" y="1131"/>
                    </a:lnTo>
                    <a:lnTo>
                      <a:pt x="1359" y="1167"/>
                    </a:lnTo>
                    <a:lnTo>
                      <a:pt x="1496" y="1204"/>
                    </a:lnTo>
                    <a:lnTo>
                      <a:pt x="1642" y="1231"/>
                    </a:lnTo>
                    <a:lnTo>
                      <a:pt x="1788" y="1249"/>
                    </a:lnTo>
                    <a:lnTo>
                      <a:pt x="1934" y="1268"/>
                    </a:lnTo>
                    <a:lnTo>
                      <a:pt x="2280" y="1268"/>
                    </a:lnTo>
                    <a:lnTo>
                      <a:pt x="2426" y="1259"/>
                    </a:lnTo>
                    <a:lnTo>
                      <a:pt x="2563" y="1240"/>
                    </a:lnTo>
                    <a:lnTo>
                      <a:pt x="2700" y="1213"/>
                    </a:lnTo>
                    <a:lnTo>
                      <a:pt x="2846" y="1186"/>
                    </a:lnTo>
                    <a:lnTo>
                      <a:pt x="2983" y="1149"/>
                    </a:lnTo>
                    <a:lnTo>
                      <a:pt x="3110" y="1104"/>
                    </a:lnTo>
                    <a:lnTo>
                      <a:pt x="3247" y="1058"/>
                    </a:lnTo>
                    <a:lnTo>
                      <a:pt x="3375" y="1003"/>
                    </a:lnTo>
                    <a:lnTo>
                      <a:pt x="3502" y="939"/>
                    </a:lnTo>
                    <a:lnTo>
                      <a:pt x="3630" y="866"/>
                    </a:lnTo>
                    <a:lnTo>
                      <a:pt x="3749" y="794"/>
                    </a:lnTo>
                    <a:lnTo>
                      <a:pt x="3867" y="711"/>
                    </a:lnTo>
                    <a:lnTo>
                      <a:pt x="3976" y="629"/>
                    </a:lnTo>
                    <a:lnTo>
                      <a:pt x="4086" y="538"/>
                    </a:lnTo>
                    <a:lnTo>
                      <a:pt x="4195" y="438"/>
                    </a:lnTo>
                    <a:lnTo>
                      <a:pt x="3831" y="64"/>
                    </a:lnTo>
                    <a:lnTo>
                      <a:pt x="3739" y="146"/>
                    </a:lnTo>
                    <a:lnTo>
                      <a:pt x="3648" y="219"/>
                    </a:lnTo>
                    <a:lnTo>
                      <a:pt x="3548" y="292"/>
                    </a:lnTo>
                    <a:lnTo>
                      <a:pt x="3448" y="356"/>
                    </a:lnTo>
                    <a:lnTo>
                      <a:pt x="3347" y="420"/>
                    </a:lnTo>
                    <a:lnTo>
                      <a:pt x="3247" y="483"/>
                    </a:lnTo>
                    <a:lnTo>
                      <a:pt x="3138" y="529"/>
                    </a:lnTo>
                    <a:lnTo>
                      <a:pt x="3028" y="575"/>
                    </a:lnTo>
                    <a:lnTo>
                      <a:pt x="2919" y="620"/>
                    </a:lnTo>
                    <a:lnTo>
                      <a:pt x="2800" y="657"/>
                    </a:lnTo>
                    <a:lnTo>
                      <a:pt x="2691" y="684"/>
                    </a:lnTo>
                    <a:lnTo>
                      <a:pt x="2572" y="711"/>
                    </a:lnTo>
                    <a:lnTo>
                      <a:pt x="2454" y="730"/>
                    </a:lnTo>
                    <a:lnTo>
                      <a:pt x="2335" y="739"/>
                    </a:lnTo>
                    <a:lnTo>
                      <a:pt x="2217" y="748"/>
                    </a:lnTo>
                    <a:lnTo>
                      <a:pt x="2089" y="748"/>
                    </a:lnTo>
                    <a:lnTo>
                      <a:pt x="1970" y="739"/>
                    </a:lnTo>
                    <a:lnTo>
                      <a:pt x="1852" y="730"/>
                    </a:lnTo>
                    <a:lnTo>
                      <a:pt x="1724" y="711"/>
                    </a:lnTo>
                    <a:lnTo>
                      <a:pt x="1606" y="693"/>
                    </a:lnTo>
                    <a:lnTo>
                      <a:pt x="1496" y="666"/>
                    </a:lnTo>
                    <a:lnTo>
                      <a:pt x="1378" y="629"/>
                    </a:lnTo>
                    <a:lnTo>
                      <a:pt x="1268" y="593"/>
                    </a:lnTo>
                    <a:lnTo>
                      <a:pt x="1159" y="547"/>
                    </a:lnTo>
                    <a:lnTo>
                      <a:pt x="1049" y="493"/>
                    </a:lnTo>
                    <a:lnTo>
                      <a:pt x="940" y="438"/>
                    </a:lnTo>
                    <a:lnTo>
                      <a:pt x="840" y="374"/>
                    </a:lnTo>
                    <a:lnTo>
                      <a:pt x="739" y="310"/>
                    </a:lnTo>
                    <a:lnTo>
                      <a:pt x="648" y="237"/>
                    </a:lnTo>
                    <a:lnTo>
                      <a:pt x="548" y="164"/>
                    </a:lnTo>
                    <a:lnTo>
                      <a:pt x="466" y="82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3">
                <a:extLst>
                  <a:ext uri="{FF2B5EF4-FFF2-40B4-BE49-F238E27FC236}">
                    <a16:creationId xmlns:a16="http://schemas.microsoft.com/office/drawing/2014/main" id="{991B71F1-35EF-F6D5-1281-58D2E002CE0D}"/>
                  </a:ext>
                </a:extLst>
              </p:cNvPr>
              <p:cNvSpPr/>
              <p:nvPr/>
            </p:nvSpPr>
            <p:spPr>
              <a:xfrm>
                <a:off x="4186373" y="3383455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75" y="1"/>
                    </a:moveTo>
                    <a:lnTo>
                      <a:pt x="511" y="10"/>
                    </a:lnTo>
                    <a:lnTo>
                      <a:pt x="457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74"/>
                    </a:lnTo>
                    <a:lnTo>
                      <a:pt x="147" y="219"/>
                    </a:lnTo>
                    <a:lnTo>
                      <a:pt x="110" y="265"/>
                    </a:lnTo>
                    <a:lnTo>
                      <a:pt x="83" y="320"/>
                    </a:lnTo>
                    <a:lnTo>
                      <a:pt x="56" y="374"/>
                    </a:lnTo>
                    <a:lnTo>
                      <a:pt x="37" y="429"/>
                    </a:lnTo>
                    <a:lnTo>
                      <a:pt x="19" y="484"/>
                    </a:lnTo>
                    <a:lnTo>
                      <a:pt x="10" y="539"/>
                    </a:lnTo>
                    <a:lnTo>
                      <a:pt x="1" y="602"/>
                    </a:lnTo>
                    <a:lnTo>
                      <a:pt x="10" y="657"/>
                    </a:lnTo>
                    <a:lnTo>
                      <a:pt x="10" y="721"/>
                    </a:lnTo>
                    <a:lnTo>
                      <a:pt x="28" y="776"/>
                    </a:lnTo>
                    <a:lnTo>
                      <a:pt x="46" y="830"/>
                    </a:lnTo>
                    <a:lnTo>
                      <a:pt x="74" y="885"/>
                    </a:lnTo>
                    <a:lnTo>
                      <a:pt x="101" y="940"/>
                    </a:lnTo>
                    <a:lnTo>
                      <a:pt x="138" y="994"/>
                    </a:lnTo>
                    <a:lnTo>
                      <a:pt x="174" y="1040"/>
                    </a:lnTo>
                    <a:lnTo>
                      <a:pt x="220" y="1086"/>
                    </a:lnTo>
                    <a:lnTo>
                      <a:pt x="274" y="1122"/>
                    </a:lnTo>
                    <a:lnTo>
                      <a:pt x="320" y="1149"/>
                    </a:lnTo>
                    <a:lnTo>
                      <a:pt x="375" y="1177"/>
                    </a:lnTo>
                    <a:lnTo>
                      <a:pt x="439" y="1195"/>
                    </a:lnTo>
                    <a:lnTo>
                      <a:pt x="493" y="1213"/>
                    </a:lnTo>
                    <a:lnTo>
                      <a:pt x="548" y="1222"/>
                    </a:lnTo>
                    <a:lnTo>
                      <a:pt x="666" y="1222"/>
                    </a:lnTo>
                    <a:lnTo>
                      <a:pt x="730" y="1213"/>
                    </a:lnTo>
                    <a:lnTo>
                      <a:pt x="785" y="1204"/>
                    </a:lnTo>
                    <a:lnTo>
                      <a:pt x="840" y="1186"/>
                    </a:lnTo>
                    <a:lnTo>
                      <a:pt x="894" y="1159"/>
                    </a:lnTo>
                    <a:lnTo>
                      <a:pt x="949" y="1131"/>
                    </a:lnTo>
                    <a:lnTo>
                      <a:pt x="995" y="1095"/>
                    </a:lnTo>
                    <a:lnTo>
                      <a:pt x="1049" y="1058"/>
                    </a:lnTo>
                    <a:lnTo>
                      <a:pt x="1086" y="101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8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84"/>
                    </a:lnTo>
                    <a:lnTo>
                      <a:pt x="1232" y="621"/>
                    </a:lnTo>
                    <a:lnTo>
                      <a:pt x="1232" y="566"/>
                    </a:lnTo>
                    <a:lnTo>
                      <a:pt x="1223" y="502"/>
                    </a:lnTo>
                    <a:lnTo>
                      <a:pt x="1214" y="447"/>
                    </a:lnTo>
                    <a:lnTo>
                      <a:pt x="1195" y="393"/>
                    </a:lnTo>
                    <a:lnTo>
                      <a:pt x="1168" y="338"/>
                    </a:lnTo>
                    <a:lnTo>
                      <a:pt x="1141" y="283"/>
                    </a:lnTo>
                    <a:lnTo>
                      <a:pt x="1104" y="228"/>
                    </a:lnTo>
                    <a:lnTo>
                      <a:pt x="1059" y="183"/>
                    </a:lnTo>
                    <a:lnTo>
                      <a:pt x="1013" y="146"/>
                    </a:lnTo>
                    <a:lnTo>
                      <a:pt x="967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3">
                <a:extLst>
                  <a:ext uri="{FF2B5EF4-FFF2-40B4-BE49-F238E27FC236}">
                    <a16:creationId xmlns:a16="http://schemas.microsoft.com/office/drawing/2014/main" id="{E2456774-1642-AFDF-506D-071635EAE23B}"/>
                  </a:ext>
                </a:extLst>
              </p:cNvPr>
              <p:cNvSpPr/>
              <p:nvPr/>
            </p:nvSpPr>
            <p:spPr>
              <a:xfrm>
                <a:off x="3716425" y="3543695"/>
                <a:ext cx="707799" cy="560291"/>
              </a:xfrm>
              <a:custGeom>
                <a:avLst/>
                <a:gdLst/>
                <a:ahLst/>
                <a:cxnLst/>
                <a:rect l="l" t="t" r="r" b="b"/>
                <a:pathLst>
                  <a:path w="13733" h="10871" extrusionOk="0">
                    <a:moveTo>
                      <a:pt x="4888" y="1"/>
                    </a:moveTo>
                    <a:lnTo>
                      <a:pt x="4860" y="37"/>
                    </a:lnTo>
                    <a:lnTo>
                      <a:pt x="4806" y="129"/>
                    </a:lnTo>
                    <a:lnTo>
                      <a:pt x="4623" y="466"/>
                    </a:lnTo>
                    <a:lnTo>
                      <a:pt x="4368" y="986"/>
                    </a:lnTo>
                    <a:lnTo>
                      <a:pt x="4040" y="1661"/>
                    </a:lnTo>
                    <a:lnTo>
                      <a:pt x="3256" y="3329"/>
                    </a:lnTo>
                    <a:lnTo>
                      <a:pt x="2371" y="5244"/>
                    </a:lnTo>
                    <a:lnTo>
                      <a:pt x="730" y="8819"/>
                    </a:lnTo>
                    <a:lnTo>
                      <a:pt x="0" y="10442"/>
                    </a:lnTo>
                    <a:lnTo>
                      <a:pt x="3301" y="10870"/>
                    </a:lnTo>
                    <a:lnTo>
                      <a:pt x="3365" y="10651"/>
                    </a:lnTo>
                    <a:lnTo>
                      <a:pt x="3438" y="10396"/>
                    </a:lnTo>
                    <a:lnTo>
                      <a:pt x="3547" y="10077"/>
                    </a:lnTo>
                    <a:lnTo>
                      <a:pt x="3702" y="9703"/>
                    </a:lnTo>
                    <a:lnTo>
                      <a:pt x="3794" y="9493"/>
                    </a:lnTo>
                    <a:lnTo>
                      <a:pt x="3894" y="9275"/>
                    </a:lnTo>
                    <a:lnTo>
                      <a:pt x="4003" y="9056"/>
                    </a:lnTo>
                    <a:lnTo>
                      <a:pt x="4122" y="8837"/>
                    </a:lnTo>
                    <a:lnTo>
                      <a:pt x="4259" y="8609"/>
                    </a:lnTo>
                    <a:lnTo>
                      <a:pt x="4405" y="8372"/>
                    </a:lnTo>
                    <a:lnTo>
                      <a:pt x="4560" y="8153"/>
                    </a:lnTo>
                    <a:lnTo>
                      <a:pt x="4724" y="7925"/>
                    </a:lnTo>
                    <a:lnTo>
                      <a:pt x="4906" y="7706"/>
                    </a:lnTo>
                    <a:lnTo>
                      <a:pt x="5107" y="7496"/>
                    </a:lnTo>
                    <a:lnTo>
                      <a:pt x="5316" y="7296"/>
                    </a:lnTo>
                    <a:lnTo>
                      <a:pt x="5535" y="7104"/>
                    </a:lnTo>
                    <a:lnTo>
                      <a:pt x="5772" y="6922"/>
                    </a:lnTo>
                    <a:lnTo>
                      <a:pt x="6028" y="6758"/>
                    </a:lnTo>
                    <a:lnTo>
                      <a:pt x="6155" y="6685"/>
                    </a:lnTo>
                    <a:lnTo>
                      <a:pt x="6292" y="6612"/>
                    </a:lnTo>
                    <a:lnTo>
                      <a:pt x="6429" y="6548"/>
                    </a:lnTo>
                    <a:lnTo>
                      <a:pt x="6566" y="6484"/>
                    </a:lnTo>
                    <a:lnTo>
                      <a:pt x="6712" y="6430"/>
                    </a:lnTo>
                    <a:lnTo>
                      <a:pt x="6867" y="6384"/>
                    </a:lnTo>
                    <a:lnTo>
                      <a:pt x="7022" y="6338"/>
                    </a:lnTo>
                    <a:lnTo>
                      <a:pt x="7177" y="6302"/>
                    </a:lnTo>
                    <a:lnTo>
                      <a:pt x="7341" y="6265"/>
                    </a:lnTo>
                    <a:lnTo>
                      <a:pt x="7505" y="6238"/>
                    </a:lnTo>
                    <a:lnTo>
                      <a:pt x="7678" y="6220"/>
                    </a:lnTo>
                    <a:lnTo>
                      <a:pt x="7851" y="6211"/>
                    </a:lnTo>
                    <a:lnTo>
                      <a:pt x="8025" y="6202"/>
                    </a:lnTo>
                    <a:lnTo>
                      <a:pt x="8207" y="6202"/>
                    </a:lnTo>
                    <a:lnTo>
                      <a:pt x="8398" y="6211"/>
                    </a:lnTo>
                    <a:lnTo>
                      <a:pt x="8590" y="6229"/>
                    </a:lnTo>
                    <a:lnTo>
                      <a:pt x="8781" y="6247"/>
                    </a:lnTo>
                    <a:lnTo>
                      <a:pt x="8973" y="6256"/>
                    </a:lnTo>
                    <a:lnTo>
                      <a:pt x="9164" y="6256"/>
                    </a:lnTo>
                    <a:lnTo>
                      <a:pt x="9347" y="6247"/>
                    </a:lnTo>
                    <a:lnTo>
                      <a:pt x="9520" y="6238"/>
                    </a:lnTo>
                    <a:lnTo>
                      <a:pt x="9693" y="6211"/>
                    </a:lnTo>
                    <a:lnTo>
                      <a:pt x="9867" y="6183"/>
                    </a:lnTo>
                    <a:lnTo>
                      <a:pt x="10031" y="6147"/>
                    </a:lnTo>
                    <a:lnTo>
                      <a:pt x="10186" y="6101"/>
                    </a:lnTo>
                    <a:lnTo>
                      <a:pt x="10350" y="6047"/>
                    </a:lnTo>
                    <a:lnTo>
                      <a:pt x="10496" y="5992"/>
                    </a:lnTo>
                    <a:lnTo>
                      <a:pt x="10651" y="5928"/>
                    </a:lnTo>
                    <a:lnTo>
                      <a:pt x="10788" y="5855"/>
                    </a:lnTo>
                    <a:lnTo>
                      <a:pt x="10933" y="5782"/>
                    </a:lnTo>
                    <a:lnTo>
                      <a:pt x="11070" y="5700"/>
                    </a:lnTo>
                    <a:lnTo>
                      <a:pt x="11198" y="5618"/>
                    </a:lnTo>
                    <a:lnTo>
                      <a:pt x="11326" y="5527"/>
                    </a:lnTo>
                    <a:lnTo>
                      <a:pt x="11453" y="5426"/>
                    </a:lnTo>
                    <a:lnTo>
                      <a:pt x="11572" y="5326"/>
                    </a:lnTo>
                    <a:lnTo>
                      <a:pt x="11690" y="5226"/>
                    </a:lnTo>
                    <a:lnTo>
                      <a:pt x="11909" y="5007"/>
                    </a:lnTo>
                    <a:lnTo>
                      <a:pt x="12119" y="4779"/>
                    </a:lnTo>
                    <a:lnTo>
                      <a:pt x="12310" y="4542"/>
                    </a:lnTo>
                    <a:lnTo>
                      <a:pt x="12493" y="4296"/>
                    </a:lnTo>
                    <a:lnTo>
                      <a:pt x="12657" y="4050"/>
                    </a:lnTo>
                    <a:lnTo>
                      <a:pt x="12803" y="3794"/>
                    </a:lnTo>
                    <a:lnTo>
                      <a:pt x="12949" y="3530"/>
                    </a:lnTo>
                    <a:lnTo>
                      <a:pt x="13076" y="3275"/>
                    </a:lnTo>
                    <a:lnTo>
                      <a:pt x="13186" y="3028"/>
                    </a:lnTo>
                    <a:lnTo>
                      <a:pt x="13286" y="2773"/>
                    </a:lnTo>
                    <a:lnTo>
                      <a:pt x="13377" y="2536"/>
                    </a:lnTo>
                    <a:lnTo>
                      <a:pt x="13459" y="2308"/>
                    </a:lnTo>
                    <a:lnTo>
                      <a:pt x="13532" y="2089"/>
                    </a:lnTo>
                    <a:lnTo>
                      <a:pt x="13587" y="1879"/>
                    </a:lnTo>
                    <a:lnTo>
                      <a:pt x="13633" y="1688"/>
                    </a:lnTo>
                    <a:lnTo>
                      <a:pt x="13669" y="1515"/>
                    </a:lnTo>
                    <a:lnTo>
                      <a:pt x="13705" y="1369"/>
                    </a:lnTo>
                    <a:lnTo>
                      <a:pt x="13724" y="1241"/>
                    </a:lnTo>
                    <a:lnTo>
                      <a:pt x="13733" y="1132"/>
                    </a:lnTo>
                    <a:lnTo>
                      <a:pt x="13733" y="1059"/>
                    </a:lnTo>
                    <a:lnTo>
                      <a:pt x="13724" y="1013"/>
                    </a:lnTo>
                    <a:lnTo>
                      <a:pt x="13724" y="995"/>
                    </a:lnTo>
                    <a:lnTo>
                      <a:pt x="13715" y="995"/>
                    </a:lnTo>
                    <a:lnTo>
                      <a:pt x="13277" y="949"/>
                    </a:lnTo>
                    <a:lnTo>
                      <a:pt x="12256" y="840"/>
                    </a:lnTo>
                    <a:lnTo>
                      <a:pt x="9228" y="493"/>
                    </a:lnTo>
                    <a:lnTo>
                      <a:pt x="48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3">
                <a:extLst>
                  <a:ext uri="{FF2B5EF4-FFF2-40B4-BE49-F238E27FC236}">
                    <a16:creationId xmlns:a16="http://schemas.microsoft.com/office/drawing/2014/main" id="{3499021D-5637-48E4-F508-E12729DA7145}"/>
                  </a:ext>
                </a:extLst>
              </p:cNvPr>
              <p:cNvSpPr/>
              <p:nvPr/>
            </p:nvSpPr>
            <p:spPr>
              <a:xfrm>
                <a:off x="4673277" y="2405419"/>
                <a:ext cx="393920" cy="372737"/>
              </a:xfrm>
              <a:custGeom>
                <a:avLst/>
                <a:gdLst/>
                <a:ahLst/>
                <a:cxnLst/>
                <a:rect l="l" t="t" r="r" b="b"/>
                <a:pathLst>
                  <a:path w="7643" h="7232" extrusionOk="0">
                    <a:moveTo>
                      <a:pt x="201" y="1"/>
                    </a:moveTo>
                    <a:lnTo>
                      <a:pt x="1" y="10"/>
                    </a:lnTo>
                    <a:lnTo>
                      <a:pt x="28" y="539"/>
                    </a:lnTo>
                    <a:lnTo>
                      <a:pt x="411" y="521"/>
                    </a:lnTo>
                    <a:lnTo>
                      <a:pt x="748" y="530"/>
                    </a:lnTo>
                    <a:lnTo>
                      <a:pt x="1095" y="557"/>
                    </a:lnTo>
                    <a:lnTo>
                      <a:pt x="1432" y="603"/>
                    </a:lnTo>
                    <a:lnTo>
                      <a:pt x="1761" y="657"/>
                    </a:lnTo>
                    <a:lnTo>
                      <a:pt x="2080" y="739"/>
                    </a:lnTo>
                    <a:lnTo>
                      <a:pt x="2399" y="831"/>
                    </a:lnTo>
                    <a:lnTo>
                      <a:pt x="2709" y="931"/>
                    </a:lnTo>
                    <a:lnTo>
                      <a:pt x="3019" y="1049"/>
                    </a:lnTo>
                    <a:lnTo>
                      <a:pt x="3311" y="1186"/>
                    </a:lnTo>
                    <a:lnTo>
                      <a:pt x="3603" y="1332"/>
                    </a:lnTo>
                    <a:lnTo>
                      <a:pt x="3885" y="1496"/>
                    </a:lnTo>
                    <a:lnTo>
                      <a:pt x="4159" y="1669"/>
                    </a:lnTo>
                    <a:lnTo>
                      <a:pt x="4423" y="1861"/>
                    </a:lnTo>
                    <a:lnTo>
                      <a:pt x="4669" y="2062"/>
                    </a:lnTo>
                    <a:lnTo>
                      <a:pt x="4916" y="2271"/>
                    </a:lnTo>
                    <a:lnTo>
                      <a:pt x="5153" y="2490"/>
                    </a:lnTo>
                    <a:lnTo>
                      <a:pt x="5372" y="2727"/>
                    </a:lnTo>
                    <a:lnTo>
                      <a:pt x="5581" y="2964"/>
                    </a:lnTo>
                    <a:lnTo>
                      <a:pt x="5782" y="3220"/>
                    </a:lnTo>
                    <a:lnTo>
                      <a:pt x="5973" y="3484"/>
                    </a:lnTo>
                    <a:lnTo>
                      <a:pt x="6147" y="3758"/>
                    </a:lnTo>
                    <a:lnTo>
                      <a:pt x="6302" y="4040"/>
                    </a:lnTo>
                    <a:lnTo>
                      <a:pt x="6457" y="4323"/>
                    </a:lnTo>
                    <a:lnTo>
                      <a:pt x="6584" y="4624"/>
                    </a:lnTo>
                    <a:lnTo>
                      <a:pt x="6712" y="4925"/>
                    </a:lnTo>
                    <a:lnTo>
                      <a:pt x="6812" y="5244"/>
                    </a:lnTo>
                    <a:lnTo>
                      <a:pt x="6904" y="5554"/>
                    </a:lnTo>
                    <a:lnTo>
                      <a:pt x="6976" y="5882"/>
                    </a:lnTo>
                    <a:lnTo>
                      <a:pt x="7040" y="6211"/>
                    </a:lnTo>
                    <a:lnTo>
                      <a:pt x="7077" y="6548"/>
                    </a:lnTo>
                    <a:lnTo>
                      <a:pt x="7104" y="6885"/>
                    </a:lnTo>
                    <a:lnTo>
                      <a:pt x="7113" y="7232"/>
                    </a:lnTo>
                    <a:lnTo>
                      <a:pt x="7642" y="7232"/>
                    </a:lnTo>
                    <a:lnTo>
                      <a:pt x="7633" y="6858"/>
                    </a:lnTo>
                    <a:lnTo>
                      <a:pt x="7606" y="6493"/>
                    </a:lnTo>
                    <a:lnTo>
                      <a:pt x="7560" y="6128"/>
                    </a:lnTo>
                    <a:lnTo>
                      <a:pt x="7496" y="5773"/>
                    </a:lnTo>
                    <a:lnTo>
                      <a:pt x="7414" y="5426"/>
                    </a:lnTo>
                    <a:lnTo>
                      <a:pt x="7314" y="5080"/>
                    </a:lnTo>
                    <a:lnTo>
                      <a:pt x="7204" y="4742"/>
                    </a:lnTo>
                    <a:lnTo>
                      <a:pt x="7068" y="4414"/>
                    </a:lnTo>
                    <a:lnTo>
                      <a:pt x="6931" y="4095"/>
                    </a:lnTo>
                    <a:lnTo>
                      <a:pt x="6767" y="3785"/>
                    </a:lnTo>
                    <a:lnTo>
                      <a:pt x="6593" y="3484"/>
                    </a:lnTo>
                    <a:lnTo>
                      <a:pt x="6402" y="3192"/>
                    </a:lnTo>
                    <a:lnTo>
                      <a:pt x="6201" y="2910"/>
                    </a:lnTo>
                    <a:lnTo>
                      <a:pt x="5992" y="2636"/>
                    </a:lnTo>
                    <a:lnTo>
                      <a:pt x="5764" y="2372"/>
                    </a:lnTo>
                    <a:lnTo>
                      <a:pt x="5517" y="2116"/>
                    </a:lnTo>
                    <a:lnTo>
                      <a:pt x="5271" y="1879"/>
                    </a:lnTo>
                    <a:lnTo>
                      <a:pt x="5007" y="1651"/>
                    </a:lnTo>
                    <a:lnTo>
                      <a:pt x="4733" y="1442"/>
                    </a:lnTo>
                    <a:lnTo>
                      <a:pt x="4451" y="1232"/>
                    </a:lnTo>
                    <a:lnTo>
                      <a:pt x="4159" y="1049"/>
                    </a:lnTo>
                    <a:lnTo>
                      <a:pt x="3849" y="876"/>
                    </a:lnTo>
                    <a:lnTo>
                      <a:pt x="3539" y="712"/>
                    </a:lnTo>
                    <a:lnTo>
                      <a:pt x="3220" y="566"/>
                    </a:lnTo>
                    <a:lnTo>
                      <a:pt x="2891" y="438"/>
                    </a:lnTo>
                    <a:lnTo>
                      <a:pt x="2554" y="320"/>
                    </a:lnTo>
                    <a:lnTo>
                      <a:pt x="2217" y="229"/>
                    </a:lnTo>
                    <a:lnTo>
                      <a:pt x="1861" y="147"/>
                    </a:lnTo>
                    <a:lnTo>
                      <a:pt x="1505" y="83"/>
                    </a:lnTo>
                    <a:lnTo>
                      <a:pt x="1150" y="37"/>
                    </a:lnTo>
                    <a:lnTo>
                      <a:pt x="776" y="10"/>
                    </a:lnTo>
                    <a:lnTo>
                      <a:pt x="4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3">
                <a:extLst>
                  <a:ext uri="{FF2B5EF4-FFF2-40B4-BE49-F238E27FC236}">
                    <a16:creationId xmlns:a16="http://schemas.microsoft.com/office/drawing/2014/main" id="{5EF4E9C0-5EEB-C484-8E59-FFF46B631FC1}"/>
                  </a:ext>
                </a:extLst>
              </p:cNvPr>
              <p:cNvSpPr/>
              <p:nvPr/>
            </p:nvSpPr>
            <p:spPr>
              <a:xfrm>
                <a:off x="5039422" y="2854751"/>
                <a:ext cx="421597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8180" h="4569" extrusionOk="0">
                    <a:moveTo>
                      <a:pt x="7651" y="0"/>
                    </a:moveTo>
                    <a:lnTo>
                      <a:pt x="7642" y="210"/>
                    </a:lnTo>
                    <a:lnTo>
                      <a:pt x="7623" y="410"/>
                    </a:lnTo>
                    <a:lnTo>
                      <a:pt x="7605" y="611"/>
                    </a:lnTo>
                    <a:lnTo>
                      <a:pt x="7569" y="812"/>
                    </a:lnTo>
                    <a:lnTo>
                      <a:pt x="7523" y="1003"/>
                    </a:lnTo>
                    <a:lnTo>
                      <a:pt x="7468" y="1195"/>
                    </a:lnTo>
                    <a:lnTo>
                      <a:pt x="7404" y="1386"/>
                    </a:lnTo>
                    <a:lnTo>
                      <a:pt x="7331" y="1569"/>
                    </a:lnTo>
                    <a:lnTo>
                      <a:pt x="7249" y="1751"/>
                    </a:lnTo>
                    <a:lnTo>
                      <a:pt x="7158" y="1924"/>
                    </a:lnTo>
                    <a:lnTo>
                      <a:pt x="7067" y="2088"/>
                    </a:lnTo>
                    <a:lnTo>
                      <a:pt x="6958" y="2252"/>
                    </a:lnTo>
                    <a:lnTo>
                      <a:pt x="6848" y="2417"/>
                    </a:lnTo>
                    <a:lnTo>
                      <a:pt x="6730" y="2572"/>
                    </a:lnTo>
                    <a:lnTo>
                      <a:pt x="6602" y="2717"/>
                    </a:lnTo>
                    <a:lnTo>
                      <a:pt x="6465" y="2854"/>
                    </a:lnTo>
                    <a:lnTo>
                      <a:pt x="6328" y="2991"/>
                    </a:lnTo>
                    <a:lnTo>
                      <a:pt x="6183" y="3119"/>
                    </a:lnTo>
                    <a:lnTo>
                      <a:pt x="6028" y="3237"/>
                    </a:lnTo>
                    <a:lnTo>
                      <a:pt x="5863" y="3347"/>
                    </a:lnTo>
                    <a:lnTo>
                      <a:pt x="5699" y="3456"/>
                    </a:lnTo>
                    <a:lnTo>
                      <a:pt x="5535" y="3547"/>
                    </a:lnTo>
                    <a:lnTo>
                      <a:pt x="5362" y="3638"/>
                    </a:lnTo>
                    <a:lnTo>
                      <a:pt x="5179" y="3721"/>
                    </a:lnTo>
                    <a:lnTo>
                      <a:pt x="4997" y="3793"/>
                    </a:lnTo>
                    <a:lnTo>
                      <a:pt x="4815" y="3857"/>
                    </a:lnTo>
                    <a:lnTo>
                      <a:pt x="4623" y="3912"/>
                    </a:lnTo>
                    <a:lnTo>
                      <a:pt x="4423" y="3958"/>
                    </a:lnTo>
                    <a:lnTo>
                      <a:pt x="4222" y="3994"/>
                    </a:lnTo>
                    <a:lnTo>
                      <a:pt x="4021" y="4021"/>
                    </a:lnTo>
                    <a:lnTo>
                      <a:pt x="3821" y="4031"/>
                    </a:lnTo>
                    <a:lnTo>
                      <a:pt x="3611" y="4040"/>
                    </a:lnTo>
                    <a:lnTo>
                      <a:pt x="3374" y="4031"/>
                    </a:lnTo>
                    <a:lnTo>
                      <a:pt x="3146" y="4012"/>
                    </a:lnTo>
                    <a:lnTo>
                      <a:pt x="2918" y="3976"/>
                    </a:lnTo>
                    <a:lnTo>
                      <a:pt x="2690" y="3930"/>
                    </a:lnTo>
                    <a:lnTo>
                      <a:pt x="2471" y="3876"/>
                    </a:lnTo>
                    <a:lnTo>
                      <a:pt x="2252" y="3803"/>
                    </a:lnTo>
                    <a:lnTo>
                      <a:pt x="2043" y="3721"/>
                    </a:lnTo>
                    <a:lnTo>
                      <a:pt x="1833" y="3629"/>
                    </a:lnTo>
                    <a:lnTo>
                      <a:pt x="1632" y="3520"/>
                    </a:lnTo>
                    <a:lnTo>
                      <a:pt x="1432" y="3401"/>
                    </a:lnTo>
                    <a:lnTo>
                      <a:pt x="1249" y="3274"/>
                    </a:lnTo>
                    <a:lnTo>
                      <a:pt x="1067" y="3137"/>
                    </a:lnTo>
                    <a:lnTo>
                      <a:pt x="894" y="2982"/>
                    </a:lnTo>
                    <a:lnTo>
                      <a:pt x="720" y="2827"/>
                    </a:lnTo>
                    <a:lnTo>
                      <a:pt x="565" y="2654"/>
                    </a:lnTo>
                    <a:lnTo>
                      <a:pt x="420" y="2471"/>
                    </a:lnTo>
                    <a:lnTo>
                      <a:pt x="0" y="2790"/>
                    </a:lnTo>
                    <a:lnTo>
                      <a:pt x="173" y="3000"/>
                    </a:lnTo>
                    <a:lnTo>
                      <a:pt x="347" y="3192"/>
                    </a:lnTo>
                    <a:lnTo>
                      <a:pt x="538" y="3374"/>
                    </a:lnTo>
                    <a:lnTo>
                      <a:pt x="730" y="3547"/>
                    </a:lnTo>
                    <a:lnTo>
                      <a:pt x="939" y="3702"/>
                    </a:lnTo>
                    <a:lnTo>
                      <a:pt x="1149" y="3848"/>
                    </a:lnTo>
                    <a:lnTo>
                      <a:pt x="1368" y="3985"/>
                    </a:lnTo>
                    <a:lnTo>
                      <a:pt x="1596" y="4103"/>
                    </a:lnTo>
                    <a:lnTo>
                      <a:pt x="1833" y="4204"/>
                    </a:lnTo>
                    <a:lnTo>
                      <a:pt x="2070" y="4304"/>
                    </a:lnTo>
                    <a:lnTo>
                      <a:pt x="2316" y="4377"/>
                    </a:lnTo>
                    <a:lnTo>
                      <a:pt x="2572" y="4450"/>
                    </a:lnTo>
                    <a:lnTo>
                      <a:pt x="2827" y="4496"/>
                    </a:lnTo>
                    <a:lnTo>
                      <a:pt x="3082" y="4532"/>
                    </a:lnTo>
                    <a:lnTo>
                      <a:pt x="3347" y="4559"/>
                    </a:lnTo>
                    <a:lnTo>
                      <a:pt x="3611" y="4569"/>
                    </a:lnTo>
                    <a:lnTo>
                      <a:pt x="3848" y="4559"/>
                    </a:lnTo>
                    <a:lnTo>
                      <a:pt x="4076" y="4541"/>
                    </a:lnTo>
                    <a:lnTo>
                      <a:pt x="4304" y="4514"/>
                    </a:lnTo>
                    <a:lnTo>
                      <a:pt x="4532" y="4468"/>
                    </a:lnTo>
                    <a:lnTo>
                      <a:pt x="4751" y="4423"/>
                    </a:lnTo>
                    <a:lnTo>
                      <a:pt x="4970" y="4359"/>
                    </a:lnTo>
                    <a:lnTo>
                      <a:pt x="5179" y="4286"/>
                    </a:lnTo>
                    <a:lnTo>
                      <a:pt x="5389" y="4204"/>
                    </a:lnTo>
                    <a:lnTo>
                      <a:pt x="5590" y="4113"/>
                    </a:lnTo>
                    <a:lnTo>
                      <a:pt x="5781" y="4012"/>
                    </a:lnTo>
                    <a:lnTo>
                      <a:pt x="5973" y="3903"/>
                    </a:lnTo>
                    <a:lnTo>
                      <a:pt x="6164" y="3784"/>
                    </a:lnTo>
                    <a:lnTo>
                      <a:pt x="6338" y="3657"/>
                    </a:lnTo>
                    <a:lnTo>
                      <a:pt x="6511" y="3520"/>
                    </a:lnTo>
                    <a:lnTo>
                      <a:pt x="6675" y="3374"/>
                    </a:lnTo>
                    <a:lnTo>
                      <a:pt x="6839" y="3228"/>
                    </a:lnTo>
                    <a:lnTo>
                      <a:pt x="6985" y="3064"/>
                    </a:lnTo>
                    <a:lnTo>
                      <a:pt x="7131" y="2900"/>
                    </a:lnTo>
                    <a:lnTo>
                      <a:pt x="7268" y="2727"/>
                    </a:lnTo>
                    <a:lnTo>
                      <a:pt x="7395" y="2553"/>
                    </a:lnTo>
                    <a:lnTo>
                      <a:pt x="7514" y="2362"/>
                    </a:lnTo>
                    <a:lnTo>
                      <a:pt x="7623" y="2170"/>
                    </a:lnTo>
                    <a:lnTo>
                      <a:pt x="7724" y="1979"/>
                    </a:lnTo>
                    <a:lnTo>
                      <a:pt x="7815" y="1778"/>
                    </a:lnTo>
                    <a:lnTo>
                      <a:pt x="7897" y="1569"/>
                    </a:lnTo>
                    <a:lnTo>
                      <a:pt x="7970" y="1359"/>
                    </a:lnTo>
                    <a:lnTo>
                      <a:pt x="8034" y="1140"/>
                    </a:lnTo>
                    <a:lnTo>
                      <a:pt x="8079" y="921"/>
                    </a:lnTo>
                    <a:lnTo>
                      <a:pt x="8125" y="693"/>
                    </a:lnTo>
                    <a:lnTo>
                      <a:pt x="8152" y="465"/>
                    </a:lnTo>
                    <a:lnTo>
                      <a:pt x="8170" y="237"/>
                    </a:lnTo>
                    <a:lnTo>
                      <a:pt x="81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3">
                <a:extLst>
                  <a:ext uri="{FF2B5EF4-FFF2-40B4-BE49-F238E27FC236}">
                    <a16:creationId xmlns:a16="http://schemas.microsoft.com/office/drawing/2014/main" id="{30D2E811-9249-E7BE-7ED6-334DE94E0071}"/>
                  </a:ext>
                </a:extLst>
              </p:cNvPr>
              <p:cNvSpPr/>
              <p:nvPr/>
            </p:nvSpPr>
            <p:spPr>
              <a:xfrm>
                <a:off x="4382846" y="2982572"/>
                <a:ext cx="668835" cy="669298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2986" extrusionOk="0">
                    <a:moveTo>
                      <a:pt x="6484" y="0"/>
                    </a:moveTo>
                    <a:lnTo>
                      <a:pt x="6155" y="9"/>
                    </a:lnTo>
                    <a:lnTo>
                      <a:pt x="5827" y="37"/>
                    </a:lnTo>
                    <a:lnTo>
                      <a:pt x="5499" y="73"/>
                    </a:lnTo>
                    <a:lnTo>
                      <a:pt x="5180" y="128"/>
                    </a:lnTo>
                    <a:lnTo>
                      <a:pt x="4870" y="201"/>
                    </a:lnTo>
                    <a:lnTo>
                      <a:pt x="4560" y="292"/>
                    </a:lnTo>
                    <a:lnTo>
                      <a:pt x="4259" y="392"/>
                    </a:lnTo>
                    <a:lnTo>
                      <a:pt x="3967" y="511"/>
                    </a:lnTo>
                    <a:lnTo>
                      <a:pt x="3675" y="639"/>
                    </a:lnTo>
                    <a:lnTo>
                      <a:pt x="3393" y="785"/>
                    </a:lnTo>
                    <a:lnTo>
                      <a:pt x="3128" y="940"/>
                    </a:lnTo>
                    <a:lnTo>
                      <a:pt x="2864" y="1113"/>
                    </a:lnTo>
                    <a:lnTo>
                      <a:pt x="2608" y="1286"/>
                    </a:lnTo>
                    <a:lnTo>
                      <a:pt x="2362" y="1487"/>
                    </a:lnTo>
                    <a:lnTo>
                      <a:pt x="2125" y="1687"/>
                    </a:lnTo>
                    <a:lnTo>
                      <a:pt x="1897" y="1906"/>
                    </a:lnTo>
                    <a:lnTo>
                      <a:pt x="1687" y="2125"/>
                    </a:lnTo>
                    <a:lnTo>
                      <a:pt x="1478" y="2362"/>
                    </a:lnTo>
                    <a:lnTo>
                      <a:pt x="1286" y="2608"/>
                    </a:lnTo>
                    <a:lnTo>
                      <a:pt x="1104" y="2864"/>
                    </a:lnTo>
                    <a:lnTo>
                      <a:pt x="940" y="3128"/>
                    </a:lnTo>
                    <a:lnTo>
                      <a:pt x="785" y="3402"/>
                    </a:lnTo>
                    <a:lnTo>
                      <a:pt x="639" y="3675"/>
                    </a:lnTo>
                    <a:lnTo>
                      <a:pt x="511" y="3967"/>
                    </a:lnTo>
                    <a:lnTo>
                      <a:pt x="393" y="4259"/>
                    </a:lnTo>
                    <a:lnTo>
                      <a:pt x="292" y="4560"/>
                    </a:lnTo>
                    <a:lnTo>
                      <a:pt x="201" y="4870"/>
                    </a:lnTo>
                    <a:lnTo>
                      <a:pt x="128" y="5180"/>
                    </a:lnTo>
                    <a:lnTo>
                      <a:pt x="73" y="5499"/>
                    </a:lnTo>
                    <a:lnTo>
                      <a:pt x="28" y="5827"/>
                    </a:lnTo>
                    <a:lnTo>
                      <a:pt x="10" y="6155"/>
                    </a:lnTo>
                    <a:lnTo>
                      <a:pt x="0" y="6493"/>
                    </a:lnTo>
                    <a:lnTo>
                      <a:pt x="520" y="6493"/>
                    </a:lnTo>
                    <a:lnTo>
                      <a:pt x="529" y="6183"/>
                    </a:lnTo>
                    <a:lnTo>
                      <a:pt x="557" y="5882"/>
                    </a:lnTo>
                    <a:lnTo>
                      <a:pt x="593" y="5581"/>
                    </a:lnTo>
                    <a:lnTo>
                      <a:pt x="648" y="5289"/>
                    </a:lnTo>
                    <a:lnTo>
                      <a:pt x="712" y="4997"/>
                    </a:lnTo>
                    <a:lnTo>
                      <a:pt x="794" y="4715"/>
                    </a:lnTo>
                    <a:lnTo>
                      <a:pt x="885" y="4441"/>
                    </a:lnTo>
                    <a:lnTo>
                      <a:pt x="994" y="4168"/>
                    </a:lnTo>
                    <a:lnTo>
                      <a:pt x="1113" y="3903"/>
                    </a:lnTo>
                    <a:lnTo>
                      <a:pt x="1241" y="3648"/>
                    </a:lnTo>
                    <a:lnTo>
                      <a:pt x="1386" y="3402"/>
                    </a:lnTo>
                    <a:lnTo>
                      <a:pt x="1541" y="3155"/>
                    </a:lnTo>
                    <a:lnTo>
                      <a:pt x="1706" y="2918"/>
                    </a:lnTo>
                    <a:lnTo>
                      <a:pt x="1888" y="2699"/>
                    </a:lnTo>
                    <a:lnTo>
                      <a:pt x="2070" y="2481"/>
                    </a:lnTo>
                    <a:lnTo>
                      <a:pt x="2271" y="2271"/>
                    </a:lnTo>
                    <a:lnTo>
                      <a:pt x="2481" y="2079"/>
                    </a:lnTo>
                    <a:lnTo>
                      <a:pt x="2690" y="1888"/>
                    </a:lnTo>
                    <a:lnTo>
                      <a:pt x="2918" y="1715"/>
                    </a:lnTo>
                    <a:lnTo>
                      <a:pt x="3155" y="1541"/>
                    </a:lnTo>
                    <a:lnTo>
                      <a:pt x="3393" y="1386"/>
                    </a:lnTo>
                    <a:lnTo>
                      <a:pt x="3648" y="1250"/>
                    </a:lnTo>
                    <a:lnTo>
                      <a:pt x="3903" y="1113"/>
                    </a:lnTo>
                    <a:lnTo>
                      <a:pt x="4168" y="994"/>
                    </a:lnTo>
                    <a:lnTo>
                      <a:pt x="4441" y="885"/>
                    </a:lnTo>
                    <a:lnTo>
                      <a:pt x="4715" y="794"/>
                    </a:lnTo>
                    <a:lnTo>
                      <a:pt x="4997" y="712"/>
                    </a:lnTo>
                    <a:lnTo>
                      <a:pt x="5289" y="648"/>
                    </a:lnTo>
                    <a:lnTo>
                      <a:pt x="5581" y="593"/>
                    </a:lnTo>
                    <a:lnTo>
                      <a:pt x="5882" y="557"/>
                    </a:lnTo>
                    <a:lnTo>
                      <a:pt x="6183" y="529"/>
                    </a:lnTo>
                    <a:lnTo>
                      <a:pt x="6484" y="520"/>
                    </a:lnTo>
                    <a:lnTo>
                      <a:pt x="6794" y="529"/>
                    </a:lnTo>
                    <a:lnTo>
                      <a:pt x="7095" y="557"/>
                    </a:lnTo>
                    <a:lnTo>
                      <a:pt x="7396" y="593"/>
                    </a:lnTo>
                    <a:lnTo>
                      <a:pt x="7687" y="648"/>
                    </a:lnTo>
                    <a:lnTo>
                      <a:pt x="7979" y="712"/>
                    </a:lnTo>
                    <a:lnTo>
                      <a:pt x="8262" y="794"/>
                    </a:lnTo>
                    <a:lnTo>
                      <a:pt x="8535" y="885"/>
                    </a:lnTo>
                    <a:lnTo>
                      <a:pt x="8809" y="994"/>
                    </a:lnTo>
                    <a:lnTo>
                      <a:pt x="9073" y="1113"/>
                    </a:lnTo>
                    <a:lnTo>
                      <a:pt x="9329" y="1250"/>
                    </a:lnTo>
                    <a:lnTo>
                      <a:pt x="9584" y="1386"/>
                    </a:lnTo>
                    <a:lnTo>
                      <a:pt x="9821" y="1541"/>
                    </a:lnTo>
                    <a:lnTo>
                      <a:pt x="10058" y="1715"/>
                    </a:lnTo>
                    <a:lnTo>
                      <a:pt x="10277" y="1888"/>
                    </a:lnTo>
                    <a:lnTo>
                      <a:pt x="10496" y="2079"/>
                    </a:lnTo>
                    <a:lnTo>
                      <a:pt x="10706" y="2271"/>
                    </a:lnTo>
                    <a:lnTo>
                      <a:pt x="10906" y="2481"/>
                    </a:lnTo>
                    <a:lnTo>
                      <a:pt x="11089" y="2699"/>
                    </a:lnTo>
                    <a:lnTo>
                      <a:pt x="11271" y="2918"/>
                    </a:lnTo>
                    <a:lnTo>
                      <a:pt x="11435" y="3155"/>
                    </a:lnTo>
                    <a:lnTo>
                      <a:pt x="11590" y="3402"/>
                    </a:lnTo>
                    <a:lnTo>
                      <a:pt x="11736" y="3648"/>
                    </a:lnTo>
                    <a:lnTo>
                      <a:pt x="11864" y="3903"/>
                    </a:lnTo>
                    <a:lnTo>
                      <a:pt x="11982" y="4168"/>
                    </a:lnTo>
                    <a:lnTo>
                      <a:pt x="12092" y="4441"/>
                    </a:lnTo>
                    <a:lnTo>
                      <a:pt x="12183" y="4715"/>
                    </a:lnTo>
                    <a:lnTo>
                      <a:pt x="12265" y="4997"/>
                    </a:lnTo>
                    <a:lnTo>
                      <a:pt x="12338" y="5289"/>
                    </a:lnTo>
                    <a:lnTo>
                      <a:pt x="12383" y="5581"/>
                    </a:lnTo>
                    <a:lnTo>
                      <a:pt x="12420" y="5882"/>
                    </a:lnTo>
                    <a:lnTo>
                      <a:pt x="12447" y="6183"/>
                    </a:lnTo>
                    <a:lnTo>
                      <a:pt x="12456" y="6493"/>
                    </a:lnTo>
                    <a:lnTo>
                      <a:pt x="12447" y="6794"/>
                    </a:lnTo>
                    <a:lnTo>
                      <a:pt x="12420" y="7095"/>
                    </a:lnTo>
                    <a:lnTo>
                      <a:pt x="12383" y="7396"/>
                    </a:lnTo>
                    <a:lnTo>
                      <a:pt x="12338" y="7687"/>
                    </a:lnTo>
                    <a:lnTo>
                      <a:pt x="12265" y="7979"/>
                    </a:lnTo>
                    <a:lnTo>
                      <a:pt x="12183" y="8262"/>
                    </a:lnTo>
                    <a:lnTo>
                      <a:pt x="12092" y="8535"/>
                    </a:lnTo>
                    <a:lnTo>
                      <a:pt x="11982" y="8809"/>
                    </a:lnTo>
                    <a:lnTo>
                      <a:pt x="11864" y="9073"/>
                    </a:lnTo>
                    <a:lnTo>
                      <a:pt x="11736" y="9329"/>
                    </a:lnTo>
                    <a:lnTo>
                      <a:pt x="11590" y="9584"/>
                    </a:lnTo>
                    <a:lnTo>
                      <a:pt x="11435" y="9821"/>
                    </a:lnTo>
                    <a:lnTo>
                      <a:pt x="11271" y="10058"/>
                    </a:lnTo>
                    <a:lnTo>
                      <a:pt x="11089" y="10286"/>
                    </a:lnTo>
                    <a:lnTo>
                      <a:pt x="10906" y="10496"/>
                    </a:lnTo>
                    <a:lnTo>
                      <a:pt x="10706" y="10706"/>
                    </a:lnTo>
                    <a:lnTo>
                      <a:pt x="10496" y="10906"/>
                    </a:lnTo>
                    <a:lnTo>
                      <a:pt x="10277" y="11089"/>
                    </a:lnTo>
                    <a:lnTo>
                      <a:pt x="10058" y="11271"/>
                    </a:lnTo>
                    <a:lnTo>
                      <a:pt x="9821" y="11435"/>
                    </a:lnTo>
                    <a:lnTo>
                      <a:pt x="9584" y="11590"/>
                    </a:lnTo>
                    <a:lnTo>
                      <a:pt x="9329" y="11736"/>
                    </a:lnTo>
                    <a:lnTo>
                      <a:pt x="9073" y="11864"/>
                    </a:lnTo>
                    <a:lnTo>
                      <a:pt x="8809" y="11982"/>
                    </a:lnTo>
                    <a:lnTo>
                      <a:pt x="8535" y="12092"/>
                    </a:lnTo>
                    <a:lnTo>
                      <a:pt x="8262" y="12192"/>
                    </a:lnTo>
                    <a:lnTo>
                      <a:pt x="7979" y="12265"/>
                    </a:lnTo>
                    <a:lnTo>
                      <a:pt x="7687" y="12338"/>
                    </a:lnTo>
                    <a:lnTo>
                      <a:pt x="7396" y="12383"/>
                    </a:lnTo>
                    <a:lnTo>
                      <a:pt x="7095" y="12429"/>
                    </a:lnTo>
                    <a:lnTo>
                      <a:pt x="6794" y="12447"/>
                    </a:lnTo>
                    <a:lnTo>
                      <a:pt x="6484" y="12456"/>
                    </a:lnTo>
                    <a:lnTo>
                      <a:pt x="6484" y="12985"/>
                    </a:lnTo>
                    <a:lnTo>
                      <a:pt x="6821" y="12976"/>
                    </a:lnTo>
                    <a:lnTo>
                      <a:pt x="7149" y="12949"/>
                    </a:lnTo>
                    <a:lnTo>
                      <a:pt x="7478" y="12903"/>
                    </a:lnTo>
                    <a:lnTo>
                      <a:pt x="7797" y="12848"/>
                    </a:lnTo>
                    <a:lnTo>
                      <a:pt x="8107" y="12775"/>
                    </a:lnTo>
                    <a:lnTo>
                      <a:pt x="8417" y="12693"/>
                    </a:lnTo>
                    <a:lnTo>
                      <a:pt x="8718" y="12584"/>
                    </a:lnTo>
                    <a:lnTo>
                      <a:pt x="9010" y="12475"/>
                    </a:lnTo>
                    <a:lnTo>
                      <a:pt x="9301" y="12338"/>
                    </a:lnTo>
                    <a:lnTo>
                      <a:pt x="9584" y="12201"/>
                    </a:lnTo>
                    <a:lnTo>
                      <a:pt x="9849" y="12037"/>
                    </a:lnTo>
                    <a:lnTo>
                      <a:pt x="10113" y="11873"/>
                    </a:lnTo>
                    <a:lnTo>
                      <a:pt x="10368" y="11690"/>
                    </a:lnTo>
                    <a:lnTo>
                      <a:pt x="10614" y="11499"/>
                    </a:lnTo>
                    <a:lnTo>
                      <a:pt x="10852" y="11289"/>
                    </a:lnTo>
                    <a:lnTo>
                      <a:pt x="11080" y="11079"/>
                    </a:lnTo>
                    <a:lnTo>
                      <a:pt x="11289" y="10851"/>
                    </a:lnTo>
                    <a:lnTo>
                      <a:pt x="11499" y="10614"/>
                    </a:lnTo>
                    <a:lnTo>
                      <a:pt x="11690" y="10368"/>
                    </a:lnTo>
                    <a:lnTo>
                      <a:pt x="11873" y="10113"/>
                    </a:lnTo>
                    <a:lnTo>
                      <a:pt x="12037" y="9848"/>
                    </a:lnTo>
                    <a:lnTo>
                      <a:pt x="12192" y="9584"/>
                    </a:lnTo>
                    <a:lnTo>
                      <a:pt x="12338" y="9301"/>
                    </a:lnTo>
                    <a:lnTo>
                      <a:pt x="12466" y="9010"/>
                    </a:lnTo>
                    <a:lnTo>
                      <a:pt x="12584" y="8718"/>
                    </a:lnTo>
                    <a:lnTo>
                      <a:pt x="12684" y="8417"/>
                    </a:lnTo>
                    <a:lnTo>
                      <a:pt x="12776" y="8107"/>
                    </a:lnTo>
                    <a:lnTo>
                      <a:pt x="12849" y="7797"/>
                    </a:lnTo>
                    <a:lnTo>
                      <a:pt x="12903" y="7478"/>
                    </a:lnTo>
                    <a:lnTo>
                      <a:pt x="12949" y="7149"/>
                    </a:lnTo>
                    <a:lnTo>
                      <a:pt x="12967" y="6821"/>
                    </a:lnTo>
                    <a:lnTo>
                      <a:pt x="12976" y="6493"/>
                    </a:lnTo>
                    <a:lnTo>
                      <a:pt x="12967" y="6155"/>
                    </a:lnTo>
                    <a:lnTo>
                      <a:pt x="12949" y="5827"/>
                    </a:lnTo>
                    <a:lnTo>
                      <a:pt x="12903" y="5499"/>
                    </a:lnTo>
                    <a:lnTo>
                      <a:pt x="12849" y="5180"/>
                    </a:lnTo>
                    <a:lnTo>
                      <a:pt x="12776" y="4870"/>
                    </a:lnTo>
                    <a:lnTo>
                      <a:pt x="12684" y="4560"/>
                    </a:lnTo>
                    <a:lnTo>
                      <a:pt x="12584" y="4259"/>
                    </a:lnTo>
                    <a:lnTo>
                      <a:pt x="12466" y="3967"/>
                    </a:lnTo>
                    <a:lnTo>
                      <a:pt x="12338" y="3675"/>
                    </a:lnTo>
                    <a:lnTo>
                      <a:pt x="12192" y="3402"/>
                    </a:lnTo>
                    <a:lnTo>
                      <a:pt x="12037" y="3128"/>
                    </a:lnTo>
                    <a:lnTo>
                      <a:pt x="11873" y="2864"/>
                    </a:lnTo>
                    <a:lnTo>
                      <a:pt x="11690" y="2608"/>
                    </a:lnTo>
                    <a:lnTo>
                      <a:pt x="11499" y="2362"/>
                    </a:lnTo>
                    <a:lnTo>
                      <a:pt x="11289" y="2125"/>
                    </a:lnTo>
                    <a:lnTo>
                      <a:pt x="11080" y="1906"/>
                    </a:lnTo>
                    <a:lnTo>
                      <a:pt x="10852" y="1687"/>
                    </a:lnTo>
                    <a:lnTo>
                      <a:pt x="10614" y="1487"/>
                    </a:lnTo>
                    <a:lnTo>
                      <a:pt x="10368" y="1286"/>
                    </a:lnTo>
                    <a:lnTo>
                      <a:pt x="10113" y="1113"/>
                    </a:lnTo>
                    <a:lnTo>
                      <a:pt x="9849" y="940"/>
                    </a:lnTo>
                    <a:lnTo>
                      <a:pt x="9584" y="785"/>
                    </a:lnTo>
                    <a:lnTo>
                      <a:pt x="9301" y="639"/>
                    </a:lnTo>
                    <a:lnTo>
                      <a:pt x="9010" y="511"/>
                    </a:lnTo>
                    <a:lnTo>
                      <a:pt x="8718" y="392"/>
                    </a:lnTo>
                    <a:lnTo>
                      <a:pt x="8417" y="292"/>
                    </a:lnTo>
                    <a:lnTo>
                      <a:pt x="8107" y="201"/>
                    </a:lnTo>
                    <a:lnTo>
                      <a:pt x="7797" y="128"/>
                    </a:lnTo>
                    <a:lnTo>
                      <a:pt x="7478" y="73"/>
                    </a:lnTo>
                    <a:lnTo>
                      <a:pt x="7149" y="37"/>
                    </a:lnTo>
                    <a:lnTo>
                      <a:pt x="6821" y="9"/>
                    </a:lnTo>
                    <a:lnTo>
                      <a:pt x="64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3">
                <a:extLst>
                  <a:ext uri="{FF2B5EF4-FFF2-40B4-BE49-F238E27FC236}">
                    <a16:creationId xmlns:a16="http://schemas.microsoft.com/office/drawing/2014/main" id="{1A2988DC-6C97-88A6-9402-E74644A8DBA1}"/>
                  </a:ext>
                </a:extLst>
              </p:cNvPr>
              <p:cNvSpPr/>
              <p:nvPr/>
            </p:nvSpPr>
            <p:spPr>
              <a:xfrm>
                <a:off x="4423717" y="2437374"/>
                <a:ext cx="134004" cy="438090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8500" extrusionOk="0">
                    <a:moveTo>
                      <a:pt x="2317" y="1"/>
                    </a:moveTo>
                    <a:lnTo>
                      <a:pt x="2098" y="156"/>
                    </a:lnTo>
                    <a:lnTo>
                      <a:pt x="1888" y="311"/>
                    </a:lnTo>
                    <a:lnTo>
                      <a:pt x="1697" y="484"/>
                    </a:lnTo>
                    <a:lnTo>
                      <a:pt x="1505" y="666"/>
                    </a:lnTo>
                    <a:lnTo>
                      <a:pt x="1323" y="858"/>
                    </a:lnTo>
                    <a:lnTo>
                      <a:pt x="1159" y="1059"/>
                    </a:lnTo>
                    <a:lnTo>
                      <a:pt x="995" y="1268"/>
                    </a:lnTo>
                    <a:lnTo>
                      <a:pt x="849" y="1487"/>
                    </a:lnTo>
                    <a:lnTo>
                      <a:pt x="712" y="1715"/>
                    </a:lnTo>
                    <a:lnTo>
                      <a:pt x="584" y="1952"/>
                    </a:lnTo>
                    <a:lnTo>
                      <a:pt x="475" y="2198"/>
                    </a:lnTo>
                    <a:lnTo>
                      <a:pt x="365" y="2445"/>
                    </a:lnTo>
                    <a:lnTo>
                      <a:pt x="274" y="2700"/>
                    </a:lnTo>
                    <a:lnTo>
                      <a:pt x="201" y="2964"/>
                    </a:lnTo>
                    <a:lnTo>
                      <a:pt x="128" y="3229"/>
                    </a:lnTo>
                    <a:lnTo>
                      <a:pt x="74" y="3502"/>
                    </a:lnTo>
                    <a:lnTo>
                      <a:pt x="37" y="3776"/>
                    </a:lnTo>
                    <a:lnTo>
                      <a:pt x="10" y="4049"/>
                    </a:lnTo>
                    <a:lnTo>
                      <a:pt x="1" y="4323"/>
                    </a:lnTo>
                    <a:lnTo>
                      <a:pt x="1" y="4587"/>
                    </a:lnTo>
                    <a:lnTo>
                      <a:pt x="19" y="4861"/>
                    </a:lnTo>
                    <a:lnTo>
                      <a:pt x="46" y="5125"/>
                    </a:lnTo>
                    <a:lnTo>
                      <a:pt x="83" y="5381"/>
                    </a:lnTo>
                    <a:lnTo>
                      <a:pt x="138" y="5645"/>
                    </a:lnTo>
                    <a:lnTo>
                      <a:pt x="210" y="5901"/>
                    </a:lnTo>
                    <a:lnTo>
                      <a:pt x="283" y="6147"/>
                    </a:lnTo>
                    <a:lnTo>
                      <a:pt x="375" y="6393"/>
                    </a:lnTo>
                    <a:lnTo>
                      <a:pt x="484" y="6630"/>
                    </a:lnTo>
                    <a:lnTo>
                      <a:pt x="603" y="6867"/>
                    </a:lnTo>
                    <a:lnTo>
                      <a:pt x="730" y="7086"/>
                    </a:lnTo>
                    <a:lnTo>
                      <a:pt x="867" y="7305"/>
                    </a:lnTo>
                    <a:lnTo>
                      <a:pt x="1022" y="7515"/>
                    </a:lnTo>
                    <a:lnTo>
                      <a:pt x="1131" y="7651"/>
                    </a:lnTo>
                    <a:lnTo>
                      <a:pt x="1250" y="7788"/>
                    </a:lnTo>
                    <a:lnTo>
                      <a:pt x="1369" y="7916"/>
                    </a:lnTo>
                    <a:lnTo>
                      <a:pt x="1487" y="8043"/>
                    </a:lnTo>
                    <a:lnTo>
                      <a:pt x="1615" y="8162"/>
                    </a:lnTo>
                    <a:lnTo>
                      <a:pt x="1752" y="8280"/>
                    </a:lnTo>
                    <a:lnTo>
                      <a:pt x="1888" y="8399"/>
                    </a:lnTo>
                    <a:lnTo>
                      <a:pt x="2025" y="8499"/>
                    </a:lnTo>
                    <a:lnTo>
                      <a:pt x="2344" y="8080"/>
                    </a:lnTo>
                    <a:lnTo>
                      <a:pt x="2089" y="7879"/>
                    </a:lnTo>
                    <a:lnTo>
                      <a:pt x="1861" y="7670"/>
                    </a:lnTo>
                    <a:lnTo>
                      <a:pt x="1642" y="7442"/>
                    </a:lnTo>
                    <a:lnTo>
                      <a:pt x="1533" y="7323"/>
                    </a:lnTo>
                    <a:lnTo>
                      <a:pt x="1441" y="7195"/>
                    </a:lnTo>
                    <a:lnTo>
                      <a:pt x="1305" y="7013"/>
                    </a:lnTo>
                    <a:lnTo>
                      <a:pt x="1177" y="6812"/>
                    </a:lnTo>
                    <a:lnTo>
                      <a:pt x="1058" y="6612"/>
                    </a:lnTo>
                    <a:lnTo>
                      <a:pt x="958" y="6402"/>
                    </a:lnTo>
                    <a:lnTo>
                      <a:pt x="858" y="6192"/>
                    </a:lnTo>
                    <a:lnTo>
                      <a:pt x="776" y="5974"/>
                    </a:lnTo>
                    <a:lnTo>
                      <a:pt x="712" y="5746"/>
                    </a:lnTo>
                    <a:lnTo>
                      <a:pt x="648" y="5518"/>
                    </a:lnTo>
                    <a:lnTo>
                      <a:pt x="603" y="5280"/>
                    </a:lnTo>
                    <a:lnTo>
                      <a:pt x="566" y="5053"/>
                    </a:lnTo>
                    <a:lnTo>
                      <a:pt x="539" y="4806"/>
                    </a:lnTo>
                    <a:lnTo>
                      <a:pt x="530" y="4569"/>
                    </a:lnTo>
                    <a:lnTo>
                      <a:pt x="530" y="4323"/>
                    </a:lnTo>
                    <a:lnTo>
                      <a:pt x="539" y="4086"/>
                    </a:lnTo>
                    <a:lnTo>
                      <a:pt x="557" y="3840"/>
                    </a:lnTo>
                    <a:lnTo>
                      <a:pt x="593" y="3594"/>
                    </a:lnTo>
                    <a:lnTo>
                      <a:pt x="648" y="3347"/>
                    </a:lnTo>
                    <a:lnTo>
                      <a:pt x="703" y="3101"/>
                    </a:lnTo>
                    <a:lnTo>
                      <a:pt x="776" y="2873"/>
                    </a:lnTo>
                    <a:lnTo>
                      <a:pt x="858" y="2636"/>
                    </a:lnTo>
                    <a:lnTo>
                      <a:pt x="949" y="2417"/>
                    </a:lnTo>
                    <a:lnTo>
                      <a:pt x="1049" y="2198"/>
                    </a:lnTo>
                    <a:lnTo>
                      <a:pt x="1168" y="1980"/>
                    </a:lnTo>
                    <a:lnTo>
                      <a:pt x="1286" y="1779"/>
                    </a:lnTo>
                    <a:lnTo>
                      <a:pt x="1423" y="1578"/>
                    </a:lnTo>
                    <a:lnTo>
                      <a:pt x="1560" y="1387"/>
                    </a:lnTo>
                    <a:lnTo>
                      <a:pt x="1715" y="1214"/>
                    </a:lnTo>
                    <a:lnTo>
                      <a:pt x="1879" y="1040"/>
                    </a:lnTo>
                    <a:lnTo>
                      <a:pt x="2043" y="876"/>
                    </a:lnTo>
                    <a:lnTo>
                      <a:pt x="2226" y="721"/>
                    </a:lnTo>
                    <a:lnTo>
                      <a:pt x="2408" y="575"/>
                    </a:lnTo>
                    <a:lnTo>
                      <a:pt x="2600" y="448"/>
                    </a:lnTo>
                    <a:lnTo>
                      <a:pt x="23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3">
                <a:extLst>
                  <a:ext uri="{FF2B5EF4-FFF2-40B4-BE49-F238E27FC236}">
                    <a16:creationId xmlns:a16="http://schemas.microsoft.com/office/drawing/2014/main" id="{7AEE340C-8F93-BED4-7FBB-9ADCD730131D}"/>
                  </a:ext>
                </a:extLst>
              </p:cNvPr>
              <p:cNvSpPr/>
              <p:nvPr/>
            </p:nvSpPr>
            <p:spPr>
              <a:xfrm>
                <a:off x="4504585" y="283310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9" y="10"/>
                    </a:lnTo>
                    <a:lnTo>
                      <a:pt x="465" y="19"/>
                    </a:lnTo>
                    <a:lnTo>
                      <a:pt x="410" y="37"/>
                    </a:lnTo>
                    <a:lnTo>
                      <a:pt x="356" y="55"/>
                    </a:lnTo>
                    <a:lnTo>
                      <a:pt x="301" y="83"/>
                    </a:lnTo>
                    <a:lnTo>
                      <a:pt x="255" y="119"/>
                    </a:lnTo>
                    <a:lnTo>
                      <a:pt x="210" y="156"/>
                    </a:lnTo>
                    <a:lnTo>
                      <a:pt x="164" y="201"/>
                    </a:lnTo>
                    <a:lnTo>
                      <a:pt x="119" y="247"/>
                    </a:lnTo>
                    <a:lnTo>
                      <a:pt x="91" y="302"/>
                    </a:lnTo>
                    <a:lnTo>
                      <a:pt x="55" y="356"/>
                    </a:lnTo>
                    <a:lnTo>
                      <a:pt x="37" y="411"/>
                    </a:lnTo>
                    <a:lnTo>
                      <a:pt x="18" y="466"/>
                    </a:lnTo>
                    <a:lnTo>
                      <a:pt x="9" y="530"/>
                    </a:lnTo>
                    <a:lnTo>
                      <a:pt x="0" y="584"/>
                    </a:lnTo>
                    <a:lnTo>
                      <a:pt x="0" y="648"/>
                    </a:lnTo>
                    <a:lnTo>
                      <a:pt x="9" y="703"/>
                    </a:lnTo>
                    <a:lnTo>
                      <a:pt x="18" y="767"/>
                    </a:lnTo>
                    <a:lnTo>
                      <a:pt x="37" y="821"/>
                    </a:lnTo>
                    <a:lnTo>
                      <a:pt x="55" y="876"/>
                    </a:lnTo>
                    <a:lnTo>
                      <a:pt x="91" y="931"/>
                    </a:lnTo>
                    <a:lnTo>
                      <a:pt x="119" y="976"/>
                    </a:lnTo>
                    <a:lnTo>
                      <a:pt x="155" y="1022"/>
                    </a:lnTo>
                    <a:lnTo>
                      <a:pt x="201" y="1068"/>
                    </a:lnTo>
                    <a:lnTo>
                      <a:pt x="246" y="1113"/>
                    </a:lnTo>
                    <a:lnTo>
                      <a:pt x="301" y="1140"/>
                    </a:lnTo>
                    <a:lnTo>
                      <a:pt x="356" y="1177"/>
                    </a:lnTo>
                    <a:lnTo>
                      <a:pt x="410" y="1195"/>
                    </a:lnTo>
                    <a:lnTo>
                      <a:pt x="474" y="1213"/>
                    </a:lnTo>
                    <a:lnTo>
                      <a:pt x="529" y="1223"/>
                    </a:lnTo>
                    <a:lnTo>
                      <a:pt x="593" y="1232"/>
                    </a:lnTo>
                    <a:lnTo>
                      <a:pt x="648" y="1232"/>
                    </a:lnTo>
                    <a:lnTo>
                      <a:pt x="711" y="1223"/>
                    </a:lnTo>
                    <a:lnTo>
                      <a:pt x="766" y="1213"/>
                    </a:lnTo>
                    <a:lnTo>
                      <a:pt x="821" y="1195"/>
                    </a:lnTo>
                    <a:lnTo>
                      <a:pt x="876" y="1177"/>
                    </a:lnTo>
                    <a:lnTo>
                      <a:pt x="930" y="1150"/>
                    </a:lnTo>
                    <a:lnTo>
                      <a:pt x="976" y="1113"/>
                    </a:lnTo>
                    <a:lnTo>
                      <a:pt x="1031" y="1077"/>
                    </a:lnTo>
                    <a:lnTo>
                      <a:pt x="1067" y="1031"/>
                    </a:lnTo>
                    <a:lnTo>
                      <a:pt x="1113" y="985"/>
                    </a:lnTo>
                    <a:lnTo>
                      <a:pt x="1149" y="931"/>
                    </a:lnTo>
                    <a:lnTo>
                      <a:pt x="1176" y="876"/>
                    </a:lnTo>
                    <a:lnTo>
                      <a:pt x="1195" y="821"/>
                    </a:lnTo>
                    <a:lnTo>
                      <a:pt x="1213" y="758"/>
                    </a:lnTo>
                    <a:lnTo>
                      <a:pt x="1222" y="703"/>
                    </a:lnTo>
                    <a:lnTo>
                      <a:pt x="1231" y="639"/>
                    </a:lnTo>
                    <a:lnTo>
                      <a:pt x="1231" y="584"/>
                    </a:lnTo>
                    <a:lnTo>
                      <a:pt x="1222" y="530"/>
                    </a:lnTo>
                    <a:lnTo>
                      <a:pt x="1213" y="466"/>
                    </a:lnTo>
                    <a:lnTo>
                      <a:pt x="1195" y="411"/>
                    </a:lnTo>
                    <a:lnTo>
                      <a:pt x="1176" y="356"/>
                    </a:lnTo>
                    <a:lnTo>
                      <a:pt x="1149" y="302"/>
                    </a:lnTo>
                    <a:lnTo>
                      <a:pt x="1113" y="256"/>
                    </a:lnTo>
                    <a:lnTo>
                      <a:pt x="1076" y="201"/>
                    </a:lnTo>
                    <a:lnTo>
                      <a:pt x="1031" y="165"/>
                    </a:lnTo>
                    <a:lnTo>
                      <a:pt x="985" y="119"/>
                    </a:lnTo>
                    <a:lnTo>
                      <a:pt x="930" y="83"/>
                    </a:lnTo>
                    <a:lnTo>
                      <a:pt x="876" y="55"/>
                    </a:lnTo>
                    <a:lnTo>
                      <a:pt x="821" y="37"/>
                    </a:lnTo>
                    <a:lnTo>
                      <a:pt x="766" y="19"/>
                    </a:lnTo>
                    <a:lnTo>
                      <a:pt x="702" y="10"/>
                    </a:lnTo>
                    <a:lnTo>
                      <a:pt x="6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3">
                <a:extLst>
                  <a:ext uri="{FF2B5EF4-FFF2-40B4-BE49-F238E27FC236}">
                    <a16:creationId xmlns:a16="http://schemas.microsoft.com/office/drawing/2014/main" id="{E8AC15D6-0F64-676C-3E43-BE4CBC17AB5E}"/>
                  </a:ext>
                </a:extLst>
              </p:cNvPr>
              <p:cNvSpPr/>
              <p:nvPr/>
            </p:nvSpPr>
            <p:spPr>
              <a:xfrm>
                <a:off x="3603138" y="2348106"/>
                <a:ext cx="1937749" cy="1518059"/>
              </a:xfrm>
              <a:custGeom>
                <a:avLst/>
                <a:gdLst/>
                <a:ahLst/>
                <a:cxnLst/>
                <a:rect l="l" t="t" r="r" b="b"/>
                <a:pathLst>
                  <a:path w="37597" h="29454" extrusionOk="0">
                    <a:moveTo>
                      <a:pt x="14198" y="520"/>
                    </a:moveTo>
                    <a:lnTo>
                      <a:pt x="14463" y="529"/>
                    </a:lnTo>
                    <a:lnTo>
                      <a:pt x="14727" y="557"/>
                    </a:lnTo>
                    <a:lnTo>
                      <a:pt x="14992" y="593"/>
                    </a:lnTo>
                    <a:lnTo>
                      <a:pt x="15247" y="639"/>
                    </a:lnTo>
                    <a:lnTo>
                      <a:pt x="15502" y="702"/>
                    </a:lnTo>
                    <a:lnTo>
                      <a:pt x="15748" y="785"/>
                    </a:lnTo>
                    <a:lnTo>
                      <a:pt x="15986" y="876"/>
                    </a:lnTo>
                    <a:lnTo>
                      <a:pt x="16223" y="985"/>
                    </a:lnTo>
                    <a:lnTo>
                      <a:pt x="16460" y="1095"/>
                    </a:lnTo>
                    <a:lnTo>
                      <a:pt x="16679" y="1231"/>
                    </a:lnTo>
                    <a:lnTo>
                      <a:pt x="16897" y="1377"/>
                    </a:lnTo>
                    <a:lnTo>
                      <a:pt x="17107" y="1532"/>
                    </a:lnTo>
                    <a:lnTo>
                      <a:pt x="17308" y="1696"/>
                    </a:lnTo>
                    <a:lnTo>
                      <a:pt x="17499" y="1879"/>
                    </a:lnTo>
                    <a:lnTo>
                      <a:pt x="17682" y="2070"/>
                    </a:lnTo>
                    <a:lnTo>
                      <a:pt x="17855" y="2271"/>
                    </a:lnTo>
                    <a:lnTo>
                      <a:pt x="17992" y="2435"/>
                    </a:lnTo>
                    <a:lnTo>
                      <a:pt x="18183" y="2344"/>
                    </a:lnTo>
                    <a:lnTo>
                      <a:pt x="18356" y="2253"/>
                    </a:lnTo>
                    <a:lnTo>
                      <a:pt x="18530" y="2180"/>
                    </a:lnTo>
                    <a:lnTo>
                      <a:pt x="18712" y="2098"/>
                    </a:lnTo>
                    <a:lnTo>
                      <a:pt x="18894" y="2034"/>
                    </a:lnTo>
                    <a:lnTo>
                      <a:pt x="19077" y="1970"/>
                    </a:lnTo>
                    <a:lnTo>
                      <a:pt x="19259" y="1915"/>
                    </a:lnTo>
                    <a:lnTo>
                      <a:pt x="19442" y="1860"/>
                    </a:lnTo>
                    <a:lnTo>
                      <a:pt x="19633" y="1815"/>
                    </a:lnTo>
                    <a:lnTo>
                      <a:pt x="19824" y="1769"/>
                    </a:lnTo>
                    <a:lnTo>
                      <a:pt x="20007" y="1733"/>
                    </a:lnTo>
                    <a:lnTo>
                      <a:pt x="20198" y="1705"/>
                    </a:lnTo>
                    <a:lnTo>
                      <a:pt x="20390" y="1678"/>
                    </a:lnTo>
                    <a:lnTo>
                      <a:pt x="20581" y="1660"/>
                    </a:lnTo>
                    <a:lnTo>
                      <a:pt x="20782" y="1651"/>
                    </a:lnTo>
                    <a:lnTo>
                      <a:pt x="20973" y="1642"/>
                    </a:lnTo>
                    <a:lnTo>
                      <a:pt x="21174" y="1633"/>
                    </a:lnTo>
                    <a:lnTo>
                      <a:pt x="21429" y="1642"/>
                    </a:lnTo>
                    <a:lnTo>
                      <a:pt x="21694" y="1660"/>
                    </a:lnTo>
                    <a:lnTo>
                      <a:pt x="21949" y="1678"/>
                    </a:lnTo>
                    <a:lnTo>
                      <a:pt x="22204" y="1715"/>
                    </a:lnTo>
                    <a:lnTo>
                      <a:pt x="22460" y="1760"/>
                    </a:lnTo>
                    <a:lnTo>
                      <a:pt x="22715" y="1815"/>
                    </a:lnTo>
                    <a:lnTo>
                      <a:pt x="22961" y="1879"/>
                    </a:lnTo>
                    <a:lnTo>
                      <a:pt x="23207" y="1952"/>
                    </a:lnTo>
                    <a:lnTo>
                      <a:pt x="23445" y="2034"/>
                    </a:lnTo>
                    <a:lnTo>
                      <a:pt x="23691" y="2125"/>
                    </a:lnTo>
                    <a:lnTo>
                      <a:pt x="23928" y="2225"/>
                    </a:lnTo>
                    <a:lnTo>
                      <a:pt x="24156" y="2335"/>
                    </a:lnTo>
                    <a:lnTo>
                      <a:pt x="24384" y="2453"/>
                    </a:lnTo>
                    <a:lnTo>
                      <a:pt x="24612" y="2590"/>
                    </a:lnTo>
                    <a:lnTo>
                      <a:pt x="24831" y="2727"/>
                    </a:lnTo>
                    <a:lnTo>
                      <a:pt x="25040" y="2873"/>
                    </a:lnTo>
                    <a:lnTo>
                      <a:pt x="25159" y="2955"/>
                    </a:lnTo>
                    <a:lnTo>
                      <a:pt x="25296" y="2900"/>
                    </a:lnTo>
                    <a:lnTo>
                      <a:pt x="25478" y="2827"/>
                    </a:lnTo>
                    <a:lnTo>
                      <a:pt x="25660" y="2772"/>
                    </a:lnTo>
                    <a:lnTo>
                      <a:pt x="25852" y="2718"/>
                    </a:lnTo>
                    <a:lnTo>
                      <a:pt x="26034" y="2681"/>
                    </a:lnTo>
                    <a:lnTo>
                      <a:pt x="26226" y="2645"/>
                    </a:lnTo>
                    <a:lnTo>
                      <a:pt x="26417" y="2626"/>
                    </a:lnTo>
                    <a:lnTo>
                      <a:pt x="26609" y="2608"/>
                    </a:lnTo>
                    <a:lnTo>
                      <a:pt x="26983" y="2608"/>
                    </a:lnTo>
                    <a:lnTo>
                      <a:pt x="27147" y="2617"/>
                    </a:lnTo>
                    <a:lnTo>
                      <a:pt x="27320" y="2636"/>
                    </a:lnTo>
                    <a:lnTo>
                      <a:pt x="27484" y="2663"/>
                    </a:lnTo>
                    <a:lnTo>
                      <a:pt x="27648" y="2690"/>
                    </a:lnTo>
                    <a:lnTo>
                      <a:pt x="27812" y="2736"/>
                    </a:lnTo>
                    <a:lnTo>
                      <a:pt x="27967" y="2772"/>
                    </a:lnTo>
                    <a:lnTo>
                      <a:pt x="28132" y="2827"/>
                    </a:lnTo>
                    <a:lnTo>
                      <a:pt x="28287" y="2882"/>
                    </a:lnTo>
                    <a:lnTo>
                      <a:pt x="28432" y="2946"/>
                    </a:lnTo>
                    <a:lnTo>
                      <a:pt x="28587" y="3019"/>
                    </a:lnTo>
                    <a:lnTo>
                      <a:pt x="28724" y="3092"/>
                    </a:lnTo>
                    <a:lnTo>
                      <a:pt x="28870" y="3174"/>
                    </a:lnTo>
                    <a:lnTo>
                      <a:pt x="29007" y="3256"/>
                    </a:lnTo>
                    <a:lnTo>
                      <a:pt x="29144" y="3356"/>
                    </a:lnTo>
                    <a:lnTo>
                      <a:pt x="29271" y="3447"/>
                    </a:lnTo>
                    <a:lnTo>
                      <a:pt x="29399" y="3547"/>
                    </a:lnTo>
                    <a:lnTo>
                      <a:pt x="29527" y="3657"/>
                    </a:lnTo>
                    <a:lnTo>
                      <a:pt x="29645" y="3775"/>
                    </a:lnTo>
                    <a:lnTo>
                      <a:pt x="29755" y="3894"/>
                    </a:lnTo>
                    <a:lnTo>
                      <a:pt x="29864" y="4012"/>
                    </a:lnTo>
                    <a:lnTo>
                      <a:pt x="29974" y="4140"/>
                    </a:lnTo>
                    <a:lnTo>
                      <a:pt x="30074" y="4268"/>
                    </a:lnTo>
                    <a:lnTo>
                      <a:pt x="30165" y="4405"/>
                    </a:lnTo>
                    <a:lnTo>
                      <a:pt x="30256" y="4541"/>
                    </a:lnTo>
                    <a:lnTo>
                      <a:pt x="30338" y="4687"/>
                    </a:lnTo>
                    <a:lnTo>
                      <a:pt x="30420" y="4833"/>
                    </a:lnTo>
                    <a:lnTo>
                      <a:pt x="30484" y="4988"/>
                    </a:lnTo>
                    <a:lnTo>
                      <a:pt x="30557" y="5143"/>
                    </a:lnTo>
                    <a:lnTo>
                      <a:pt x="30612" y="5298"/>
                    </a:lnTo>
                    <a:lnTo>
                      <a:pt x="30667" y="5462"/>
                    </a:lnTo>
                    <a:lnTo>
                      <a:pt x="30712" y="5626"/>
                    </a:lnTo>
                    <a:lnTo>
                      <a:pt x="30767" y="5854"/>
                    </a:lnTo>
                    <a:lnTo>
                      <a:pt x="30995" y="5827"/>
                    </a:lnTo>
                    <a:lnTo>
                      <a:pt x="31250" y="5800"/>
                    </a:lnTo>
                    <a:lnTo>
                      <a:pt x="31478" y="5791"/>
                    </a:lnTo>
                    <a:lnTo>
                      <a:pt x="31688" y="5800"/>
                    </a:lnTo>
                    <a:lnTo>
                      <a:pt x="31888" y="5818"/>
                    </a:lnTo>
                    <a:lnTo>
                      <a:pt x="32089" y="5836"/>
                    </a:lnTo>
                    <a:lnTo>
                      <a:pt x="32290" y="5873"/>
                    </a:lnTo>
                    <a:lnTo>
                      <a:pt x="32490" y="5918"/>
                    </a:lnTo>
                    <a:lnTo>
                      <a:pt x="32682" y="5973"/>
                    </a:lnTo>
                    <a:lnTo>
                      <a:pt x="32864" y="6037"/>
                    </a:lnTo>
                    <a:lnTo>
                      <a:pt x="33046" y="6110"/>
                    </a:lnTo>
                    <a:lnTo>
                      <a:pt x="33229" y="6192"/>
                    </a:lnTo>
                    <a:lnTo>
                      <a:pt x="33402" y="6283"/>
                    </a:lnTo>
                    <a:lnTo>
                      <a:pt x="33566" y="6374"/>
                    </a:lnTo>
                    <a:lnTo>
                      <a:pt x="33730" y="6484"/>
                    </a:lnTo>
                    <a:lnTo>
                      <a:pt x="33895" y="6593"/>
                    </a:lnTo>
                    <a:lnTo>
                      <a:pt x="34050" y="6712"/>
                    </a:lnTo>
                    <a:lnTo>
                      <a:pt x="34195" y="6839"/>
                    </a:lnTo>
                    <a:lnTo>
                      <a:pt x="34332" y="6976"/>
                    </a:lnTo>
                    <a:lnTo>
                      <a:pt x="34469" y="7113"/>
                    </a:lnTo>
                    <a:lnTo>
                      <a:pt x="34597" y="7259"/>
                    </a:lnTo>
                    <a:lnTo>
                      <a:pt x="34715" y="7414"/>
                    </a:lnTo>
                    <a:lnTo>
                      <a:pt x="34825" y="7578"/>
                    </a:lnTo>
                    <a:lnTo>
                      <a:pt x="34934" y="7733"/>
                    </a:lnTo>
                    <a:lnTo>
                      <a:pt x="35025" y="7906"/>
                    </a:lnTo>
                    <a:lnTo>
                      <a:pt x="35116" y="8079"/>
                    </a:lnTo>
                    <a:lnTo>
                      <a:pt x="35198" y="8262"/>
                    </a:lnTo>
                    <a:lnTo>
                      <a:pt x="35271" y="8444"/>
                    </a:lnTo>
                    <a:lnTo>
                      <a:pt x="35335" y="8626"/>
                    </a:lnTo>
                    <a:lnTo>
                      <a:pt x="35390" y="8818"/>
                    </a:lnTo>
                    <a:lnTo>
                      <a:pt x="35436" y="9019"/>
                    </a:lnTo>
                    <a:lnTo>
                      <a:pt x="35472" y="9219"/>
                    </a:lnTo>
                    <a:lnTo>
                      <a:pt x="35490" y="9420"/>
                    </a:lnTo>
                    <a:lnTo>
                      <a:pt x="35509" y="9620"/>
                    </a:lnTo>
                    <a:lnTo>
                      <a:pt x="35518" y="9830"/>
                    </a:lnTo>
                    <a:lnTo>
                      <a:pt x="35509" y="10085"/>
                    </a:lnTo>
                    <a:lnTo>
                      <a:pt x="35472" y="10368"/>
                    </a:lnTo>
                    <a:lnTo>
                      <a:pt x="35463" y="10496"/>
                    </a:lnTo>
                    <a:lnTo>
                      <a:pt x="35545" y="10578"/>
                    </a:lnTo>
                    <a:lnTo>
                      <a:pt x="35718" y="10788"/>
                    </a:lnTo>
                    <a:lnTo>
                      <a:pt x="35891" y="11006"/>
                    </a:lnTo>
                    <a:lnTo>
                      <a:pt x="36047" y="11234"/>
                    </a:lnTo>
                    <a:lnTo>
                      <a:pt x="36202" y="11462"/>
                    </a:lnTo>
                    <a:lnTo>
                      <a:pt x="36338" y="11699"/>
                    </a:lnTo>
                    <a:lnTo>
                      <a:pt x="36457" y="11937"/>
                    </a:lnTo>
                    <a:lnTo>
                      <a:pt x="36575" y="12183"/>
                    </a:lnTo>
                    <a:lnTo>
                      <a:pt x="36676" y="12438"/>
                    </a:lnTo>
                    <a:lnTo>
                      <a:pt x="36767" y="12693"/>
                    </a:lnTo>
                    <a:lnTo>
                      <a:pt x="36849" y="12949"/>
                    </a:lnTo>
                    <a:lnTo>
                      <a:pt x="36913" y="13213"/>
                    </a:lnTo>
                    <a:lnTo>
                      <a:pt x="36977" y="13478"/>
                    </a:lnTo>
                    <a:lnTo>
                      <a:pt x="37013" y="13751"/>
                    </a:lnTo>
                    <a:lnTo>
                      <a:pt x="37050" y="14025"/>
                    </a:lnTo>
                    <a:lnTo>
                      <a:pt x="37068" y="14298"/>
                    </a:lnTo>
                    <a:lnTo>
                      <a:pt x="37077" y="14572"/>
                    </a:lnTo>
                    <a:lnTo>
                      <a:pt x="37068" y="14882"/>
                    </a:lnTo>
                    <a:lnTo>
                      <a:pt x="37040" y="15183"/>
                    </a:lnTo>
                    <a:lnTo>
                      <a:pt x="37004" y="15484"/>
                    </a:lnTo>
                    <a:lnTo>
                      <a:pt x="36949" y="15775"/>
                    </a:lnTo>
                    <a:lnTo>
                      <a:pt x="36885" y="16058"/>
                    </a:lnTo>
                    <a:lnTo>
                      <a:pt x="36803" y="16341"/>
                    </a:lnTo>
                    <a:lnTo>
                      <a:pt x="36712" y="16623"/>
                    </a:lnTo>
                    <a:lnTo>
                      <a:pt x="36603" y="16897"/>
                    </a:lnTo>
                    <a:lnTo>
                      <a:pt x="36484" y="17152"/>
                    </a:lnTo>
                    <a:lnTo>
                      <a:pt x="36357" y="17417"/>
                    </a:lnTo>
                    <a:lnTo>
                      <a:pt x="36211" y="17663"/>
                    </a:lnTo>
                    <a:lnTo>
                      <a:pt x="36056" y="17909"/>
                    </a:lnTo>
                    <a:lnTo>
                      <a:pt x="35882" y="18137"/>
                    </a:lnTo>
                    <a:lnTo>
                      <a:pt x="35709" y="18365"/>
                    </a:lnTo>
                    <a:lnTo>
                      <a:pt x="35518" y="18584"/>
                    </a:lnTo>
                    <a:lnTo>
                      <a:pt x="35326" y="18794"/>
                    </a:lnTo>
                    <a:lnTo>
                      <a:pt x="35116" y="18985"/>
                    </a:lnTo>
                    <a:lnTo>
                      <a:pt x="34898" y="19177"/>
                    </a:lnTo>
                    <a:lnTo>
                      <a:pt x="34679" y="19350"/>
                    </a:lnTo>
                    <a:lnTo>
                      <a:pt x="34442" y="19523"/>
                    </a:lnTo>
                    <a:lnTo>
                      <a:pt x="34195" y="19678"/>
                    </a:lnTo>
                    <a:lnTo>
                      <a:pt x="33949" y="19815"/>
                    </a:lnTo>
                    <a:lnTo>
                      <a:pt x="33694" y="19952"/>
                    </a:lnTo>
                    <a:lnTo>
                      <a:pt x="33429" y="20070"/>
                    </a:lnTo>
                    <a:lnTo>
                      <a:pt x="33156" y="20180"/>
                    </a:lnTo>
                    <a:lnTo>
                      <a:pt x="32882" y="20271"/>
                    </a:lnTo>
                    <a:lnTo>
                      <a:pt x="32600" y="20353"/>
                    </a:lnTo>
                    <a:lnTo>
                      <a:pt x="32308" y="20417"/>
                    </a:lnTo>
                    <a:lnTo>
                      <a:pt x="32016" y="20471"/>
                    </a:lnTo>
                    <a:lnTo>
                      <a:pt x="31715" y="20508"/>
                    </a:lnTo>
                    <a:lnTo>
                      <a:pt x="31414" y="20535"/>
                    </a:lnTo>
                    <a:lnTo>
                      <a:pt x="30803" y="20535"/>
                    </a:lnTo>
                    <a:lnTo>
                      <a:pt x="30502" y="20508"/>
                    </a:lnTo>
                    <a:lnTo>
                      <a:pt x="30211" y="20471"/>
                    </a:lnTo>
                    <a:lnTo>
                      <a:pt x="29919" y="20417"/>
                    </a:lnTo>
                    <a:lnTo>
                      <a:pt x="29782" y="20399"/>
                    </a:lnTo>
                    <a:lnTo>
                      <a:pt x="29682" y="20481"/>
                    </a:lnTo>
                    <a:lnTo>
                      <a:pt x="29563" y="20581"/>
                    </a:lnTo>
                    <a:lnTo>
                      <a:pt x="29445" y="20681"/>
                    </a:lnTo>
                    <a:lnTo>
                      <a:pt x="29317" y="20772"/>
                    </a:lnTo>
                    <a:lnTo>
                      <a:pt x="29180" y="20854"/>
                    </a:lnTo>
                    <a:lnTo>
                      <a:pt x="29043" y="20927"/>
                    </a:lnTo>
                    <a:lnTo>
                      <a:pt x="28907" y="21000"/>
                    </a:lnTo>
                    <a:lnTo>
                      <a:pt x="28770" y="21064"/>
                    </a:lnTo>
                    <a:lnTo>
                      <a:pt x="28624" y="21128"/>
                    </a:lnTo>
                    <a:lnTo>
                      <a:pt x="28478" y="21174"/>
                    </a:lnTo>
                    <a:lnTo>
                      <a:pt x="28332" y="21219"/>
                    </a:lnTo>
                    <a:lnTo>
                      <a:pt x="28186" y="21265"/>
                    </a:lnTo>
                    <a:lnTo>
                      <a:pt x="28031" y="21292"/>
                    </a:lnTo>
                    <a:lnTo>
                      <a:pt x="27876" y="21320"/>
                    </a:lnTo>
                    <a:lnTo>
                      <a:pt x="27721" y="21338"/>
                    </a:lnTo>
                    <a:lnTo>
                      <a:pt x="27566" y="21347"/>
                    </a:lnTo>
                    <a:lnTo>
                      <a:pt x="27411" y="21347"/>
                    </a:lnTo>
                    <a:lnTo>
                      <a:pt x="27247" y="21338"/>
                    </a:lnTo>
                    <a:lnTo>
                      <a:pt x="27019" y="21329"/>
                    </a:lnTo>
                    <a:lnTo>
                      <a:pt x="26946" y="21484"/>
                    </a:lnTo>
                    <a:lnTo>
                      <a:pt x="26846" y="21666"/>
                    </a:lnTo>
                    <a:lnTo>
                      <a:pt x="26746" y="21848"/>
                    </a:lnTo>
                    <a:lnTo>
                      <a:pt x="26627" y="22031"/>
                    </a:lnTo>
                    <a:lnTo>
                      <a:pt x="26518" y="22204"/>
                    </a:lnTo>
                    <a:lnTo>
                      <a:pt x="26390" y="22377"/>
                    </a:lnTo>
                    <a:lnTo>
                      <a:pt x="26271" y="22541"/>
                    </a:lnTo>
                    <a:lnTo>
                      <a:pt x="26135" y="22696"/>
                    </a:lnTo>
                    <a:lnTo>
                      <a:pt x="25998" y="22851"/>
                    </a:lnTo>
                    <a:lnTo>
                      <a:pt x="25861" y="22997"/>
                    </a:lnTo>
                    <a:lnTo>
                      <a:pt x="25715" y="23143"/>
                    </a:lnTo>
                    <a:lnTo>
                      <a:pt x="25560" y="23280"/>
                    </a:lnTo>
                    <a:lnTo>
                      <a:pt x="25405" y="23408"/>
                    </a:lnTo>
                    <a:lnTo>
                      <a:pt x="25250" y="23535"/>
                    </a:lnTo>
                    <a:lnTo>
                      <a:pt x="25086" y="23663"/>
                    </a:lnTo>
                    <a:lnTo>
                      <a:pt x="24922" y="23772"/>
                    </a:lnTo>
                    <a:lnTo>
                      <a:pt x="24749" y="23882"/>
                    </a:lnTo>
                    <a:lnTo>
                      <a:pt x="24575" y="23991"/>
                    </a:lnTo>
                    <a:lnTo>
                      <a:pt x="24393" y="24082"/>
                    </a:lnTo>
                    <a:lnTo>
                      <a:pt x="24211" y="24174"/>
                    </a:lnTo>
                    <a:lnTo>
                      <a:pt x="24028" y="24265"/>
                    </a:lnTo>
                    <a:lnTo>
                      <a:pt x="23837" y="24338"/>
                    </a:lnTo>
                    <a:lnTo>
                      <a:pt x="23654" y="24411"/>
                    </a:lnTo>
                    <a:lnTo>
                      <a:pt x="23454" y="24475"/>
                    </a:lnTo>
                    <a:lnTo>
                      <a:pt x="23262" y="24538"/>
                    </a:lnTo>
                    <a:lnTo>
                      <a:pt x="23062" y="24593"/>
                    </a:lnTo>
                    <a:lnTo>
                      <a:pt x="22861" y="24639"/>
                    </a:lnTo>
                    <a:lnTo>
                      <a:pt x="22660" y="24675"/>
                    </a:lnTo>
                    <a:lnTo>
                      <a:pt x="22451" y="24712"/>
                    </a:lnTo>
                    <a:lnTo>
                      <a:pt x="22250" y="24730"/>
                    </a:lnTo>
                    <a:lnTo>
                      <a:pt x="22040" y="24748"/>
                    </a:lnTo>
                    <a:lnTo>
                      <a:pt x="21831" y="24766"/>
                    </a:lnTo>
                    <a:lnTo>
                      <a:pt x="21612" y="24766"/>
                    </a:lnTo>
                    <a:lnTo>
                      <a:pt x="21356" y="24757"/>
                    </a:lnTo>
                    <a:lnTo>
                      <a:pt x="21101" y="24748"/>
                    </a:lnTo>
                    <a:lnTo>
                      <a:pt x="20855" y="24721"/>
                    </a:lnTo>
                    <a:lnTo>
                      <a:pt x="20600" y="24675"/>
                    </a:lnTo>
                    <a:lnTo>
                      <a:pt x="20353" y="24630"/>
                    </a:lnTo>
                    <a:lnTo>
                      <a:pt x="20107" y="24566"/>
                    </a:lnTo>
                    <a:lnTo>
                      <a:pt x="19861" y="24502"/>
                    </a:lnTo>
                    <a:lnTo>
                      <a:pt x="19624" y="24420"/>
                    </a:lnTo>
                    <a:lnTo>
                      <a:pt x="19387" y="24329"/>
                    </a:lnTo>
                    <a:lnTo>
                      <a:pt x="19150" y="24228"/>
                    </a:lnTo>
                    <a:lnTo>
                      <a:pt x="18922" y="24119"/>
                    </a:lnTo>
                    <a:lnTo>
                      <a:pt x="18694" y="24000"/>
                    </a:lnTo>
                    <a:lnTo>
                      <a:pt x="18475" y="23873"/>
                    </a:lnTo>
                    <a:lnTo>
                      <a:pt x="18265" y="23736"/>
                    </a:lnTo>
                    <a:lnTo>
                      <a:pt x="18055" y="23590"/>
                    </a:lnTo>
                    <a:lnTo>
                      <a:pt x="17855" y="23426"/>
                    </a:lnTo>
                    <a:lnTo>
                      <a:pt x="17517" y="23161"/>
                    </a:lnTo>
                    <a:lnTo>
                      <a:pt x="17435" y="23581"/>
                    </a:lnTo>
                    <a:lnTo>
                      <a:pt x="17362" y="23864"/>
                    </a:lnTo>
                    <a:lnTo>
                      <a:pt x="17290" y="24146"/>
                    </a:lnTo>
                    <a:lnTo>
                      <a:pt x="17198" y="24429"/>
                    </a:lnTo>
                    <a:lnTo>
                      <a:pt x="17098" y="24703"/>
                    </a:lnTo>
                    <a:lnTo>
                      <a:pt x="16979" y="24967"/>
                    </a:lnTo>
                    <a:lnTo>
                      <a:pt x="16861" y="25222"/>
                    </a:lnTo>
                    <a:lnTo>
                      <a:pt x="16724" y="25478"/>
                    </a:lnTo>
                    <a:lnTo>
                      <a:pt x="16578" y="25724"/>
                    </a:lnTo>
                    <a:lnTo>
                      <a:pt x="16423" y="25961"/>
                    </a:lnTo>
                    <a:lnTo>
                      <a:pt x="16259" y="26189"/>
                    </a:lnTo>
                    <a:lnTo>
                      <a:pt x="16086" y="26417"/>
                    </a:lnTo>
                    <a:lnTo>
                      <a:pt x="15903" y="26627"/>
                    </a:lnTo>
                    <a:lnTo>
                      <a:pt x="15712" y="26836"/>
                    </a:lnTo>
                    <a:lnTo>
                      <a:pt x="15521" y="27037"/>
                    </a:lnTo>
                    <a:lnTo>
                      <a:pt x="15311" y="27228"/>
                    </a:lnTo>
                    <a:lnTo>
                      <a:pt x="15092" y="27411"/>
                    </a:lnTo>
                    <a:lnTo>
                      <a:pt x="14873" y="27584"/>
                    </a:lnTo>
                    <a:lnTo>
                      <a:pt x="14645" y="27748"/>
                    </a:lnTo>
                    <a:lnTo>
                      <a:pt x="14408" y="27903"/>
                    </a:lnTo>
                    <a:lnTo>
                      <a:pt x="14162" y="28049"/>
                    </a:lnTo>
                    <a:lnTo>
                      <a:pt x="13916" y="28186"/>
                    </a:lnTo>
                    <a:lnTo>
                      <a:pt x="13660" y="28304"/>
                    </a:lnTo>
                    <a:lnTo>
                      <a:pt x="13405" y="28423"/>
                    </a:lnTo>
                    <a:lnTo>
                      <a:pt x="13131" y="28523"/>
                    </a:lnTo>
                    <a:lnTo>
                      <a:pt x="12867" y="28614"/>
                    </a:lnTo>
                    <a:lnTo>
                      <a:pt x="12593" y="28696"/>
                    </a:lnTo>
                    <a:lnTo>
                      <a:pt x="12311" y="28760"/>
                    </a:lnTo>
                    <a:lnTo>
                      <a:pt x="12028" y="28824"/>
                    </a:lnTo>
                    <a:lnTo>
                      <a:pt x="11745" y="28861"/>
                    </a:lnTo>
                    <a:lnTo>
                      <a:pt x="11454" y="28897"/>
                    </a:lnTo>
                    <a:lnTo>
                      <a:pt x="11162" y="28915"/>
                    </a:lnTo>
                    <a:lnTo>
                      <a:pt x="10861" y="28924"/>
                    </a:lnTo>
                    <a:lnTo>
                      <a:pt x="10542" y="28915"/>
                    </a:lnTo>
                    <a:lnTo>
                      <a:pt x="10223" y="28888"/>
                    </a:lnTo>
                    <a:lnTo>
                      <a:pt x="9913" y="28851"/>
                    </a:lnTo>
                    <a:lnTo>
                      <a:pt x="9603" y="28806"/>
                    </a:lnTo>
                    <a:lnTo>
                      <a:pt x="9302" y="28742"/>
                    </a:lnTo>
                    <a:lnTo>
                      <a:pt x="9001" y="28660"/>
                    </a:lnTo>
                    <a:lnTo>
                      <a:pt x="8709" y="28569"/>
                    </a:lnTo>
                    <a:lnTo>
                      <a:pt x="8417" y="28468"/>
                    </a:lnTo>
                    <a:lnTo>
                      <a:pt x="8134" y="28350"/>
                    </a:lnTo>
                    <a:lnTo>
                      <a:pt x="7861" y="28222"/>
                    </a:lnTo>
                    <a:lnTo>
                      <a:pt x="7596" y="28076"/>
                    </a:lnTo>
                    <a:lnTo>
                      <a:pt x="7332" y="27921"/>
                    </a:lnTo>
                    <a:lnTo>
                      <a:pt x="7077" y="27757"/>
                    </a:lnTo>
                    <a:lnTo>
                      <a:pt x="6830" y="27584"/>
                    </a:lnTo>
                    <a:lnTo>
                      <a:pt x="6593" y="27402"/>
                    </a:lnTo>
                    <a:lnTo>
                      <a:pt x="6365" y="27201"/>
                    </a:lnTo>
                    <a:lnTo>
                      <a:pt x="6147" y="27000"/>
                    </a:lnTo>
                    <a:lnTo>
                      <a:pt x="5937" y="26782"/>
                    </a:lnTo>
                    <a:lnTo>
                      <a:pt x="5736" y="26554"/>
                    </a:lnTo>
                    <a:lnTo>
                      <a:pt x="5554" y="26316"/>
                    </a:lnTo>
                    <a:lnTo>
                      <a:pt x="5371" y="26079"/>
                    </a:lnTo>
                    <a:lnTo>
                      <a:pt x="5207" y="25824"/>
                    </a:lnTo>
                    <a:lnTo>
                      <a:pt x="5043" y="25569"/>
                    </a:lnTo>
                    <a:lnTo>
                      <a:pt x="4897" y="25295"/>
                    </a:lnTo>
                    <a:lnTo>
                      <a:pt x="4770" y="25022"/>
                    </a:lnTo>
                    <a:lnTo>
                      <a:pt x="4642" y="24739"/>
                    </a:lnTo>
                    <a:lnTo>
                      <a:pt x="4533" y="24447"/>
                    </a:lnTo>
                    <a:lnTo>
                      <a:pt x="4441" y="24155"/>
                    </a:lnTo>
                    <a:lnTo>
                      <a:pt x="4359" y="23854"/>
                    </a:lnTo>
                    <a:lnTo>
                      <a:pt x="4286" y="23544"/>
                    </a:lnTo>
                    <a:lnTo>
                      <a:pt x="4232" y="23234"/>
                    </a:lnTo>
                    <a:lnTo>
                      <a:pt x="4195" y="22915"/>
                    </a:lnTo>
                    <a:lnTo>
                      <a:pt x="4177" y="22778"/>
                    </a:lnTo>
                    <a:lnTo>
                      <a:pt x="4058" y="22706"/>
                    </a:lnTo>
                    <a:lnTo>
                      <a:pt x="3858" y="22596"/>
                    </a:lnTo>
                    <a:lnTo>
                      <a:pt x="3657" y="22478"/>
                    </a:lnTo>
                    <a:lnTo>
                      <a:pt x="3466" y="22350"/>
                    </a:lnTo>
                    <a:lnTo>
                      <a:pt x="3274" y="22222"/>
                    </a:lnTo>
                    <a:lnTo>
                      <a:pt x="3101" y="22085"/>
                    </a:lnTo>
                    <a:lnTo>
                      <a:pt x="2919" y="21940"/>
                    </a:lnTo>
                    <a:lnTo>
                      <a:pt x="2754" y="21794"/>
                    </a:lnTo>
                    <a:lnTo>
                      <a:pt x="2581" y="21639"/>
                    </a:lnTo>
                    <a:lnTo>
                      <a:pt x="2426" y="21484"/>
                    </a:lnTo>
                    <a:lnTo>
                      <a:pt x="2271" y="21320"/>
                    </a:lnTo>
                    <a:lnTo>
                      <a:pt x="2125" y="21146"/>
                    </a:lnTo>
                    <a:lnTo>
                      <a:pt x="1979" y="20973"/>
                    </a:lnTo>
                    <a:lnTo>
                      <a:pt x="1843" y="20800"/>
                    </a:lnTo>
                    <a:lnTo>
                      <a:pt x="1715" y="20617"/>
                    </a:lnTo>
                    <a:lnTo>
                      <a:pt x="1587" y="20435"/>
                    </a:lnTo>
                    <a:lnTo>
                      <a:pt x="1469" y="20244"/>
                    </a:lnTo>
                    <a:lnTo>
                      <a:pt x="1359" y="20052"/>
                    </a:lnTo>
                    <a:lnTo>
                      <a:pt x="1259" y="19851"/>
                    </a:lnTo>
                    <a:lnTo>
                      <a:pt x="1159" y="19651"/>
                    </a:lnTo>
                    <a:lnTo>
                      <a:pt x="1068" y="19450"/>
                    </a:lnTo>
                    <a:lnTo>
                      <a:pt x="985" y="19240"/>
                    </a:lnTo>
                    <a:lnTo>
                      <a:pt x="903" y="19031"/>
                    </a:lnTo>
                    <a:lnTo>
                      <a:pt x="830" y="18821"/>
                    </a:lnTo>
                    <a:lnTo>
                      <a:pt x="767" y="18602"/>
                    </a:lnTo>
                    <a:lnTo>
                      <a:pt x="712" y="18383"/>
                    </a:lnTo>
                    <a:lnTo>
                      <a:pt x="666" y="18164"/>
                    </a:lnTo>
                    <a:lnTo>
                      <a:pt x="621" y="17946"/>
                    </a:lnTo>
                    <a:lnTo>
                      <a:pt x="584" y="17718"/>
                    </a:lnTo>
                    <a:lnTo>
                      <a:pt x="557" y="17490"/>
                    </a:lnTo>
                    <a:lnTo>
                      <a:pt x="539" y="17262"/>
                    </a:lnTo>
                    <a:lnTo>
                      <a:pt x="530" y="17034"/>
                    </a:lnTo>
                    <a:lnTo>
                      <a:pt x="520" y="16806"/>
                    </a:lnTo>
                    <a:lnTo>
                      <a:pt x="530" y="16523"/>
                    </a:lnTo>
                    <a:lnTo>
                      <a:pt x="548" y="16240"/>
                    </a:lnTo>
                    <a:lnTo>
                      <a:pt x="575" y="15958"/>
                    </a:lnTo>
                    <a:lnTo>
                      <a:pt x="621" y="15675"/>
                    </a:lnTo>
                    <a:lnTo>
                      <a:pt x="666" y="15402"/>
                    </a:lnTo>
                    <a:lnTo>
                      <a:pt x="730" y="15128"/>
                    </a:lnTo>
                    <a:lnTo>
                      <a:pt x="812" y="14854"/>
                    </a:lnTo>
                    <a:lnTo>
                      <a:pt x="894" y="14590"/>
                    </a:lnTo>
                    <a:lnTo>
                      <a:pt x="931" y="14490"/>
                    </a:lnTo>
                    <a:lnTo>
                      <a:pt x="894" y="14399"/>
                    </a:lnTo>
                    <a:lnTo>
                      <a:pt x="803" y="14180"/>
                    </a:lnTo>
                    <a:lnTo>
                      <a:pt x="730" y="13961"/>
                    </a:lnTo>
                    <a:lnTo>
                      <a:pt x="666" y="13733"/>
                    </a:lnTo>
                    <a:lnTo>
                      <a:pt x="621" y="13505"/>
                    </a:lnTo>
                    <a:lnTo>
                      <a:pt x="575" y="13277"/>
                    </a:lnTo>
                    <a:lnTo>
                      <a:pt x="548" y="13040"/>
                    </a:lnTo>
                    <a:lnTo>
                      <a:pt x="530" y="12812"/>
                    </a:lnTo>
                    <a:lnTo>
                      <a:pt x="520" y="12575"/>
                    </a:lnTo>
                    <a:lnTo>
                      <a:pt x="530" y="12383"/>
                    </a:lnTo>
                    <a:lnTo>
                      <a:pt x="539" y="12201"/>
                    </a:lnTo>
                    <a:lnTo>
                      <a:pt x="557" y="12019"/>
                    </a:lnTo>
                    <a:lnTo>
                      <a:pt x="584" y="11836"/>
                    </a:lnTo>
                    <a:lnTo>
                      <a:pt x="612" y="11663"/>
                    </a:lnTo>
                    <a:lnTo>
                      <a:pt x="648" y="11481"/>
                    </a:lnTo>
                    <a:lnTo>
                      <a:pt x="694" y="11307"/>
                    </a:lnTo>
                    <a:lnTo>
                      <a:pt x="748" y="11143"/>
                    </a:lnTo>
                    <a:lnTo>
                      <a:pt x="803" y="10970"/>
                    </a:lnTo>
                    <a:lnTo>
                      <a:pt x="867" y="10806"/>
                    </a:lnTo>
                    <a:lnTo>
                      <a:pt x="940" y="10642"/>
                    </a:lnTo>
                    <a:lnTo>
                      <a:pt x="1022" y="10478"/>
                    </a:lnTo>
                    <a:lnTo>
                      <a:pt x="1104" y="10323"/>
                    </a:lnTo>
                    <a:lnTo>
                      <a:pt x="1186" y="10168"/>
                    </a:lnTo>
                    <a:lnTo>
                      <a:pt x="1286" y="10012"/>
                    </a:lnTo>
                    <a:lnTo>
                      <a:pt x="1387" y="9867"/>
                    </a:lnTo>
                    <a:lnTo>
                      <a:pt x="1487" y="9721"/>
                    </a:lnTo>
                    <a:lnTo>
                      <a:pt x="1596" y="9584"/>
                    </a:lnTo>
                    <a:lnTo>
                      <a:pt x="1715" y="9447"/>
                    </a:lnTo>
                    <a:lnTo>
                      <a:pt x="1833" y="9319"/>
                    </a:lnTo>
                    <a:lnTo>
                      <a:pt x="1961" y="9192"/>
                    </a:lnTo>
                    <a:lnTo>
                      <a:pt x="2089" y="9073"/>
                    </a:lnTo>
                    <a:lnTo>
                      <a:pt x="2226" y="8955"/>
                    </a:lnTo>
                    <a:lnTo>
                      <a:pt x="2371" y="8836"/>
                    </a:lnTo>
                    <a:lnTo>
                      <a:pt x="2517" y="8736"/>
                    </a:lnTo>
                    <a:lnTo>
                      <a:pt x="2663" y="8636"/>
                    </a:lnTo>
                    <a:lnTo>
                      <a:pt x="2818" y="8535"/>
                    </a:lnTo>
                    <a:lnTo>
                      <a:pt x="2973" y="8444"/>
                    </a:lnTo>
                    <a:lnTo>
                      <a:pt x="3137" y="8362"/>
                    </a:lnTo>
                    <a:lnTo>
                      <a:pt x="3302" y="8280"/>
                    </a:lnTo>
                    <a:lnTo>
                      <a:pt x="3475" y="8207"/>
                    </a:lnTo>
                    <a:lnTo>
                      <a:pt x="3639" y="8143"/>
                    </a:lnTo>
                    <a:lnTo>
                      <a:pt x="3748" y="8107"/>
                    </a:lnTo>
                    <a:lnTo>
                      <a:pt x="3794" y="8016"/>
                    </a:lnTo>
                    <a:lnTo>
                      <a:pt x="3894" y="7815"/>
                    </a:lnTo>
                    <a:lnTo>
                      <a:pt x="4004" y="7614"/>
                    </a:lnTo>
                    <a:lnTo>
                      <a:pt x="4113" y="7423"/>
                    </a:lnTo>
                    <a:lnTo>
                      <a:pt x="4241" y="7231"/>
                    </a:lnTo>
                    <a:lnTo>
                      <a:pt x="4359" y="7049"/>
                    </a:lnTo>
                    <a:lnTo>
                      <a:pt x="4496" y="6876"/>
                    </a:lnTo>
                    <a:lnTo>
                      <a:pt x="4633" y="6702"/>
                    </a:lnTo>
                    <a:lnTo>
                      <a:pt x="4779" y="6529"/>
                    </a:lnTo>
                    <a:lnTo>
                      <a:pt x="4925" y="6365"/>
                    </a:lnTo>
                    <a:lnTo>
                      <a:pt x="5080" y="6210"/>
                    </a:lnTo>
                    <a:lnTo>
                      <a:pt x="5235" y="6055"/>
                    </a:lnTo>
                    <a:lnTo>
                      <a:pt x="5399" y="5909"/>
                    </a:lnTo>
                    <a:lnTo>
                      <a:pt x="5563" y="5763"/>
                    </a:lnTo>
                    <a:lnTo>
                      <a:pt x="5736" y="5626"/>
                    </a:lnTo>
                    <a:lnTo>
                      <a:pt x="5919" y="5499"/>
                    </a:lnTo>
                    <a:lnTo>
                      <a:pt x="6092" y="5371"/>
                    </a:lnTo>
                    <a:lnTo>
                      <a:pt x="6283" y="5253"/>
                    </a:lnTo>
                    <a:lnTo>
                      <a:pt x="6466" y="5143"/>
                    </a:lnTo>
                    <a:lnTo>
                      <a:pt x="6657" y="5034"/>
                    </a:lnTo>
                    <a:lnTo>
                      <a:pt x="6858" y="4933"/>
                    </a:lnTo>
                    <a:lnTo>
                      <a:pt x="7049" y="4842"/>
                    </a:lnTo>
                    <a:lnTo>
                      <a:pt x="7250" y="4751"/>
                    </a:lnTo>
                    <a:lnTo>
                      <a:pt x="7460" y="4669"/>
                    </a:lnTo>
                    <a:lnTo>
                      <a:pt x="7669" y="4596"/>
                    </a:lnTo>
                    <a:lnTo>
                      <a:pt x="7879" y="4523"/>
                    </a:lnTo>
                    <a:lnTo>
                      <a:pt x="8089" y="4468"/>
                    </a:lnTo>
                    <a:lnTo>
                      <a:pt x="8308" y="4414"/>
                    </a:lnTo>
                    <a:lnTo>
                      <a:pt x="8527" y="4368"/>
                    </a:lnTo>
                    <a:lnTo>
                      <a:pt x="8745" y="4323"/>
                    </a:lnTo>
                    <a:lnTo>
                      <a:pt x="8964" y="4295"/>
                    </a:lnTo>
                    <a:lnTo>
                      <a:pt x="9183" y="4268"/>
                    </a:lnTo>
                    <a:lnTo>
                      <a:pt x="9411" y="4250"/>
                    </a:lnTo>
                    <a:lnTo>
                      <a:pt x="9603" y="4240"/>
                    </a:lnTo>
                    <a:lnTo>
                      <a:pt x="9648" y="4049"/>
                    </a:lnTo>
                    <a:lnTo>
                      <a:pt x="9703" y="3857"/>
                    </a:lnTo>
                    <a:lnTo>
                      <a:pt x="9767" y="3675"/>
                    </a:lnTo>
                    <a:lnTo>
                      <a:pt x="9830" y="3484"/>
                    </a:lnTo>
                    <a:lnTo>
                      <a:pt x="9913" y="3301"/>
                    </a:lnTo>
                    <a:lnTo>
                      <a:pt x="9995" y="3128"/>
                    </a:lnTo>
                    <a:lnTo>
                      <a:pt x="10086" y="2955"/>
                    </a:lnTo>
                    <a:lnTo>
                      <a:pt x="10186" y="2791"/>
                    </a:lnTo>
                    <a:lnTo>
                      <a:pt x="10286" y="2626"/>
                    </a:lnTo>
                    <a:lnTo>
                      <a:pt x="10396" y="2471"/>
                    </a:lnTo>
                    <a:lnTo>
                      <a:pt x="10514" y="2316"/>
                    </a:lnTo>
                    <a:lnTo>
                      <a:pt x="10633" y="2161"/>
                    </a:lnTo>
                    <a:lnTo>
                      <a:pt x="10761" y="2025"/>
                    </a:lnTo>
                    <a:lnTo>
                      <a:pt x="10897" y="1888"/>
                    </a:lnTo>
                    <a:lnTo>
                      <a:pt x="11034" y="1751"/>
                    </a:lnTo>
                    <a:lnTo>
                      <a:pt x="11171" y="1633"/>
                    </a:lnTo>
                    <a:lnTo>
                      <a:pt x="11326" y="1505"/>
                    </a:lnTo>
                    <a:lnTo>
                      <a:pt x="11472" y="1395"/>
                    </a:lnTo>
                    <a:lnTo>
                      <a:pt x="11636" y="1286"/>
                    </a:lnTo>
                    <a:lnTo>
                      <a:pt x="11791" y="1186"/>
                    </a:lnTo>
                    <a:lnTo>
                      <a:pt x="11964" y="1095"/>
                    </a:lnTo>
                    <a:lnTo>
                      <a:pt x="12128" y="1003"/>
                    </a:lnTo>
                    <a:lnTo>
                      <a:pt x="12302" y="921"/>
                    </a:lnTo>
                    <a:lnTo>
                      <a:pt x="12484" y="848"/>
                    </a:lnTo>
                    <a:lnTo>
                      <a:pt x="12657" y="785"/>
                    </a:lnTo>
                    <a:lnTo>
                      <a:pt x="12840" y="721"/>
                    </a:lnTo>
                    <a:lnTo>
                      <a:pt x="13031" y="675"/>
                    </a:lnTo>
                    <a:lnTo>
                      <a:pt x="13223" y="629"/>
                    </a:lnTo>
                    <a:lnTo>
                      <a:pt x="13414" y="593"/>
                    </a:lnTo>
                    <a:lnTo>
                      <a:pt x="13606" y="557"/>
                    </a:lnTo>
                    <a:lnTo>
                      <a:pt x="13797" y="538"/>
                    </a:lnTo>
                    <a:lnTo>
                      <a:pt x="13998" y="529"/>
                    </a:lnTo>
                    <a:lnTo>
                      <a:pt x="14198" y="520"/>
                    </a:lnTo>
                    <a:close/>
                    <a:moveTo>
                      <a:pt x="13979" y="0"/>
                    </a:moveTo>
                    <a:lnTo>
                      <a:pt x="13770" y="19"/>
                    </a:lnTo>
                    <a:lnTo>
                      <a:pt x="13560" y="37"/>
                    </a:lnTo>
                    <a:lnTo>
                      <a:pt x="13350" y="73"/>
                    </a:lnTo>
                    <a:lnTo>
                      <a:pt x="13141" y="110"/>
                    </a:lnTo>
                    <a:lnTo>
                      <a:pt x="12931" y="155"/>
                    </a:lnTo>
                    <a:lnTo>
                      <a:pt x="12730" y="210"/>
                    </a:lnTo>
                    <a:lnTo>
                      <a:pt x="12530" y="274"/>
                    </a:lnTo>
                    <a:lnTo>
                      <a:pt x="12338" y="347"/>
                    </a:lnTo>
                    <a:lnTo>
                      <a:pt x="12147" y="420"/>
                    </a:lnTo>
                    <a:lnTo>
                      <a:pt x="11955" y="511"/>
                    </a:lnTo>
                    <a:lnTo>
                      <a:pt x="11773" y="602"/>
                    </a:lnTo>
                    <a:lnTo>
                      <a:pt x="11590" y="702"/>
                    </a:lnTo>
                    <a:lnTo>
                      <a:pt x="11408" y="803"/>
                    </a:lnTo>
                    <a:lnTo>
                      <a:pt x="11244" y="921"/>
                    </a:lnTo>
                    <a:lnTo>
                      <a:pt x="11071" y="1040"/>
                    </a:lnTo>
                    <a:lnTo>
                      <a:pt x="10906" y="1167"/>
                    </a:lnTo>
                    <a:lnTo>
                      <a:pt x="10751" y="1295"/>
                    </a:lnTo>
                    <a:lnTo>
                      <a:pt x="10596" y="1441"/>
                    </a:lnTo>
                    <a:lnTo>
                      <a:pt x="10451" y="1587"/>
                    </a:lnTo>
                    <a:lnTo>
                      <a:pt x="10314" y="1733"/>
                    </a:lnTo>
                    <a:lnTo>
                      <a:pt x="10177" y="1888"/>
                    </a:lnTo>
                    <a:lnTo>
                      <a:pt x="10049" y="2052"/>
                    </a:lnTo>
                    <a:lnTo>
                      <a:pt x="9922" y="2225"/>
                    </a:lnTo>
                    <a:lnTo>
                      <a:pt x="9812" y="2398"/>
                    </a:lnTo>
                    <a:lnTo>
                      <a:pt x="9703" y="2572"/>
                    </a:lnTo>
                    <a:lnTo>
                      <a:pt x="9593" y="2754"/>
                    </a:lnTo>
                    <a:lnTo>
                      <a:pt x="9502" y="2946"/>
                    </a:lnTo>
                    <a:lnTo>
                      <a:pt x="9411" y="3137"/>
                    </a:lnTo>
                    <a:lnTo>
                      <a:pt x="9329" y="3329"/>
                    </a:lnTo>
                    <a:lnTo>
                      <a:pt x="9256" y="3529"/>
                    </a:lnTo>
                    <a:lnTo>
                      <a:pt x="9192" y="3739"/>
                    </a:lnTo>
                    <a:lnTo>
                      <a:pt x="8964" y="3766"/>
                    </a:lnTo>
                    <a:lnTo>
                      <a:pt x="8727" y="3794"/>
                    </a:lnTo>
                    <a:lnTo>
                      <a:pt x="8499" y="3830"/>
                    </a:lnTo>
                    <a:lnTo>
                      <a:pt x="8271" y="3876"/>
                    </a:lnTo>
                    <a:lnTo>
                      <a:pt x="8052" y="3930"/>
                    </a:lnTo>
                    <a:lnTo>
                      <a:pt x="7824" y="3994"/>
                    </a:lnTo>
                    <a:lnTo>
                      <a:pt x="7606" y="4058"/>
                    </a:lnTo>
                    <a:lnTo>
                      <a:pt x="7396" y="4131"/>
                    </a:lnTo>
                    <a:lnTo>
                      <a:pt x="7177" y="4213"/>
                    </a:lnTo>
                    <a:lnTo>
                      <a:pt x="6967" y="4304"/>
                    </a:lnTo>
                    <a:lnTo>
                      <a:pt x="6758" y="4395"/>
                    </a:lnTo>
                    <a:lnTo>
                      <a:pt x="6557" y="4496"/>
                    </a:lnTo>
                    <a:lnTo>
                      <a:pt x="6356" y="4596"/>
                    </a:lnTo>
                    <a:lnTo>
                      <a:pt x="6156" y="4715"/>
                    </a:lnTo>
                    <a:lnTo>
                      <a:pt x="5964" y="4833"/>
                    </a:lnTo>
                    <a:lnTo>
                      <a:pt x="5773" y="4952"/>
                    </a:lnTo>
                    <a:lnTo>
                      <a:pt x="5581" y="5088"/>
                    </a:lnTo>
                    <a:lnTo>
                      <a:pt x="5399" y="5225"/>
                    </a:lnTo>
                    <a:lnTo>
                      <a:pt x="5226" y="5362"/>
                    </a:lnTo>
                    <a:lnTo>
                      <a:pt x="5052" y="5508"/>
                    </a:lnTo>
                    <a:lnTo>
                      <a:pt x="4879" y="5663"/>
                    </a:lnTo>
                    <a:lnTo>
                      <a:pt x="4715" y="5827"/>
                    </a:lnTo>
                    <a:lnTo>
                      <a:pt x="4560" y="5991"/>
                    </a:lnTo>
                    <a:lnTo>
                      <a:pt x="4405" y="6155"/>
                    </a:lnTo>
                    <a:lnTo>
                      <a:pt x="4250" y="6329"/>
                    </a:lnTo>
                    <a:lnTo>
                      <a:pt x="4113" y="6511"/>
                    </a:lnTo>
                    <a:lnTo>
                      <a:pt x="3967" y="6693"/>
                    </a:lnTo>
                    <a:lnTo>
                      <a:pt x="3840" y="6885"/>
                    </a:lnTo>
                    <a:lnTo>
                      <a:pt x="3712" y="7076"/>
                    </a:lnTo>
                    <a:lnTo>
                      <a:pt x="3593" y="7277"/>
                    </a:lnTo>
                    <a:lnTo>
                      <a:pt x="3475" y="7478"/>
                    </a:lnTo>
                    <a:lnTo>
                      <a:pt x="3365" y="7687"/>
                    </a:lnTo>
                    <a:lnTo>
                      <a:pt x="3183" y="7760"/>
                    </a:lnTo>
                    <a:lnTo>
                      <a:pt x="2992" y="7842"/>
                    </a:lnTo>
                    <a:lnTo>
                      <a:pt x="2818" y="7933"/>
                    </a:lnTo>
                    <a:lnTo>
                      <a:pt x="2645" y="8034"/>
                    </a:lnTo>
                    <a:lnTo>
                      <a:pt x="2472" y="8134"/>
                    </a:lnTo>
                    <a:lnTo>
                      <a:pt x="2308" y="8243"/>
                    </a:lnTo>
                    <a:lnTo>
                      <a:pt x="2144" y="8353"/>
                    </a:lnTo>
                    <a:lnTo>
                      <a:pt x="1988" y="8471"/>
                    </a:lnTo>
                    <a:lnTo>
                      <a:pt x="1833" y="8599"/>
                    </a:lnTo>
                    <a:lnTo>
                      <a:pt x="1688" y="8727"/>
                    </a:lnTo>
                    <a:lnTo>
                      <a:pt x="1551" y="8864"/>
                    </a:lnTo>
                    <a:lnTo>
                      <a:pt x="1414" y="9000"/>
                    </a:lnTo>
                    <a:lnTo>
                      <a:pt x="1286" y="9146"/>
                    </a:lnTo>
                    <a:lnTo>
                      <a:pt x="1159" y="9292"/>
                    </a:lnTo>
                    <a:lnTo>
                      <a:pt x="1040" y="9447"/>
                    </a:lnTo>
                    <a:lnTo>
                      <a:pt x="922" y="9611"/>
                    </a:lnTo>
                    <a:lnTo>
                      <a:pt x="821" y="9766"/>
                    </a:lnTo>
                    <a:lnTo>
                      <a:pt x="712" y="9940"/>
                    </a:lnTo>
                    <a:lnTo>
                      <a:pt x="621" y="10104"/>
                    </a:lnTo>
                    <a:lnTo>
                      <a:pt x="530" y="10277"/>
                    </a:lnTo>
                    <a:lnTo>
                      <a:pt x="447" y="10459"/>
                    </a:lnTo>
                    <a:lnTo>
                      <a:pt x="374" y="10633"/>
                    </a:lnTo>
                    <a:lnTo>
                      <a:pt x="302" y="10815"/>
                    </a:lnTo>
                    <a:lnTo>
                      <a:pt x="238" y="11006"/>
                    </a:lnTo>
                    <a:lnTo>
                      <a:pt x="183" y="11189"/>
                    </a:lnTo>
                    <a:lnTo>
                      <a:pt x="137" y="11380"/>
                    </a:lnTo>
                    <a:lnTo>
                      <a:pt x="92" y="11572"/>
                    </a:lnTo>
                    <a:lnTo>
                      <a:pt x="55" y="11772"/>
                    </a:lnTo>
                    <a:lnTo>
                      <a:pt x="37" y="11973"/>
                    </a:lnTo>
                    <a:lnTo>
                      <a:pt x="10" y="12164"/>
                    </a:lnTo>
                    <a:lnTo>
                      <a:pt x="1" y="12365"/>
                    </a:lnTo>
                    <a:lnTo>
                      <a:pt x="1" y="12575"/>
                    </a:lnTo>
                    <a:lnTo>
                      <a:pt x="1" y="12821"/>
                    </a:lnTo>
                    <a:lnTo>
                      <a:pt x="19" y="13067"/>
                    </a:lnTo>
                    <a:lnTo>
                      <a:pt x="46" y="13313"/>
                    </a:lnTo>
                    <a:lnTo>
                      <a:pt x="92" y="13560"/>
                    </a:lnTo>
                    <a:lnTo>
                      <a:pt x="147" y="13806"/>
                    </a:lnTo>
                    <a:lnTo>
                      <a:pt x="210" y="14043"/>
                    </a:lnTo>
                    <a:lnTo>
                      <a:pt x="283" y="14280"/>
                    </a:lnTo>
                    <a:lnTo>
                      <a:pt x="365" y="14508"/>
                    </a:lnTo>
                    <a:lnTo>
                      <a:pt x="283" y="14791"/>
                    </a:lnTo>
                    <a:lnTo>
                      <a:pt x="210" y="15073"/>
                    </a:lnTo>
                    <a:lnTo>
                      <a:pt x="147" y="15356"/>
                    </a:lnTo>
                    <a:lnTo>
                      <a:pt x="92" y="15639"/>
                    </a:lnTo>
                    <a:lnTo>
                      <a:pt x="46" y="15930"/>
                    </a:lnTo>
                    <a:lnTo>
                      <a:pt x="19" y="16222"/>
                    </a:lnTo>
                    <a:lnTo>
                      <a:pt x="1" y="16514"/>
                    </a:lnTo>
                    <a:lnTo>
                      <a:pt x="1" y="16806"/>
                    </a:lnTo>
                    <a:lnTo>
                      <a:pt x="1" y="17043"/>
                    </a:lnTo>
                    <a:lnTo>
                      <a:pt x="10" y="17289"/>
                    </a:lnTo>
                    <a:lnTo>
                      <a:pt x="37" y="17535"/>
                    </a:lnTo>
                    <a:lnTo>
                      <a:pt x="64" y="17772"/>
                    </a:lnTo>
                    <a:lnTo>
                      <a:pt x="101" y="18009"/>
                    </a:lnTo>
                    <a:lnTo>
                      <a:pt x="147" y="18247"/>
                    </a:lnTo>
                    <a:lnTo>
                      <a:pt x="192" y="18484"/>
                    </a:lnTo>
                    <a:lnTo>
                      <a:pt x="256" y="18712"/>
                    </a:lnTo>
                    <a:lnTo>
                      <a:pt x="320" y="18940"/>
                    </a:lnTo>
                    <a:lnTo>
                      <a:pt x="393" y="19168"/>
                    </a:lnTo>
                    <a:lnTo>
                      <a:pt x="475" y="19386"/>
                    </a:lnTo>
                    <a:lnTo>
                      <a:pt x="566" y="19605"/>
                    </a:lnTo>
                    <a:lnTo>
                      <a:pt x="657" y="19824"/>
                    </a:lnTo>
                    <a:lnTo>
                      <a:pt x="757" y="20043"/>
                    </a:lnTo>
                    <a:lnTo>
                      <a:pt x="867" y="20253"/>
                    </a:lnTo>
                    <a:lnTo>
                      <a:pt x="985" y="20453"/>
                    </a:lnTo>
                    <a:lnTo>
                      <a:pt x="1113" y="20654"/>
                    </a:lnTo>
                    <a:lnTo>
                      <a:pt x="1241" y="20854"/>
                    </a:lnTo>
                    <a:lnTo>
                      <a:pt x="1378" y="21046"/>
                    </a:lnTo>
                    <a:lnTo>
                      <a:pt x="1514" y="21237"/>
                    </a:lnTo>
                    <a:lnTo>
                      <a:pt x="1669" y="21420"/>
                    </a:lnTo>
                    <a:lnTo>
                      <a:pt x="1824" y="21602"/>
                    </a:lnTo>
                    <a:lnTo>
                      <a:pt x="1979" y="21775"/>
                    </a:lnTo>
                    <a:lnTo>
                      <a:pt x="2153" y="21949"/>
                    </a:lnTo>
                    <a:lnTo>
                      <a:pt x="2317" y="22113"/>
                    </a:lnTo>
                    <a:lnTo>
                      <a:pt x="2499" y="22277"/>
                    </a:lnTo>
                    <a:lnTo>
                      <a:pt x="2681" y="22423"/>
                    </a:lnTo>
                    <a:lnTo>
                      <a:pt x="2873" y="22578"/>
                    </a:lnTo>
                    <a:lnTo>
                      <a:pt x="3064" y="22715"/>
                    </a:lnTo>
                    <a:lnTo>
                      <a:pt x="3265" y="22851"/>
                    </a:lnTo>
                    <a:lnTo>
                      <a:pt x="3475" y="22979"/>
                    </a:lnTo>
                    <a:lnTo>
                      <a:pt x="3685" y="23107"/>
                    </a:lnTo>
                    <a:lnTo>
                      <a:pt x="3730" y="23426"/>
                    </a:lnTo>
                    <a:lnTo>
                      <a:pt x="3794" y="23745"/>
                    </a:lnTo>
                    <a:lnTo>
                      <a:pt x="3867" y="24055"/>
                    </a:lnTo>
                    <a:lnTo>
                      <a:pt x="3958" y="24365"/>
                    </a:lnTo>
                    <a:lnTo>
                      <a:pt x="4058" y="24666"/>
                    </a:lnTo>
                    <a:lnTo>
                      <a:pt x="4177" y="24967"/>
                    </a:lnTo>
                    <a:lnTo>
                      <a:pt x="4305" y="25259"/>
                    </a:lnTo>
                    <a:lnTo>
                      <a:pt x="4441" y="25541"/>
                    </a:lnTo>
                    <a:lnTo>
                      <a:pt x="4596" y="25824"/>
                    </a:lnTo>
                    <a:lnTo>
                      <a:pt x="4761" y="26098"/>
                    </a:lnTo>
                    <a:lnTo>
                      <a:pt x="4943" y="26362"/>
                    </a:lnTo>
                    <a:lnTo>
                      <a:pt x="5134" y="26627"/>
                    </a:lnTo>
                    <a:lnTo>
                      <a:pt x="5335" y="26873"/>
                    </a:lnTo>
                    <a:lnTo>
                      <a:pt x="5545" y="27119"/>
                    </a:lnTo>
                    <a:lnTo>
                      <a:pt x="5773" y="27347"/>
                    </a:lnTo>
                    <a:lnTo>
                      <a:pt x="6010" y="27575"/>
                    </a:lnTo>
                    <a:lnTo>
                      <a:pt x="6265" y="27794"/>
                    </a:lnTo>
                    <a:lnTo>
                      <a:pt x="6520" y="28003"/>
                    </a:lnTo>
                    <a:lnTo>
                      <a:pt x="6794" y="28195"/>
                    </a:lnTo>
                    <a:lnTo>
                      <a:pt x="7077" y="28377"/>
                    </a:lnTo>
                    <a:lnTo>
                      <a:pt x="7359" y="28541"/>
                    </a:lnTo>
                    <a:lnTo>
                      <a:pt x="7651" y="28696"/>
                    </a:lnTo>
                    <a:lnTo>
                      <a:pt x="7952" y="28842"/>
                    </a:lnTo>
                    <a:lnTo>
                      <a:pt x="8262" y="28961"/>
                    </a:lnTo>
                    <a:lnTo>
                      <a:pt x="8572" y="29079"/>
                    </a:lnTo>
                    <a:lnTo>
                      <a:pt x="8891" y="29171"/>
                    </a:lnTo>
                    <a:lnTo>
                      <a:pt x="9210" y="29253"/>
                    </a:lnTo>
                    <a:lnTo>
                      <a:pt x="9530" y="29326"/>
                    </a:lnTo>
                    <a:lnTo>
                      <a:pt x="9858" y="29380"/>
                    </a:lnTo>
                    <a:lnTo>
                      <a:pt x="10195" y="29417"/>
                    </a:lnTo>
                    <a:lnTo>
                      <a:pt x="10524" y="29444"/>
                    </a:lnTo>
                    <a:lnTo>
                      <a:pt x="10861" y="29453"/>
                    </a:lnTo>
                    <a:lnTo>
                      <a:pt x="11171" y="29444"/>
                    </a:lnTo>
                    <a:lnTo>
                      <a:pt x="11472" y="29426"/>
                    </a:lnTo>
                    <a:lnTo>
                      <a:pt x="11773" y="29389"/>
                    </a:lnTo>
                    <a:lnTo>
                      <a:pt x="12074" y="29344"/>
                    </a:lnTo>
                    <a:lnTo>
                      <a:pt x="12365" y="29289"/>
                    </a:lnTo>
                    <a:lnTo>
                      <a:pt x="12657" y="29225"/>
                    </a:lnTo>
                    <a:lnTo>
                      <a:pt x="12940" y="29143"/>
                    </a:lnTo>
                    <a:lnTo>
                      <a:pt x="13223" y="29052"/>
                    </a:lnTo>
                    <a:lnTo>
                      <a:pt x="13496" y="28952"/>
                    </a:lnTo>
                    <a:lnTo>
                      <a:pt x="13770" y="28833"/>
                    </a:lnTo>
                    <a:lnTo>
                      <a:pt x="14034" y="28715"/>
                    </a:lnTo>
                    <a:lnTo>
                      <a:pt x="14289" y="28578"/>
                    </a:lnTo>
                    <a:lnTo>
                      <a:pt x="14545" y="28432"/>
                    </a:lnTo>
                    <a:lnTo>
                      <a:pt x="14800" y="28277"/>
                    </a:lnTo>
                    <a:lnTo>
                      <a:pt x="15037" y="28113"/>
                    </a:lnTo>
                    <a:lnTo>
                      <a:pt x="15274" y="27940"/>
                    </a:lnTo>
                    <a:lnTo>
                      <a:pt x="15502" y="27757"/>
                    </a:lnTo>
                    <a:lnTo>
                      <a:pt x="15721" y="27566"/>
                    </a:lnTo>
                    <a:lnTo>
                      <a:pt x="15931" y="27365"/>
                    </a:lnTo>
                    <a:lnTo>
                      <a:pt x="16141" y="27155"/>
                    </a:lnTo>
                    <a:lnTo>
                      <a:pt x="16332" y="26946"/>
                    </a:lnTo>
                    <a:lnTo>
                      <a:pt x="16524" y="26718"/>
                    </a:lnTo>
                    <a:lnTo>
                      <a:pt x="16697" y="26481"/>
                    </a:lnTo>
                    <a:lnTo>
                      <a:pt x="16870" y="26244"/>
                    </a:lnTo>
                    <a:lnTo>
                      <a:pt x="17025" y="25997"/>
                    </a:lnTo>
                    <a:lnTo>
                      <a:pt x="17180" y="25742"/>
                    </a:lnTo>
                    <a:lnTo>
                      <a:pt x="17317" y="25487"/>
                    </a:lnTo>
                    <a:lnTo>
                      <a:pt x="17445" y="25213"/>
                    </a:lnTo>
                    <a:lnTo>
                      <a:pt x="17563" y="24940"/>
                    </a:lnTo>
                    <a:lnTo>
                      <a:pt x="17673" y="24666"/>
                    </a:lnTo>
                    <a:lnTo>
                      <a:pt x="17764" y="24374"/>
                    </a:lnTo>
                    <a:lnTo>
                      <a:pt x="17855" y="24082"/>
                    </a:lnTo>
                    <a:lnTo>
                      <a:pt x="18065" y="24228"/>
                    </a:lnTo>
                    <a:lnTo>
                      <a:pt x="18274" y="24365"/>
                    </a:lnTo>
                    <a:lnTo>
                      <a:pt x="18493" y="24484"/>
                    </a:lnTo>
                    <a:lnTo>
                      <a:pt x="18712" y="24602"/>
                    </a:lnTo>
                    <a:lnTo>
                      <a:pt x="18940" y="24712"/>
                    </a:lnTo>
                    <a:lnTo>
                      <a:pt x="19168" y="24812"/>
                    </a:lnTo>
                    <a:lnTo>
                      <a:pt x="19405" y="24903"/>
                    </a:lnTo>
                    <a:lnTo>
                      <a:pt x="19642" y="24985"/>
                    </a:lnTo>
                    <a:lnTo>
                      <a:pt x="19879" y="25058"/>
                    </a:lnTo>
                    <a:lnTo>
                      <a:pt x="20125" y="25113"/>
                    </a:lnTo>
                    <a:lnTo>
                      <a:pt x="20362" y="25168"/>
                    </a:lnTo>
                    <a:lnTo>
                      <a:pt x="20618" y="25213"/>
                    </a:lnTo>
                    <a:lnTo>
                      <a:pt x="20864" y="25250"/>
                    </a:lnTo>
                    <a:lnTo>
                      <a:pt x="21110" y="25268"/>
                    </a:lnTo>
                    <a:lnTo>
                      <a:pt x="21366" y="25286"/>
                    </a:lnTo>
                    <a:lnTo>
                      <a:pt x="21612" y="25295"/>
                    </a:lnTo>
                    <a:lnTo>
                      <a:pt x="21840" y="25286"/>
                    </a:lnTo>
                    <a:lnTo>
                      <a:pt x="22068" y="25277"/>
                    </a:lnTo>
                    <a:lnTo>
                      <a:pt x="22287" y="25259"/>
                    </a:lnTo>
                    <a:lnTo>
                      <a:pt x="22505" y="25231"/>
                    </a:lnTo>
                    <a:lnTo>
                      <a:pt x="22724" y="25195"/>
                    </a:lnTo>
                    <a:lnTo>
                      <a:pt x="22943" y="25158"/>
                    </a:lnTo>
                    <a:lnTo>
                      <a:pt x="23153" y="25113"/>
                    </a:lnTo>
                    <a:lnTo>
                      <a:pt x="23363" y="25058"/>
                    </a:lnTo>
                    <a:lnTo>
                      <a:pt x="23572" y="24994"/>
                    </a:lnTo>
                    <a:lnTo>
                      <a:pt x="23782" y="24921"/>
                    </a:lnTo>
                    <a:lnTo>
                      <a:pt x="23983" y="24848"/>
                    </a:lnTo>
                    <a:lnTo>
                      <a:pt x="24183" y="24766"/>
                    </a:lnTo>
                    <a:lnTo>
                      <a:pt x="24384" y="24675"/>
                    </a:lnTo>
                    <a:lnTo>
                      <a:pt x="24575" y="24584"/>
                    </a:lnTo>
                    <a:lnTo>
                      <a:pt x="24767" y="24484"/>
                    </a:lnTo>
                    <a:lnTo>
                      <a:pt x="24949" y="24374"/>
                    </a:lnTo>
                    <a:lnTo>
                      <a:pt x="25132" y="24265"/>
                    </a:lnTo>
                    <a:lnTo>
                      <a:pt x="25314" y="24137"/>
                    </a:lnTo>
                    <a:lnTo>
                      <a:pt x="25487" y="24019"/>
                    </a:lnTo>
                    <a:lnTo>
                      <a:pt x="25660" y="23882"/>
                    </a:lnTo>
                    <a:lnTo>
                      <a:pt x="25825" y="23745"/>
                    </a:lnTo>
                    <a:lnTo>
                      <a:pt x="25989" y="23599"/>
                    </a:lnTo>
                    <a:lnTo>
                      <a:pt x="26144" y="23453"/>
                    </a:lnTo>
                    <a:lnTo>
                      <a:pt x="26299" y="23298"/>
                    </a:lnTo>
                    <a:lnTo>
                      <a:pt x="26445" y="23143"/>
                    </a:lnTo>
                    <a:lnTo>
                      <a:pt x="26591" y="22970"/>
                    </a:lnTo>
                    <a:lnTo>
                      <a:pt x="26727" y="22806"/>
                    </a:lnTo>
                    <a:lnTo>
                      <a:pt x="26864" y="22623"/>
                    </a:lnTo>
                    <a:lnTo>
                      <a:pt x="26983" y="22450"/>
                    </a:lnTo>
                    <a:lnTo>
                      <a:pt x="27110" y="22259"/>
                    </a:lnTo>
                    <a:lnTo>
                      <a:pt x="27220" y="22067"/>
                    </a:lnTo>
                    <a:lnTo>
                      <a:pt x="27329" y="21876"/>
                    </a:lnTo>
                    <a:lnTo>
                      <a:pt x="27411" y="21876"/>
                    </a:lnTo>
                    <a:lnTo>
                      <a:pt x="27584" y="21867"/>
                    </a:lnTo>
                    <a:lnTo>
                      <a:pt x="27758" y="21858"/>
                    </a:lnTo>
                    <a:lnTo>
                      <a:pt x="27922" y="21839"/>
                    </a:lnTo>
                    <a:lnTo>
                      <a:pt x="28095" y="21812"/>
                    </a:lnTo>
                    <a:lnTo>
                      <a:pt x="28259" y="21785"/>
                    </a:lnTo>
                    <a:lnTo>
                      <a:pt x="28423" y="21739"/>
                    </a:lnTo>
                    <a:lnTo>
                      <a:pt x="28587" y="21693"/>
                    </a:lnTo>
                    <a:lnTo>
                      <a:pt x="28752" y="21639"/>
                    </a:lnTo>
                    <a:lnTo>
                      <a:pt x="28916" y="21575"/>
                    </a:lnTo>
                    <a:lnTo>
                      <a:pt x="29071" y="21511"/>
                    </a:lnTo>
                    <a:lnTo>
                      <a:pt x="29217" y="21429"/>
                    </a:lnTo>
                    <a:lnTo>
                      <a:pt x="29372" y="21356"/>
                    </a:lnTo>
                    <a:lnTo>
                      <a:pt x="29518" y="21265"/>
                    </a:lnTo>
                    <a:lnTo>
                      <a:pt x="29663" y="21165"/>
                    </a:lnTo>
                    <a:lnTo>
                      <a:pt x="29800" y="21064"/>
                    </a:lnTo>
                    <a:lnTo>
                      <a:pt x="29937" y="20955"/>
                    </a:lnTo>
                    <a:lnTo>
                      <a:pt x="30229" y="21009"/>
                    </a:lnTo>
                    <a:lnTo>
                      <a:pt x="30521" y="21037"/>
                    </a:lnTo>
                    <a:lnTo>
                      <a:pt x="30812" y="21055"/>
                    </a:lnTo>
                    <a:lnTo>
                      <a:pt x="31104" y="21064"/>
                    </a:lnTo>
                    <a:lnTo>
                      <a:pt x="31442" y="21055"/>
                    </a:lnTo>
                    <a:lnTo>
                      <a:pt x="31770" y="21028"/>
                    </a:lnTo>
                    <a:lnTo>
                      <a:pt x="32098" y="20991"/>
                    </a:lnTo>
                    <a:lnTo>
                      <a:pt x="32417" y="20937"/>
                    </a:lnTo>
                    <a:lnTo>
                      <a:pt x="32727" y="20864"/>
                    </a:lnTo>
                    <a:lnTo>
                      <a:pt x="33037" y="20772"/>
                    </a:lnTo>
                    <a:lnTo>
                      <a:pt x="33338" y="20672"/>
                    </a:lnTo>
                    <a:lnTo>
                      <a:pt x="33630" y="20554"/>
                    </a:lnTo>
                    <a:lnTo>
                      <a:pt x="33922" y="20426"/>
                    </a:lnTo>
                    <a:lnTo>
                      <a:pt x="34195" y="20280"/>
                    </a:lnTo>
                    <a:lnTo>
                      <a:pt x="34469" y="20125"/>
                    </a:lnTo>
                    <a:lnTo>
                      <a:pt x="34733" y="19952"/>
                    </a:lnTo>
                    <a:lnTo>
                      <a:pt x="34989" y="19769"/>
                    </a:lnTo>
                    <a:lnTo>
                      <a:pt x="35235" y="19578"/>
                    </a:lnTo>
                    <a:lnTo>
                      <a:pt x="35472" y="19377"/>
                    </a:lnTo>
                    <a:lnTo>
                      <a:pt x="35700" y="19158"/>
                    </a:lnTo>
                    <a:lnTo>
                      <a:pt x="35910" y="18940"/>
                    </a:lnTo>
                    <a:lnTo>
                      <a:pt x="36110" y="18702"/>
                    </a:lnTo>
                    <a:lnTo>
                      <a:pt x="36311" y="18456"/>
                    </a:lnTo>
                    <a:lnTo>
                      <a:pt x="36493" y="18201"/>
                    </a:lnTo>
                    <a:lnTo>
                      <a:pt x="36657" y="17937"/>
                    </a:lnTo>
                    <a:lnTo>
                      <a:pt x="36812" y="17663"/>
                    </a:lnTo>
                    <a:lnTo>
                      <a:pt x="36958" y="17380"/>
                    </a:lnTo>
                    <a:lnTo>
                      <a:pt x="37086" y="17098"/>
                    </a:lnTo>
                    <a:lnTo>
                      <a:pt x="37205" y="16806"/>
                    </a:lnTo>
                    <a:lnTo>
                      <a:pt x="37305" y="16505"/>
                    </a:lnTo>
                    <a:lnTo>
                      <a:pt x="37396" y="16195"/>
                    </a:lnTo>
                    <a:lnTo>
                      <a:pt x="37469" y="15876"/>
                    </a:lnTo>
                    <a:lnTo>
                      <a:pt x="37524" y="15557"/>
                    </a:lnTo>
                    <a:lnTo>
                      <a:pt x="37569" y="15237"/>
                    </a:lnTo>
                    <a:lnTo>
                      <a:pt x="37588" y="14909"/>
                    </a:lnTo>
                    <a:lnTo>
                      <a:pt x="37597" y="14572"/>
                    </a:lnTo>
                    <a:lnTo>
                      <a:pt x="37597" y="14280"/>
                    </a:lnTo>
                    <a:lnTo>
                      <a:pt x="37569" y="13988"/>
                    </a:lnTo>
                    <a:lnTo>
                      <a:pt x="37542" y="13696"/>
                    </a:lnTo>
                    <a:lnTo>
                      <a:pt x="37496" y="13414"/>
                    </a:lnTo>
                    <a:lnTo>
                      <a:pt x="37442" y="13131"/>
                    </a:lnTo>
                    <a:lnTo>
                      <a:pt x="37369" y="12848"/>
                    </a:lnTo>
                    <a:lnTo>
                      <a:pt x="37287" y="12575"/>
                    </a:lnTo>
                    <a:lnTo>
                      <a:pt x="37186" y="12301"/>
                    </a:lnTo>
                    <a:lnTo>
                      <a:pt x="37086" y="12037"/>
                    </a:lnTo>
                    <a:lnTo>
                      <a:pt x="36967" y="11772"/>
                    </a:lnTo>
                    <a:lnTo>
                      <a:pt x="36831" y="11517"/>
                    </a:lnTo>
                    <a:lnTo>
                      <a:pt x="36694" y="11262"/>
                    </a:lnTo>
                    <a:lnTo>
                      <a:pt x="36539" y="11016"/>
                    </a:lnTo>
                    <a:lnTo>
                      <a:pt x="36375" y="10778"/>
                    </a:lnTo>
                    <a:lnTo>
                      <a:pt x="36202" y="10541"/>
                    </a:lnTo>
                    <a:lnTo>
                      <a:pt x="36010" y="10323"/>
                    </a:lnTo>
                    <a:lnTo>
                      <a:pt x="36037" y="10067"/>
                    </a:lnTo>
                    <a:lnTo>
                      <a:pt x="36047" y="9830"/>
                    </a:lnTo>
                    <a:lnTo>
                      <a:pt x="36037" y="9593"/>
                    </a:lnTo>
                    <a:lnTo>
                      <a:pt x="36019" y="9365"/>
                    </a:lnTo>
                    <a:lnTo>
                      <a:pt x="35992" y="9137"/>
                    </a:lnTo>
                    <a:lnTo>
                      <a:pt x="35946" y="8909"/>
                    </a:lnTo>
                    <a:lnTo>
                      <a:pt x="35901" y="8690"/>
                    </a:lnTo>
                    <a:lnTo>
                      <a:pt x="35837" y="8471"/>
                    </a:lnTo>
                    <a:lnTo>
                      <a:pt x="35764" y="8262"/>
                    </a:lnTo>
                    <a:lnTo>
                      <a:pt x="35682" y="8052"/>
                    </a:lnTo>
                    <a:lnTo>
                      <a:pt x="35591" y="7851"/>
                    </a:lnTo>
                    <a:lnTo>
                      <a:pt x="35490" y="7660"/>
                    </a:lnTo>
                    <a:lnTo>
                      <a:pt x="35381" y="7468"/>
                    </a:lnTo>
                    <a:lnTo>
                      <a:pt x="35262" y="7277"/>
                    </a:lnTo>
                    <a:lnTo>
                      <a:pt x="35135" y="7104"/>
                    </a:lnTo>
                    <a:lnTo>
                      <a:pt x="34998" y="6930"/>
                    </a:lnTo>
                    <a:lnTo>
                      <a:pt x="34852" y="6766"/>
                    </a:lnTo>
                    <a:lnTo>
                      <a:pt x="34706" y="6602"/>
                    </a:lnTo>
                    <a:lnTo>
                      <a:pt x="34542" y="6456"/>
                    </a:lnTo>
                    <a:lnTo>
                      <a:pt x="34378" y="6310"/>
                    </a:lnTo>
                    <a:lnTo>
                      <a:pt x="34205" y="6174"/>
                    </a:lnTo>
                    <a:lnTo>
                      <a:pt x="34031" y="6046"/>
                    </a:lnTo>
                    <a:lnTo>
                      <a:pt x="33840" y="5927"/>
                    </a:lnTo>
                    <a:lnTo>
                      <a:pt x="33648" y="5818"/>
                    </a:lnTo>
                    <a:lnTo>
                      <a:pt x="33457" y="5718"/>
                    </a:lnTo>
                    <a:lnTo>
                      <a:pt x="33256" y="5626"/>
                    </a:lnTo>
                    <a:lnTo>
                      <a:pt x="33046" y="5544"/>
                    </a:lnTo>
                    <a:lnTo>
                      <a:pt x="32837" y="5471"/>
                    </a:lnTo>
                    <a:lnTo>
                      <a:pt x="32618" y="5408"/>
                    </a:lnTo>
                    <a:lnTo>
                      <a:pt x="32399" y="5362"/>
                    </a:lnTo>
                    <a:lnTo>
                      <a:pt x="32171" y="5316"/>
                    </a:lnTo>
                    <a:lnTo>
                      <a:pt x="31943" y="5289"/>
                    </a:lnTo>
                    <a:lnTo>
                      <a:pt x="31715" y="5271"/>
                    </a:lnTo>
                    <a:lnTo>
                      <a:pt x="31323" y="5271"/>
                    </a:lnTo>
                    <a:lnTo>
                      <a:pt x="31159" y="5280"/>
                    </a:lnTo>
                    <a:lnTo>
                      <a:pt x="31104" y="5107"/>
                    </a:lnTo>
                    <a:lnTo>
                      <a:pt x="31031" y="4933"/>
                    </a:lnTo>
                    <a:lnTo>
                      <a:pt x="30958" y="4760"/>
                    </a:lnTo>
                    <a:lnTo>
                      <a:pt x="30885" y="4596"/>
                    </a:lnTo>
                    <a:lnTo>
                      <a:pt x="30803" y="4441"/>
                    </a:lnTo>
                    <a:lnTo>
                      <a:pt x="30712" y="4277"/>
                    </a:lnTo>
                    <a:lnTo>
                      <a:pt x="30612" y="4131"/>
                    </a:lnTo>
                    <a:lnTo>
                      <a:pt x="30512" y="3976"/>
                    </a:lnTo>
                    <a:lnTo>
                      <a:pt x="30402" y="3839"/>
                    </a:lnTo>
                    <a:lnTo>
                      <a:pt x="30293" y="3693"/>
                    </a:lnTo>
                    <a:lnTo>
                      <a:pt x="30174" y="3566"/>
                    </a:lnTo>
                    <a:lnTo>
                      <a:pt x="30046" y="3438"/>
                    </a:lnTo>
                    <a:lnTo>
                      <a:pt x="29919" y="3310"/>
                    </a:lnTo>
                    <a:lnTo>
                      <a:pt x="29791" y="3192"/>
                    </a:lnTo>
                    <a:lnTo>
                      <a:pt x="29654" y="3073"/>
                    </a:lnTo>
                    <a:lnTo>
                      <a:pt x="29508" y="2973"/>
                    </a:lnTo>
                    <a:lnTo>
                      <a:pt x="29363" y="2864"/>
                    </a:lnTo>
                    <a:lnTo>
                      <a:pt x="29217" y="2772"/>
                    </a:lnTo>
                    <a:lnTo>
                      <a:pt x="29062" y="2681"/>
                    </a:lnTo>
                    <a:lnTo>
                      <a:pt x="28907" y="2590"/>
                    </a:lnTo>
                    <a:lnTo>
                      <a:pt x="28742" y="2517"/>
                    </a:lnTo>
                    <a:lnTo>
                      <a:pt x="28587" y="2444"/>
                    </a:lnTo>
                    <a:lnTo>
                      <a:pt x="28414" y="2371"/>
                    </a:lnTo>
                    <a:lnTo>
                      <a:pt x="28250" y="2316"/>
                    </a:lnTo>
                    <a:lnTo>
                      <a:pt x="28077" y="2262"/>
                    </a:lnTo>
                    <a:lnTo>
                      <a:pt x="27904" y="2216"/>
                    </a:lnTo>
                    <a:lnTo>
                      <a:pt x="27721" y="2171"/>
                    </a:lnTo>
                    <a:lnTo>
                      <a:pt x="27548" y="2143"/>
                    </a:lnTo>
                    <a:lnTo>
                      <a:pt x="27366" y="2116"/>
                    </a:lnTo>
                    <a:lnTo>
                      <a:pt x="27183" y="2098"/>
                    </a:lnTo>
                    <a:lnTo>
                      <a:pt x="26992" y="2079"/>
                    </a:lnTo>
                    <a:lnTo>
                      <a:pt x="26809" y="2079"/>
                    </a:lnTo>
                    <a:lnTo>
                      <a:pt x="26609" y="2088"/>
                    </a:lnTo>
                    <a:lnTo>
                      <a:pt x="26408" y="2098"/>
                    </a:lnTo>
                    <a:lnTo>
                      <a:pt x="26208" y="2116"/>
                    </a:lnTo>
                    <a:lnTo>
                      <a:pt x="26007" y="2152"/>
                    </a:lnTo>
                    <a:lnTo>
                      <a:pt x="25815" y="2189"/>
                    </a:lnTo>
                    <a:lnTo>
                      <a:pt x="25615" y="2234"/>
                    </a:lnTo>
                    <a:lnTo>
                      <a:pt x="25423" y="2298"/>
                    </a:lnTo>
                    <a:lnTo>
                      <a:pt x="25232" y="2362"/>
                    </a:lnTo>
                    <a:lnTo>
                      <a:pt x="25004" y="2207"/>
                    </a:lnTo>
                    <a:lnTo>
                      <a:pt x="24776" y="2070"/>
                    </a:lnTo>
                    <a:lnTo>
                      <a:pt x="24539" y="1943"/>
                    </a:lnTo>
                    <a:lnTo>
                      <a:pt x="24293" y="1824"/>
                    </a:lnTo>
                    <a:lnTo>
                      <a:pt x="24056" y="1705"/>
                    </a:lnTo>
                    <a:lnTo>
                      <a:pt x="23800" y="1605"/>
                    </a:lnTo>
                    <a:lnTo>
                      <a:pt x="23554" y="1514"/>
                    </a:lnTo>
                    <a:lnTo>
                      <a:pt x="23299" y="1432"/>
                    </a:lnTo>
                    <a:lnTo>
                      <a:pt x="23043" y="1359"/>
                    </a:lnTo>
                    <a:lnTo>
                      <a:pt x="22779" y="1286"/>
                    </a:lnTo>
                    <a:lnTo>
                      <a:pt x="22514" y="1231"/>
                    </a:lnTo>
                    <a:lnTo>
                      <a:pt x="22250" y="1195"/>
                    </a:lnTo>
                    <a:lnTo>
                      <a:pt x="21986" y="1158"/>
                    </a:lnTo>
                    <a:lnTo>
                      <a:pt x="21712" y="1131"/>
                    </a:lnTo>
                    <a:lnTo>
                      <a:pt x="21448" y="1113"/>
                    </a:lnTo>
                    <a:lnTo>
                      <a:pt x="21174" y="1113"/>
                    </a:lnTo>
                    <a:lnTo>
                      <a:pt x="20773" y="1122"/>
                    </a:lnTo>
                    <a:lnTo>
                      <a:pt x="20381" y="1149"/>
                    </a:lnTo>
                    <a:lnTo>
                      <a:pt x="19998" y="1204"/>
                    </a:lnTo>
                    <a:lnTo>
                      <a:pt x="19615" y="1277"/>
                    </a:lnTo>
                    <a:lnTo>
                      <a:pt x="19232" y="1377"/>
                    </a:lnTo>
                    <a:lnTo>
                      <a:pt x="18858" y="1487"/>
                    </a:lnTo>
                    <a:lnTo>
                      <a:pt x="18493" y="1623"/>
                    </a:lnTo>
                    <a:lnTo>
                      <a:pt x="18128" y="1778"/>
                    </a:lnTo>
                    <a:lnTo>
                      <a:pt x="17937" y="1578"/>
                    </a:lnTo>
                    <a:lnTo>
                      <a:pt x="17736" y="1377"/>
                    </a:lnTo>
                    <a:lnTo>
                      <a:pt x="17527" y="1195"/>
                    </a:lnTo>
                    <a:lnTo>
                      <a:pt x="17308" y="1022"/>
                    </a:lnTo>
                    <a:lnTo>
                      <a:pt x="17080" y="867"/>
                    </a:lnTo>
                    <a:lnTo>
                      <a:pt x="16852" y="721"/>
                    </a:lnTo>
                    <a:lnTo>
                      <a:pt x="16606" y="584"/>
                    </a:lnTo>
                    <a:lnTo>
                      <a:pt x="16359" y="465"/>
                    </a:lnTo>
                    <a:lnTo>
                      <a:pt x="16104" y="356"/>
                    </a:lnTo>
                    <a:lnTo>
                      <a:pt x="15849" y="265"/>
                    </a:lnTo>
                    <a:lnTo>
                      <a:pt x="15584" y="183"/>
                    </a:lnTo>
                    <a:lnTo>
                      <a:pt x="15311" y="119"/>
                    </a:lnTo>
                    <a:lnTo>
                      <a:pt x="15037" y="64"/>
                    </a:lnTo>
                    <a:lnTo>
                      <a:pt x="14764" y="28"/>
                    </a:lnTo>
                    <a:lnTo>
                      <a:pt x="14481" y="9"/>
                    </a:lnTo>
                    <a:lnTo>
                      <a:pt x="1419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3">
                <a:extLst>
                  <a:ext uri="{FF2B5EF4-FFF2-40B4-BE49-F238E27FC236}">
                    <a16:creationId xmlns:a16="http://schemas.microsoft.com/office/drawing/2014/main" id="{BD860854-F904-0C54-68B1-C281895F59D8}"/>
                  </a:ext>
                </a:extLst>
              </p:cNvPr>
              <p:cNvSpPr/>
              <p:nvPr/>
            </p:nvSpPr>
            <p:spPr>
              <a:xfrm>
                <a:off x="3987580" y="3705378"/>
                <a:ext cx="218117" cy="126943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2463" extrusionOk="0">
                    <a:moveTo>
                      <a:pt x="3739" y="1"/>
                    </a:moveTo>
                    <a:lnTo>
                      <a:pt x="3685" y="138"/>
                    </a:lnTo>
                    <a:lnTo>
                      <a:pt x="3630" y="265"/>
                    </a:lnTo>
                    <a:lnTo>
                      <a:pt x="3575" y="393"/>
                    </a:lnTo>
                    <a:lnTo>
                      <a:pt x="3511" y="511"/>
                    </a:lnTo>
                    <a:lnTo>
                      <a:pt x="3438" y="630"/>
                    </a:lnTo>
                    <a:lnTo>
                      <a:pt x="3356" y="748"/>
                    </a:lnTo>
                    <a:lnTo>
                      <a:pt x="3274" y="858"/>
                    </a:lnTo>
                    <a:lnTo>
                      <a:pt x="3192" y="958"/>
                    </a:lnTo>
                    <a:lnTo>
                      <a:pt x="3101" y="1058"/>
                    </a:lnTo>
                    <a:lnTo>
                      <a:pt x="3001" y="1159"/>
                    </a:lnTo>
                    <a:lnTo>
                      <a:pt x="2900" y="1250"/>
                    </a:lnTo>
                    <a:lnTo>
                      <a:pt x="2791" y="1341"/>
                    </a:lnTo>
                    <a:lnTo>
                      <a:pt x="2682" y="1423"/>
                    </a:lnTo>
                    <a:lnTo>
                      <a:pt x="2563" y="1496"/>
                    </a:lnTo>
                    <a:lnTo>
                      <a:pt x="2444" y="1569"/>
                    </a:lnTo>
                    <a:lnTo>
                      <a:pt x="2317" y="1633"/>
                    </a:lnTo>
                    <a:lnTo>
                      <a:pt x="2189" y="1697"/>
                    </a:lnTo>
                    <a:lnTo>
                      <a:pt x="2061" y="1751"/>
                    </a:lnTo>
                    <a:lnTo>
                      <a:pt x="1934" y="1797"/>
                    </a:lnTo>
                    <a:lnTo>
                      <a:pt x="1797" y="1834"/>
                    </a:lnTo>
                    <a:lnTo>
                      <a:pt x="1669" y="1870"/>
                    </a:lnTo>
                    <a:lnTo>
                      <a:pt x="1533" y="1897"/>
                    </a:lnTo>
                    <a:lnTo>
                      <a:pt x="1396" y="1916"/>
                    </a:lnTo>
                    <a:lnTo>
                      <a:pt x="1259" y="1925"/>
                    </a:lnTo>
                    <a:lnTo>
                      <a:pt x="1122" y="1934"/>
                    </a:lnTo>
                    <a:lnTo>
                      <a:pt x="985" y="1934"/>
                    </a:lnTo>
                    <a:lnTo>
                      <a:pt x="849" y="1925"/>
                    </a:lnTo>
                    <a:lnTo>
                      <a:pt x="712" y="1907"/>
                    </a:lnTo>
                    <a:lnTo>
                      <a:pt x="575" y="1888"/>
                    </a:lnTo>
                    <a:lnTo>
                      <a:pt x="438" y="1861"/>
                    </a:lnTo>
                    <a:lnTo>
                      <a:pt x="302" y="1824"/>
                    </a:lnTo>
                    <a:lnTo>
                      <a:pt x="165" y="1788"/>
                    </a:lnTo>
                    <a:lnTo>
                      <a:pt x="1" y="2280"/>
                    </a:lnTo>
                    <a:lnTo>
                      <a:pt x="128" y="2326"/>
                    </a:lnTo>
                    <a:lnTo>
                      <a:pt x="265" y="2362"/>
                    </a:lnTo>
                    <a:lnTo>
                      <a:pt x="393" y="2390"/>
                    </a:lnTo>
                    <a:lnTo>
                      <a:pt x="530" y="2417"/>
                    </a:lnTo>
                    <a:lnTo>
                      <a:pt x="794" y="2445"/>
                    </a:lnTo>
                    <a:lnTo>
                      <a:pt x="1068" y="2463"/>
                    </a:lnTo>
                    <a:lnTo>
                      <a:pt x="1259" y="2454"/>
                    </a:lnTo>
                    <a:lnTo>
                      <a:pt x="1451" y="2435"/>
                    </a:lnTo>
                    <a:lnTo>
                      <a:pt x="1633" y="2408"/>
                    </a:lnTo>
                    <a:lnTo>
                      <a:pt x="1824" y="2372"/>
                    </a:lnTo>
                    <a:lnTo>
                      <a:pt x="2016" y="2317"/>
                    </a:lnTo>
                    <a:lnTo>
                      <a:pt x="2198" y="2262"/>
                    </a:lnTo>
                    <a:lnTo>
                      <a:pt x="2381" y="2189"/>
                    </a:lnTo>
                    <a:lnTo>
                      <a:pt x="2554" y="2107"/>
                    </a:lnTo>
                    <a:lnTo>
                      <a:pt x="2700" y="2025"/>
                    </a:lnTo>
                    <a:lnTo>
                      <a:pt x="2846" y="1943"/>
                    </a:lnTo>
                    <a:lnTo>
                      <a:pt x="2982" y="1852"/>
                    </a:lnTo>
                    <a:lnTo>
                      <a:pt x="3119" y="1751"/>
                    </a:lnTo>
                    <a:lnTo>
                      <a:pt x="3238" y="1651"/>
                    </a:lnTo>
                    <a:lnTo>
                      <a:pt x="3365" y="1542"/>
                    </a:lnTo>
                    <a:lnTo>
                      <a:pt x="3475" y="1423"/>
                    </a:lnTo>
                    <a:lnTo>
                      <a:pt x="3584" y="1305"/>
                    </a:lnTo>
                    <a:lnTo>
                      <a:pt x="3694" y="1177"/>
                    </a:lnTo>
                    <a:lnTo>
                      <a:pt x="3785" y="1049"/>
                    </a:lnTo>
                    <a:lnTo>
                      <a:pt x="3876" y="913"/>
                    </a:lnTo>
                    <a:lnTo>
                      <a:pt x="3967" y="776"/>
                    </a:lnTo>
                    <a:lnTo>
                      <a:pt x="4040" y="630"/>
                    </a:lnTo>
                    <a:lnTo>
                      <a:pt x="4113" y="484"/>
                    </a:lnTo>
                    <a:lnTo>
                      <a:pt x="4177" y="329"/>
                    </a:lnTo>
                    <a:lnTo>
                      <a:pt x="4232" y="174"/>
                    </a:lnTo>
                    <a:lnTo>
                      <a:pt x="37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3">
                <a:extLst>
                  <a:ext uri="{FF2B5EF4-FFF2-40B4-BE49-F238E27FC236}">
                    <a16:creationId xmlns:a16="http://schemas.microsoft.com/office/drawing/2014/main" id="{E4649931-9C4A-3ADA-62E1-91B8E43D477A}"/>
                  </a:ext>
                </a:extLst>
              </p:cNvPr>
              <p:cNvSpPr/>
              <p:nvPr/>
            </p:nvSpPr>
            <p:spPr>
              <a:xfrm>
                <a:off x="4159108" y="368610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12" y="1"/>
                    </a:moveTo>
                    <a:lnTo>
                      <a:pt x="457" y="19"/>
                    </a:lnTo>
                    <a:lnTo>
                      <a:pt x="393" y="37"/>
                    </a:lnTo>
                    <a:lnTo>
                      <a:pt x="338" y="65"/>
                    </a:lnTo>
                    <a:lnTo>
                      <a:pt x="284" y="92"/>
                    </a:lnTo>
                    <a:lnTo>
                      <a:pt x="238" y="129"/>
                    </a:lnTo>
                    <a:lnTo>
                      <a:pt x="183" y="165"/>
                    </a:lnTo>
                    <a:lnTo>
                      <a:pt x="147" y="211"/>
                    </a:lnTo>
                    <a:lnTo>
                      <a:pt x="110" y="256"/>
                    </a:lnTo>
                    <a:lnTo>
                      <a:pt x="74" y="311"/>
                    </a:lnTo>
                    <a:lnTo>
                      <a:pt x="47" y="356"/>
                    </a:lnTo>
                    <a:lnTo>
                      <a:pt x="28" y="411"/>
                    </a:lnTo>
                    <a:lnTo>
                      <a:pt x="10" y="475"/>
                    </a:lnTo>
                    <a:lnTo>
                      <a:pt x="1" y="530"/>
                    </a:lnTo>
                    <a:lnTo>
                      <a:pt x="1" y="594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1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9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66" y="1177"/>
                    </a:lnTo>
                    <a:lnTo>
                      <a:pt x="420" y="1195"/>
                    </a:lnTo>
                    <a:lnTo>
                      <a:pt x="475" y="1214"/>
                    </a:lnTo>
                    <a:lnTo>
                      <a:pt x="530" y="1223"/>
                    </a:lnTo>
                    <a:lnTo>
                      <a:pt x="712" y="1223"/>
                    </a:lnTo>
                    <a:lnTo>
                      <a:pt x="767" y="1205"/>
                    </a:lnTo>
                    <a:lnTo>
                      <a:pt x="831" y="1186"/>
                    </a:lnTo>
                    <a:lnTo>
                      <a:pt x="885" y="1159"/>
                    </a:lnTo>
                    <a:lnTo>
                      <a:pt x="940" y="1132"/>
                    </a:lnTo>
                    <a:lnTo>
                      <a:pt x="995" y="1095"/>
                    </a:lnTo>
                    <a:lnTo>
                      <a:pt x="1040" y="1059"/>
                    </a:lnTo>
                    <a:lnTo>
                      <a:pt x="1077" y="1013"/>
                    </a:lnTo>
                    <a:lnTo>
                      <a:pt x="1113" y="967"/>
                    </a:lnTo>
                    <a:lnTo>
                      <a:pt x="1150" y="913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4" y="749"/>
                    </a:lnTo>
                    <a:lnTo>
                      <a:pt x="1223" y="694"/>
                    </a:lnTo>
                    <a:lnTo>
                      <a:pt x="1232" y="630"/>
                    </a:lnTo>
                    <a:lnTo>
                      <a:pt x="1223" y="575"/>
                    </a:lnTo>
                    <a:lnTo>
                      <a:pt x="1223" y="512"/>
                    </a:lnTo>
                    <a:lnTo>
                      <a:pt x="1205" y="457"/>
                    </a:lnTo>
                    <a:lnTo>
                      <a:pt x="1186" y="393"/>
                    </a:lnTo>
                    <a:lnTo>
                      <a:pt x="1168" y="338"/>
                    </a:lnTo>
                    <a:lnTo>
                      <a:pt x="1132" y="284"/>
                    </a:lnTo>
                    <a:lnTo>
                      <a:pt x="1095" y="229"/>
                    </a:lnTo>
                    <a:lnTo>
                      <a:pt x="1059" y="183"/>
                    </a:lnTo>
                    <a:lnTo>
                      <a:pt x="1013" y="147"/>
                    </a:lnTo>
                    <a:lnTo>
                      <a:pt x="968" y="110"/>
                    </a:lnTo>
                    <a:lnTo>
                      <a:pt x="913" y="74"/>
                    </a:lnTo>
                    <a:lnTo>
                      <a:pt x="867" y="46"/>
                    </a:lnTo>
                    <a:lnTo>
                      <a:pt x="81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7" name="Google Shape;547;p23">
            <a:extLst>
              <a:ext uri="{FF2B5EF4-FFF2-40B4-BE49-F238E27FC236}">
                <a16:creationId xmlns:a16="http://schemas.microsoft.com/office/drawing/2014/main" id="{07750341-75D6-D99F-55BD-90E60CDA395C}"/>
              </a:ext>
            </a:extLst>
          </p:cNvPr>
          <p:cNvSpPr/>
          <p:nvPr/>
        </p:nvSpPr>
        <p:spPr>
          <a:xfrm>
            <a:off x="4532285" y="1241367"/>
            <a:ext cx="680700" cy="680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3" name="Google Shape;553;p23">
            <a:extLst>
              <a:ext uri="{FF2B5EF4-FFF2-40B4-BE49-F238E27FC236}">
                <a16:creationId xmlns:a16="http://schemas.microsoft.com/office/drawing/2014/main" id="{D6DF1913-D897-5DBB-E94A-37C08C84B6D0}"/>
              </a:ext>
            </a:extLst>
          </p:cNvPr>
          <p:cNvSpPr/>
          <p:nvPr/>
        </p:nvSpPr>
        <p:spPr>
          <a:xfrm>
            <a:off x="5318140" y="2136783"/>
            <a:ext cx="443100" cy="443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4" name="Google Shape;554;p23">
            <a:extLst>
              <a:ext uri="{FF2B5EF4-FFF2-40B4-BE49-F238E27FC236}">
                <a16:creationId xmlns:a16="http://schemas.microsoft.com/office/drawing/2014/main" id="{E291E85F-DC7E-8F3B-9196-67DCCAF77688}"/>
              </a:ext>
            </a:extLst>
          </p:cNvPr>
          <p:cNvSpPr/>
          <p:nvPr/>
        </p:nvSpPr>
        <p:spPr>
          <a:xfrm>
            <a:off x="5318190" y="2682834"/>
            <a:ext cx="443100" cy="443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5" name="Google Shape;555;p23">
            <a:extLst>
              <a:ext uri="{FF2B5EF4-FFF2-40B4-BE49-F238E27FC236}">
                <a16:creationId xmlns:a16="http://schemas.microsoft.com/office/drawing/2014/main" id="{4F458724-ED41-8044-AF5E-8B971E78CA28}"/>
              </a:ext>
            </a:extLst>
          </p:cNvPr>
          <p:cNvSpPr/>
          <p:nvPr/>
        </p:nvSpPr>
        <p:spPr>
          <a:xfrm>
            <a:off x="5318240" y="3228885"/>
            <a:ext cx="443100" cy="443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556" name="Google Shape;556;p23">
            <a:extLst>
              <a:ext uri="{FF2B5EF4-FFF2-40B4-BE49-F238E27FC236}">
                <a16:creationId xmlns:a16="http://schemas.microsoft.com/office/drawing/2014/main" id="{E4A6CAF4-AD78-D049-2179-1B5EA0CE81CF}"/>
              </a:ext>
            </a:extLst>
          </p:cNvPr>
          <p:cNvCxnSpPr>
            <a:stCxn id="547" idx="6"/>
            <a:endCxn id="553" idx="0"/>
          </p:cNvCxnSpPr>
          <p:nvPr/>
        </p:nvCxnSpPr>
        <p:spPr>
          <a:xfrm>
            <a:off x="5212985" y="1581717"/>
            <a:ext cx="326705" cy="555066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23">
            <a:extLst>
              <a:ext uri="{FF2B5EF4-FFF2-40B4-BE49-F238E27FC236}">
                <a16:creationId xmlns:a16="http://schemas.microsoft.com/office/drawing/2014/main" id="{EEE6A61A-494C-2AE8-9790-D510B09057F9}"/>
              </a:ext>
            </a:extLst>
          </p:cNvPr>
          <p:cNvSpPr/>
          <p:nvPr/>
        </p:nvSpPr>
        <p:spPr>
          <a:xfrm>
            <a:off x="5370254" y="2172714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3">
            <a:extLst>
              <a:ext uri="{FF2B5EF4-FFF2-40B4-BE49-F238E27FC236}">
                <a16:creationId xmlns:a16="http://schemas.microsoft.com/office/drawing/2014/main" id="{874CFC5F-FFB7-2BDF-FECC-67BF36042551}"/>
              </a:ext>
            </a:extLst>
          </p:cNvPr>
          <p:cNvSpPr/>
          <p:nvPr/>
        </p:nvSpPr>
        <p:spPr>
          <a:xfrm>
            <a:off x="5370254" y="2700801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3">
            <a:extLst>
              <a:ext uri="{FF2B5EF4-FFF2-40B4-BE49-F238E27FC236}">
                <a16:creationId xmlns:a16="http://schemas.microsoft.com/office/drawing/2014/main" id="{CF80AA88-9129-802C-99FC-2486EF51C98F}"/>
              </a:ext>
            </a:extLst>
          </p:cNvPr>
          <p:cNvSpPr/>
          <p:nvPr/>
        </p:nvSpPr>
        <p:spPr>
          <a:xfrm>
            <a:off x="5370254" y="3264726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46;p23">
            <a:extLst>
              <a:ext uri="{FF2B5EF4-FFF2-40B4-BE49-F238E27FC236}">
                <a16:creationId xmlns:a16="http://schemas.microsoft.com/office/drawing/2014/main" id="{713F8C7F-B500-D247-9B30-F9D6C5F6956D}"/>
              </a:ext>
            </a:extLst>
          </p:cNvPr>
          <p:cNvSpPr txBox="1"/>
          <p:nvPr/>
        </p:nvSpPr>
        <p:spPr>
          <a:xfrm>
            <a:off x="327648" y="1380146"/>
            <a:ext cx="4069092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dirty="0"/>
              <a:t>A reliable predictive system has the potential to </a:t>
            </a:r>
            <a:r>
              <a:rPr lang="en-US" b="1" dirty="0"/>
              <a:t>support clinicians in recognizing subtle signs that might otherwise go unnoticed</a:t>
            </a:r>
            <a:r>
              <a:rPr lang="en-US" dirty="0"/>
              <a:t>. </a:t>
            </a:r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D6556E0-7AC0-FBD0-1472-A4ED9B51250E}"/>
              </a:ext>
            </a:extLst>
          </p:cNvPr>
          <p:cNvSpPr/>
          <p:nvPr/>
        </p:nvSpPr>
        <p:spPr>
          <a:xfrm>
            <a:off x="125932" y="1221112"/>
            <a:ext cx="5692699" cy="824204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52290B3-8D1F-176E-6085-552881A0B294}"/>
              </a:ext>
            </a:extLst>
          </p:cNvPr>
          <p:cNvSpPr/>
          <p:nvPr/>
        </p:nvSpPr>
        <p:spPr>
          <a:xfrm>
            <a:off x="5295043" y="2026745"/>
            <a:ext cx="526748" cy="553138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1134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Why develop a predictive model?</a:t>
            </a:r>
            <a:endParaRPr dirty="0"/>
          </a:p>
        </p:txBody>
      </p:sp>
      <p:grpSp>
        <p:nvGrpSpPr>
          <p:cNvPr id="493" name="Google Shape;493;p23"/>
          <p:cNvGrpSpPr/>
          <p:nvPr/>
        </p:nvGrpSpPr>
        <p:grpSpPr>
          <a:xfrm flipH="1">
            <a:off x="5917432" y="1983027"/>
            <a:ext cx="2898920" cy="1854809"/>
            <a:chOff x="1615800" y="1453351"/>
            <a:chExt cx="3805707" cy="2437413"/>
          </a:xfrm>
        </p:grpSpPr>
        <p:sp>
          <p:nvSpPr>
            <p:cNvPr id="494" name="Google Shape;494;p23"/>
            <p:cNvSpPr/>
            <p:nvPr/>
          </p:nvSpPr>
          <p:spPr>
            <a:xfrm>
              <a:off x="3617261" y="3753326"/>
              <a:ext cx="1184905" cy="115102"/>
            </a:xfrm>
            <a:custGeom>
              <a:avLst/>
              <a:gdLst/>
              <a:ahLst/>
              <a:cxnLst/>
              <a:rect l="l" t="t" r="r" b="b"/>
              <a:pathLst>
                <a:path w="15493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493" y="1505"/>
                  </a:lnTo>
                  <a:lnTo>
                    <a:pt x="15493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3"/>
            <p:cNvSpPr/>
            <p:nvPr/>
          </p:nvSpPr>
          <p:spPr>
            <a:xfrm>
              <a:off x="3894804" y="2961760"/>
              <a:ext cx="629813" cy="791644"/>
            </a:xfrm>
            <a:custGeom>
              <a:avLst/>
              <a:gdLst/>
              <a:ahLst/>
              <a:cxnLst/>
              <a:rect l="l" t="t" r="r" b="b"/>
              <a:pathLst>
                <a:path w="8235" h="10351" extrusionOk="0">
                  <a:moveTo>
                    <a:pt x="1" y="1"/>
                  </a:moveTo>
                  <a:lnTo>
                    <a:pt x="1" y="10350"/>
                  </a:lnTo>
                  <a:lnTo>
                    <a:pt x="8235" y="1035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3"/>
            <p:cNvSpPr/>
            <p:nvPr/>
          </p:nvSpPr>
          <p:spPr>
            <a:xfrm>
              <a:off x="2998009" y="1790167"/>
              <a:ext cx="2423498" cy="1601950"/>
            </a:xfrm>
            <a:custGeom>
              <a:avLst/>
              <a:gdLst/>
              <a:ahLst/>
              <a:cxnLst/>
              <a:rect l="l" t="t" r="r" b="b"/>
              <a:pathLst>
                <a:path w="31688" h="2094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9" y="119"/>
                  </a:lnTo>
                  <a:lnTo>
                    <a:pt x="265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55" y="429"/>
                  </a:lnTo>
                  <a:lnTo>
                    <a:pt x="37" y="493"/>
                  </a:lnTo>
                  <a:lnTo>
                    <a:pt x="18" y="566"/>
                  </a:lnTo>
                  <a:lnTo>
                    <a:pt x="9" y="630"/>
                  </a:lnTo>
                  <a:lnTo>
                    <a:pt x="0" y="703"/>
                  </a:lnTo>
                  <a:lnTo>
                    <a:pt x="0" y="20244"/>
                  </a:lnTo>
                  <a:lnTo>
                    <a:pt x="9" y="20308"/>
                  </a:lnTo>
                  <a:lnTo>
                    <a:pt x="18" y="20381"/>
                  </a:lnTo>
                  <a:lnTo>
                    <a:pt x="37" y="20454"/>
                  </a:lnTo>
                  <a:lnTo>
                    <a:pt x="55" y="20517"/>
                  </a:lnTo>
                  <a:lnTo>
                    <a:pt x="91" y="20581"/>
                  </a:lnTo>
                  <a:lnTo>
                    <a:pt x="128" y="20636"/>
                  </a:lnTo>
                  <a:lnTo>
                    <a:pt x="164" y="20691"/>
                  </a:lnTo>
                  <a:lnTo>
                    <a:pt x="210" y="20736"/>
                  </a:lnTo>
                  <a:lnTo>
                    <a:pt x="265" y="20782"/>
                  </a:lnTo>
                  <a:lnTo>
                    <a:pt x="319" y="20827"/>
                  </a:lnTo>
                  <a:lnTo>
                    <a:pt x="374" y="20864"/>
                  </a:lnTo>
                  <a:lnTo>
                    <a:pt x="438" y="20891"/>
                  </a:lnTo>
                  <a:lnTo>
                    <a:pt x="502" y="20919"/>
                  </a:lnTo>
                  <a:lnTo>
                    <a:pt x="565" y="20937"/>
                  </a:lnTo>
                  <a:lnTo>
                    <a:pt x="638" y="20946"/>
                  </a:lnTo>
                  <a:lnTo>
                    <a:pt x="31049" y="20946"/>
                  </a:lnTo>
                  <a:lnTo>
                    <a:pt x="31122" y="20937"/>
                  </a:lnTo>
                  <a:lnTo>
                    <a:pt x="31195" y="20919"/>
                  </a:lnTo>
                  <a:lnTo>
                    <a:pt x="31259" y="20891"/>
                  </a:lnTo>
                  <a:lnTo>
                    <a:pt x="31323" y="20864"/>
                  </a:lnTo>
                  <a:lnTo>
                    <a:pt x="31377" y="20827"/>
                  </a:lnTo>
                  <a:lnTo>
                    <a:pt x="31432" y="20782"/>
                  </a:lnTo>
                  <a:lnTo>
                    <a:pt x="31487" y="20736"/>
                  </a:lnTo>
                  <a:lnTo>
                    <a:pt x="31532" y="20691"/>
                  </a:lnTo>
                  <a:lnTo>
                    <a:pt x="31569" y="20636"/>
                  </a:lnTo>
                  <a:lnTo>
                    <a:pt x="31605" y="20581"/>
                  </a:lnTo>
                  <a:lnTo>
                    <a:pt x="31633" y="20517"/>
                  </a:lnTo>
                  <a:lnTo>
                    <a:pt x="31660" y="20454"/>
                  </a:lnTo>
                  <a:lnTo>
                    <a:pt x="31678" y="20381"/>
                  </a:lnTo>
                  <a:lnTo>
                    <a:pt x="31687" y="20308"/>
                  </a:lnTo>
                  <a:lnTo>
                    <a:pt x="31687" y="20244"/>
                  </a:lnTo>
                  <a:lnTo>
                    <a:pt x="31687" y="703"/>
                  </a:lnTo>
                  <a:lnTo>
                    <a:pt x="31687" y="630"/>
                  </a:lnTo>
                  <a:lnTo>
                    <a:pt x="31678" y="566"/>
                  </a:lnTo>
                  <a:lnTo>
                    <a:pt x="31660" y="493"/>
                  </a:lnTo>
                  <a:lnTo>
                    <a:pt x="31633" y="429"/>
                  </a:lnTo>
                  <a:lnTo>
                    <a:pt x="31605" y="365"/>
                  </a:lnTo>
                  <a:lnTo>
                    <a:pt x="31569" y="311"/>
                  </a:lnTo>
                  <a:lnTo>
                    <a:pt x="31532" y="256"/>
                  </a:lnTo>
                  <a:lnTo>
                    <a:pt x="31487" y="201"/>
                  </a:lnTo>
                  <a:lnTo>
                    <a:pt x="31432" y="156"/>
                  </a:lnTo>
                  <a:lnTo>
                    <a:pt x="31377" y="119"/>
                  </a:lnTo>
                  <a:lnTo>
                    <a:pt x="31323" y="83"/>
                  </a:lnTo>
                  <a:lnTo>
                    <a:pt x="31259" y="55"/>
                  </a:lnTo>
                  <a:lnTo>
                    <a:pt x="31195" y="28"/>
                  </a:lnTo>
                  <a:lnTo>
                    <a:pt x="31122" y="10"/>
                  </a:lnTo>
                  <a:lnTo>
                    <a:pt x="31049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3"/>
            <p:cNvSpPr/>
            <p:nvPr/>
          </p:nvSpPr>
          <p:spPr>
            <a:xfrm>
              <a:off x="3085884" y="1873148"/>
              <a:ext cx="2247747" cy="1435988"/>
            </a:xfrm>
            <a:custGeom>
              <a:avLst/>
              <a:gdLst/>
              <a:ahLst/>
              <a:cxnLst/>
              <a:rect l="l" t="t" r="r" b="b"/>
              <a:pathLst>
                <a:path w="29390" h="1877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0" y="119"/>
                  </a:lnTo>
                  <a:lnTo>
                    <a:pt x="264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64" y="429"/>
                  </a:lnTo>
                  <a:lnTo>
                    <a:pt x="37" y="493"/>
                  </a:lnTo>
                  <a:lnTo>
                    <a:pt x="18" y="557"/>
                  </a:lnTo>
                  <a:lnTo>
                    <a:pt x="9" y="630"/>
                  </a:lnTo>
                  <a:lnTo>
                    <a:pt x="0" y="694"/>
                  </a:lnTo>
                  <a:lnTo>
                    <a:pt x="0" y="18074"/>
                  </a:lnTo>
                  <a:lnTo>
                    <a:pt x="9" y="18147"/>
                  </a:lnTo>
                  <a:lnTo>
                    <a:pt x="18" y="18220"/>
                  </a:lnTo>
                  <a:lnTo>
                    <a:pt x="37" y="18283"/>
                  </a:lnTo>
                  <a:lnTo>
                    <a:pt x="64" y="18347"/>
                  </a:lnTo>
                  <a:lnTo>
                    <a:pt x="91" y="18411"/>
                  </a:lnTo>
                  <a:lnTo>
                    <a:pt x="128" y="18466"/>
                  </a:lnTo>
                  <a:lnTo>
                    <a:pt x="164" y="18520"/>
                  </a:lnTo>
                  <a:lnTo>
                    <a:pt x="210" y="18575"/>
                  </a:lnTo>
                  <a:lnTo>
                    <a:pt x="264" y="18621"/>
                  </a:lnTo>
                  <a:lnTo>
                    <a:pt x="310" y="18657"/>
                  </a:lnTo>
                  <a:lnTo>
                    <a:pt x="374" y="18694"/>
                  </a:lnTo>
                  <a:lnTo>
                    <a:pt x="438" y="18721"/>
                  </a:lnTo>
                  <a:lnTo>
                    <a:pt x="502" y="18748"/>
                  </a:lnTo>
                  <a:lnTo>
                    <a:pt x="565" y="18767"/>
                  </a:lnTo>
                  <a:lnTo>
                    <a:pt x="638" y="18776"/>
                  </a:lnTo>
                  <a:lnTo>
                    <a:pt x="28760" y="18776"/>
                  </a:lnTo>
                  <a:lnTo>
                    <a:pt x="28833" y="18767"/>
                  </a:lnTo>
                  <a:lnTo>
                    <a:pt x="28897" y="18748"/>
                  </a:lnTo>
                  <a:lnTo>
                    <a:pt x="28961" y="18721"/>
                  </a:lnTo>
                  <a:lnTo>
                    <a:pt x="29025" y="18694"/>
                  </a:lnTo>
                  <a:lnTo>
                    <a:pt x="29079" y="18657"/>
                  </a:lnTo>
                  <a:lnTo>
                    <a:pt x="29134" y="18621"/>
                  </a:lnTo>
                  <a:lnTo>
                    <a:pt x="29189" y="18575"/>
                  </a:lnTo>
                  <a:lnTo>
                    <a:pt x="29225" y="18520"/>
                  </a:lnTo>
                  <a:lnTo>
                    <a:pt x="29271" y="18466"/>
                  </a:lnTo>
                  <a:lnTo>
                    <a:pt x="29307" y="18411"/>
                  </a:lnTo>
                  <a:lnTo>
                    <a:pt x="29335" y="18347"/>
                  </a:lnTo>
                  <a:lnTo>
                    <a:pt x="29362" y="18283"/>
                  </a:lnTo>
                  <a:lnTo>
                    <a:pt x="29380" y="18220"/>
                  </a:lnTo>
                  <a:lnTo>
                    <a:pt x="29389" y="18147"/>
                  </a:lnTo>
                  <a:lnTo>
                    <a:pt x="29389" y="18074"/>
                  </a:lnTo>
                  <a:lnTo>
                    <a:pt x="29389" y="694"/>
                  </a:lnTo>
                  <a:lnTo>
                    <a:pt x="29389" y="630"/>
                  </a:lnTo>
                  <a:lnTo>
                    <a:pt x="29380" y="557"/>
                  </a:lnTo>
                  <a:lnTo>
                    <a:pt x="29362" y="493"/>
                  </a:lnTo>
                  <a:lnTo>
                    <a:pt x="29335" y="429"/>
                  </a:lnTo>
                  <a:lnTo>
                    <a:pt x="29307" y="365"/>
                  </a:lnTo>
                  <a:lnTo>
                    <a:pt x="29271" y="311"/>
                  </a:lnTo>
                  <a:lnTo>
                    <a:pt x="29225" y="256"/>
                  </a:lnTo>
                  <a:lnTo>
                    <a:pt x="29189" y="201"/>
                  </a:lnTo>
                  <a:lnTo>
                    <a:pt x="29134" y="156"/>
                  </a:lnTo>
                  <a:lnTo>
                    <a:pt x="29079" y="119"/>
                  </a:lnTo>
                  <a:lnTo>
                    <a:pt x="29025" y="83"/>
                  </a:lnTo>
                  <a:lnTo>
                    <a:pt x="28961" y="55"/>
                  </a:lnTo>
                  <a:lnTo>
                    <a:pt x="28897" y="28"/>
                  </a:lnTo>
                  <a:lnTo>
                    <a:pt x="28833" y="10"/>
                  </a:lnTo>
                  <a:lnTo>
                    <a:pt x="28760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3"/>
            <p:cNvSpPr/>
            <p:nvPr/>
          </p:nvSpPr>
          <p:spPr>
            <a:xfrm>
              <a:off x="2823636" y="1902440"/>
              <a:ext cx="2509309" cy="594250"/>
            </a:xfrm>
            <a:custGeom>
              <a:avLst/>
              <a:gdLst/>
              <a:ahLst/>
              <a:cxnLst/>
              <a:rect l="l" t="t" r="r" b="b"/>
              <a:pathLst>
                <a:path w="32810" h="7770" extrusionOk="0">
                  <a:moveTo>
                    <a:pt x="3949" y="1"/>
                  </a:moveTo>
                  <a:lnTo>
                    <a:pt x="3921" y="10"/>
                  </a:lnTo>
                  <a:lnTo>
                    <a:pt x="3885" y="28"/>
                  </a:lnTo>
                  <a:lnTo>
                    <a:pt x="3858" y="46"/>
                  </a:lnTo>
                  <a:lnTo>
                    <a:pt x="3839" y="74"/>
                  </a:lnTo>
                  <a:lnTo>
                    <a:pt x="3821" y="101"/>
                  </a:lnTo>
                  <a:lnTo>
                    <a:pt x="3803" y="137"/>
                  </a:lnTo>
                  <a:lnTo>
                    <a:pt x="3794" y="174"/>
                  </a:lnTo>
                  <a:lnTo>
                    <a:pt x="3073" y="6210"/>
                  </a:lnTo>
                  <a:lnTo>
                    <a:pt x="2025" y="1870"/>
                  </a:lnTo>
                  <a:lnTo>
                    <a:pt x="2016" y="1843"/>
                  </a:lnTo>
                  <a:lnTo>
                    <a:pt x="2007" y="1815"/>
                  </a:lnTo>
                  <a:lnTo>
                    <a:pt x="1961" y="1770"/>
                  </a:lnTo>
                  <a:lnTo>
                    <a:pt x="1906" y="1733"/>
                  </a:lnTo>
                  <a:lnTo>
                    <a:pt x="1870" y="1724"/>
                  </a:lnTo>
                  <a:lnTo>
                    <a:pt x="1842" y="1724"/>
                  </a:lnTo>
                  <a:lnTo>
                    <a:pt x="1779" y="1733"/>
                  </a:lnTo>
                  <a:lnTo>
                    <a:pt x="1724" y="1761"/>
                  </a:lnTo>
                  <a:lnTo>
                    <a:pt x="1678" y="1806"/>
                  </a:lnTo>
                  <a:lnTo>
                    <a:pt x="1660" y="1833"/>
                  </a:lnTo>
                  <a:lnTo>
                    <a:pt x="1651" y="1870"/>
                  </a:lnTo>
                  <a:lnTo>
                    <a:pt x="1113" y="3767"/>
                  </a:lnTo>
                  <a:lnTo>
                    <a:pt x="155" y="3767"/>
                  </a:lnTo>
                  <a:lnTo>
                    <a:pt x="119" y="3785"/>
                  </a:lnTo>
                  <a:lnTo>
                    <a:pt x="92" y="3803"/>
                  </a:lnTo>
                  <a:lnTo>
                    <a:pt x="64" y="3821"/>
                  </a:lnTo>
                  <a:lnTo>
                    <a:pt x="37" y="3858"/>
                  </a:lnTo>
                  <a:lnTo>
                    <a:pt x="19" y="3885"/>
                  </a:lnTo>
                  <a:lnTo>
                    <a:pt x="10" y="3922"/>
                  </a:lnTo>
                  <a:lnTo>
                    <a:pt x="0" y="3967"/>
                  </a:lnTo>
                  <a:lnTo>
                    <a:pt x="10" y="4004"/>
                  </a:lnTo>
                  <a:lnTo>
                    <a:pt x="19" y="4040"/>
                  </a:lnTo>
                  <a:lnTo>
                    <a:pt x="37" y="4077"/>
                  </a:lnTo>
                  <a:lnTo>
                    <a:pt x="64" y="4104"/>
                  </a:lnTo>
                  <a:lnTo>
                    <a:pt x="92" y="4122"/>
                  </a:lnTo>
                  <a:lnTo>
                    <a:pt x="119" y="4140"/>
                  </a:lnTo>
                  <a:lnTo>
                    <a:pt x="155" y="4159"/>
                  </a:lnTo>
                  <a:lnTo>
                    <a:pt x="1259" y="4159"/>
                  </a:lnTo>
                  <a:lnTo>
                    <a:pt x="1323" y="4150"/>
                  </a:lnTo>
                  <a:lnTo>
                    <a:pt x="1377" y="4122"/>
                  </a:lnTo>
                  <a:lnTo>
                    <a:pt x="1423" y="4077"/>
                  </a:lnTo>
                  <a:lnTo>
                    <a:pt x="1450" y="4013"/>
                  </a:lnTo>
                  <a:lnTo>
                    <a:pt x="1824" y="2700"/>
                  </a:lnTo>
                  <a:lnTo>
                    <a:pt x="2946" y="7368"/>
                  </a:lnTo>
                  <a:lnTo>
                    <a:pt x="2955" y="7405"/>
                  </a:lnTo>
                  <a:lnTo>
                    <a:pt x="2973" y="7432"/>
                  </a:lnTo>
                  <a:lnTo>
                    <a:pt x="3000" y="7460"/>
                  </a:lnTo>
                  <a:lnTo>
                    <a:pt x="3028" y="7487"/>
                  </a:lnTo>
                  <a:lnTo>
                    <a:pt x="3055" y="7496"/>
                  </a:lnTo>
                  <a:lnTo>
                    <a:pt x="3083" y="7514"/>
                  </a:lnTo>
                  <a:lnTo>
                    <a:pt x="3119" y="7523"/>
                  </a:lnTo>
                  <a:lnTo>
                    <a:pt x="3146" y="7523"/>
                  </a:lnTo>
                  <a:lnTo>
                    <a:pt x="3183" y="7514"/>
                  </a:lnTo>
                  <a:lnTo>
                    <a:pt x="3219" y="7505"/>
                  </a:lnTo>
                  <a:lnTo>
                    <a:pt x="3247" y="7487"/>
                  </a:lnTo>
                  <a:lnTo>
                    <a:pt x="3274" y="7469"/>
                  </a:lnTo>
                  <a:lnTo>
                    <a:pt x="3292" y="7441"/>
                  </a:lnTo>
                  <a:lnTo>
                    <a:pt x="3310" y="7414"/>
                  </a:lnTo>
                  <a:lnTo>
                    <a:pt x="3329" y="7378"/>
                  </a:lnTo>
                  <a:lnTo>
                    <a:pt x="3338" y="7350"/>
                  </a:lnTo>
                  <a:lnTo>
                    <a:pt x="4031" y="1514"/>
                  </a:lnTo>
                  <a:lnTo>
                    <a:pt x="4733" y="5390"/>
                  </a:lnTo>
                  <a:lnTo>
                    <a:pt x="4742" y="5426"/>
                  </a:lnTo>
                  <a:lnTo>
                    <a:pt x="4760" y="5454"/>
                  </a:lnTo>
                  <a:lnTo>
                    <a:pt x="4797" y="5499"/>
                  </a:lnTo>
                  <a:lnTo>
                    <a:pt x="4852" y="5536"/>
                  </a:lnTo>
                  <a:lnTo>
                    <a:pt x="4879" y="5545"/>
                  </a:lnTo>
                  <a:lnTo>
                    <a:pt x="4915" y="5554"/>
                  </a:lnTo>
                  <a:lnTo>
                    <a:pt x="4943" y="5554"/>
                  </a:lnTo>
                  <a:lnTo>
                    <a:pt x="4979" y="5545"/>
                  </a:lnTo>
                  <a:lnTo>
                    <a:pt x="5034" y="5517"/>
                  </a:lnTo>
                  <a:lnTo>
                    <a:pt x="5089" y="5472"/>
                  </a:lnTo>
                  <a:lnTo>
                    <a:pt x="5107" y="5444"/>
                  </a:lnTo>
                  <a:lnTo>
                    <a:pt x="5116" y="5417"/>
                  </a:lnTo>
                  <a:lnTo>
                    <a:pt x="6092" y="2472"/>
                  </a:lnTo>
                  <a:lnTo>
                    <a:pt x="6958" y="4852"/>
                  </a:lnTo>
                  <a:lnTo>
                    <a:pt x="6985" y="4906"/>
                  </a:lnTo>
                  <a:lnTo>
                    <a:pt x="7031" y="4943"/>
                  </a:lnTo>
                  <a:lnTo>
                    <a:pt x="7076" y="4970"/>
                  </a:lnTo>
                  <a:lnTo>
                    <a:pt x="7131" y="4979"/>
                  </a:lnTo>
                  <a:lnTo>
                    <a:pt x="7195" y="4979"/>
                  </a:lnTo>
                  <a:lnTo>
                    <a:pt x="7250" y="4961"/>
                  </a:lnTo>
                  <a:lnTo>
                    <a:pt x="7286" y="4925"/>
                  </a:lnTo>
                  <a:lnTo>
                    <a:pt x="7323" y="4870"/>
                  </a:lnTo>
                  <a:lnTo>
                    <a:pt x="7970" y="3566"/>
                  </a:lnTo>
                  <a:lnTo>
                    <a:pt x="8882" y="5682"/>
                  </a:lnTo>
                  <a:lnTo>
                    <a:pt x="8918" y="5736"/>
                  </a:lnTo>
                  <a:lnTo>
                    <a:pt x="8964" y="5773"/>
                  </a:lnTo>
                  <a:lnTo>
                    <a:pt x="9010" y="5800"/>
                  </a:lnTo>
                  <a:lnTo>
                    <a:pt x="9073" y="5800"/>
                  </a:lnTo>
                  <a:lnTo>
                    <a:pt x="9137" y="5791"/>
                  </a:lnTo>
                  <a:lnTo>
                    <a:pt x="9183" y="5764"/>
                  </a:lnTo>
                  <a:lnTo>
                    <a:pt x="9228" y="5718"/>
                  </a:lnTo>
                  <a:lnTo>
                    <a:pt x="9256" y="5663"/>
                  </a:lnTo>
                  <a:lnTo>
                    <a:pt x="10414" y="1952"/>
                  </a:lnTo>
                  <a:lnTo>
                    <a:pt x="11353" y="7232"/>
                  </a:lnTo>
                  <a:lnTo>
                    <a:pt x="11362" y="7268"/>
                  </a:lnTo>
                  <a:lnTo>
                    <a:pt x="11371" y="7295"/>
                  </a:lnTo>
                  <a:lnTo>
                    <a:pt x="11390" y="7323"/>
                  </a:lnTo>
                  <a:lnTo>
                    <a:pt x="11417" y="7350"/>
                  </a:lnTo>
                  <a:lnTo>
                    <a:pt x="11444" y="7368"/>
                  </a:lnTo>
                  <a:lnTo>
                    <a:pt x="11472" y="7387"/>
                  </a:lnTo>
                  <a:lnTo>
                    <a:pt x="11499" y="7396"/>
                  </a:lnTo>
                  <a:lnTo>
                    <a:pt x="11535" y="7396"/>
                  </a:lnTo>
                  <a:lnTo>
                    <a:pt x="11599" y="7387"/>
                  </a:lnTo>
                  <a:lnTo>
                    <a:pt x="11663" y="7350"/>
                  </a:lnTo>
                  <a:lnTo>
                    <a:pt x="11681" y="7332"/>
                  </a:lnTo>
                  <a:lnTo>
                    <a:pt x="11709" y="7305"/>
                  </a:lnTo>
                  <a:lnTo>
                    <a:pt x="11718" y="7277"/>
                  </a:lnTo>
                  <a:lnTo>
                    <a:pt x="11736" y="7250"/>
                  </a:lnTo>
                  <a:lnTo>
                    <a:pt x="12529" y="4159"/>
                  </a:lnTo>
                  <a:lnTo>
                    <a:pt x="16870" y="4159"/>
                  </a:lnTo>
                  <a:lnTo>
                    <a:pt x="16925" y="4150"/>
                  </a:lnTo>
                  <a:lnTo>
                    <a:pt x="16979" y="4122"/>
                  </a:lnTo>
                  <a:lnTo>
                    <a:pt x="17025" y="4077"/>
                  </a:lnTo>
                  <a:lnTo>
                    <a:pt x="17052" y="4022"/>
                  </a:lnTo>
                  <a:lnTo>
                    <a:pt x="17627" y="2335"/>
                  </a:lnTo>
                  <a:lnTo>
                    <a:pt x="18593" y="7031"/>
                  </a:lnTo>
                  <a:lnTo>
                    <a:pt x="18602" y="7058"/>
                  </a:lnTo>
                  <a:lnTo>
                    <a:pt x="18621" y="7095"/>
                  </a:lnTo>
                  <a:lnTo>
                    <a:pt x="18657" y="7140"/>
                  </a:lnTo>
                  <a:lnTo>
                    <a:pt x="18712" y="7177"/>
                  </a:lnTo>
                  <a:lnTo>
                    <a:pt x="18748" y="7186"/>
                  </a:lnTo>
                  <a:lnTo>
                    <a:pt x="18776" y="7186"/>
                  </a:lnTo>
                  <a:lnTo>
                    <a:pt x="18849" y="7177"/>
                  </a:lnTo>
                  <a:lnTo>
                    <a:pt x="18903" y="7150"/>
                  </a:lnTo>
                  <a:lnTo>
                    <a:pt x="18949" y="7104"/>
                  </a:lnTo>
                  <a:lnTo>
                    <a:pt x="18967" y="7077"/>
                  </a:lnTo>
                  <a:lnTo>
                    <a:pt x="18976" y="7049"/>
                  </a:lnTo>
                  <a:lnTo>
                    <a:pt x="20317" y="2499"/>
                  </a:lnTo>
                  <a:lnTo>
                    <a:pt x="21384" y="5882"/>
                  </a:lnTo>
                  <a:lnTo>
                    <a:pt x="21411" y="5937"/>
                  </a:lnTo>
                  <a:lnTo>
                    <a:pt x="21457" y="5982"/>
                  </a:lnTo>
                  <a:lnTo>
                    <a:pt x="21475" y="6001"/>
                  </a:lnTo>
                  <a:lnTo>
                    <a:pt x="21511" y="6010"/>
                  </a:lnTo>
                  <a:lnTo>
                    <a:pt x="21539" y="6019"/>
                  </a:lnTo>
                  <a:lnTo>
                    <a:pt x="21575" y="6019"/>
                  </a:lnTo>
                  <a:lnTo>
                    <a:pt x="21639" y="6010"/>
                  </a:lnTo>
                  <a:lnTo>
                    <a:pt x="21694" y="5982"/>
                  </a:lnTo>
                  <a:lnTo>
                    <a:pt x="21730" y="5937"/>
                  </a:lnTo>
                  <a:lnTo>
                    <a:pt x="21757" y="5882"/>
                  </a:lnTo>
                  <a:lnTo>
                    <a:pt x="23189" y="1223"/>
                  </a:lnTo>
                  <a:lnTo>
                    <a:pt x="24949" y="7624"/>
                  </a:lnTo>
                  <a:lnTo>
                    <a:pt x="24976" y="7678"/>
                  </a:lnTo>
                  <a:lnTo>
                    <a:pt x="25022" y="7724"/>
                  </a:lnTo>
                  <a:lnTo>
                    <a:pt x="25077" y="7761"/>
                  </a:lnTo>
                  <a:lnTo>
                    <a:pt x="25131" y="7770"/>
                  </a:lnTo>
                  <a:lnTo>
                    <a:pt x="25140" y="7770"/>
                  </a:lnTo>
                  <a:lnTo>
                    <a:pt x="25204" y="7761"/>
                  </a:lnTo>
                  <a:lnTo>
                    <a:pt x="25259" y="7733"/>
                  </a:lnTo>
                  <a:lnTo>
                    <a:pt x="25295" y="7688"/>
                  </a:lnTo>
                  <a:lnTo>
                    <a:pt x="25323" y="7633"/>
                  </a:lnTo>
                  <a:lnTo>
                    <a:pt x="26700" y="3612"/>
                  </a:lnTo>
                  <a:lnTo>
                    <a:pt x="27101" y="4906"/>
                  </a:lnTo>
                  <a:lnTo>
                    <a:pt x="27119" y="4961"/>
                  </a:lnTo>
                  <a:lnTo>
                    <a:pt x="27165" y="4998"/>
                  </a:lnTo>
                  <a:lnTo>
                    <a:pt x="27210" y="5034"/>
                  </a:lnTo>
                  <a:lnTo>
                    <a:pt x="27274" y="5043"/>
                  </a:lnTo>
                  <a:lnTo>
                    <a:pt x="27329" y="5043"/>
                  </a:lnTo>
                  <a:lnTo>
                    <a:pt x="27384" y="5016"/>
                  </a:lnTo>
                  <a:lnTo>
                    <a:pt x="27429" y="4979"/>
                  </a:lnTo>
                  <a:lnTo>
                    <a:pt x="27466" y="4934"/>
                  </a:lnTo>
                  <a:lnTo>
                    <a:pt x="28678" y="2381"/>
                  </a:lnTo>
                  <a:lnTo>
                    <a:pt x="30010" y="5827"/>
                  </a:lnTo>
                  <a:lnTo>
                    <a:pt x="30037" y="5873"/>
                  </a:lnTo>
                  <a:lnTo>
                    <a:pt x="30074" y="5909"/>
                  </a:lnTo>
                  <a:lnTo>
                    <a:pt x="30119" y="5937"/>
                  </a:lnTo>
                  <a:lnTo>
                    <a:pt x="30174" y="5955"/>
                  </a:lnTo>
                  <a:lnTo>
                    <a:pt x="30229" y="5946"/>
                  </a:lnTo>
                  <a:lnTo>
                    <a:pt x="30283" y="5928"/>
                  </a:lnTo>
                  <a:lnTo>
                    <a:pt x="30329" y="5900"/>
                  </a:lnTo>
                  <a:lnTo>
                    <a:pt x="30356" y="5855"/>
                  </a:lnTo>
                  <a:lnTo>
                    <a:pt x="31341" y="4159"/>
                  </a:lnTo>
                  <a:lnTo>
                    <a:pt x="32764" y="4159"/>
                  </a:lnTo>
                  <a:lnTo>
                    <a:pt x="32809" y="4150"/>
                  </a:lnTo>
                  <a:lnTo>
                    <a:pt x="32809" y="3776"/>
                  </a:lnTo>
                  <a:lnTo>
                    <a:pt x="32764" y="3767"/>
                  </a:lnTo>
                  <a:lnTo>
                    <a:pt x="31232" y="3767"/>
                  </a:lnTo>
                  <a:lnTo>
                    <a:pt x="31177" y="3776"/>
                  </a:lnTo>
                  <a:lnTo>
                    <a:pt x="31131" y="3794"/>
                  </a:lnTo>
                  <a:lnTo>
                    <a:pt x="31095" y="3821"/>
                  </a:lnTo>
                  <a:lnTo>
                    <a:pt x="31058" y="3867"/>
                  </a:lnTo>
                  <a:lnTo>
                    <a:pt x="30229" y="5299"/>
                  </a:lnTo>
                  <a:lnTo>
                    <a:pt x="28879" y="1815"/>
                  </a:lnTo>
                  <a:lnTo>
                    <a:pt x="28852" y="1761"/>
                  </a:lnTo>
                  <a:lnTo>
                    <a:pt x="28815" y="1724"/>
                  </a:lnTo>
                  <a:lnTo>
                    <a:pt x="28761" y="1697"/>
                  </a:lnTo>
                  <a:lnTo>
                    <a:pt x="28706" y="1688"/>
                  </a:lnTo>
                  <a:lnTo>
                    <a:pt x="28651" y="1697"/>
                  </a:lnTo>
                  <a:lnTo>
                    <a:pt x="28596" y="1715"/>
                  </a:lnTo>
                  <a:lnTo>
                    <a:pt x="28551" y="1751"/>
                  </a:lnTo>
                  <a:lnTo>
                    <a:pt x="28523" y="1797"/>
                  </a:lnTo>
                  <a:lnTo>
                    <a:pt x="27320" y="4305"/>
                  </a:lnTo>
                  <a:lnTo>
                    <a:pt x="26900" y="2919"/>
                  </a:lnTo>
                  <a:lnTo>
                    <a:pt x="26873" y="2864"/>
                  </a:lnTo>
                  <a:lnTo>
                    <a:pt x="26827" y="2818"/>
                  </a:lnTo>
                  <a:lnTo>
                    <a:pt x="26773" y="2791"/>
                  </a:lnTo>
                  <a:lnTo>
                    <a:pt x="26709" y="2782"/>
                  </a:lnTo>
                  <a:lnTo>
                    <a:pt x="26672" y="2782"/>
                  </a:lnTo>
                  <a:lnTo>
                    <a:pt x="26645" y="2791"/>
                  </a:lnTo>
                  <a:lnTo>
                    <a:pt x="26618" y="2800"/>
                  </a:lnTo>
                  <a:lnTo>
                    <a:pt x="26590" y="2818"/>
                  </a:lnTo>
                  <a:lnTo>
                    <a:pt x="26554" y="2855"/>
                  </a:lnTo>
                  <a:lnTo>
                    <a:pt x="26526" y="2919"/>
                  </a:lnTo>
                  <a:lnTo>
                    <a:pt x="25159" y="6903"/>
                  </a:lnTo>
                  <a:lnTo>
                    <a:pt x="23390" y="475"/>
                  </a:lnTo>
                  <a:lnTo>
                    <a:pt x="23362" y="411"/>
                  </a:lnTo>
                  <a:lnTo>
                    <a:pt x="23317" y="365"/>
                  </a:lnTo>
                  <a:lnTo>
                    <a:pt x="23262" y="338"/>
                  </a:lnTo>
                  <a:lnTo>
                    <a:pt x="23198" y="329"/>
                  </a:lnTo>
                  <a:lnTo>
                    <a:pt x="23134" y="338"/>
                  </a:lnTo>
                  <a:lnTo>
                    <a:pt x="23080" y="365"/>
                  </a:lnTo>
                  <a:lnTo>
                    <a:pt x="23034" y="411"/>
                  </a:lnTo>
                  <a:lnTo>
                    <a:pt x="23007" y="466"/>
                  </a:lnTo>
                  <a:lnTo>
                    <a:pt x="21566" y="5162"/>
                  </a:lnTo>
                  <a:lnTo>
                    <a:pt x="20499" y="1770"/>
                  </a:lnTo>
                  <a:lnTo>
                    <a:pt x="20481" y="1733"/>
                  </a:lnTo>
                  <a:lnTo>
                    <a:pt x="20463" y="1706"/>
                  </a:lnTo>
                  <a:lnTo>
                    <a:pt x="20417" y="1660"/>
                  </a:lnTo>
                  <a:lnTo>
                    <a:pt x="20362" y="1633"/>
                  </a:lnTo>
                  <a:lnTo>
                    <a:pt x="20308" y="1633"/>
                  </a:lnTo>
                  <a:lnTo>
                    <a:pt x="20244" y="1642"/>
                  </a:lnTo>
                  <a:lnTo>
                    <a:pt x="20189" y="1669"/>
                  </a:lnTo>
                  <a:lnTo>
                    <a:pt x="20153" y="1715"/>
                  </a:lnTo>
                  <a:lnTo>
                    <a:pt x="20125" y="1770"/>
                  </a:lnTo>
                  <a:lnTo>
                    <a:pt x="18821" y="6183"/>
                  </a:lnTo>
                  <a:lnTo>
                    <a:pt x="17864" y="1551"/>
                  </a:lnTo>
                  <a:lnTo>
                    <a:pt x="17846" y="1487"/>
                  </a:lnTo>
                  <a:lnTo>
                    <a:pt x="17800" y="1441"/>
                  </a:lnTo>
                  <a:lnTo>
                    <a:pt x="17745" y="1405"/>
                  </a:lnTo>
                  <a:lnTo>
                    <a:pt x="17718" y="1396"/>
                  </a:lnTo>
                  <a:lnTo>
                    <a:pt x="17618" y="1396"/>
                  </a:lnTo>
                  <a:lnTo>
                    <a:pt x="17563" y="1423"/>
                  </a:lnTo>
                  <a:lnTo>
                    <a:pt x="17517" y="1469"/>
                  </a:lnTo>
                  <a:lnTo>
                    <a:pt x="17490" y="1523"/>
                  </a:lnTo>
                  <a:lnTo>
                    <a:pt x="16724" y="3767"/>
                  </a:lnTo>
                  <a:lnTo>
                    <a:pt x="12347" y="3767"/>
                  </a:lnTo>
                  <a:lnTo>
                    <a:pt x="12311" y="3776"/>
                  </a:lnTo>
                  <a:lnTo>
                    <a:pt x="12256" y="3812"/>
                  </a:lnTo>
                  <a:lnTo>
                    <a:pt x="12210" y="3858"/>
                  </a:lnTo>
                  <a:lnTo>
                    <a:pt x="12201" y="3885"/>
                  </a:lnTo>
                  <a:lnTo>
                    <a:pt x="12183" y="3913"/>
                  </a:lnTo>
                  <a:lnTo>
                    <a:pt x="11581" y="6274"/>
                  </a:lnTo>
                  <a:lnTo>
                    <a:pt x="10660" y="1086"/>
                  </a:lnTo>
                  <a:lnTo>
                    <a:pt x="10651" y="1058"/>
                  </a:lnTo>
                  <a:lnTo>
                    <a:pt x="10633" y="1022"/>
                  </a:lnTo>
                  <a:lnTo>
                    <a:pt x="10596" y="976"/>
                  </a:lnTo>
                  <a:lnTo>
                    <a:pt x="10542" y="940"/>
                  </a:lnTo>
                  <a:lnTo>
                    <a:pt x="10514" y="931"/>
                  </a:lnTo>
                  <a:lnTo>
                    <a:pt x="10478" y="922"/>
                  </a:lnTo>
                  <a:lnTo>
                    <a:pt x="10441" y="922"/>
                  </a:lnTo>
                  <a:lnTo>
                    <a:pt x="10414" y="931"/>
                  </a:lnTo>
                  <a:lnTo>
                    <a:pt x="10377" y="940"/>
                  </a:lnTo>
                  <a:lnTo>
                    <a:pt x="10350" y="958"/>
                  </a:lnTo>
                  <a:lnTo>
                    <a:pt x="10304" y="1004"/>
                  </a:lnTo>
                  <a:lnTo>
                    <a:pt x="10277" y="1058"/>
                  </a:lnTo>
                  <a:lnTo>
                    <a:pt x="9037" y="5043"/>
                  </a:lnTo>
                  <a:lnTo>
                    <a:pt x="8162" y="3019"/>
                  </a:lnTo>
                  <a:lnTo>
                    <a:pt x="8125" y="2973"/>
                  </a:lnTo>
                  <a:lnTo>
                    <a:pt x="8089" y="2937"/>
                  </a:lnTo>
                  <a:lnTo>
                    <a:pt x="8043" y="2909"/>
                  </a:lnTo>
                  <a:lnTo>
                    <a:pt x="7979" y="2900"/>
                  </a:lnTo>
                  <a:lnTo>
                    <a:pt x="7925" y="2909"/>
                  </a:lnTo>
                  <a:lnTo>
                    <a:pt x="7879" y="2928"/>
                  </a:lnTo>
                  <a:lnTo>
                    <a:pt x="7833" y="2964"/>
                  </a:lnTo>
                  <a:lnTo>
                    <a:pt x="7806" y="3010"/>
                  </a:lnTo>
                  <a:lnTo>
                    <a:pt x="7177" y="4286"/>
                  </a:lnTo>
                  <a:lnTo>
                    <a:pt x="6274" y="1806"/>
                  </a:lnTo>
                  <a:lnTo>
                    <a:pt x="6238" y="1751"/>
                  </a:lnTo>
                  <a:lnTo>
                    <a:pt x="6192" y="1715"/>
                  </a:lnTo>
                  <a:lnTo>
                    <a:pt x="6137" y="1688"/>
                  </a:lnTo>
                  <a:lnTo>
                    <a:pt x="6083" y="1678"/>
                  </a:lnTo>
                  <a:lnTo>
                    <a:pt x="6019" y="1688"/>
                  </a:lnTo>
                  <a:lnTo>
                    <a:pt x="5973" y="1715"/>
                  </a:lnTo>
                  <a:lnTo>
                    <a:pt x="5928" y="1761"/>
                  </a:lnTo>
                  <a:lnTo>
                    <a:pt x="5900" y="1815"/>
                  </a:lnTo>
                  <a:lnTo>
                    <a:pt x="4988" y="4560"/>
                  </a:lnTo>
                  <a:lnTo>
                    <a:pt x="4186" y="156"/>
                  </a:lnTo>
                  <a:lnTo>
                    <a:pt x="4177" y="128"/>
                  </a:lnTo>
                  <a:lnTo>
                    <a:pt x="4159" y="92"/>
                  </a:lnTo>
                  <a:lnTo>
                    <a:pt x="4140" y="64"/>
                  </a:lnTo>
                  <a:lnTo>
                    <a:pt x="4122" y="37"/>
                  </a:lnTo>
                  <a:lnTo>
                    <a:pt x="4095" y="19"/>
                  </a:lnTo>
                  <a:lnTo>
                    <a:pt x="4058" y="10"/>
                  </a:lnTo>
                  <a:lnTo>
                    <a:pt x="40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3"/>
            <p:cNvSpPr/>
            <p:nvPr/>
          </p:nvSpPr>
          <p:spPr>
            <a:xfrm>
              <a:off x="2836179" y="2709989"/>
              <a:ext cx="2496766" cy="560828"/>
            </a:xfrm>
            <a:custGeom>
              <a:avLst/>
              <a:gdLst/>
              <a:ahLst/>
              <a:cxnLst/>
              <a:rect l="l" t="t" r="r" b="b"/>
              <a:pathLst>
                <a:path w="32646" h="7333" extrusionOk="0">
                  <a:moveTo>
                    <a:pt x="8226" y="1"/>
                  </a:moveTo>
                  <a:lnTo>
                    <a:pt x="8162" y="10"/>
                  </a:lnTo>
                  <a:lnTo>
                    <a:pt x="8107" y="28"/>
                  </a:lnTo>
                  <a:lnTo>
                    <a:pt x="8061" y="65"/>
                  </a:lnTo>
                  <a:lnTo>
                    <a:pt x="8025" y="119"/>
                  </a:lnTo>
                  <a:lnTo>
                    <a:pt x="6128" y="4241"/>
                  </a:lnTo>
                  <a:lnTo>
                    <a:pt x="5526" y="2290"/>
                  </a:lnTo>
                  <a:lnTo>
                    <a:pt x="5499" y="2235"/>
                  </a:lnTo>
                  <a:lnTo>
                    <a:pt x="5463" y="2189"/>
                  </a:lnTo>
                  <a:lnTo>
                    <a:pt x="5408" y="2162"/>
                  </a:lnTo>
                  <a:lnTo>
                    <a:pt x="5344" y="2153"/>
                  </a:lnTo>
                  <a:lnTo>
                    <a:pt x="5280" y="2153"/>
                  </a:lnTo>
                  <a:lnTo>
                    <a:pt x="5253" y="2162"/>
                  </a:lnTo>
                  <a:lnTo>
                    <a:pt x="5226" y="2180"/>
                  </a:lnTo>
                  <a:lnTo>
                    <a:pt x="5180" y="2226"/>
                  </a:lnTo>
                  <a:lnTo>
                    <a:pt x="5153" y="2281"/>
                  </a:lnTo>
                  <a:lnTo>
                    <a:pt x="3922" y="5937"/>
                  </a:lnTo>
                  <a:lnTo>
                    <a:pt x="2846" y="1414"/>
                  </a:lnTo>
                  <a:lnTo>
                    <a:pt x="2818" y="1360"/>
                  </a:lnTo>
                  <a:lnTo>
                    <a:pt x="2782" y="1314"/>
                  </a:lnTo>
                  <a:lnTo>
                    <a:pt x="2727" y="1278"/>
                  </a:lnTo>
                  <a:lnTo>
                    <a:pt x="2672" y="1259"/>
                  </a:lnTo>
                  <a:lnTo>
                    <a:pt x="2608" y="1268"/>
                  </a:lnTo>
                  <a:lnTo>
                    <a:pt x="2554" y="1287"/>
                  </a:lnTo>
                  <a:lnTo>
                    <a:pt x="2508" y="1323"/>
                  </a:lnTo>
                  <a:lnTo>
                    <a:pt x="2472" y="1378"/>
                  </a:lnTo>
                  <a:lnTo>
                    <a:pt x="1450" y="3612"/>
                  </a:lnTo>
                  <a:lnTo>
                    <a:pt x="37" y="3612"/>
                  </a:lnTo>
                  <a:lnTo>
                    <a:pt x="1" y="3621"/>
                  </a:lnTo>
                  <a:lnTo>
                    <a:pt x="1" y="3995"/>
                  </a:lnTo>
                  <a:lnTo>
                    <a:pt x="37" y="4004"/>
                  </a:lnTo>
                  <a:lnTo>
                    <a:pt x="1578" y="4004"/>
                  </a:lnTo>
                  <a:lnTo>
                    <a:pt x="1633" y="3995"/>
                  </a:lnTo>
                  <a:lnTo>
                    <a:pt x="1678" y="3977"/>
                  </a:lnTo>
                  <a:lnTo>
                    <a:pt x="1724" y="3940"/>
                  </a:lnTo>
                  <a:lnTo>
                    <a:pt x="1751" y="3895"/>
                  </a:lnTo>
                  <a:lnTo>
                    <a:pt x="2590" y="2062"/>
                  </a:lnTo>
                  <a:lnTo>
                    <a:pt x="3694" y="6694"/>
                  </a:lnTo>
                  <a:lnTo>
                    <a:pt x="3721" y="6749"/>
                  </a:lnTo>
                  <a:lnTo>
                    <a:pt x="3767" y="6794"/>
                  </a:lnTo>
                  <a:lnTo>
                    <a:pt x="3821" y="6831"/>
                  </a:lnTo>
                  <a:lnTo>
                    <a:pt x="3876" y="6840"/>
                  </a:lnTo>
                  <a:lnTo>
                    <a:pt x="3940" y="6840"/>
                  </a:lnTo>
                  <a:lnTo>
                    <a:pt x="3976" y="6831"/>
                  </a:lnTo>
                  <a:lnTo>
                    <a:pt x="4004" y="6813"/>
                  </a:lnTo>
                  <a:lnTo>
                    <a:pt x="4049" y="6767"/>
                  </a:lnTo>
                  <a:lnTo>
                    <a:pt x="4077" y="6712"/>
                  </a:lnTo>
                  <a:lnTo>
                    <a:pt x="5335" y="2983"/>
                  </a:lnTo>
                  <a:lnTo>
                    <a:pt x="5909" y="4852"/>
                  </a:lnTo>
                  <a:lnTo>
                    <a:pt x="5928" y="4907"/>
                  </a:lnTo>
                  <a:lnTo>
                    <a:pt x="5973" y="4943"/>
                  </a:lnTo>
                  <a:lnTo>
                    <a:pt x="6019" y="4980"/>
                  </a:lnTo>
                  <a:lnTo>
                    <a:pt x="6083" y="4989"/>
                  </a:lnTo>
                  <a:lnTo>
                    <a:pt x="6137" y="4980"/>
                  </a:lnTo>
                  <a:lnTo>
                    <a:pt x="6192" y="4961"/>
                  </a:lnTo>
                  <a:lnTo>
                    <a:pt x="6238" y="4925"/>
                  </a:lnTo>
                  <a:lnTo>
                    <a:pt x="6274" y="4879"/>
                  </a:lnTo>
                  <a:lnTo>
                    <a:pt x="8134" y="822"/>
                  </a:lnTo>
                  <a:lnTo>
                    <a:pt x="9502" y="7168"/>
                  </a:lnTo>
                  <a:lnTo>
                    <a:pt x="9511" y="7205"/>
                  </a:lnTo>
                  <a:lnTo>
                    <a:pt x="9520" y="7232"/>
                  </a:lnTo>
                  <a:lnTo>
                    <a:pt x="9566" y="7278"/>
                  </a:lnTo>
                  <a:lnTo>
                    <a:pt x="9621" y="7314"/>
                  </a:lnTo>
                  <a:lnTo>
                    <a:pt x="9648" y="7323"/>
                  </a:lnTo>
                  <a:lnTo>
                    <a:pt x="9685" y="7332"/>
                  </a:lnTo>
                  <a:lnTo>
                    <a:pt x="9694" y="7332"/>
                  </a:lnTo>
                  <a:lnTo>
                    <a:pt x="9748" y="7314"/>
                  </a:lnTo>
                  <a:lnTo>
                    <a:pt x="9812" y="7287"/>
                  </a:lnTo>
                  <a:lnTo>
                    <a:pt x="9849" y="7241"/>
                  </a:lnTo>
                  <a:lnTo>
                    <a:pt x="9876" y="7186"/>
                  </a:lnTo>
                  <a:lnTo>
                    <a:pt x="11235" y="2618"/>
                  </a:lnTo>
                  <a:lnTo>
                    <a:pt x="12302" y="6001"/>
                  </a:lnTo>
                  <a:lnTo>
                    <a:pt x="12329" y="6056"/>
                  </a:lnTo>
                  <a:lnTo>
                    <a:pt x="12375" y="6101"/>
                  </a:lnTo>
                  <a:lnTo>
                    <a:pt x="12429" y="6129"/>
                  </a:lnTo>
                  <a:lnTo>
                    <a:pt x="12484" y="6138"/>
                  </a:lnTo>
                  <a:lnTo>
                    <a:pt x="12539" y="6129"/>
                  </a:lnTo>
                  <a:lnTo>
                    <a:pt x="12593" y="6110"/>
                  </a:lnTo>
                  <a:lnTo>
                    <a:pt x="12639" y="6074"/>
                  </a:lnTo>
                  <a:lnTo>
                    <a:pt x="12675" y="6019"/>
                  </a:lnTo>
                  <a:lnTo>
                    <a:pt x="13952" y="2974"/>
                  </a:lnTo>
                  <a:lnTo>
                    <a:pt x="14864" y="5107"/>
                  </a:lnTo>
                  <a:lnTo>
                    <a:pt x="14891" y="5153"/>
                  </a:lnTo>
                  <a:lnTo>
                    <a:pt x="14928" y="5189"/>
                  </a:lnTo>
                  <a:lnTo>
                    <a:pt x="14973" y="5217"/>
                  </a:lnTo>
                  <a:lnTo>
                    <a:pt x="15028" y="5226"/>
                  </a:lnTo>
                  <a:lnTo>
                    <a:pt x="15083" y="5226"/>
                  </a:lnTo>
                  <a:lnTo>
                    <a:pt x="15128" y="5217"/>
                  </a:lnTo>
                  <a:lnTo>
                    <a:pt x="15174" y="5189"/>
                  </a:lnTo>
                  <a:lnTo>
                    <a:pt x="15210" y="5153"/>
                  </a:lnTo>
                  <a:lnTo>
                    <a:pt x="16031" y="4004"/>
                  </a:lnTo>
                  <a:lnTo>
                    <a:pt x="20463" y="4004"/>
                  </a:lnTo>
                  <a:lnTo>
                    <a:pt x="20490" y="3995"/>
                  </a:lnTo>
                  <a:lnTo>
                    <a:pt x="20545" y="3968"/>
                  </a:lnTo>
                  <a:lnTo>
                    <a:pt x="20590" y="3913"/>
                  </a:lnTo>
                  <a:lnTo>
                    <a:pt x="20609" y="3885"/>
                  </a:lnTo>
                  <a:lnTo>
                    <a:pt x="20618" y="3858"/>
                  </a:lnTo>
                  <a:lnTo>
                    <a:pt x="21229" y="1460"/>
                  </a:lnTo>
                  <a:lnTo>
                    <a:pt x="22141" y="6074"/>
                  </a:lnTo>
                  <a:lnTo>
                    <a:pt x="22150" y="6110"/>
                  </a:lnTo>
                  <a:lnTo>
                    <a:pt x="22168" y="6138"/>
                  </a:lnTo>
                  <a:lnTo>
                    <a:pt x="22204" y="6183"/>
                  </a:lnTo>
                  <a:lnTo>
                    <a:pt x="22259" y="6220"/>
                  </a:lnTo>
                  <a:lnTo>
                    <a:pt x="22296" y="6229"/>
                  </a:lnTo>
                  <a:lnTo>
                    <a:pt x="22323" y="6238"/>
                  </a:lnTo>
                  <a:lnTo>
                    <a:pt x="22359" y="6229"/>
                  </a:lnTo>
                  <a:lnTo>
                    <a:pt x="22396" y="6229"/>
                  </a:lnTo>
                  <a:lnTo>
                    <a:pt x="22423" y="6211"/>
                  </a:lnTo>
                  <a:lnTo>
                    <a:pt x="22451" y="6202"/>
                  </a:lnTo>
                  <a:lnTo>
                    <a:pt x="22496" y="6156"/>
                  </a:lnTo>
                  <a:lnTo>
                    <a:pt x="22524" y="6092"/>
                  </a:lnTo>
                  <a:lnTo>
                    <a:pt x="23691" y="2062"/>
                  </a:lnTo>
                  <a:lnTo>
                    <a:pt x="24356" y="4834"/>
                  </a:lnTo>
                  <a:lnTo>
                    <a:pt x="24375" y="4898"/>
                  </a:lnTo>
                  <a:lnTo>
                    <a:pt x="24411" y="4943"/>
                  </a:lnTo>
                  <a:lnTo>
                    <a:pt x="24466" y="4971"/>
                  </a:lnTo>
                  <a:lnTo>
                    <a:pt x="24530" y="4989"/>
                  </a:lnTo>
                  <a:lnTo>
                    <a:pt x="24584" y="4980"/>
                  </a:lnTo>
                  <a:lnTo>
                    <a:pt x="24639" y="4961"/>
                  </a:lnTo>
                  <a:lnTo>
                    <a:pt x="24685" y="4925"/>
                  </a:lnTo>
                  <a:lnTo>
                    <a:pt x="24721" y="4870"/>
                  </a:lnTo>
                  <a:lnTo>
                    <a:pt x="25606" y="2928"/>
                  </a:lnTo>
                  <a:lnTo>
                    <a:pt x="26527" y="5955"/>
                  </a:lnTo>
                  <a:lnTo>
                    <a:pt x="26554" y="6010"/>
                  </a:lnTo>
                  <a:lnTo>
                    <a:pt x="26600" y="6056"/>
                  </a:lnTo>
                  <a:lnTo>
                    <a:pt x="26654" y="6083"/>
                  </a:lnTo>
                  <a:lnTo>
                    <a:pt x="26718" y="6092"/>
                  </a:lnTo>
                  <a:lnTo>
                    <a:pt x="26782" y="6083"/>
                  </a:lnTo>
                  <a:lnTo>
                    <a:pt x="26837" y="6056"/>
                  </a:lnTo>
                  <a:lnTo>
                    <a:pt x="26873" y="6010"/>
                  </a:lnTo>
                  <a:lnTo>
                    <a:pt x="26900" y="5955"/>
                  </a:lnTo>
                  <a:lnTo>
                    <a:pt x="27894" y="2974"/>
                  </a:lnTo>
                  <a:lnTo>
                    <a:pt x="28761" y="4989"/>
                  </a:lnTo>
                  <a:lnTo>
                    <a:pt x="28788" y="5034"/>
                  </a:lnTo>
                  <a:lnTo>
                    <a:pt x="28834" y="5071"/>
                  </a:lnTo>
                  <a:lnTo>
                    <a:pt x="28888" y="5089"/>
                  </a:lnTo>
                  <a:lnTo>
                    <a:pt x="28943" y="5107"/>
                  </a:lnTo>
                  <a:lnTo>
                    <a:pt x="28998" y="5089"/>
                  </a:lnTo>
                  <a:lnTo>
                    <a:pt x="29052" y="5071"/>
                  </a:lnTo>
                  <a:lnTo>
                    <a:pt x="29098" y="5025"/>
                  </a:lnTo>
                  <a:lnTo>
                    <a:pt x="29125" y="4980"/>
                  </a:lnTo>
                  <a:lnTo>
                    <a:pt x="29828" y="3138"/>
                  </a:lnTo>
                  <a:lnTo>
                    <a:pt x="30776" y="5919"/>
                  </a:lnTo>
                  <a:lnTo>
                    <a:pt x="30812" y="5964"/>
                  </a:lnTo>
                  <a:lnTo>
                    <a:pt x="30849" y="6010"/>
                  </a:lnTo>
                  <a:lnTo>
                    <a:pt x="30904" y="6037"/>
                  </a:lnTo>
                  <a:lnTo>
                    <a:pt x="30967" y="6047"/>
                  </a:lnTo>
                  <a:lnTo>
                    <a:pt x="31031" y="6037"/>
                  </a:lnTo>
                  <a:lnTo>
                    <a:pt x="31086" y="6010"/>
                  </a:lnTo>
                  <a:lnTo>
                    <a:pt x="31132" y="5964"/>
                  </a:lnTo>
                  <a:lnTo>
                    <a:pt x="31159" y="5901"/>
                  </a:lnTo>
                  <a:lnTo>
                    <a:pt x="31688" y="4004"/>
                  </a:lnTo>
                  <a:lnTo>
                    <a:pt x="32600" y="4004"/>
                  </a:lnTo>
                  <a:lnTo>
                    <a:pt x="32645" y="3995"/>
                  </a:lnTo>
                  <a:lnTo>
                    <a:pt x="32645" y="3621"/>
                  </a:lnTo>
                  <a:lnTo>
                    <a:pt x="32600" y="3612"/>
                  </a:lnTo>
                  <a:lnTo>
                    <a:pt x="31542" y="3612"/>
                  </a:lnTo>
                  <a:lnTo>
                    <a:pt x="31478" y="3621"/>
                  </a:lnTo>
                  <a:lnTo>
                    <a:pt x="31423" y="3648"/>
                  </a:lnTo>
                  <a:lnTo>
                    <a:pt x="31378" y="3694"/>
                  </a:lnTo>
                  <a:lnTo>
                    <a:pt x="31350" y="3758"/>
                  </a:lnTo>
                  <a:lnTo>
                    <a:pt x="30949" y="5189"/>
                  </a:lnTo>
                  <a:lnTo>
                    <a:pt x="30019" y="2490"/>
                  </a:lnTo>
                  <a:lnTo>
                    <a:pt x="29992" y="2436"/>
                  </a:lnTo>
                  <a:lnTo>
                    <a:pt x="29955" y="2399"/>
                  </a:lnTo>
                  <a:lnTo>
                    <a:pt x="29901" y="2372"/>
                  </a:lnTo>
                  <a:lnTo>
                    <a:pt x="29837" y="2363"/>
                  </a:lnTo>
                  <a:lnTo>
                    <a:pt x="29782" y="2372"/>
                  </a:lnTo>
                  <a:lnTo>
                    <a:pt x="29736" y="2399"/>
                  </a:lnTo>
                  <a:lnTo>
                    <a:pt x="29682" y="2436"/>
                  </a:lnTo>
                  <a:lnTo>
                    <a:pt x="29663" y="2463"/>
                  </a:lnTo>
                  <a:lnTo>
                    <a:pt x="29654" y="2490"/>
                  </a:lnTo>
                  <a:lnTo>
                    <a:pt x="28934" y="4387"/>
                  </a:lnTo>
                  <a:lnTo>
                    <a:pt x="28059" y="2335"/>
                  </a:lnTo>
                  <a:lnTo>
                    <a:pt x="28022" y="2290"/>
                  </a:lnTo>
                  <a:lnTo>
                    <a:pt x="27976" y="2253"/>
                  </a:lnTo>
                  <a:lnTo>
                    <a:pt x="27922" y="2226"/>
                  </a:lnTo>
                  <a:lnTo>
                    <a:pt x="27867" y="2217"/>
                  </a:lnTo>
                  <a:lnTo>
                    <a:pt x="27803" y="2235"/>
                  </a:lnTo>
                  <a:lnTo>
                    <a:pt x="27758" y="2262"/>
                  </a:lnTo>
                  <a:lnTo>
                    <a:pt x="27712" y="2299"/>
                  </a:lnTo>
                  <a:lnTo>
                    <a:pt x="27685" y="2354"/>
                  </a:lnTo>
                  <a:lnTo>
                    <a:pt x="26727" y="5253"/>
                  </a:lnTo>
                  <a:lnTo>
                    <a:pt x="25834" y="2317"/>
                  </a:lnTo>
                  <a:lnTo>
                    <a:pt x="25806" y="2262"/>
                  </a:lnTo>
                  <a:lnTo>
                    <a:pt x="25761" y="2217"/>
                  </a:lnTo>
                  <a:lnTo>
                    <a:pt x="25715" y="2189"/>
                  </a:lnTo>
                  <a:lnTo>
                    <a:pt x="25651" y="2171"/>
                  </a:lnTo>
                  <a:lnTo>
                    <a:pt x="25597" y="2180"/>
                  </a:lnTo>
                  <a:lnTo>
                    <a:pt x="25542" y="2199"/>
                  </a:lnTo>
                  <a:lnTo>
                    <a:pt x="25496" y="2235"/>
                  </a:lnTo>
                  <a:lnTo>
                    <a:pt x="25460" y="2290"/>
                  </a:lnTo>
                  <a:lnTo>
                    <a:pt x="24603" y="4186"/>
                  </a:lnTo>
                  <a:lnTo>
                    <a:pt x="23900" y="1250"/>
                  </a:lnTo>
                  <a:lnTo>
                    <a:pt x="23882" y="1223"/>
                  </a:lnTo>
                  <a:lnTo>
                    <a:pt x="23873" y="1186"/>
                  </a:lnTo>
                  <a:lnTo>
                    <a:pt x="23828" y="1141"/>
                  </a:lnTo>
                  <a:lnTo>
                    <a:pt x="23773" y="1113"/>
                  </a:lnTo>
                  <a:lnTo>
                    <a:pt x="23745" y="1104"/>
                  </a:lnTo>
                  <a:lnTo>
                    <a:pt x="23709" y="1095"/>
                  </a:lnTo>
                  <a:lnTo>
                    <a:pt x="23645" y="1113"/>
                  </a:lnTo>
                  <a:lnTo>
                    <a:pt x="23590" y="1141"/>
                  </a:lnTo>
                  <a:lnTo>
                    <a:pt x="23545" y="1186"/>
                  </a:lnTo>
                  <a:lnTo>
                    <a:pt x="23517" y="1241"/>
                  </a:lnTo>
                  <a:lnTo>
                    <a:pt x="22369" y="5208"/>
                  </a:lnTo>
                  <a:lnTo>
                    <a:pt x="21448" y="530"/>
                  </a:lnTo>
                  <a:lnTo>
                    <a:pt x="21438" y="502"/>
                  </a:lnTo>
                  <a:lnTo>
                    <a:pt x="21429" y="475"/>
                  </a:lnTo>
                  <a:lnTo>
                    <a:pt x="21411" y="448"/>
                  </a:lnTo>
                  <a:lnTo>
                    <a:pt x="21384" y="420"/>
                  </a:lnTo>
                  <a:lnTo>
                    <a:pt x="21329" y="393"/>
                  </a:lnTo>
                  <a:lnTo>
                    <a:pt x="21302" y="375"/>
                  </a:lnTo>
                  <a:lnTo>
                    <a:pt x="21229" y="375"/>
                  </a:lnTo>
                  <a:lnTo>
                    <a:pt x="21192" y="384"/>
                  </a:lnTo>
                  <a:lnTo>
                    <a:pt x="21165" y="393"/>
                  </a:lnTo>
                  <a:lnTo>
                    <a:pt x="21138" y="411"/>
                  </a:lnTo>
                  <a:lnTo>
                    <a:pt x="21092" y="466"/>
                  </a:lnTo>
                  <a:lnTo>
                    <a:pt x="21065" y="521"/>
                  </a:lnTo>
                  <a:lnTo>
                    <a:pt x="20271" y="3612"/>
                  </a:lnTo>
                  <a:lnTo>
                    <a:pt x="15931" y="3612"/>
                  </a:lnTo>
                  <a:lnTo>
                    <a:pt x="15885" y="3621"/>
                  </a:lnTo>
                  <a:lnTo>
                    <a:pt x="15849" y="3630"/>
                  </a:lnTo>
                  <a:lnTo>
                    <a:pt x="15803" y="3657"/>
                  </a:lnTo>
                  <a:lnTo>
                    <a:pt x="15776" y="3694"/>
                  </a:lnTo>
                  <a:lnTo>
                    <a:pt x="15092" y="4642"/>
                  </a:lnTo>
                  <a:lnTo>
                    <a:pt x="14125" y="2390"/>
                  </a:lnTo>
                  <a:lnTo>
                    <a:pt x="14098" y="2335"/>
                  </a:lnTo>
                  <a:lnTo>
                    <a:pt x="14052" y="2299"/>
                  </a:lnTo>
                  <a:lnTo>
                    <a:pt x="14007" y="2281"/>
                  </a:lnTo>
                  <a:lnTo>
                    <a:pt x="13943" y="2271"/>
                  </a:lnTo>
                  <a:lnTo>
                    <a:pt x="13879" y="2271"/>
                  </a:lnTo>
                  <a:lnTo>
                    <a:pt x="13852" y="2281"/>
                  </a:lnTo>
                  <a:lnTo>
                    <a:pt x="13834" y="2299"/>
                  </a:lnTo>
                  <a:lnTo>
                    <a:pt x="13788" y="2335"/>
                  </a:lnTo>
                  <a:lnTo>
                    <a:pt x="13761" y="2390"/>
                  </a:lnTo>
                  <a:lnTo>
                    <a:pt x="12520" y="5372"/>
                  </a:lnTo>
                  <a:lnTo>
                    <a:pt x="11417" y="1888"/>
                  </a:lnTo>
                  <a:lnTo>
                    <a:pt x="11390" y="1834"/>
                  </a:lnTo>
                  <a:lnTo>
                    <a:pt x="11344" y="1788"/>
                  </a:lnTo>
                  <a:lnTo>
                    <a:pt x="11289" y="1761"/>
                  </a:lnTo>
                  <a:lnTo>
                    <a:pt x="11262" y="1752"/>
                  </a:lnTo>
                  <a:lnTo>
                    <a:pt x="11226" y="1752"/>
                  </a:lnTo>
                  <a:lnTo>
                    <a:pt x="11162" y="1761"/>
                  </a:lnTo>
                  <a:lnTo>
                    <a:pt x="11107" y="1797"/>
                  </a:lnTo>
                  <a:lnTo>
                    <a:pt x="11071" y="1834"/>
                  </a:lnTo>
                  <a:lnTo>
                    <a:pt x="11043" y="1898"/>
                  </a:lnTo>
                  <a:lnTo>
                    <a:pt x="9721" y="6338"/>
                  </a:lnTo>
                  <a:lnTo>
                    <a:pt x="8399" y="156"/>
                  </a:lnTo>
                  <a:lnTo>
                    <a:pt x="8371" y="101"/>
                  </a:lnTo>
                  <a:lnTo>
                    <a:pt x="8335" y="56"/>
                  </a:lnTo>
                  <a:lnTo>
                    <a:pt x="8289" y="19"/>
                  </a:lnTo>
                  <a:lnTo>
                    <a:pt x="82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/>
            <p:cNvSpPr/>
            <p:nvPr/>
          </p:nvSpPr>
          <p:spPr>
            <a:xfrm>
              <a:off x="2836179" y="2499440"/>
              <a:ext cx="2496766" cy="299955"/>
            </a:xfrm>
            <a:custGeom>
              <a:avLst/>
              <a:gdLst/>
              <a:ahLst/>
              <a:cxnLst/>
              <a:rect l="l" t="t" r="r" b="b"/>
              <a:pathLst>
                <a:path w="32646" h="3922" extrusionOk="0">
                  <a:moveTo>
                    <a:pt x="13742" y="0"/>
                  </a:moveTo>
                  <a:lnTo>
                    <a:pt x="13040" y="2344"/>
                  </a:lnTo>
                  <a:lnTo>
                    <a:pt x="12302" y="939"/>
                  </a:lnTo>
                  <a:lnTo>
                    <a:pt x="11563" y="2699"/>
                  </a:lnTo>
                  <a:lnTo>
                    <a:pt x="10833" y="27"/>
                  </a:lnTo>
                  <a:lnTo>
                    <a:pt x="9703" y="2453"/>
                  </a:lnTo>
                  <a:lnTo>
                    <a:pt x="8554" y="620"/>
                  </a:lnTo>
                  <a:lnTo>
                    <a:pt x="7615" y="1687"/>
                  </a:lnTo>
                  <a:lnTo>
                    <a:pt x="6511" y="876"/>
                  </a:lnTo>
                  <a:lnTo>
                    <a:pt x="6393" y="1040"/>
                  </a:lnTo>
                  <a:lnTo>
                    <a:pt x="5864" y="1769"/>
                  </a:lnTo>
                  <a:lnTo>
                    <a:pt x="5454" y="2316"/>
                  </a:lnTo>
                  <a:lnTo>
                    <a:pt x="4378" y="648"/>
                  </a:lnTo>
                  <a:lnTo>
                    <a:pt x="3438" y="1979"/>
                  </a:lnTo>
                  <a:lnTo>
                    <a:pt x="2344" y="638"/>
                  </a:lnTo>
                  <a:lnTo>
                    <a:pt x="1533" y="2298"/>
                  </a:lnTo>
                  <a:lnTo>
                    <a:pt x="821" y="520"/>
                  </a:lnTo>
                  <a:lnTo>
                    <a:pt x="101" y="1979"/>
                  </a:lnTo>
                  <a:lnTo>
                    <a:pt x="1" y="1860"/>
                  </a:lnTo>
                  <a:lnTo>
                    <a:pt x="1" y="2490"/>
                  </a:lnTo>
                  <a:lnTo>
                    <a:pt x="183" y="2717"/>
                  </a:lnTo>
                  <a:lnTo>
                    <a:pt x="785" y="1496"/>
                  </a:lnTo>
                  <a:lnTo>
                    <a:pt x="1505" y="3283"/>
                  </a:lnTo>
                  <a:lnTo>
                    <a:pt x="2426" y="1377"/>
                  </a:lnTo>
                  <a:lnTo>
                    <a:pt x="3466" y="2635"/>
                  </a:lnTo>
                  <a:lnTo>
                    <a:pt x="4368" y="1359"/>
                  </a:lnTo>
                  <a:lnTo>
                    <a:pt x="5371" y="2918"/>
                  </a:lnTo>
                  <a:lnTo>
                    <a:pt x="5536" y="2818"/>
                  </a:lnTo>
                  <a:lnTo>
                    <a:pt x="5554" y="2809"/>
                  </a:lnTo>
                  <a:lnTo>
                    <a:pt x="5590" y="2772"/>
                  </a:lnTo>
                  <a:lnTo>
                    <a:pt x="5645" y="2717"/>
                  </a:lnTo>
                  <a:lnTo>
                    <a:pt x="5727" y="2608"/>
                  </a:lnTo>
                  <a:lnTo>
                    <a:pt x="6046" y="2198"/>
                  </a:lnTo>
                  <a:lnTo>
                    <a:pt x="6602" y="1432"/>
                  </a:lnTo>
                  <a:lnTo>
                    <a:pt x="7678" y="2225"/>
                  </a:lnTo>
                  <a:lnTo>
                    <a:pt x="8499" y="1286"/>
                  </a:lnTo>
                  <a:lnTo>
                    <a:pt x="9757" y="3283"/>
                  </a:lnTo>
                  <a:lnTo>
                    <a:pt x="10733" y="1186"/>
                  </a:lnTo>
                  <a:lnTo>
                    <a:pt x="11481" y="3921"/>
                  </a:lnTo>
                  <a:lnTo>
                    <a:pt x="12347" y="1879"/>
                  </a:lnTo>
                  <a:lnTo>
                    <a:pt x="13150" y="3392"/>
                  </a:lnTo>
                  <a:lnTo>
                    <a:pt x="13660" y="1669"/>
                  </a:lnTo>
                  <a:lnTo>
                    <a:pt x="14034" y="3575"/>
                  </a:lnTo>
                  <a:lnTo>
                    <a:pt x="15283" y="1249"/>
                  </a:lnTo>
                  <a:lnTo>
                    <a:pt x="16305" y="3055"/>
                  </a:lnTo>
                  <a:lnTo>
                    <a:pt x="17271" y="1541"/>
                  </a:lnTo>
                  <a:lnTo>
                    <a:pt x="18265" y="2891"/>
                  </a:lnTo>
                  <a:lnTo>
                    <a:pt x="19715" y="1404"/>
                  </a:lnTo>
                  <a:lnTo>
                    <a:pt x="20563" y="2544"/>
                  </a:lnTo>
                  <a:lnTo>
                    <a:pt x="21694" y="1477"/>
                  </a:lnTo>
                  <a:lnTo>
                    <a:pt x="22615" y="2216"/>
                  </a:lnTo>
                  <a:lnTo>
                    <a:pt x="23435" y="1559"/>
                  </a:lnTo>
                  <a:lnTo>
                    <a:pt x="24721" y="2918"/>
                  </a:lnTo>
                  <a:lnTo>
                    <a:pt x="25934" y="1377"/>
                  </a:lnTo>
                  <a:lnTo>
                    <a:pt x="26992" y="2964"/>
                  </a:lnTo>
                  <a:lnTo>
                    <a:pt x="27876" y="1468"/>
                  </a:lnTo>
                  <a:lnTo>
                    <a:pt x="28742" y="2462"/>
                  </a:lnTo>
                  <a:lnTo>
                    <a:pt x="29372" y="1404"/>
                  </a:lnTo>
                  <a:lnTo>
                    <a:pt x="30083" y="2262"/>
                  </a:lnTo>
                  <a:lnTo>
                    <a:pt x="30794" y="1486"/>
                  </a:lnTo>
                  <a:lnTo>
                    <a:pt x="31369" y="2763"/>
                  </a:lnTo>
                  <a:lnTo>
                    <a:pt x="32244" y="1423"/>
                  </a:lnTo>
                  <a:lnTo>
                    <a:pt x="32645" y="1824"/>
                  </a:lnTo>
                  <a:lnTo>
                    <a:pt x="32645" y="1258"/>
                  </a:lnTo>
                  <a:lnTo>
                    <a:pt x="32189" y="793"/>
                  </a:lnTo>
                  <a:lnTo>
                    <a:pt x="31442" y="1933"/>
                  </a:lnTo>
                  <a:lnTo>
                    <a:pt x="30922" y="766"/>
                  </a:lnTo>
                  <a:lnTo>
                    <a:pt x="30101" y="1660"/>
                  </a:lnTo>
                  <a:lnTo>
                    <a:pt x="29308" y="711"/>
                  </a:lnTo>
                  <a:lnTo>
                    <a:pt x="28679" y="1787"/>
                  </a:lnTo>
                  <a:lnTo>
                    <a:pt x="27812" y="784"/>
                  </a:lnTo>
                  <a:lnTo>
                    <a:pt x="26973" y="2207"/>
                  </a:lnTo>
                  <a:lnTo>
                    <a:pt x="25970" y="693"/>
                  </a:lnTo>
                  <a:lnTo>
                    <a:pt x="24694" y="2307"/>
                  </a:lnTo>
                  <a:lnTo>
                    <a:pt x="23472" y="1021"/>
                  </a:lnTo>
                  <a:lnTo>
                    <a:pt x="22615" y="1705"/>
                  </a:lnTo>
                  <a:lnTo>
                    <a:pt x="21676" y="948"/>
                  </a:lnTo>
                  <a:lnTo>
                    <a:pt x="20618" y="1952"/>
                  </a:lnTo>
                  <a:lnTo>
                    <a:pt x="19751" y="793"/>
                  </a:lnTo>
                  <a:lnTo>
                    <a:pt x="18311" y="2280"/>
                  </a:lnTo>
                  <a:lnTo>
                    <a:pt x="17253" y="830"/>
                  </a:lnTo>
                  <a:lnTo>
                    <a:pt x="16332" y="2289"/>
                  </a:lnTo>
                  <a:lnTo>
                    <a:pt x="15274" y="420"/>
                  </a:lnTo>
                  <a:lnTo>
                    <a:pt x="14207" y="2398"/>
                  </a:lnTo>
                  <a:lnTo>
                    <a:pt x="13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3"/>
            <p:cNvSpPr/>
            <p:nvPr/>
          </p:nvSpPr>
          <p:spPr>
            <a:xfrm>
              <a:off x="2261514" y="2832739"/>
              <a:ext cx="1007165" cy="1058024"/>
            </a:xfrm>
            <a:custGeom>
              <a:avLst/>
              <a:gdLst/>
              <a:ahLst/>
              <a:cxnLst/>
              <a:rect l="l" t="t" r="r" b="b"/>
              <a:pathLst>
                <a:path w="13169" h="13834" extrusionOk="0">
                  <a:moveTo>
                    <a:pt x="6639" y="1"/>
                  </a:moveTo>
                  <a:lnTo>
                    <a:pt x="6037" y="10"/>
                  </a:lnTo>
                  <a:lnTo>
                    <a:pt x="5436" y="28"/>
                  </a:lnTo>
                  <a:lnTo>
                    <a:pt x="4852" y="46"/>
                  </a:lnTo>
                  <a:lnTo>
                    <a:pt x="4277" y="83"/>
                  </a:lnTo>
                  <a:lnTo>
                    <a:pt x="3730" y="138"/>
                  </a:lnTo>
                  <a:lnTo>
                    <a:pt x="3201" y="201"/>
                  </a:lnTo>
                  <a:lnTo>
                    <a:pt x="2709" y="283"/>
                  </a:lnTo>
                  <a:lnTo>
                    <a:pt x="2481" y="329"/>
                  </a:lnTo>
                  <a:lnTo>
                    <a:pt x="2253" y="375"/>
                  </a:lnTo>
                  <a:lnTo>
                    <a:pt x="2043" y="429"/>
                  </a:lnTo>
                  <a:lnTo>
                    <a:pt x="1834" y="493"/>
                  </a:lnTo>
                  <a:lnTo>
                    <a:pt x="1642" y="557"/>
                  </a:lnTo>
                  <a:lnTo>
                    <a:pt x="1469" y="621"/>
                  </a:lnTo>
                  <a:lnTo>
                    <a:pt x="1296" y="694"/>
                  </a:lnTo>
                  <a:lnTo>
                    <a:pt x="1150" y="767"/>
                  </a:lnTo>
                  <a:lnTo>
                    <a:pt x="1004" y="858"/>
                  </a:lnTo>
                  <a:lnTo>
                    <a:pt x="885" y="940"/>
                  </a:lnTo>
                  <a:lnTo>
                    <a:pt x="776" y="1031"/>
                  </a:lnTo>
                  <a:lnTo>
                    <a:pt x="676" y="1132"/>
                  </a:lnTo>
                  <a:lnTo>
                    <a:pt x="603" y="1241"/>
                  </a:lnTo>
                  <a:lnTo>
                    <a:pt x="539" y="1350"/>
                  </a:lnTo>
                  <a:lnTo>
                    <a:pt x="493" y="1460"/>
                  </a:lnTo>
                  <a:lnTo>
                    <a:pt x="466" y="1587"/>
                  </a:lnTo>
                  <a:lnTo>
                    <a:pt x="466" y="1715"/>
                  </a:lnTo>
                  <a:lnTo>
                    <a:pt x="475" y="1852"/>
                  </a:lnTo>
                  <a:lnTo>
                    <a:pt x="521" y="2153"/>
                  </a:lnTo>
                  <a:lnTo>
                    <a:pt x="557" y="2481"/>
                  </a:lnTo>
                  <a:lnTo>
                    <a:pt x="584" y="2846"/>
                  </a:lnTo>
                  <a:lnTo>
                    <a:pt x="603" y="3238"/>
                  </a:lnTo>
                  <a:lnTo>
                    <a:pt x="612" y="3648"/>
                  </a:lnTo>
                  <a:lnTo>
                    <a:pt x="621" y="4086"/>
                  </a:lnTo>
                  <a:lnTo>
                    <a:pt x="621" y="4542"/>
                  </a:lnTo>
                  <a:lnTo>
                    <a:pt x="621" y="5007"/>
                  </a:lnTo>
                  <a:lnTo>
                    <a:pt x="594" y="5983"/>
                  </a:lnTo>
                  <a:lnTo>
                    <a:pt x="548" y="6977"/>
                  </a:lnTo>
                  <a:lnTo>
                    <a:pt x="493" y="7989"/>
                  </a:lnTo>
                  <a:lnTo>
                    <a:pt x="429" y="8983"/>
                  </a:lnTo>
                  <a:lnTo>
                    <a:pt x="356" y="9949"/>
                  </a:lnTo>
                  <a:lnTo>
                    <a:pt x="284" y="10852"/>
                  </a:lnTo>
                  <a:lnTo>
                    <a:pt x="147" y="12393"/>
                  </a:lnTo>
                  <a:lnTo>
                    <a:pt x="46" y="13451"/>
                  </a:lnTo>
                  <a:lnTo>
                    <a:pt x="1" y="13834"/>
                  </a:lnTo>
                  <a:lnTo>
                    <a:pt x="12895" y="13834"/>
                  </a:lnTo>
                  <a:lnTo>
                    <a:pt x="12758" y="13241"/>
                  </a:lnTo>
                  <a:lnTo>
                    <a:pt x="12621" y="12557"/>
                  </a:lnTo>
                  <a:lnTo>
                    <a:pt x="12448" y="11700"/>
                  </a:lnTo>
                  <a:lnTo>
                    <a:pt x="12265" y="10697"/>
                  </a:lnTo>
                  <a:lnTo>
                    <a:pt x="12174" y="10159"/>
                  </a:lnTo>
                  <a:lnTo>
                    <a:pt x="12083" y="9612"/>
                  </a:lnTo>
                  <a:lnTo>
                    <a:pt x="12001" y="9046"/>
                  </a:lnTo>
                  <a:lnTo>
                    <a:pt x="11928" y="8481"/>
                  </a:lnTo>
                  <a:lnTo>
                    <a:pt x="11855" y="7916"/>
                  </a:lnTo>
                  <a:lnTo>
                    <a:pt x="11800" y="7359"/>
                  </a:lnTo>
                  <a:lnTo>
                    <a:pt x="11791" y="7159"/>
                  </a:lnTo>
                  <a:lnTo>
                    <a:pt x="11791" y="6931"/>
                  </a:lnTo>
                  <a:lnTo>
                    <a:pt x="11791" y="6703"/>
                  </a:lnTo>
                  <a:lnTo>
                    <a:pt x="11809" y="6457"/>
                  </a:lnTo>
                  <a:lnTo>
                    <a:pt x="11828" y="6201"/>
                  </a:lnTo>
                  <a:lnTo>
                    <a:pt x="11855" y="5928"/>
                  </a:lnTo>
                  <a:lnTo>
                    <a:pt x="11937" y="5381"/>
                  </a:lnTo>
                  <a:lnTo>
                    <a:pt x="12037" y="4806"/>
                  </a:lnTo>
                  <a:lnTo>
                    <a:pt x="12156" y="4223"/>
                  </a:lnTo>
                  <a:lnTo>
                    <a:pt x="12284" y="3639"/>
                  </a:lnTo>
                  <a:lnTo>
                    <a:pt x="12411" y="3065"/>
                  </a:lnTo>
                  <a:lnTo>
                    <a:pt x="12548" y="2527"/>
                  </a:lnTo>
                  <a:lnTo>
                    <a:pt x="12685" y="2016"/>
                  </a:lnTo>
                  <a:lnTo>
                    <a:pt x="12931" y="1159"/>
                  </a:lnTo>
                  <a:lnTo>
                    <a:pt x="13104" y="575"/>
                  </a:lnTo>
                  <a:lnTo>
                    <a:pt x="13168" y="356"/>
                  </a:lnTo>
                  <a:lnTo>
                    <a:pt x="12603" y="302"/>
                  </a:lnTo>
                  <a:lnTo>
                    <a:pt x="11955" y="247"/>
                  </a:lnTo>
                  <a:lnTo>
                    <a:pt x="11116" y="174"/>
                  </a:lnTo>
                  <a:lnTo>
                    <a:pt x="10122" y="110"/>
                  </a:lnTo>
                  <a:lnTo>
                    <a:pt x="9019" y="56"/>
                  </a:lnTo>
                  <a:lnTo>
                    <a:pt x="8445" y="37"/>
                  </a:lnTo>
                  <a:lnTo>
                    <a:pt x="7843" y="19"/>
                  </a:lnTo>
                  <a:lnTo>
                    <a:pt x="7241" y="10"/>
                  </a:lnTo>
                  <a:lnTo>
                    <a:pt x="66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3"/>
            <p:cNvSpPr/>
            <p:nvPr/>
          </p:nvSpPr>
          <p:spPr>
            <a:xfrm>
              <a:off x="1833383" y="1453351"/>
              <a:ext cx="1692579" cy="1693344"/>
            </a:xfrm>
            <a:custGeom>
              <a:avLst/>
              <a:gdLst/>
              <a:ahLst/>
              <a:cxnLst/>
              <a:rect l="l" t="t" r="r" b="b"/>
              <a:pathLst>
                <a:path w="22131" h="22141" extrusionOk="0">
                  <a:moveTo>
                    <a:pt x="11061" y="0"/>
                  </a:moveTo>
                  <a:lnTo>
                    <a:pt x="10778" y="9"/>
                  </a:lnTo>
                  <a:lnTo>
                    <a:pt x="10496" y="19"/>
                  </a:lnTo>
                  <a:lnTo>
                    <a:pt x="10213" y="37"/>
                  </a:lnTo>
                  <a:lnTo>
                    <a:pt x="9930" y="64"/>
                  </a:lnTo>
                  <a:lnTo>
                    <a:pt x="9657" y="91"/>
                  </a:lnTo>
                  <a:lnTo>
                    <a:pt x="9374" y="128"/>
                  </a:lnTo>
                  <a:lnTo>
                    <a:pt x="9100" y="174"/>
                  </a:lnTo>
                  <a:lnTo>
                    <a:pt x="8836" y="228"/>
                  </a:lnTo>
                  <a:lnTo>
                    <a:pt x="8562" y="283"/>
                  </a:lnTo>
                  <a:lnTo>
                    <a:pt x="8298" y="356"/>
                  </a:lnTo>
                  <a:lnTo>
                    <a:pt x="8034" y="420"/>
                  </a:lnTo>
                  <a:lnTo>
                    <a:pt x="7769" y="502"/>
                  </a:lnTo>
                  <a:lnTo>
                    <a:pt x="7514" y="584"/>
                  </a:lnTo>
                  <a:lnTo>
                    <a:pt x="7258" y="675"/>
                  </a:lnTo>
                  <a:lnTo>
                    <a:pt x="7003" y="775"/>
                  </a:lnTo>
                  <a:lnTo>
                    <a:pt x="6757" y="876"/>
                  </a:lnTo>
                  <a:lnTo>
                    <a:pt x="6511" y="985"/>
                  </a:lnTo>
                  <a:lnTo>
                    <a:pt x="6264" y="1095"/>
                  </a:lnTo>
                  <a:lnTo>
                    <a:pt x="6027" y="1213"/>
                  </a:lnTo>
                  <a:lnTo>
                    <a:pt x="5790" y="1341"/>
                  </a:lnTo>
                  <a:lnTo>
                    <a:pt x="5553" y="1468"/>
                  </a:lnTo>
                  <a:lnTo>
                    <a:pt x="5325" y="1605"/>
                  </a:lnTo>
                  <a:lnTo>
                    <a:pt x="5097" y="1751"/>
                  </a:lnTo>
                  <a:lnTo>
                    <a:pt x="4878" y="1897"/>
                  </a:lnTo>
                  <a:lnTo>
                    <a:pt x="4660" y="2043"/>
                  </a:lnTo>
                  <a:lnTo>
                    <a:pt x="4441" y="2198"/>
                  </a:lnTo>
                  <a:lnTo>
                    <a:pt x="4231" y="2362"/>
                  </a:lnTo>
                  <a:lnTo>
                    <a:pt x="4021" y="2526"/>
                  </a:lnTo>
                  <a:lnTo>
                    <a:pt x="3821" y="2699"/>
                  </a:lnTo>
                  <a:lnTo>
                    <a:pt x="3620" y="2882"/>
                  </a:lnTo>
                  <a:lnTo>
                    <a:pt x="3429" y="3055"/>
                  </a:lnTo>
                  <a:lnTo>
                    <a:pt x="3237" y="3246"/>
                  </a:lnTo>
                  <a:lnTo>
                    <a:pt x="3055" y="3438"/>
                  </a:lnTo>
                  <a:lnTo>
                    <a:pt x="2872" y="3629"/>
                  </a:lnTo>
                  <a:lnTo>
                    <a:pt x="2699" y="3830"/>
                  </a:lnTo>
                  <a:lnTo>
                    <a:pt x="2526" y="4031"/>
                  </a:lnTo>
                  <a:lnTo>
                    <a:pt x="2353" y="4240"/>
                  </a:lnTo>
                  <a:lnTo>
                    <a:pt x="2198" y="4450"/>
                  </a:lnTo>
                  <a:lnTo>
                    <a:pt x="2043" y="4660"/>
                  </a:lnTo>
                  <a:lnTo>
                    <a:pt x="1888" y="4879"/>
                  </a:lnTo>
                  <a:lnTo>
                    <a:pt x="1742" y="5107"/>
                  </a:lnTo>
                  <a:lnTo>
                    <a:pt x="1596" y="5335"/>
                  </a:lnTo>
                  <a:lnTo>
                    <a:pt x="1459" y="5563"/>
                  </a:lnTo>
                  <a:lnTo>
                    <a:pt x="1331" y="5800"/>
                  </a:lnTo>
                  <a:lnTo>
                    <a:pt x="1204" y="6028"/>
                  </a:lnTo>
                  <a:lnTo>
                    <a:pt x="1085" y="6274"/>
                  </a:lnTo>
                  <a:lnTo>
                    <a:pt x="976" y="6520"/>
                  </a:lnTo>
                  <a:lnTo>
                    <a:pt x="866" y="6766"/>
                  </a:lnTo>
                  <a:lnTo>
                    <a:pt x="766" y="7012"/>
                  </a:lnTo>
                  <a:lnTo>
                    <a:pt x="666" y="7268"/>
                  </a:lnTo>
                  <a:lnTo>
                    <a:pt x="574" y="7523"/>
                  </a:lnTo>
                  <a:lnTo>
                    <a:pt x="492" y="7778"/>
                  </a:lnTo>
                  <a:lnTo>
                    <a:pt x="419" y="8043"/>
                  </a:lnTo>
                  <a:lnTo>
                    <a:pt x="347" y="8307"/>
                  </a:lnTo>
                  <a:lnTo>
                    <a:pt x="283" y="8572"/>
                  </a:lnTo>
                  <a:lnTo>
                    <a:pt x="219" y="8836"/>
                  </a:lnTo>
                  <a:lnTo>
                    <a:pt x="173" y="9110"/>
                  </a:lnTo>
                  <a:lnTo>
                    <a:pt x="128" y="9383"/>
                  </a:lnTo>
                  <a:lnTo>
                    <a:pt x="82" y="9657"/>
                  </a:lnTo>
                  <a:lnTo>
                    <a:pt x="55" y="9940"/>
                  </a:lnTo>
                  <a:lnTo>
                    <a:pt x="27" y="10222"/>
                  </a:lnTo>
                  <a:lnTo>
                    <a:pt x="9" y="10505"/>
                  </a:lnTo>
                  <a:lnTo>
                    <a:pt x="0" y="10788"/>
                  </a:lnTo>
                  <a:lnTo>
                    <a:pt x="0" y="11070"/>
                  </a:lnTo>
                  <a:lnTo>
                    <a:pt x="0" y="11353"/>
                  </a:lnTo>
                  <a:lnTo>
                    <a:pt x="9" y="11636"/>
                  </a:lnTo>
                  <a:lnTo>
                    <a:pt x="27" y="11918"/>
                  </a:lnTo>
                  <a:lnTo>
                    <a:pt x="55" y="12201"/>
                  </a:lnTo>
                  <a:lnTo>
                    <a:pt x="82" y="12484"/>
                  </a:lnTo>
                  <a:lnTo>
                    <a:pt x="128" y="12757"/>
                  </a:lnTo>
                  <a:lnTo>
                    <a:pt x="173" y="13031"/>
                  </a:lnTo>
                  <a:lnTo>
                    <a:pt x="219" y="13304"/>
                  </a:lnTo>
                  <a:lnTo>
                    <a:pt x="283" y="13569"/>
                  </a:lnTo>
                  <a:lnTo>
                    <a:pt x="347" y="13833"/>
                  </a:lnTo>
                  <a:lnTo>
                    <a:pt x="419" y="14098"/>
                  </a:lnTo>
                  <a:lnTo>
                    <a:pt x="492" y="14362"/>
                  </a:lnTo>
                  <a:lnTo>
                    <a:pt x="574" y="14617"/>
                  </a:lnTo>
                  <a:lnTo>
                    <a:pt x="666" y="14873"/>
                  </a:lnTo>
                  <a:lnTo>
                    <a:pt x="766" y="15128"/>
                  </a:lnTo>
                  <a:lnTo>
                    <a:pt x="866" y="15374"/>
                  </a:lnTo>
                  <a:lnTo>
                    <a:pt x="976" y="15630"/>
                  </a:lnTo>
                  <a:lnTo>
                    <a:pt x="1085" y="15867"/>
                  </a:lnTo>
                  <a:lnTo>
                    <a:pt x="1204" y="16113"/>
                  </a:lnTo>
                  <a:lnTo>
                    <a:pt x="1331" y="16350"/>
                  </a:lnTo>
                  <a:lnTo>
                    <a:pt x="1459" y="16578"/>
                  </a:lnTo>
                  <a:lnTo>
                    <a:pt x="1596" y="16806"/>
                  </a:lnTo>
                  <a:lnTo>
                    <a:pt x="1742" y="17034"/>
                  </a:lnTo>
                  <a:lnTo>
                    <a:pt x="1888" y="17262"/>
                  </a:lnTo>
                  <a:lnTo>
                    <a:pt x="2043" y="17481"/>
                  </a:lnTo>
                  <a:lnTo>
                    <a:pt x="2198" y="17690"/>
                  </a:lnTo>
                  <a:lnTo>
                    <a:pt x="2353" y="17900"/>
                  </a:lnTo>
                  <a:lnTo>
                    <a:pt x="2526" y="18110"/>
                  </a:lnTo>
                  <a:lnTo>
                    <a:pt x="2699" y="18310"/>
                  </a:lnTo>
                  <a:lnTo>
                    <a:pt x="2872" y="18511"/>
                  </a:lnTo>
                  <a:lnTo>
                    <a:pt x="3055" y="18702"/>
                  </a:lnTo>
                  <a:lnTo>
                    <a:pt x="3237" y="18894"/>
                  </a:lnTo>
                  <a:lnTo>
                    <a:pt x="3429" y="19085"/>
                  </a:lnTo>
                  <a:lnTo>
                    <a:pt x="3620" y="19259"/>
                  </a:lnTo>
                  <a:lnTo>
                    <a:pt x="3821" y="19441"/>
                  </a:lnTo>
                  <a:lnTo>
                    <a:pt x="4021" y="19614"/>
                  </a:lnTo>
                  <a:lnTo>
                    <a:pt x="4231" y="19778"/>
                  </a:lnTo>
                  <a:lnTo>
                    <a:pt x="4441" y="19943"/>
                  </a:lnTo>
                  <a:lnTo>
                    <a:pt x="4660" y="20098"/>
                  </a:lnTo>
                  <a:lnTo>
                    <a:pt x="4878" y="20244"/>
                  </a:lnTo>
                  <a:lnTo>
                    <a:pt x="5097" y="20399"/>
                  </a:lnTo>
                  <a:lnTo>
                    <a:pt x="5325" y="20535"/>
                  </a:lnTo>
                  <a:lnTo>
                    <a:pt x="5553" y="20672"/>
                  </a:lnTo>
                  <a:lnTo>
                    <a:pt x="5790" y="20800"/>
                  </a:lnTo>
                  <a:lnTo>
                    <a:pt x="6027" y="20927"/>
                  </a:lnTo>
                  <a:lnTo>
                    <a:pt x="6264" y="21046"/>
                  </a:lnTo>
                  <a:lnTo>
                    <a:pt x="6511" y="21164"/>
                  </a:lnTo>
                  <a:lnTo>
                    <a:pt x="6757" y="21265"/>
                  </a:lnTo>
                  <a:lnTo>
                    <a:pt x="7003" y="21374"/>
                  </a:lnTo>
                  <a:lnTo>
                    <a:pt x="7258" y="21465"/>
                  </a:lnTo>
                  <a:lnTo>
                    <a:pt x="7514" y="21557"/>
                  </a:lnTo>
                  <a:lnTo>
                    <a:pt x="7769" y="21639"/>
                  </a:lnTo>
                  <a:lnTo>
                    <a:pt x="8034" y="21721"/>
                  </a:lnTo>
                  <a:lnTo>
                    <a:pt x="8298" y="21794"/>
                  </a:lnTo>
                  <a:lnTo>
                    <a:pt x="8562" y="21857"/>
                  </a:lnTo>
                  <a:lnTo>
                    <a:pt x="8836" y="21912"/>
                  </a:lnTo>
                  <a:lnTo>
                    <a:pt x="9100" y="21967"/>
                  </a:lnTo>
                  <a:lnTo>
                    <a:pt x="9374" y="22013"/>
                  </a:lnTo>
                  <a:lnTo>
                    <a:pt x="9657" y="22049"/>
                  </a:lnTo>
                  <a:lnTo>
                    <a:pt x="9930" y="22076"/>
                  </a:lnTo>
                  <a:lnTo>
                    <a:pt x="10213" y="22104"/>
                  </a:lnTo>
                  <a:lnTo>
                    <a:pt x="10496" y="22122"/>
                  </a:lnTo>
                  <a:lnTo>
                    <a:pt x="10778" y="22131"/>
                  </a:lnTo>
                  <a:lnTo>
                    <a:pt x="11061" y="22140"/>
                  </a:lnTo>
                  <a:lnTo>
                    <a:pt x="11462" y="22131"/>
                  </a:lnTo>
                  <a:lnTo>
                    <a:pt x="11863" y="22113"/>
                  </a:lnTo>
                  <a:lnTo>
                    <a:pt x="12255" y="22076"/>
                  </a:lnTo>
                  <a:lnTo>
                    <a:pt x="12648" y="22022"/>
                  </a:lnTo>
                  <a:lnTo>
                    <a:pt x="13031" y="21967"/>
                  </a:lnTo>
                  <a:lnTo>
                    <a:pt x="13413" y="21885"/>
                  </a:lnTo>
                  <a:lnTo>
                    <a:pt x="13787" y="21803"/>
                  </a:lnTo>
                  <a:lnTo>
                    <a:pt x="14161" y="21702"/>
                  </a:lnTo>
                  <a:lnTo>
                    <a:pt x="14526" y="21584"/>
                  </a:lnTo>
                  <a:lnTo>
                    <a:pt x="14891" y="21456"/>
                  </a:lnTo>
                  <a:lnTo>
                    <a:pt x="15246" y="21319"/>
                  </a:lnTo>
                  <a:lnTo>
                    <a:pt x="15593" y="21174"/>
                  </a:lnTo>
                  <a:lnTo>
                    <a:pt x="15930" y="21009"/>
                  </a:lnTo>
                  <a:lnTo>
                    <a:pt x="16268" y="20836"/>
                  </a:lnTo>
                  <a:lnTo>
                    <a:pt x="16596" y="20654"/>
                  </a:lnTo>
                  <a:lnTo>
                    <a:pt x="16924" y="20462"/>
                  </a:lnTo>
                  <a:lnTo>
                    <a:pt x="17207" y="20271"/>
                  </a:lnTo>
                  <a:lnTo>
                    <a:pt x="17499" y="20079"/>
                  </a:lnTo>
                  <a:lnTo>
                    <a:pt x="17772" y="19870"/>
                  </a:lnTo>
                  <a:lnTo>
                    <a:pt x="18046" y="19660"/>
                  </a:lnTo>
                  <a:lnTo>
                    <a:pt x="18310" y="19441"/>
                  </a:lnTo>
                  <a:lnTo>
                    <a:pt x="18566" y="19213"/>
                  </a:lnTo>
                  <a:lnTo>
                    <a:pt x="18812" y="18976"/>
                  </a:lnTo>
                  <a:lnTo>
                    <a:pt x="19058" y="18730"/>
                  </a:lnTo>
                  <a:lnTo>
                    <a:pt x="19286" y="18475"/>
                  </a:lnTo>
                  <a:lnTo>
                    <a:pt x="19514" y="18219"/>
                  </a:lnTo>
                  <a:lnTo>
                    <a:pt x="19733" y="17946"/>
                  </a:lnTo>
                  <a:lnTo>
                    <a:pt x="19942" y="17672"/>
                  </a:lnTo>
                  <a:lnTo>
                    <a:pt x="20143" y="17399"/>
                  </a:lnTo>
                  <a:lnTo>
                    <a:pt x="20344" y="17107"/>
                  </a:lnTo>
                  <a:lnTo>
                    <a:pt x="20526" y="16815"/>
                  </a:lnTo>
                  <a:lnTo>
                    <a:pt x="20699" y="16514"/>
                  </a:lnTo>
                  <a:lnTo>
                    <a:pt x="20863" y="16213"/>
                  </a:lnTo>
                  <a:lnTo>
                    <a:pt x="21018" y="15903"/>
                  </a:lnTo>
                  <a:lnTo>
                    <a:pt x="21173" y="15584"/>
                  </a:lnTo>
                  <a:lnTo>
                    <a:pt x="21310" y="15265"/>
                  </a:lnTo>
                  <a:lnTo>
                    <a:pt x="21438" y="14946"/>
                  </a:lnTo>
                  <a:lnTo>
                    <a:pt x="21556" y="14608"/>
                  </a:lnTo>
                  <a:lnTo>
                    <a:pt x="21657" y="14271"/>
                  </a:lnTo>
                  <a:lnTo>
                    <a:pt x="21757" y="13933"/>
                  </a:lnTo>
                  <a:lnTo>
                    <a:pt x="21839" y="13587"/>
                  </a:lnTo>
                  <a:lnTo>
                    <a:pt x="21921" y="13240"/>
                  </a:lnTo>
                  <a:lnTo>
                    <a:pt x="21985" y="12885"/>
                  </a:lnTo>
                  <a:lnTo>
                    <a:pt x="22040" y="12529"/>
                  </a:lnTo>
                  <a:lnTo>
                    <a:pt x="22076" y="12174"/>
                  </a:lnTo>
                  <a:lnTo>
                    <a:pt x="22104" y="11809"/>
                  </a:lnTo>
                  <a:lnTo>
                    <a:pt x="22122" y="11444"/>
                  </a:lnTo>
                  <a:lnTo>
                    <a:pt x="22131" y="11070"/>
                  </a:lnTo>
                  <a:lnTo>
                    <a:pt x="22122" y="10578"/>
                  </a:lnTo>
                  <a:lnTo>
                    <a:pt x="22085" y="10095"/>
                  </a:lnTo>
                  <a:lnTo>
                    <a:pt x="22040" y="9611"/>
                  </a:lnTo>
                  <a:lnTo>
                    <a:pt x="21967" y="9137"/>
                  </a:lnTo>
                  <a:lnTo>
                    <a:pt x="21866" y="8672"/>
                  </a:lnTo>
                  <a:lnTo>
                    <a:pt x="21757" y="8216"/>
                  </a:lnTo>
                  <a:lnTo>
                    <a:pt x="21629" y="7760"/>
                  </a:lnTo>
                  <a:lnTo>
                    <a:pt x="21483" y="7322"/>
                  </a:lnTo>
                  <a:lnTo>
                    <a:pt x="21310" y="6885"/>
                  </a:lnTo>
                  <a:lnTo>
                    <a:pt x="21128" y="6456"/>
                  </a:lnTo>
                  <a:lnTo>
                    <a:pt x="20927" y="6046"/>
                  </a:lnTo>
                  <a:lnTo>
                    <a:pt x="20708" y="5636"/>
                  </a:lnTo>
                  <a:lnTo>
                    <a:pt x="20471" y="5243"/>
                  </a:lnTo>
                  <a:lnTo>
                    <a:pt x="20225" y="4851"/>
                  </a:lnTo>
                  <a:lnTo>
                    <a:pt x="19952" y="4478"/>
                  </a:lnTo>
                  <a:lnTo>
                    <a:pt x="19678" y="4122"/>
                  </a:lnTo>
                  <a:lnTo>
                    <a:pt x="19477" y="3885"/>
                  </a:lnTo>
                  <a:lnTo>
                    <a:pt x="19286" y="3657"/>
                  </a:lnTo>
                  <a:lnTo>
                    <a:pt x="19076" y="3438"/>
                  </a:lnTo>
                  <a:lnTo>
                    <a:pt x="18866" y="3219"/>
                  </a:lnTo>
                  <a:lnTo>
                    <a:pt x="18648" y="3009"/>
                  </a:lnTo>
                  <a:lnTo>
                    <a:pt x="18429" y="2809"/>
                  </a:lnTo>
                  <a:lnTo>
                    <a:pt x="18201" y="2608"/>
                  </a:lnTo>
                  <a:lnTo>
                    <a:pt x="17964" y="2417"/>
                  </a:lnTo>
                  <a:lnTo>
                    <a:pt x="17727" y="2234"/>
                  </a:lnTo>
                  <a:lnTo>
                    <a:pt x="17480" y="2052"/>
                  </a:lnTo>
                  <a:lnTo>
                    <a:pt x="17234" y="1879"/>
                  </a:lnTo>
                  <a:lnTo>
                    <a:pt x="16979" y="1715"/>
                  </a:lnTo>
                  <a:lnTo>
                    <a:pt x="16714" y="1550"/>
                  </a:lnTo>
                  <a:lnTo>
                    <a:pt x="16450" y="1405"/>
                  </a:lnTo>
                  <a:lnTo>
                    <a:pt x="16186" y="1259"/>
                  </a:lnTo>
                  <a:lnTo>
                    <a:pt x="15912" y="1122"/>
                  </a:lnTo>
                  <a:lnTo>
                    <a:pt x="15638" y="985"/>
                  </a:lnTo>
                  <a:lnTo>
                    <a:pt x="15356" y="867"/>
                  </a:lnTo>
                  <a:lnTo>
                    <a:pt x="15073" y="748"/>
                  </a:lnTo>
                  <a:lnTo>
                    <a:pt x="14781" y="648"/>
                  </a:lnTo>
                  <a:lnTo>
                    <a:pt x="14489" y="547"/>
                  </a:lnTo>
                  <a:lnTo>
                    <a:pt x="14198" y="456"/>
                  </a:lnTo>
                  <a:lnTo>
                    <a:pt x="13897" y="365"/>
                  </a:lnTo>
                  <a:lnTo>
                    <a:pt x="13596" y="292"/>
                  </a:lnTo>
                  <a:lnTo>
                    <a:pt x="13286" y="228"/>
                  </a:lnTo>
                  <a:lnTo>
                    <a:pt x="12976" y="164"/>
                  </a:lnTo>
                  <a:lnTo>
                    <a:pt x="12666" y="119"/>
                  </a:lnTo>
                  <a:lnTo>
                    <a:pt x="12347" y="73"/>
                  </a:lnTo>
                  <a:lnTo>
                    <a:pt x="12027" y="46"/>
                  </a:lnTo>
                  <a:lnTo>
                    <a:pt x="11708" y="19"/>
                  </a:lnTo>
                  <a:lnTo>
                    <a:pt x="11389" y="9"/>
                  </a:lnTo>
                  <a:lnTo>
                    <a:pt x="110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3"/>
            <p:cNvSpPr/>
            <p:nvPr/>
          </p:nvSpPr>
          <p:spPr>
            <a:xfrm>
              <a:off x="1615800" y="1453351"/>
              <a:ext cx="1839726" cy="1928367"/>
            </a:xfrm>
            <a:custGeom>
              <a:avLst/>
              <a:gdLst/>
              <a:ahLst/>
              <a:cxnLst/>
              <a:rect l="l" t="t" r="r" b="b"/>
              <a:pathLst>
                <a:path w="24055" h="25214" extrusionOk="0">
                  <a:moveTo>
                    <a:pt x="13942" y="0"/>
                  </a:moveTo>
                  <a:lnTo>
                    <a:pt x="13550" y="9"/>
                  </a:lnTo>
                  <a:lnTo>
                    <a:pt x="13158" y="19"/>
                  </a:lnTo>
                  <a:lnTo>
                    <a:pt x="12757" y="37"/>
                  </a:lnTo>
                  <a:lnTo>
                    <a:pt x="12374" y="64"/>
                  </a:lnTo>
                  <a:lnTo>
                    <a:pt x="11936" y="101"/>
                  </a:lnTo>
                  <a:lnTo>
                    <a:pt x="11508" y="146"/>
                  </a:lnTo>
                  <a:lnTo>
                    <a:pt x="11079" y="201"/>
                  </a:lnTo>
                  <a:lnTo>
                    <a:pt x="10660" y="265"/>
                  </a:lnTo>
                  <a:lnTo>
                    <a:pt x="10249" y="338"/>
                  </a:lnTo>
                  <a:lnTo>
                    <a:pt x="9839" y="420"/>
                  </a:lnTo>
                  <a:lnTo>
                    <a:pt x="9438" y="502"/>
                  </a:lnTo>
                  <a:lnTo>
                    <a:pt x="9046" y="593"/>
                  </a:lnTo>
                  <a:lnTo>
                    <a:pt x="8799" y="666"/>
                  </a:lnTo>
                  <a:lnTo>
                    <a:pt x="8544" y="739"/>
                  </a:lnTo>
                  <a:lnTo>
                    <a:pt x="8307" y="812"/>
                  </a:lnTo>
                  <a:lnTo>
                    <a:pt x="8061" y="894"/>
                  </a:lnTo>
                  <a:lnTo>
                    <a:pt x="7833" y="985"/>
                  </a:lnTo>
                  <a:lnTo>
                    <a:pt x="7596" y="1076"/>
                  </a:lnTo>
                  <a:lnTo>
                    <a:pt x="7377" y="1177"/>
                  </a:lnTo>
                  <a:lnTo>
                    <a:pt x="7158" y="1286"/>
                  </a:lnTo>
                  <a:lnTo>
                    <a:pt x="6939" y="1395"/>
                  </a:lnTo>
                  <a:lnTo>
                    <a:pt x="6720" y="1505"/>
                  </a:lnTo>
                  <a:lnTo>
                    <a:pt x="6520" y="1633"/>
                  </a:lnTo>
                  <a:lnTo>
                    <a:pt x="6310" y="1760"/>
                  </a:lnTo>
                  <a:lnTo>
                    <a:pt x="6109" y="1888"/>
                  </a:lnTo>
                  <a:lnTo>
                    <a:pt x="5918" y="2025"/>
                  </a:lnTo>
                  <a:lnTo>
                    <a:pt x="5726" y="2171"/>
                  </a:lnTo>
                  <a:lnTo>
                    <a:pt x="5544" y="2316"/>
                  </a:lnTo>
                  <a:lnTo>
                    <a:pt x="5362" y="2462"/>
                  </a:lnTo>
                  <a:lnTo>
                    <a:pt x="5179" y="2626"/>
                  </a:lnTo>
                  <a:lnTo>
                    <a:pt x="5006" y="2781"/>
                  </a:lnTo>
                  <a:lnTo>
                    <a:pt x="4842" y="2955"/>
                  </a:lnTo>
                  <a:lnTo>
                    <a:pt x="4669" y="3128"/>
                  </a:lnTo>
                  <a:lnTo>
                    <a:pt x="4514" y="3301"/>
                  </a:lnTo>
                  <a:lnTo>
                    <a:pt x="4350" y="3484"/>
                  </a:lnTo>
                  <a:lnTo>
                    <a:pt x="4195" y="3675"/>
                  </a:lnTo>
                  <a:lnTo>
                    <a:pt x="4049" y="3867"/>
                  </a:lnTo>
                  <a:lnTo>
                    <a:pt x="3903" y="4058"/>
                  </a:lnTo>
                  <a:lnTo>
                    <a:pt x="3757" y="4259"/>
                  </a:lnTo>
                  <a:lnTo>
                    <a:pt x="3620" y="4468"/>
                  </a:lnTo>
                  <a:lnTo>
                    <a:pt x="3492" y="4678"/>
                  </a:lnTo>
                  <a:lnTo>
                    <a:pt x="3356" y="4897"/>
                  </a:lnTo>
                  <a:lnTo>
                    <a:pt x="3228" y="5116"/>
                  </a:lnTo>
                  <a:lnTo>
                    <a:pt x="3109" y="5344"/>
                  </a:lnTo>
                  <a:lnTo>
                    <a:pt x="2982" y="5581"/>
                  </a:lnTo>
                  <a:lnTo>
                    <a:pt x="2872" y="5818"/>
                  </a:lnTo>
                  <a:lnTo>
                    <a:pt x="2763" y="6064"/>
                  </a:lnTo>
                  <a:lnTo>
                    <a:pt x="2672" y="6319"/>
                  </a:lnTo>
                  <a:lnTo>
                    <a:pt x="2581" y="6575"/>
                  </a:lnTo>
                  <a:lnTo>
                    <a:pt x="2499" y="6830"/>
                  </a:lnTo>
                  <a:lnTo>
                    <a:pt x="2426" y="7095"/>
                  </a:lnTo>
                  <a:lnTo>
                    <a:pt x="2371" y="7359"/>
                  </a:lnTo>
                  <a:lnTo>
                    <a:pt x="2325" y="7623"/>
                  </a:lnTo>
                  <a:lnTo>
                    <a:pt x="2289" y="7888"/>
                  </a:lnTo>
                  <a:lnTo>
                    <a:pt x="2261" y="8161"/>
                  </a:lnTo>
                  <a:lnTo>
                    <a:pt x="2243" y="8426"/>
                  </a:lnTo>
                  <a:lnTo>
                    <a:pt x="2243" y="8699"/>
                  </a:lnTo>
                  <a:lnTo>
                    <a:pt x="2252" y="8973"/>
                  </a:lnTo>
                  <a:lnTo>
                    <a:pt x="2280" y="9237"/>
                  </a:lnTo>
                  <a:lnTo>
                    <a:pt x="2316" y="9511"/>
                  </a:lnTo>
                  <a:lnTo>
                    <a:pt x="2353" y="9730"/>
                  </a:lnTo>
                  <a:lnTo>
                    <a:pt x="2380" y="9940"/>
                  </a:lnTo>
                  <a:lnTo>
                    <a:pt x="2398" y="10149"/>
                  </a:lnTo>
                  <a:lnTo>
                    <a:pt x="2407" y="10350"/>
                  </a:lnTo>
                  <a:lnTo>
                    <a:pt x="2407" y="10541"/>
                  </a:lnTo>
                  <a:lnTo>
                    <a:pt x="2407" y="10733"/>
                  </a:lnTo>
                  <a:lnTo>
                    <a:pt x="2389" y="10924"/>
                  </a:lnTo>
                  <a:lnTo>
                    <a:pt x="2371" y="11116"/>
                  </a:lnTo>
                  <a:lnTo>
                    <a:pt x="2334" y="11298"/>
                  </a:lnTo>
                  <a:lnTo>
                    <a:pt x="2289" y="11481"/>
                  </a:lnTo>
                  <a:lnTo>
                    <a:pt x="2234" y="11663"/>
                  </a:lnTo>
                  <a:lnTo>
                    <a:pt x="2161" y="11845"/>
                  </a:lnTo>
                  <a:lnTo>
                    <a:pt x="2088" y="12028"/>
                  </a:lnTo>
                  <a:lnTo>
                    <a:pt x="1988" y="12219"/>
                  </a:lnTo>
                  <a:lnTo>
                    <a:pt x="1888" y="12402"/>
                  </a:lnTo>
                  <a:lnTo>
                    <a:pt x="1769" y="12593"/>
                  </a:lnTo>
                  <a:lnTo>
                    <a:pt x="1550" y="12940"/>
                  </a:lnTo>
                  <a:lnTo>
                    <a:pt x="1286" y="13395"/>
                  </a:lnTo>
                  <a:lnTo>
                    <a:pt x="994" y="13906"/>
                  </a:lnTo>
                  <a:lnTo>
                    <a:pt x="711" y="14444"/>
                  </a:lnTo>
                  <a:lnTo>
                    <a:pt x="219" y="15365"/>
                  </a:lnTo>
                  <a:lnTo>
                    <a:pt x="64" y="15666"/>
                  </a:lnTo>
                  <a:lnTo>
                    <a:pt x="9" y="15794"/>
                  </a:lnTo>
                  <a:lnTo>
                    <a:pt x="0" y="15848"/>
                  </a:lnTo>
                  <a:lnTo>
                    <a:pt x="9" y="15912"/>
                  </a:lnTo>
                  <a:lnTo>
                    <a:pt x="27" y="15958"/>
                  </a:lnTo>
                  <a:lnTo>
                    <a:pt x="55" y="16012"/>
                  </a:lnTo>
                  <a:lnTo>
                    <a:pt x="91" y="16058"/>
                  </a:lnTo>
                  <a:lnTo>
                    <a:pt x="137" y="16104"/>
                  </a:lnTo>
                  <a:lnTo>
                    <a:pt x="191" y="16149"/>
                  </a:lnTo>
                  <a:lnTo>
                    <a:pt x="246" y="16195"/>
                  </a:lnTo>
                  <a:lnTo>
                    <a:pt x="383" y="16268"/>
                  </a:lnTo>
                  <a:lnTo>
                    <a:pt x="529" y="16341"/>
                  </a:lnTo>
                  <a:lnTo>
                    <a:pt x="702" y="16405"/>
                  </a:lnTo>
                  <a:lnTo>
                    <a:pt x="875" y="16459"/>
                  </a:lnTo>
                  <a:lnTo>
                    <a:pt x="1240" y="16560"/>
                  </a:lnTo>
                  <a:lnTo>
                    <a:pt x="1587" y="16660"/>
                  </a:lnTo>
                  <a:lnTo>
                    <a:pt x="1742" y="16696"/>
                  </a:lnTo>
                  <a:lnTo>
                    <a:pt x="1878" y="16742"/>
                  </a:lnTo>
                  <a:lnTo>
                    <a:pt x="1988" y="16788"/>
                  </a:lnTo>
                  <a:lnTo>
                    <a:pt x="2061" y="16833"/>
                  </a:lnTo>
                  <a:lnTo>
                    <a:pt x="2143" y="16897"/>
                  </a:lnTo>
                  <a:lnTo>
                    <a:pt x="2198" y="16970"/>
                  </a:lnTo>
                  <a:lnTo>
                    <a:pt x="2252" y="17034"/>
                  </a:lnTo>
                  <a:lnTo>
                    <a:pt x="2298" y="17098"/>
                  </a:lnTo>
                  <a:lnTo>
                    <a:pt x="2325" y="17161"/>
                  </a:lnTo>
                  <a:lnTo>
                    <a:pt x="2343" y="17225"/>
                  </a:lnTo>
                  <a:lnTo>
                    <a:pt x="2362" y="17289"/>
                  </a:lnTo>
                  <a:lnTo>
                    <a:pt x="2362" y="17353"/>
                  </a:lnTo>
                  <a:lnTo>
                    <a:pt x="2362" y="17417"/>
                  </a:lnTo>
                  <a:lnTo>
                    <a:pt x="2353" y="17481"/>
                  </a:lnTo>
                  <a:lnTo>
                    <a:pt x="2343" y="17544"/>
                  </a:lnTo>
                  <a:lnTo>
                    <a:pt x="2316" y="17608"/>
                  </a:lnTo>
                  <a:lnTo>
                    <a:pt x="2261" y="17727"/>
                  </a:lnTo>
                  <a:lnTo>
                    <a:pt x="2198" y="17854"/>
                  </a:lnTo>
                  <a:lnTo>
                    <a:pt x="2033" y="18101"/>
                  </a:lnTo>
                  <a:lnTo>
                    <a:pt x="1951" y="18228"/>
                  </a:lnTo>
                  <a:lnTo>
                    <a:pt x="1869" y="18356"/>
                  </a:lnTo>
                  <a:lnTo>
                    <a:pt x="1805" y="18493"/>
                  </a:lnTo>
                  <a:lnTo>
                    <a:pt x="1751" y="18620"/>
                  </a:lnTo>
                  <a:lnTo>
                    <a:pt x="1733" y="18693"/>
                  </a:lnTo>
                  <a:lnTo>
                    <a:pt x="1723" y="18757"/>
                  </a:lnTo>
                  <a:lnTo>
                    <a:pt x="1714" y="18830"/>
                  </a:lnTo>
                  <a:lnTo>
                    <a:pt x="1714" y="18894"/>
                  </a:lnTo>
                  <a:lnTo>
                    <a:pt x="1733" y="18985"/>
                  </a:lnTo>
                  <a:lnTo>
                    <a:pt x="1760" y="19067"/>
                  </a:lnTo>
                  <a:lnTo>
                    <a:pt x="1805" y="19131"/>
                  </a:lnTo>
                  <a:lnTo>
                    <a:pt x="1869" y="19186"/>
                  </a:lnTo>
                  <a:lnTo>
                    <a:pt x="1933" y="19231"/>
                  </a:lnTo>
                  <a:lnTo>
                    <a:pt x="1997" y="19268"/>
                  </a:lnTo>
                  <a:lnTo>
                    <a:pt x="2134" y="19341"/>
                  </a:lnTo>
                  <a:lnTo>
                    <a:pt x="2198" y="19377"/>
                  </a:lnTo>
                  <a:lnTo>
                    <a:pt x="2252" y="19414"/>
                  </a:lnTo>
                  <a:lnTo>
                    <a:pt x="2298" y="19450"/>
                  </a:lnTo>
                  <a:lnTo>
                    <a:pt x="2316" y="19496"/>
                  </a:lnTo>
                  <a:lnTo>
                    <a:pt x="2325" y="19523"/>
                  </a:lnTo>
                  <a:lnTo>
                    <a:pt x="2325" y="19550"/>
                  </a:lnTo>
                  <a:lnTo>
                    <a:pt x="2307" y="19605"/>
                  </a:lnTo>
                  <a:lnTo>
                    <a:pt x="2271" y="19678"/>
                  </a:lnTo>
                  <a:lnTo>
                    <a:pt x="2198" y="19760"/>
                  </a:lnTo>
                  <a:lnTo>
                    <a:pt x="2052" y="19924"/>
                  </a:lnTo>
                  <a:lnTo>
                    <a:pt x="1997" y="19997"/>
                  </a:lnTo>
                  <a:lnTo>
                    <a:pt x="1961" y="20070"/>
                  </a:lnTo>
                  <a:lnTo>
                    <a:pt x="1951" y="20098"/>
                  </a:lnTo>
                  <a:lnTo>
                    <a:pt x="1951" y="20134"/>
                  </a:lnTo>
                  <a:lnTo>
                    <a:pt x="1951" y="20171"/>
                  </a:lnTo>
                  <a:lnTo>
                    <a:pt x="1961" y="20207"/>
                  </a:lnTo>
                  <a:lnTo>
                    <a:pt x="1979" y="20253"/>
                  </a:lnTo>
                  <a:lnTo>
                    <a:pt x="2006" y="20289"/>
                  </a:lnTo>
                  <a:lnTo>
                    <a:pt x="2079" y="20380"/>
                  </a:lnTo>
                  <a:lnTo>
                    <a:pt x="2152" y="20426"/>
                  </a:lnTo>
                  <a:lnTo>
                    <a:pt x="2225" y="20481"/>
                  </a:lnTo>
                  <a:lnTo>
                    <a:pt x="2280" y="20544"/>
                  </a:lnTo>
                  <a:lnTo>
                    <a:pt x="2325" y="20617"/>
                  </a:lnTo>
                  <a:lnTo>
                    <a:pt x="2371" y="20709"/>
                  </a:lnTo>
                  <a:lnTo>
                    <a:pt x="2407" y="20800"/>
                  </a:lnTo>
                  <a:lnTo>
                    <a:pt x="2426" y="20891"/>
                  </a:lnTo>
                  <a:lnTo>
                    <a:pt x="2453" y="21000"/>
                  </a:lnTo>
                  <a:lnTo>
                    <a:pt x="2462" y="21101"/>
                  </a:lnTo>
                  <a:lnTo>
                    <a:pt x="2471" y="21201"/>
                  </a:lnTo>
                  <a:lnTo>
                    <a:pt x="2471" y="21411"/>
                  </a:lnTo>
                  <a:lnTo>
                    <a:pt x="2462" y="21593"/>
                  </a:lnTo>
                  <a:lnTo>
                    <a:pt x="2435" y="21748"/>
                  </a:lnTo>
                  <a:lnTo>
                    <a:pt x="2435" y="21912"/>
                  </a:lnTo>
                  <a:lnTo>
                    <a:pt x="2416" y="22095"/>
                  </a:lnTo>
                  <a:lnTo>
                    <a:pt x="2371" y="22505"/>
                  </a:lnTo>
                  <a:lnTo>
                    <a:pt x="2334" y="22943"/>
                  </a:lnTo>
                  <a:lnTo>
                    <a:pt x="2325" y="23171"/>
                  </a:lnTo>
                  <a:lnTo>
                    <a:pt x="2316" y="23399"/>
                  </a:lnTo>
                  <a:lnTo>
                    <a:pt x="2334" y="23617"/>
                  </a:lnTo>
                  <a:lnTo>
                    <a:pt x="2353" y="23836"/>
                  </a:lnTo>
                  <a:lnTo>
                    <a:pt x="2398" y="24046"/>
                  </a:lnTo>
                  <a:lnTo>
                    <a:pt x="2426" y="24146"/>
                  </a:lnTo>
                  <a:lnTo>
                    <a:pt x="2462" y="24247"/>
                  </a:lnTo>
                  <a:lnTo>
                    <a:pt x="2508" y="24347"/>
                  </a:lnTo>
                  <a:lnTo>
                    <a:pt x="2553" y="24429"/>
                  </a:lnTo>
                  <a:lnTo>
                    <a:pt x="2608" y="24520"/>
                  </a:lnTo>
                  <a:lnTo>
                    <a:pt x="2663" y="24602"/>
                  </a:lnTo>
                  <a:lnTo>
                    <a:pt x="2736" y="24675"/>
                  </a:lnTo>
                  <a:lnTo>
                    <a:pt x="2809" y="24748"/>
                  </a:lnTo>
                  <a:lnTo>
                    <a:pt x="2900" y="24812"/>
                  </a:lnTo>
                  <a:lnTo>
                    <a:pt x="2991" y="24876"/>
                  </a:lnTo>
                  <a:lnTo>
                    <a:pt x="3091" y="24930"/>
                  </a:lnTo>
                  <a:lnTo>
                    <a:pt x="3201" y="24976"/>
                  </a:lnTo>
                  <a:lnTo>
                    <a:pt x="3337" y="25013"/>
                  </a:lnTo>
                  <a:lnTo>
                    <a:pt x="3492" y="25058"/>
                  </a:lnTo>
                  <a:lnTo>
                    <a:pt x="3666" y="25095"/>
                  </a:lnTo>
                  <a:lnTo>
                    <a:pt x="3848" y="25122"/>
                  </a:lnTo>
                  <a:lnTo>
                    <a:pt x="4049" y="25149"/>
                  </a:lnTo>
                  <a:lnTo>
                    <a:pt x="4268" y="25168"/>
                  </a:lnTo>
                  <a:lnTo>
                    <a:pt x="4495" y="25186"/>
                  </a:lnTo>
                  <a:lnTo>
                    <a:pt x="4742" y="25204"/>
                  </a:lnTo>
                  <a:lnTo>
                    <a:pt x="5261" y="25213"/>
                  </a:lnTo>
                  <a:lnTo>
                    <a:pt x="5836" y="25204"/>
                  </a:lnTo>
                  <a:lnTo>
                    <a:pt x="6456" y="25168"/>
                  </a:lnTo>
                  <a:lnTo>
                    <a:pt x="7113" y="25113"/>
                  </a:lnTo>
                  <a:lnTo>
                    <a:pt x="7796" y="25031"/>
                  </a:lnTo>
                  <a:lnTo>
                    <a:pt x="8152" y="24985"/>
                  </a:lnTo>
                  <a:lnTo>
                    <a:pt x="8508" y="24921"/>
                  </a:lnTo>
                  <a:lnTo>
                    <a:pt x="8882" y="24867"/>
                  </a:lnTo>
                  <a:lnTo>
                    <a:pt x="9246" y="24794"/>
                  </a:lnTo>
                  <a:lnTo>
                    <a:pt x="9629" y="24721"/>
                  </a:lnTo>
                  <a:lnTo>
                    <a:pt x="10003" y="24630"/>
                  </a:lnTo>
                  <a:lnTo>
                    <a:pt x="10395" y="24538"/>
                  </a:lnTo>
                  <a:lnTo>
                    <a:pt x="10778" y="24447"/>
                  </a:lnTo>
                  <a:lnTo>
                    <a:pt x="11170" y="24338"/>
                  </a:lnTo>
                  <a:lnTo>
                    <a:pt x="11553" y="24219"/>
                  </a:lnTo>
                  <a:lnTo>
                    <a:pt x="11945" y="24101"/>
                  </a:lnTo>
                  <a:lnTo>
                    <a:pt x="12337" y="23973"/>
                  </a:lnTo>
                  <a:lnTo>
                    <a:pt x="12730" y="23836"/>
                  </a:lnTo>
                  <a:lnTo>
                    <a:pt x="13122" y="23690"/>
                  </a:lnTo>
                  <a:lnTo>
                    <a:pt x="13514" y="23535"/>
                  </a:lnTo>
                  <a:lnTo>
                    <a:pt x="13897" y="23371"/>
                  </a:lnTo>
                  <a:lnTo>
                    <a:pt x="14280" y="23198"/>
                  </a:lnTo>
                  <a:lnTo>
                    <a:pt x="14663" y="23016"/>
                  </a:lnTo>
                  <a:lnTo>
                    <a:pt x="15037" y="22833"/>
                  </a:lnTo>
                  <a:lnTo>
                    <a:pt x="15410" y="22633"/>
                  </a:lnTo>
                  <a:lnTo>
                    <a:pt x="15775" y="22423"/>
                  </a:lnTo>
                  <a:lnTo>
                    <a:pt x="16140" y="22204"/>
                  </a:lnTo>
                  <a:lnTo>
                    <a:pt x="16496" y="21976"/>
                  </a:lnTo>
                  <a:lnTo>
                    <a:pt x="16842" y="21739"/>
                  </a:lnTo>
                  <a:lnTo>
                    <a:pt x="17189" y="21493"/>
                  </a:lnTo>
                  <a:lnTo>
                    <a:pt x="17517" y="21237"/>
                  </a:lnTo>
                  <a:lnTo>
                    <a:pt x="17845" y="20964"/>
                  </a:lnTo>
                  <a:lnTo>
                    <a:pt x="18155" y="20690"/>
                  </a:lnTo>
                  <a:lnTo>
                    <a:pt x="18456" y="20399"/>
                  </a:lnTo>
                  <a:lnTo>
                    <a:pt x="18757" y="20107"/>
                  </a:lnTo>
                  <a:lnTo>
                    <a:pt x="19040" y="19797"/>
                  </a:lnTo>
                  <a:lnTo>
                    <a:pt x="19304" y="19478"/>
                  </a:lnTo>
                  <a:lnTo>
                    <a:pt x="19569" y="19140"/>
                  </a:lnTo>
                  <a:lnTo>
                    <a:pt x="19815" y="18803"/>
                  </a:lnTo>
                  <a:lnTo>
                    <a:pt x="20043" y="18447"/>
                  </a:lnTo>
                  <a:lnTo>
                    <a:pt x="20262" y="18082"/>
                  </a:lnTo>
                  <a:lnTo>
                    <a:pt x="20462" y="17699"/>
                  </a:lnTo>
                  <a:lnTo>
                    <a:pt x="20645" y="17316"/>
                  </a:lnTo>
                  <a:lnTo>
                    <a:pt x="20818" y="16915"/>
                  </a:lnTo>
                  <a:lnTo>
                    <a:pt x="20973" y="16496"/>
                  </a:lnTo>
                  <a:lnTo>
                    <a:pt x="21110" y="16076"/>
                  </a:lnTo>
                  <a:lnTo>
                    <a:pt x="21228" y="15630"/>
                  </a:lnTo>
                  <a:lnTo>
                    <a:pt x="21328" y="15183"/>
                  </a:lnTo>
                  <a:lnTo>
                    <a:pt x="21411" y="14718"/>
                  </a:lnTo>
                  <a:lnTo>
                    <a:pt x="21456" y="14462"/>
                  </a:lnTo>
                  <a:lnTo>
                    <a:pt x="21520" y="14198"/>
                  </a:lnTo>
                  <a:lnTo>
                    <a:pt x="21593" y="13943"/>
                  </a:lnTo>
                  <a:lnTo>
                    <a:pt x="21684" y="13678"/>
                  </a:lnTo>
                  <a:lnTo>
                    <a:pt x="21775" y="13423"/>
                  </a:lnTo>
                  <a:lnTo>
                    <a:pt x="21885" y="13158"/>
                  </a:lnTo>
                  <a:lnTo>
                    <a:pt x="21994" y="12903"/>
                  </a:lnTo>
                  <a:lnTo>
                    <a:pt x="22113" y="12639"/>
                  </a:lnTo>
                  <a:lnTo>
                    <a:pt x="22368" y="12119"/>
                  </a:lnTo>
                  <a:lnTo>
                    <a:pt x="22642" y="11599"/>
                  </a:lnTo>
                  <a:lnTo>
                    <a:pt x="22906" y="11079"/>
                  </a:lnTo>
                  <a:lnTo>
                    <a:pt x="23170" y="10560"/>
                  </a:lnTo>
                  <a:lnTo>
                    <a:pt x="23417" y="10040"/>
                  </a:lnTo>
                  <a:lnTo>
                    <a:pt x="23535" y="9785"/>
                  </a:lnTo>
                  <a:lnTo>
                    <a:pt x="23635" y="9520"/>
                  </a:lnTo>
                  <a:lnTo>
                    <a:pt x="23736" y="9265"/>
                  </a:lnTo>
                  <a:lnTo>
                    <a:pt x="23818" y="9009"/>
                  </a:lnTo>
                  <a:lnTo>
                    <a:pt x="23891" y="8754"/>
                  </a:lnTo>
                  <a:lnTo>
                    <a:pt x="23955" y="8499"/>
                  </a:lnTo>
                  <a:lnTo>
                    <a:pt x="24000" y="8243"/>
                  </a:lnTo>
                  <a:lnTo>
                    <a:pt x="24037" y="7988"/>
                  </a:lnTo>
                  <a:lnTo>
                    <a:pt x="24055" y="7733"/>
                  </a:lnTo>
                  <a:lnTo>
                    <a:pt x="24055" y="7478"/>
                  </a:lnTo>
                  <a:lnTo>
                    <a:pt x="24028" y="7231"/>
                  </a:lnTo>
                  <a:lnTo>
                    <a:pt x="23991" y="6976"/>
                  </a:lnTo>
                  <a:lnTo>
                    <a:pt x="23927" y="6721"/>
                  </a:lnTo>
                  <a:lnTo>
                    <a:pt x="23891" y="6602"/>
                  </a:lnTo>
                  <a:lnTo>
                    <a:pt x="23845" y="6474"/>
                  </a:lnTo>
                  <a:lnTo>
                    <a:pt x="23754" y="6237"/>
                  </a:lnTo>
                  <a:lnTo>
                    <a:pt x="23654" y="6009"/>
                  </a:lnTo>
                  <a:lnTo>
                    <a:pt x="23544" y="5772"/>
                  </a:lnTo>
                  <a:lnTo>
                    <a:pt x="23435" y="5544"/>
                  </a:lnTo>
                  <a:lnTo>
                    <a:pt x="23325" y="5316"/>
                  </a:lnTo>
                  <a:lnTo>
                    <a:pt x="23198" y="5088"/>
                  </a:lnTo>
                  <a:lnTo>
                    <a:pt x="23070" y="4870"/>
                  </a:lnTo>
                  <a:lnTo>
                    <a:pt x="22942" y="4642"/>
                  </a:lnTo>
                  <a:lnTo>
                    <a:pt x="22806" y="4423"/>
                  </a:lnTo>
                  <a:lnTo>
                    <a:pt x="22660" y="4213"/>
                  </a:lnTo>
                  <a:lnTo>
                    <a:pt x="22514" y="4003"/>
                  </a:lnTo>
                  <a:lnTo>
                    <a:pt x="22368" y="3794"/>
                  </a:lnTo>
                  <a:lnTo>
                    <a:pt x="22204" y="3584"/>
                  </a:lnTo>
                  <a:lnTo>
                    <a:pt x="22049" y="3383"/>
                  </a:lnTo>
                  <a:lnTo>
                    <a:pt x="21885" y="3192"/>
                  </a:lnTo>
                  <a:lnTo>
                    <a:pt x="21711" y="3000"/>
                  </a:lnTo>
                  <a:lnTo>
                    <a:pt x="21538" y="2809"/>
                  </a:lnTo>
                  <a:lnTo>
                    <a:pt x="21356" y="2626"/>
                  </a:lnTo>
                  <a:lnTo>
                    <a:pt x="21173" y="2453"/>
                  </a:lnTo>
                  <a:lnTo>
                    <a:pt x="20982" y="2280"/>
                  </a:lnTo>
                  <a:lnTo>
                    <a:pt x="20790" y="2116"/>
                  </a:lnTo>
                  <a:lnTo>
                    <a:pt x="20590" y="1952"/>
                  </a:lnTo>
                  <a:lnTo>
                    <a:pt x="20389" y="1797"/>
                  </a:lnTo>
                  <a:lnTo>
                    <a:pt x="20189" y="1651"/>
                  </a:lnTo>
                  <a:lnTo>
                    <a:pt x="19979" y="1505"/>
                  </a:lnTo>
                  <a:lnTo>
                    <a:pt x="19760" y="1368"/>
                  </a:lnTo>
                  <a:lnTo>
                    <a:pt x="19550" y="1240"/>
                  </a:lnTo>
                  <a:lnTo>
                    <a:pt x="19322" y="1122"/>
                  </a:lnTo>
                  <a:lnTo>
                    <a:pt x="19103" y="1003"/>
                  </a:lnTo>
                  <a:lnTo>
                    <a:pt x="18876" y="903"/>
                  </a:lnTo>
                  <a:lnTo>
                    <a:pt x="18648" y="803"/>
                  </a:lnTo>
                  <a:lnTo>
                    <a:pt x="18410" y="712"/>
                  </a:lnTo>
                  <a:lnTo>
                    <a:pt x="18073" y="593"/>
                  </a:lnTo>
                  <a:lnTo>
                    <a:pt x="17717" y="484"/>
                  </a:lnTo>
                  <a:lnTo>
                    <a:pt x="17362" y="392"/>
                  </a:lnTo>
                  <a:lnTo>
                    <a:pt x="17006" y="310"/>
                  </a:lnTo>
                  <a:lnTo>
                    <a:pt x="16632" y="237"/>
                  </a:lnTo>
                  <a:lnTo>
                    <a:pt x="16258" y="174"/>
                  </a:lnTo>
                  <a:lnTo>
                    <a:pt x="15885" y="119"/>
                  </a:lnTo>
                  <a:lnTo>
                    <a:pt x="15502" y="82"/>
                  </a:lnTo>
                  <a:lnTo>
                    <a:pt x="15110" y="46"/>
                  </a:lnTo>
                  <a:lnTo>
                    <a:pt x="14727" y="19"/>
                  </a:lnTo>
                  <a:lnTo>
                    <a:pt x="14334" y="9"/>
                  </a:lnTo>
                  <a:lnTo>
                    <a:pt x="13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4" name="Google Shape;504;p23"/>
            <p:cNvGrpSpPr/>
            <p:nvPr/>
          </p:nvGrpSpPr>
          <p:grpSpPr>
            <a:xfrm flipH="1">
              <a:off x="1967097" y="1609784"/>
              <a:ext cx="1301586" cy="1179425"/>
              <a:chOff x="3603138" y="2348106"/>
              <a:chExt cx="1937749" cy="1755881"/>
            </a:xfrm>
          </p:grpSpPr>
          <p:sp>
            <p:nvSpPr>
              <p:cNvPr id="505" name="Google Shape;505;p23"/>
              <p:cNvSpPr/>
              <p:nvPr/>
            </p:nvSpPr>
            <p:spPr>
              <a:xfrm>
                <a:off x="3616281" y="2361713"/>
                <a:ext cx="1911464" cy="1490331"/>
              </a:xfrm>
              <a:custGeom>
                <a:avLst/>
                <a:gdLst/>
                <a:ahLst/>
                <a:cxnLst/>
                <a:rect l="l" t="t" r="r" b="b"/>
                <a:pathLst>
                  <a:path w="37087" h="28916" extrusionOk="0">
                    <a:moveTo>
                      <a:pt x="13734" y="1"/>
                    </a:moveTo>
                    <a:lnTo>
                      <a:pt x="13515" y="19"/>
                    </a:lnTo>
                    <a:lnTo>
                      <a:pt x="13305" y="37"/>
                    </a:lnTo>
                    <a:lnTo>
                      <a:pt x="13095" y="74"/>
                    </a:lnTo>
                    <a:lnTo>
                      <a:pt x="12895" y="110"/>
                    </a:lnTo>
                    <a:lnTo>
                      <a:pt x="12694" y="156"/>
                    </a:lnTo>
                    <a:lnTo>
                      <a:pt x="12493" y="210"/>
                    </a:lnTo>
                    <a:lnTo>
                      <a:pt x="12293" y="274"/>
                    </a:lnTo>
                    <a:lnTo>
                      <a:pt x="12101" y="347"/>
                    </a:lnTo>
                    <a:lnTo>
                      <a:pt x="11919" y="429"/>
                    </a:lnTo>
                    <a:lnTo>
                      <a:pt x="11737" y="521"/>
                    </a:lnTo>
                    <a:lnTo>
                      <a:pt x="11554" y="612"/>
                    </a:lnTo>
                    <a:lnTo>
                      <a:pt x="11381" y="712"/>
                    </a:lnTo>
                    <a:lnTo>
                      <a:pt x="11208" y="821"/>
                    </a:lnTo>
                    <a:lnTo>
                      <a:pt x="11044" y="940"/>
                    </a:lnTo>
                    <a:lnTo>
                      <a:pt x="10879" y="1059"/>
                    </a:lnTo>
                    <a:lnTo>
                      <a:pt x="10724" y="1186"/>
                    </a:lnTo>
                    <a:lnTo>
                      <a:pt x="10579" y="1314"/>
                    </a:lnTo>
                    <a:lnTo>
                      <a:pt x="10433" y="1460"/>
                    </a:lnTo>
                    <a:lnTo>
                      <a:pt x="10296" y="1606"/>
                    </a:lnTo>
                    <a:lnTo>
                      <a:pt x="10159" y="1752"/>
                    </a:lnTo>
                    <a:lnTo>
                      <a:pt x="10031" y="1907"/>
                    </a:lnTo>
                    <a:lnTo>
                      <a:pt x="9913" y="2071"/>
                    </a:lnTo>
                    <a:lnTo>
                      <a:pt x="9803" y="2235"/>
                    </a:lnTo>
                    <a:lnTo>
                      <a:pt x="9694" y="2408"/>
                    </a:lnTo>
                    <a:lnTo>
                      <a:pt x="9594" y="2581"/>
                    </a:lnTo>
                    <a:lnTo>
                      <a:pt x="9493" y="2764"/>
                    </a:lnTo>
                    <a:lnTo>
                      <a:pt x="9411" y="2946"/>
                    </a:lnTo>
                    <a:lnTo>
                      <a:pt x="9329" y="3138"/>
                    </a:lnTo>
                    <a:lnTo>
                      <a:pt x="9256" y="3329"/>
                    </a:lnTo>
                    <a:lnTo>
                      <a:pt x="9193" y="3521"/>
                    </a:lnTo>
                    <a:lnTo>
                      <a:pt x="9138" y="3721"/>
                    </a:lnTo>
                    <a:lnTo>
                      <a:pt x="8901" y="3739"/>
                    </a:lnTo>
                    <a:lnTo>
                      <a:pt x="8664" y="3767"/>
                    </a:lnTo>
                    <a:lnTo>
                      <a:pt x="8427" y="3803"/>
                    </a:lnTo>
                    <a:lnTo>
                      <a:pt x="8199" y="3849"/>
                    </a:lnTo>
                    <a:lnTo>
                      <a:pt x="7961" y="3894"/>
                    </a:lnTo>
                    <a:lnTo>
                      <a:pt x="7734" y="3949"/>
                    </a:lnTo>
                    <a:lnTo>
                      <a:pt x="7515" y="4013"/>
                    </a:lnTo>
                    <a:lnTo>
                      <a:pt x="7296" y="4086"/>
                    </a:lnTo>
                    <a:lnTo>
                      <a:pt x="7077" y="4168"/>
                    </a:lnTo>
                    <a:lnTo>
                      <a:pt x="6858" y="4259"/>
                    </a:lnTo>
                    <a:lnTo>
                      <a:pt x="6648" y="4350"/>
                    </a:lnTo>
                    <a:lnTo>
                      <a:pt x="6448" y="4451"/>
                    </a:lnTo>
                    <a:lnTo>
                      <a:pt x="6238" y="4551"/>
                    </a:lnTo>
                    <a:lnTo>
                      <a:pt x="6037" y="4669"/>
                    </a:lnTo>
                    <a:lnTo>
                      <a:pt x="5846" y="4788"/>
                    </a:lnTo>
                    <a:lnTo>
                      <a:pt x="5654" y="4907"/>
                    </a:lnTo>
                    <a:lnTo>
                      <a:pt x="5472" y="5043"/>
                    </a:lnTo>
                    <a:lnTo>
                      <a:pt x="5290" y="5180"/>
                    </a:lnTo>
                    <a:lnTo>
                      <a:pt x="5107" y="5317"/>
                    </a:lnTo>
                    <a:lnTo>
                      <a:pt x="4943" y="5472"/>
                    </a:lnTo>
                    <a:lnTo>
                      <a:pt x="4770" y="5627"/>
                    </a:lnTo>
                    <a:lnTo>
                      <a:pt x="4615" y="5782"/>
                    </a:lnTo>
                    <a:lnTo>
                      <a:pt x="4451" y="5946"/>
                    </a:lnTo>
                    <a:lnTo>
                      <a:pt x="4305" y="6119"/>
                    </a:lnTo>
                    <a:lnTo>
                      <a:pt x="4159" y="6293"/>
                    </a:lnTo>
                    <a:lnTo>
                      <a:pt x="4013" y="6466"/>
                    </a:lnTo>
                    <a:lnTo>
                      <a:pt x="3885" y="6648"/>
                    </a:lnTo>
                    <a:lnTo>
                      <a:pt x="3749" y="6840"/>
                    </a:lnTo>
                    <a:lnTo>
                      <a:pt x="3630" y="7031"/>
                    </a:lnTo>
                    <a:lnTo>
                      <a:pt x="3512" y="7232"/>
                    </a:lnTo>
                    <a:lnTo>
                      <a:pt x="3402" y="7423"/>
                    </a:lnTo>
                    <a:lnTo>
                      <a:pt x="3302" y="7633"/>
                    </a:lnTo>
                    <a:lnTo>
                      <a:pt x="3120" y="7697"/>
                    </a:lnTo>
                    <a:lnTo>
                      <a:pt x="2946" y="7779"/>
                    </a:lnTo>
                    <a:lnTo>
                      <a:pt x="2773" y="7852"/>
                    </a:lnTo>
                    <a:lnTo>
                      <a:pt x="2609" y="7943"/>
                    </a:lnTo>
                    <a:lnTo>
                      <a:pt x="2445" y="8034"/>
                    </a:lnTo>
                    <a:lnTo>
                      <a:pt x="2281" y="8135"/>
                    </a:lnTo>
                    <a:lnTo>
                      <a:pt x="2126" y="8244"/>
                    </a:lnTo>
                    <a:lnTo>
                      <a:pt x="1971" y="8353"/>
                    </a:lnTo>
                    <a:lnTo>
                      <a:pt x="1825" y="8463"/>
                    </a:lnTo>
                    <a:lnTo>
                      <a:pt x="1688" y="8590"/>
                    </a:lnTo>
                    <a:lnTo>
                      <a:pt x="1551" y="8718"/>
                    </a:lnTo>
                    <a:lnTo>
                      <a:pt x="1414" y="8846"/>
                    </a:lnTo>
                    <a:lnTo>
                      <a:pt x="1287" y="8983"/>
                    </a:lnTo>
                    <a:lnTo>
                      <a:pt x="1159" y="9128"/>
                    </a:lnTo>
                    <a:lnTo>
                      <a:pt x="1040" y="9274"/>
                    </a:lnTo>
                    <a:lnTo>
                      <a:pt x="931" y="9420"/>
                    </a:lnTo>
                    <a:lnTo>
                      <a:pt x="822" y="9575"/>
                    </a:lnTo>
                    <a:lnTo>
                      <a:pt x="721" y="9730"/>
                    </a:lnTo>
                    <a:lnTo>
                      <a:pt x="630" y="9894"/>
                    </a:lnTo>
                    <a:lnTo>
                      <a:pt x="539" y="10059"/>
                    </a:lnTo>
                    <a:lnTo>
                      <a:pt x="457" y="10232"/>
                    </a:lnTo>
                    <a:lnTo>
                      <a:pt x="384" y="10405"/>
                    </a:lnTo>
                    <a:lnTo>
                      <a:pt x="311" y="10587"/>
                    </a:lnTo>
                    <a:lnTo>
                      <a:pt x="247" y="10761"/>
                    </a:lnTo>
                    <a:lnTo>
                      <a:pt x="192" y="10952"/>
                    </a:lnTo>
                    <a:lnTo>
                      <a:pt x="147" y="11135"/>
                    </a:lnTo>
                    <a:lnTo>
                      <a:pt x="101" y="11326"/>
                    </a:lnTo>
                    <a:lnTo>
                      <a:pt x="65" y="11518"/>
                    </a:lnTo>
                    <a:lnTo>
                      <a:pt x="37" y="11709"/>
                    </a:lnTo>
                    <a:lnTo>
                      <a:pt x="19" y="11910"/>
                    </a:lnTo>
                    <a:lnTo>
                      <a:pt x="10" y="12101"/>
                    </a:lnTo>
                    <a:lnTo>
                      <a:pt x="1" y="12311"/>
                    </a:lnTo>
                    <a:lnTo>
                      <a:pt x="10" y="12566"/>
                    </a:lnTo>
                    <a:lnTo>
                      <a:pt x="28" y="12812"/>
                    </a:lnTo>
                    <a:lnTo>
                      <a:pt x="65" y="13059"/>
                    </a:lnTo>
                    <a:lnTo>
                      <a:pt x="101" y="13305"/>
                    </a:lnTo>
                    <a:lnTo>
                      <a:pt x="165" y="13551"/>
                    </a:lnTo>
                    <a:lnTo>
                      <a:pt x="229" y="13779"/>
                    </a:lnTo>
                    <a:lnTo>
                      <a:pt x="302" y="14016"/>
                    </a:lnTo>
                    <a:lnTo>
                      <a:pt x="393" y="14235"/>
                    </a:lnTo>
                    <a:lnTo>
                      <a:pt x="302" y="14508"/>
                    </a:lnTo>
                    <a:lnTo>
                      <a:pt x="229" y="14791"/>
                    </a:lnTo>
                    <a:lnTo>
                      <a:pt x="165" y="15074"/>
                    </a:lnTo>
                    <a:lnTo>
                      <a:pt x="101" y="15356"/>
                    </a:lnTo>
                    <a:lnTo>
                      <a:pt x="65" y="15648"/>
                    </a:lnTo>
                    <a:lnTo>
                      <a:pt x="28" y="15940"/>
                    </a:lnTo>
                    <a:lnTo>
                      <a:pt x="10" y="16241"/>
                    </a:lnTo>
                    <a:lnTo>
                      <a:pt x="1" y="16542"/>
                    </a:lnTo>
                    <a:lnTo>
                      <a:pt x="10" y="16788"/>
                    </a:lnTo>
                    <a:lnTo>
                      <a:pt x="19" y="17034"/>
                    </a:lnTo>
                    <a:lnTo>
                      <a:pt x="47" y="17271"/>
                    </a:lnTo>
                    <a:lnTo>
                      <a:pt x="74" y="17518"/>
                    </a:lnTo>
                    <a:lnTo>
                      <a:pt x="110" y="17755"/>
                    </a:lnTo>
                    <a:lnTo>
                      <a:pt x="156" y="17992"/>
                    </a:lnTo>
                    <a:lnTo>
                      <a:pt x="211" y="18220"/>
                    </a:lnTo>
                    <a:lnTo>
                      <a:pt x="275" y="18457"/>
                    </a:lnTo>
                    <a:lnTo>
                      <a:pt x="338" y="18676"/>
                    </a:lnTo>
                    <a:lnTo>
                      <a:pt x="411" y="18904"/>
                    </a:lnTo>
                    <a:lnTo>
                      <a:pt x="502" y="19122"/>
                    </a:lnTo>
                    <a:lnTo>
                      <a:pt x="594" y="19341"/>
                    </a:lnTo>
                    <a:lnTo>
                      <a:pt x="685" y="19551"/>
                    </a:lnTo>
                    <a:lnTo>
                      <a:pt x="794" y="19761"/>
                    </a:lnTo>
                    <a:lnTo>
                      <a:pt x="904" y="19961"/>
                    </a:lnTo>
                    <a:lnTo>
                      <a:pt x="1022" y="20162"/>
                    </a:lnTo>
                    <a:lnTo>
                      <a:pt x="1141" y="20363"/>
                    </a:lnTo>
                    <a:lnTo>
                      <a:pt x="1278" y="20554"/>
                    </a:lnTo>
                    <a:lnTo>
                      <a:pt x="1414" y="20736"/>
                    </a:lnTo>
                    <a:lnTo>
                      <a:pt x="1551" y="20919"/>
                    </a:lnTo>
                    <a:lnTo>
                      <a:pt x="1706" y="21092"/>
                    </a:lnTo>
                    <a:lnTo>
                      <a:pt x="1852" y="21265"/>
                    </a:lnTo>
                    <a:lnTo>
                      <a:pt x="2016" y="21439"/>
                    </a:lnTo>
                    <a:lnTo>
                      <a:pt x="2180" y="21594"/>
                    </a:lnTo>
                    <a:lnTo>
                      <a:pt x="2354" y="21749"/>
                    </a:lnTo>
                    <a:lnTo>
                      <a:pt x="2527" y="21904"/>
                    </a:lnTo>
                    <a:lnTo>
                      <a:pt x="2709" y="22049"/>
                    </a:lnTo>
                    <a:lnTo>
                      <a:pt x="2892" y="22186"/>
                    </a:lnTo>
                    <a:lnTo>
                      <a:pt x="3083" y="22323"/>
                    </a:lnTo>
                    <a:lnTo>
                      <a:pt x="3275" y="22442"/>
                    </a:lnTo>
                    <a:lnTo>
                      <a:pt x="3475" y="22569"/>
                    </a:lnTo>
                    <a:lnTo>
                      <a:pt x="3676" y="22679"/>
                    </a:lnTo>
                    <a:lnTo>
                      <a:pt x="3721" y="23007"/>
                    </a:lnTo>
                    <a:lnTo>
                      <a:pt x="3776" y="23326"/>
                    </a:lnTo>
                    <a:lnTo>
                      <a:pt x="3849" y="23645"/>
                    </a:lnTo>
                    <a:lnTo>
                      <a:pt x="3931" y="23955"/>
                    </a:lnTo>
                    <a:lnTo>
                      <a:pt x="4031" y="24256"/>
                    </a:lnTo>
                    <a:lnTo>
                      <a:pt x="4141" y="24557"/>
                    </a:lnTo>
                    <a:lnTo>
                      <a:pt x="4268" y="24849"/>
                    </a:lnTo>
                    <a:lnTo>
                      <a:pt x="4405" y="25132"/>
                    </a:lnTo>
                    <a:lnTo>
                      <a:pt x="4560" y="25414"/>
                    </a:lnTo>
                    <a:lnTo>
                      <a:pt x="4724" y="25679"/>
                    </a:lnTo>
                    <a:lnTo>
                      <a:pt x="4898" y="25943"/>
                    </a:lnTo>
                    <a:lnTo>
                      <a:pt x="5080" y="26198"/>
                    </a:lnTo>
                    <a:lnTo>
                      <a:pt x="5281" y="26435"/>
                    </a:lnTo>
                    <a:lnTo>
                      <a:pt x="5481" y="26673"/>
                    </a:lnTo>
                    <a:lnTo>
                      <a:pt x="5700" y="26901"/>
                    </a:lnTo>
                    <a:lnTo>
                      <a:pt x="5928" y="27110"/>
                    </a:lnTo>
                    <a:lnTo>
                      <a:pt x="6165" y="27320"/>
                    </a:lnTo>
                    <a:lnTo>
                      <a:pt x="6411" y="27511"/>
                    </a:lnTo>
                    <a:lnTo>
                      <a:pt x="6667" y="27694"/>
                    </a:lnTo>
                    <a:lnTo>
                      <a:pt x="6931" y="27867"/>
                    </a:lnTo>
                    <a:lnTo>
                      <a:pt x="7196" y="28031"/>
                    </a:lnTo>
                    <a:lnTo>
                      <a:pt x="7478" y="28177"/>
                    </a:lnTo>
                    <a:lnTo>
                      <a:pt x="7761" y="28314"/>
                    </a:lnTo>
                    <a:lnTo>
                      <a:pt x="8053" y="28442"/>
                    </a:lnTo>
                    <a:lnTo>
                      <a:pt x="8354" y="28551"/>
                    </a:lnTo>
                    <a:lnTo>
                      <a:pt x="8664" y="28642"/>
                    </a:lnTo>
                    <a:lnTo>
                      <a:pt x="8974" y="28724"/>
                    </a:lnTo>
                    <a:lnTo>
                      <a:pt x="9293" y="28797"/>
                    </a:lnTo>
                    <a:lnTo>
                      <a:pt x="9612" y="28852"/>
                    </a:lnTo>
                    <a:lnTo>
                      <a:pt x="9940" y="28888"/>
                    </a:lnTo>
                    <a:lnTo>
                      <a:pt x="10269" y="28916"/>
                    </a:lnTo>
                    <a:lnTo>
                      <a:pt x="10925" y="28916"/>
                    </a:lnTo>
                    <a:lnTo>
                      <a:pt x="11235" y="28888"/>
                    </a:lnTo>
                    <a:lnTo>
                      <a:pt x="11536" y="28861"/>
                    </a:lnTo>
                    <a:lnTo>
                      <a:pt x="11837" y="28815"/>
                    </a:lnTo>
                    <a:lnTo>
                      <a:pt x="12138" y="28752"/>
                    </a:lnTo>
                    <a:lnTo>
                      <a:pt x="12430" y="28679"/>
                    </a:lnTo>
                    <a:lnTo>
                      <a:pt x="12721" y="28597"/>
                    </a:lnTo>
                    <a:lnTo>
                      <a:pt x="13004" y="28496"/>
                    </a:lnTo>
                    <a:lnTo>
                      <a:pt x="13278" y="28387"/>
                    </a:lnTo>
                    <a:lnTo>
                      <a:pt x="13551" y="28268"/>
                    </a:lnTo>
                    <a:lnTo>
                      <a:pt x="13816" y="28141"/>
                    </a:lnTo>
                    <a:lnTo>
                      <a:pt x="14071" y="27995"/>
                    </a:lnTo>
                    <a:lnTo>
                      <a:pt x="14326" y="27849"/>
                    </a:lnTo>
                    <a:lnTo>
                      <a:pt x="14572" y="27685"/>
                    </a:lnTo>
                    <a:lnTo>
                      <a:pt x="14810" y="27511"/>
                    </a:lnTo>
                    <a:lnTo>
                      <a:pt x="15038" y="27329"/>
                    </a:lnTo>
                    <a:lnTo>
                      <a:pt x="15256" y="27147"/>
                    </a:lnTo>
                    <a:lnTo>
                      <a:pt x="15475" y="26946"/>
                    </a:lnTo>
                    <a:lnTo>
                      <a:pt x="15676" y="26736"/>
                    </a:lnTo>
                    <a:lnTo>
                      <a:pt x="15876" y="26518"/>
                    </a:lnTo>
                    <a:lnTo>
                      <a:pt x="16059" y="26290"/>
                    </a:lnTo>
                    <a:lnTo>
                      <a:pt x="16241" y="26062"/>
                    </a:lnTo>
                    <a:lnTo>
                      <a:pt x="16405" y="25825"/>
                    </a:lnTo>
                    <a:lnTo>
                      <a:pt x="16560" y="25569"/>
                    </a:lnTo>
                    <a:lnTo>
                      <a:pt x="16715" y="25323"/>
                    </a:lnTo>
                    <a:lnTo>
                      <a:pt x="16852" y="25059"/>
                    </a:lnTo>
                    <a:lnTo>
                      <a:pt x="16980" y="24794"/>
                    </a:lnTo>
                    <a:lnTo>
                      <a:pt x="17089" y="24521"/>
                    </a:lnTo>
                    <a:lnTo>
                      <a:pt x="17199" y="24238"/>
                    </a:lnTo>
                    <a:lnTo>
                      <a:pt x="17290" y="23955"/>
                    </a:lnTo>
                    <a:lnTo>
                      <a:pt x="17363" y="23663"/>
                    </a:lnTo>
                    <a:lnTo>
                      <a:pt x="17436" y="23372"/>
                    </a:lnTo>
                    <a:lnTo>
                      <a:pt x="17636" y="23527"/>
                    </a:lnTo>
                    <a:lnTo>
                      <a:pt x="17846" y="23682"/>
                    </a:lnTo>
                    <a:lnTo>
                      <a:pt x="18065" y="23818"/>
                    </a:lnTo>
                    <a:lnTo>
                      <a:pt x="18293" y="23955"/>
                    </a:lnTo>
                    <a:lnTo>
                      <a:pt x="18521" y="24083"/>
                    </a:lnTo>
                    <a:lnTo>
                      <a:pt x="18758" y="24192"/>
                    </a:lnTo>
                    <a:lnTo>
                      <a:pt x="18995" y="24302"/>
                    </a:lnTo>
                    <a:lnTo>
                      <a:pt x="19241" y="24393"/>
                    </a:lnTo>
                    <a:lnTo>
                      <a:pt x="19487" y="24475"/>
                    </a:lnTo>
                    <a:lnTo>
                      <a:pt x="19743" y="24557"/>
                    </a:lnTo>
                    <a:lnTo>
                      <a:pt x="20007" y="24621"/>
                    </a:lnTo>
                    <a:lnTo>
                      <a:pt x="20272" y="24666"/>
                    </a:lnTo>
                    <a:lnTo>
                      <a:pt x="20536" y="24712"/>
                    </a:lnTo>
                    <a:lnTo>
                      <a:pt x="20810" y="24739"/>
                    </a:lnTo>
                    <a:lnTo>
                      <a:pt x="21083" y="24758"/>
                    </a:lnTo>
                    <a:lnTo>
                      <a:pt x="21357" y="24767"/>
                    </a:lnTo>
                    <a:lnTo>
                      <a:pt x="21585" y="24758"/>
                    </a:lnTo>
                    <a:lnTo>
                      <a:pt x="21813" y="24749"/>
                    </a:lnTo>
                    <a:lnTo>
                      <a:pt x="22032" y="24730"/>
                    </a:lnTo>
                    <a:lnTo>
                      <a:pt x="22259" y="24703"/>
                    </a:lnTo>
                    <a:lnTo>
                      <a:pt x="22478" y="24666"/>
                    </a:lnTo>
                    <a:lnTo>
                      <a:pt x="22688" y="24621"/>
                    </a:lnTo>
                    <a:lnTo>
                      <a:pt x="22907" y="24575"/>
                    </a:lnTo>
                    <a:lnTo>
                      <a:pt x="23117" y="24511"/>
                    </a:lnTo>
                    <a:lnTo>
                      <a:pt x="23317" y="24448"/>
                    </a:lnTo>
                    <a:lnTo>
                      <a:pt x="23527" y="24375"/>
                    </a:lnTo>
                    <a:lnTo>
                      <a:pt x="23718" y="24302"/>
                    </a:lnTo>
                    <a:lnTo>
                      <a:pt x="23919" y="24220"/>
                    </a:lnTo>
                    <a:lnTo>
                      <a:pt x="24111" y="24128"/>
                    </a:lnTo>
                    <a:lnTo>
                      <a:pt x="24302" y="24028"/>
                    </a:lnTo>
                    <a:lnTo>
                      <a:pt x="24484" y="23919"/>
                    </a:lnTo>
                    <a:lnTo>
                      <a:pt x="24667" y="23809"/>
                    </a:lnTo>
                    <a:lnTo>
                      <a:pt x="24849" y="23700"/>
                    </a:lnTo>
                    <a:lnTo>
                      <a:pt x="25022" y="23572"/>
                    </a:lnTo>
                    <a:lnTo>
                      <a:pt x="25187" y="23445"/>
                    </a:lnTo>
                    <a:lnTo>
                      <a:pt x="25351" y="23317"/>
                    </a:lnTo>
                    <a:lnTo>
                      <a:pt x="25515" y="23171"/>
                    </a:lnTo>
                    <a:lnTo>
                      <a:pt x="25670" y="23034"/>
                    </a:lnTo>
                    <a:lnTo>
                      <a:pt x="25816" y="22879"/>
                    </a:lnTo>
                    <a:lnTo>
                      <a:pt x="25962" y="22733"/>
                    </a:lnTo>
                    <a:lnTo>
                      <a:pt x="26108" y="22569"/>
                    </a:lnTo>
                    <a:lnTo>
                      <a:pt x="26235" y="22405"/>
                    </a:lnTo>
                    <a:lnTo>
                      <a:pt x="26363" y="22241"/>
                    </a:lnTo>
                    <a:lnTo>
                      <a:pt x="26491" y="22068"/>
                    </a:lnTo>
                    <a:lnTo>
                      <a:pt x="26609" y="21885"/>
                    </a:lnTo>
                    <a:lnTo>
                      <a:pt x="26718" y="21712"/>
                    </a:lnTo>
                    <a:lnTo>
                      <a:pt x="26828" y="21521"/>
                    </a:lnTo>
                    <a:lnTo>
                      <a:pt x="26928" y="21338"/>
                    </a:lnTo>
                    <a:lnTo>
                      <a:pt x="27038" y="21347"/>
                    </a:lnTo>
                    <a:lnTo>
                      <a:pt x="27329" y="21347"/>
                    </a:lnTo>
                    <a:lnTo>
                      <a:pt x="27503" y="21329"/>
                    </a:lnTo>
                    <a:lnTo>
                      <a:pt x="27676" y="21311"/>
                    </a:lnTo>
                    <a:lnTo>
                      <a:pt x="27840" y="21283"/>
                    </a:lnTo>
                    <a:lnTo>
                      <a:pt x="28004" y="21247"/>
                    </a:lnTo>
                    <a:lnTo>
                      <a:pt x="28168" y="21201"/>
                    </a:lnTo>
                    <a:lnTo>
                      <a:pt x="28332" y="21156"/>
                    </a:lnTo>
                    <a:lnTo>
                      <a:pt x="28487" y="21101"/>
                    </a:lnTo>
                    <a:lnTo>
                      <a:pt x="28643" y="21037"/>
                    </a:lnTo>
                    <a:lnTo>
                      <a:pt x="28788" y="20964"/>
                    </a:lnTo>
                    <a:lnTo>
                      <a:pt x="28934" y="20891"/>
                    </a:lnTo>
                    <a:lnTo>
                      <a:pt x="29080" y="20800"/>
                    </a:lnTo>
                    <a:lnTo>
                      <a:pt x="29217" y="20718"/>
                    </a:lnTo>
                    <a:lnTo>
                      <a:pt x="29354" y="20618"/>
                    </a:lnTo>
                    <a:lnTo>
                      <a:pt x="29481" y="20518"/>
                    </a:lnTo>
                    <a:lnTo>
                      <a:pt x="29609" y="20417"/>
                    </a:lnTo>
                    <a:lnTo>
                      <a:pt x="29910" y="20463"/>
                    </a:lnTo>
                    <a:lnTo>
                      <a:pt x="30220" y="20508"/>
                    </a:lnTo>
                    <a:lnTo>
                      <a:pt x="30530" y="20527"/>
                    </a:lnTo>
                    <a:lnTo>
                      <a:pt x="30849" y="20536"/>
                    </a:lnTo>
                    <a:lnTo>
                      <a:pt x="31177" y="20527"/>
                    </a:lnTo>
                    <a:lnTo>
                      <a:pt x="31488" y="20508"/>
                    </a:lnTo>
                    <a:lnTo>
                      <a:pt x="31798" y="20463"/>
                    </a:lnTo>
                    <a:lnTo>
                      <a:pt x="32108" y="20408"/>
                    </a:lnTo>
                    <a:lnTo>
                      <a:pt x="32409" y="20344"/>
                    </a:lnTo>
                    <a:lnTo>
                      <a:pt x="32709" y="20262"/>
                    </a:lnTo>
                    <a:lnTo>
                      <a:pt x="32992" y="20162"/>
                    </a:lnTo>
                    <a:lnTo>
                      <a:pt x="33275" y="20052"/>
                    </a:lnTo>
                    <a:lnTo>
                      <a:pt x="33557" y="19925"/>
                    </a:lnTo>
                    <a:lnTo>
                      <a:pt x="33822" y="19788"/>
                    </a:lnTo>
                    <a:lnTo>
                      <a:pt x="34086" y="19633"/>
                    </a:lnTo>
                    <a:lnTo>
                      <a:pt x="34333" y="19478"/>
                    </a:lnTo>
                    <a:lnTo>
                      <a:pt x="34579" y="19305"/>
                    </a:lnTo>
                    <a:lnTo>
                      <a:pt x="34816" y="19113"/>
                    </a:lnTo>
                    <a:lnTo>
                      <a:pt x="35044" y="18922"/>
                    </a:lnTo>
                    <a:lnTo>
                      <a:pt x="35254" y="18712"/>
                    </a:lnTo>
                    <a:lnTo>
                      <a:pt x="35463" y="18493"/>
                    </a:lnTo>
                    <a:lnTo>
                      <a:pt x="35664" y="18274"/>
                    </a:lnTo>
                    <a:lnTo>
                      <a:pt x="35846" y="18037"/>
                    </a:lnTo>
                    <a:lnTo>
                      <a:pt x="36019" y="17791"/>
                    </a:lnTo>
                    <a:lnTo>
                      <a:pt x="36184" y="17536"/>
                    </a:lnTo>
                    <a:lnTo>
                      <a:pt x="36330" y="17280"/>
                    </a:lnTo>
                    <a:lnTo>
                      <a:pt x="36466" y="17007"/>
                    </a:lnTo>
                    <a:lnTo>
                      <a:pt x="36594" y="16733"/>
                    </a:lnTo>
                    <a:lnTo>
                      <a:pt x="36703" y="16451"/>
                    </a:lnTo>
                    <a:lnTo>
                      <a:pt x="36804" y="16159"/>
                    </a:lnTo>
                    <a:lnTo>
                      <a:pt x="36886" y="15867"/>
                    </a:lnTo>
                    <a:lnTo>
                      <a:pt x="36959" y="15566"/>
                    </a:lnTo>
                    <a:lnTo>
                      <a:pt x="37013" y="15256"/>
                    </a:lnTo>
                    <a:lnTo>
                      <a:pt x="37050" y="14946"/>
                    </a:lnTo>
                    <a:lnTo>
                      <a:pt x="37077" y="14627"/>
                    </a:lnTo>
                    <a:lnTo>
                      <a:pt x="37086" y="14308"/>
                    </a:lnTo>
                    <a:lnTo>
                      <a:pt x="37077" y="14007"/>
                    </a:lnTo>
                    <a:lnTo>
                      <a:pt x="37050" y="13715"/>
                    </a:lnTo>
                    <a:lnTo>
                      <a:pt x="37023" y="13423"/>
                    </a:lnTo>
                    <a:lnTo>
                      <a:pt x="36968" y="13141"/>
                    </a:lnTo>
                    <a:lnTo>
                      <a:pt x="36913" y="12858"/>
                    </a:lnTo>
                    <a:lnTo>
                      <a:pt x="36840" y="12575"/>
                    </a:lnTo>
                    <a:lnTo>
                      <a:pt x="36749" y="12302"/>
                    </a:lnTo>
                    <a:lnTo>
                      <a:pt x="36658" y="12037"/>
                    </a:lnTo>
                    <a:lnTo>
                      <a:pt x="36548" y="11782"/>
                    </a:lnTo>
                    <a:lnTo>
                      <a:pt x="36421" y="11527"/>
                    </a:lnTo>
                    <a:lnTo>
                      <a:pt x="36293" y="11271"/>
                    </a:lnTo>
                    <a:lnTo>
                      <a:pt x="36147" y="11034"/>
                    </a:lnTo>
                    <a:lnTo>
                      <a:pt x="36001" y="10797"/>
                    </a:lnTo>
                    <a:lnTo>
                      <a:pt x="35837" y="10569"/>
                    </a:lnTo>
                    <a:lnTo>
                      <a:pt x="35664" y="10350"/>
                    </a:lnTo>
                    <a:lnTo>
                      <a:pt x="35481" y="10141"/>
                    </a:lnTo>
                    <a:lnTo>
                      <a:pt x="35509" y="9858"/>
                    </a:lnTo>
                    <a:lnTo>
                      <a:pt x="35518" y="9712"/>
                    </a:lnTo>
                    <a:lnTo>
                      <a:pt x="35527" y="9566"/>
                    </a:lnTo>
                    <a:lnTo>
                      <a:pt x="35518" y="9347"/>
                    </a:lnTo>
                    <a:lnTo>
                      <a:pt x="35500" y="9128"/>
                    </a:lnTo>
                    <a:lnTo>
                      <a:pt x="35472" y="8910"/>
                    </a:lnTo>
                    <a:lnTo>
                      <a:pt x="35436" y="8700"/>
                    </a:lnTo>
                    <a:lnTo>
                      <a:pt x="35390" y="8490"/>
                    </a:lnTo>
                    <a:lnTo>
                      <a:pt x="35336" y="8290"/>
                    </a:lnTo>
                    <a:lnTo>
                      <a:pt x="35263" y="8089"/>
                    </a:lnTo>
                    <a:lnTo>
                      <a:pt x="35190" y="7888"/>
                    </a:lnTo>
                    <a:lnTo>
                      <a:pt x="35098" y="7697"/>
                    </a:lnTo>
                    <a:lnTo>
                      <a:pt x="35007" y="7514"/>
                    </a:lnTo>
                    <a:lnTo>
                      <a:pt x="34898" y="7332"/>
                    </a:lnTo>
                    <a:lnTo>
                      <a:pt x="34788" y="7159"/>
                    </a:lnTo>
                    <a:lnTo>
                      <a:pt x="34670" y="6995"/>
                    </a:lnTo>
                    <a:lnTo>
                      <a:pt x="34542" y="6831"/>
                    </a:lnTo>
                    <a:lnTo>
                      <a:pt x="34405" y="6676"/>
                    </a:lnTo>
                    <a:lnTo>
                      <a:pt x="34269" y="6530"/>
                    </a:lnTo>
                    <a:lnTo>
                      <a:pt x="34114" y="6384"/>
                    </a:lnTo>
                    <a:lnTo>
                      <a:pt x="33959" y="6247"/>
                    </a:lnTo>
                    <a:lnTo>
                      <a:pt x="33795" y="6119"/>
                    </a:lnTo>
                    <a:lnTo>
                      <a:pt x="33630" y="6001"/>
                    </a:lnTo>
                    <a:lnTo>
                      <a:pt x="33457" y="5891"/>
                    </a:lnTo>
                    <a:lnTo>
                      <a:pt x="33275" y="5782"/>
                    </a:lnTo>
                    <a:lnTo>
                      <a:pt x="33092" y="5691"/>
                    </a:lnTo>
                    <a:lnTo>
                      <a:pt x="32901" y="5600"/>
                    </a:lnTo>
                    <a:lnTo>
                      <a:pt x="32700" y="5527"/>
                    </a:lnTo>
                    <a:lnTo>
                      <a:pt x="32500" y="5463"/>
                    </a:lnTo>
                    <a:lnTo>
                      <a:pt x="32299" y="5399"/>
                    </a:lnTo>
                    <a:lnTo>
                      <a:pt x="32089" y="5353"/>
                    </a:lnTo>
                    <a:lnTo>
                      <a:pt x="31880" y="5317"/>
                    </a:lnTo>
                    <a:lnTo>
                      <a:pt x="31661" y="5290"/>
                    </a:lnTo>
                    <a:lnTo>
                      <a:pt x="31442" y="5271"/>
                    </a:lnTo>
                    <a:lnTo>
                      <a:pt x="31223" y="5262"/>
                    </a:lnTo>
                    <a:lnTo>
                      <a:pt x="30968" y="5271"/>
                    </a:lnTo>
                    <a:lnTo>
                      <a:pt x="30712" y="5299"/>
                    </a:lnTo>
                    <a:lnTo>
                      <a:pt x="30667" y="5125"/>
                    </a:lnTo>
                    <a:lnTo>
                      <a:pt x="30612" y="4961"/>
                    </a:lnTo>
                    <a:lnTo>
                      <a:pt x="30548" y="4788"/>
                    </a:lnTo>
                    <a:lnTo>
                      <a:pt x="30475" y="4633"/>
                    </a:lnTo>
                    <a:lnTo>
                      <a:pt x="30402" y="4469"/>
                    </a:lnTo>
                    <a:lnTo>
                      <a:pt x="30320" y="4314"/>
                    </a:lnTo>
                    <a:lnTo>
                      <a:pt x="30238" y="4159"/>
                    </a:lnTo>
                    <a:lnTo>
                      <a:pt x="30138" y="4013"/>
                    </a:lnTo>
                    <a:lnTo>
                      <a:pt x="30038" y="3867"/>
                    </a:lnTo>
                    <a:lnTo>
                      <a:pt x="29937" y="3730"/>
                    </a:lnTo>
                    <a:lnTo>
                      <a:pt x="29828" y="3593"/>
                    </a:lnTo>
                    <a:lnTo>
                      <a:pt x="29709" y="3466"/>
                    </a:lnTo>
                    <a:lnTo>
                      <a:pt x="29591" y="3338"/>
                    </a:lnTo>
                    <a:lnTo>
                      <a:pt x="29463" y="3220"/>
                    </a:lnTo>
                    <a:lnTo>
                      <a:pt x="29336" y="3101"/>
                    </a:lnTo>
                    <a:lnTo>
                      <a:pt x="29199" y="2992"/>
                    </a:lnTo>
                    <a:lnTo>
                      <a:pt x="29062" y="2891"/>
                    </a:lnTo>
                    <a:lnTo>
                      <a:pt x="28916" y="2791"/>
                    </a:lnTo>
                    <a:lnTo>
                      <a:pt x="28770" y="2691"/>
                    </a:lnTo>
                    <a:lnTo>
                      <a:pt x="28624" y="2609"/>
                    </a:lnTo>
                    <a:lnTo>
                      <a:pt x="28469" y="2527"/>
                    </a:lnTo>
                    <a:lnTo>
                      <a:pt x="28305" y="2454"/>
                    </a:lnTo>
                    <a:lnTo>
                      <a:pt x="28141" y="2381"/>
                    </a:lnTo>
                    <a:lnTo>
                      <a:pt x="27977" y="2317"/>
                    </a:lnTo>
                    <a:lnTo>
                      <a:pt x="27813" y="2262"/>
                    </a:lnTo>
                    <a:lnTo>
                      <a:pt x="27639" y="2217"/>
                    </a:lnTo>
                    <a:lnTo>
                      <a:pt x="27466" y="2171"/>
                    </a:lnTo>
                    <a:lnTo>
                      <a:pt x="27284" y="2134"/>
                    </a:lnTo>
                    <a:lnTo>
                      <a:pt x="27101" y="2107"/>
                    </a:lnTo>
                    <a:lnTo>
                      <a:pt x="26919" y="2089"/>
                    </a:lnTo>
                    <a:lnTo>
                      <a:pt x="26737" y="2080"/>
                    </a:lnTo>
                    <a:lnTo>
                      <a:pt x="26336" y="2080"/>
                    </a:lnTo>
                    <a:lnTo>
                      <a:pt x="26135" y="2098"/>
                    </a:lnTo>
                    <a:lnTo>
                      <a:pt x="25925" y="2125"/>
                    </a:lnTo>
                    <a:lnTo>
                      <a:pt x="25725" y="2162"/>
                    </a:lnTo>
                    <a:lnTo>
                      <a:pt x="25524" y="2207"/>
                    </a:lnTo>
                    <a:lnTo>
                      <a:pt x="25323" y="2253"/>
                    </a:lnTo>
                    <a:lnTo>
                      <a:pt x="25132" y="2317"/>
                    </a:lnTo>
                    <a:lnTo>
                      <a:pt x="24940" y="2390"/>
                    </a:lnTo>
                    <a:lnTo>
                      <a:pt x="24731" y="2244"/>
                    </a:lnTo>
                    <a:lnTo>
                      <a:pt x="24503" y="2107"/>
                    </a:lnTo>
                    <a:lnTo>
                      <a:pt x="24275" y="1970"/>
                    </a:lnTo>
                    <a:lnTo>
                      <a:pt x="24047" y="1852"/>
                    </a:lnTo>
                    <a:lnTo>
                      <a:pt x="23810" y="1733"/>
                    </a:lnTo>
                    <a:lnTo>
                      <a:pt x="23563" y="1633"/>
                    </a:lnTo>
                    <a:lnTo>
                      <a:pt x="23317" y="1533"/>
                    </a:lnTo>
                    <a:lnTo>
                      <a:pt x="23062" y="1451"/>
                    </a:lnTo>
                    <a:lnTo>
                      <a:pt x="22807" y="1369"/>
                    </a:lnTo>
                    <a:lnTo>
                      <a:pt x="22551" y="1305"/>
                    </a:lnTo>
                    <a:lnTo>
                      <a:pt x="22287" y="1250"/>
                    </a:lnTo>
                    <a:lnTo>
                      <a:pt x="22022" y="1195"/>
                    </a:lnTo>
                    <a:lnTo>
                      <a:pt x="21749" y="1159"/>
                    </a:lnTo>
                    <a:lnTo>
                      <a:pt x="21475" y="1131"/>
                    </a:lnTo>
                    <a:lnTo>
                      <a:pt x="21193" y="1113"/>
                    </a:lnTo>
                    <a:lnTo>
                      <a:pt x="20709" y="1113"/>
                    </a:lnTo>
                    <a:lnTo>
                      <a:pt x="20500" y="1122"/>
                    </a:lnTo>
                    <a:lnTo>
                      <a:pt x="20299" y="1141"/>
                    </a:lnTo>
                    <a:lnTo>
                      <a:pt x="20089" y="1159"/>
                    </a:lnTo>
                    <a:lnTo>
                      <a:pt x="19889" y="1186"/>
                    </a:lnTo>
                    <a:lnTo>
                      <a:pt x="19688" y="1223"/>
                    </a:lnTo>
                    <a:lnTo>
                      <a:pt x="19487" y="1259"/>
                    </a:lnTo>
                    <a:lnTo>
                      <a:pt x="19296" y="1305"/>
                    </a:lnTo>
                    <a:lnTo>
                      <a:pt x="19095" y="1350"/>
                    </a:lnTo>
                    <a:lnTo>
                      <a:pt x="18904" y="1405"/>
                    </a:lnTo>
                    <a:lnTo>
                      <a:pt x="18721" y="1469"/>
                    </a:lnTo>
                    <a:lnTo>
                      <a:pt x="18530" y="1533"/>
                    </a:lnTo>
                    <a:lnTo>
                      <a:pt x="18348" y="1606"/>
                    </a:lnTo>
                    <a:lnTo>
                      <a:pt x="18165" y="1679"/>
                    </a:lnTo>
                    <a:lnTo>
                      <a:pt x="17983" y="1761"/>
                    </a:lnTo>
                    <a:lnTo>
                      <a:pt x="17810" y="1843"/>
                    </a:lnTo>
                    <a:lnTo>
                      <a:pt x="17627" y="1633"/>
                    </a:lnTo>
                    <a:lnTo>
                      <a:pt x="17445" y="1441"/>
                    </a:lnTo>
                    <a:lnTo>
                      <a:pt x="17244" y="1250"/>
                    </a:lnTo>
                    <a:lnTo>
                      <a:pt x="17035" y="1077"/>
                    </a:lnTo>
                    <a:lnTo>
                      <a:pt x="16825" y="913"/>
                    </a:lnTo>
                    <a:lnTo>
                      <a:pt x="16597" y="767"/>
                    </a:lnTo>
                    <a:lnTo>
                      <a:pt x="16360" y="621"/>
                    </a:lnTo>
                    <a:lnTo>
                      <a:pt x="16123" y="502"/>
                    </a:lnTo>
                    <a:lnTo>
                      <a:pt x="15867" y="384"/>
                    </a:lnTo>
                    <a:lnTo>
                      <a:pt x="15612" y="283"/>
                    </a:lnTo>
                    <a:lnTo>
                      <a:pt x="15348" y="201"/>
                    </a:lnTo>
                    <a:lnTo>
                      <a:pt x="15083" y="128"/>
                    </a:lnTo>
                    <a:lnTo>
                      <a:pt x="14800" y="74"/>
                    </a:lnTo>
                    <a:lnTo>
                      <a:pt x="14518" y="28"/>
                    </a:lnTo>
                    <a:lnTo>
                      <a:pt x="14235" y="10"/>
                    </a:lnTo>
                    <a:lnTo>
                      <a:pt x="139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3"/>
              <p:cNvSpPr/>
              <p:nvPr/>
            </p:nvSpPr>
            <p:spPr>
              <a:xfrm>
                <a:off x="4089579" y="2539374"/>
                <a:ext cx="281563" cy="494939"/>
              </a:xfrm>
              <a:custGeom>
                <a:avLst/>
                <a:gdLst/>
                <a:ahLst/>
                <a:cxnLst/>
                <a:rect l="l" t="t" r="r" b="b"/>
                <a:pathLst>
                  <a:path w="5463" h="9603" extrusionOk="0">
                    <a:moveTo>
                      <a:pt x="0" y="1"/>
                    </a:moveTo>
                    <a:lnTo>
                      <a:pt x="0" y="529"/>
                    </a:lnTo>
                    <a:lnTo>
                      <a:pt x="256" y="539"/>
                    </a:lnTo>
                    <a:lnTo>
                      <a:pt x="511" y="557"/>
                    </a:lnTo>
                    <a:lnTo>
                      <a:pt x="757" y="584"/>
                    </a:lnTo>
                    <a:lnTo>
                      <a:pt x="994" y="630"/>
                    </a:lnTo>
                    <a:lnTo>
                      <a:pt x="1231" y="684"/>
                    </a:lnTo>
                    <a:lnTo>
                      <a:pt x="1468" y="748"/>
                    </a:lnTo>
                    <a:lnTo>
                      <a:pt x="1696" y="830"/>
                    </a:lnTo>
                    <a:lnTo>
                      <a:pt x="1924" y="912"/>
                    </a:lnTo>
                    <a:lnTo>
                      <a:pt x="2143" y="1013"/>
                    </a:lnTo>
                    <a:lnTo>
                      <a:pt x="2353" y="1122"/>
                    </a:lnTo>
                    <a:lnTo>
                      <a:pt x="2563" y="1241"/>
                    </a:lnTo>
                    <a:lnTo>
                      <a:pt x="2754" y="1368"/>
                    </a:lnTo>
                    <a:lnTo>
                      <a:pt x="2955" y="1505"/>
                    </a:lnTo>
                    <a:lnTo>
                      <a:pt x="3137" y="1660"/>
                    </a:lnTo>
                    <a:lnTo>
                      <a:pt x="3320" y="1815"/>
                    </a:lnTo>
                    <a:lnTo>
                      <a:pt x="3493" y="1970"/>
                    </a:lnTo>
                    <a:lnTo>
                      <a:pt x="3648" y="2143"/>
                    </a:lnTo>
                    <a:lnTo>
                      <a:pt x="3803" y="2326"/>
                    </a:lnTo>
                    <a:lnTo>
                      <a:pt x="3958" y="2508"/>
                    </a:lnTo>
                    <a:lnTo>
                      <a:pt x="4095" y="2700"/>
                    </a:lnTo>
                    <a:lnTo>
                      <a:pt x="4222" y="2900"/>
                    </a:lnTo>
                    <a:lnTo>
                      <a:pt x="4341" y="3110"/>
                    </a:lnTo>
                    <a:lnTo>
                      <a:pt x="4450" y="3320"/>
                    </a:lnTo>
                    <a:lnTo>
                      <a:pt x="4551" y="3539"/>
                    </a:lnTo>
                    <a:lnTo>
                      <a:pt x="4633" y="3767"/>
                    </a:lnTo>
                    <a:lnTo>
                      <a:pt x="4715" y="3995"/>
                    </a:lnTo>
                    <a:lnTo>
                      <a:pt x="4779" y="4232"/>
                    </a:lnTo>
                    <a:lnTo>
                      <a:pt x="4833" y="4469"/>
                    </a:lnTo>
                    <a:lnTo>
                      <a:pt x="4879" y="4706"/>
                    </a:lnTo>
                    <a:lnTo>
                      <a:pt x="4906" y="4952"/>
                    </a:lnTo>
                    <a:lnTo>
                      <a:pt x="4924" y="5207"/>
                    </a:lnTo>
                    <a:lnTo>
                      <a:pt x="4934" y="5453"/>
                    </a:lnTo>
                    <a:lnTo>
                      <a:pt x="4924" y="5727"/>
                    </a:lnTo>
                    <a:lnTo>
                      <a:pt x="4906" y="5991"/>
                    </a:lnTo>
                    <a:lnTo>
                      <a:pt x="4870" y="6256"/>
                    </a:lnTo>
                    <a:lnTo>
                      <a:pt x="4815" y="6520"/>
                    </a:lnTo>
                    <a:lnTo>
                      <a:pt x="4751" y="6776"/>
                    </a:lnTo>
                    <a:lnTo>
                      <a:pt x="4678" y="7031"/>
                    </a:lnTo>
                    <a:lnTo>
                      <a:pt x="4587" y="7277"/>
                    </a:lnTo>
                    <a:lnTo>
                      <a:pt x="4487" y="7523"/>
                    </a:lnTo>
                    <a:lnTo>
                      <a:pt x="4368" y="7760"/>
                    </a:lnTo>
                    <a:lnTo>
                      <a:pt x="4231" y="7988"/>
                    </a:lnTo>
                    <a:lnTo>
                      <a:pt x="4095" y="8207"/>
                    </a:lnTo>
                    <a:lnTo>
                      <a:pt x="3940" y="8426"/>
                    </a:lnTo>
                    <a:lnTo>
                      <a:pt x="3775" y="8636"/>
                    </a:lnTo>
                    <a:lnTo>
                      <a:pt x="3593" y="8836"/>
                    </a:lnTo>
                    <a:lnTo>
                      <a:pt x="3411" y="9028"/>
                    </a:lnTo>
                    <a:lnTo>
                      <a:pt x="3210" y="9201"/>
                    </a:lnTo>
                    <a:lnTo>
                      <a:pt x="3548" y="9602"/>
                    </a:lnTo>
                    <a:lnTo>
                      <a:pt x="3766" y="9402"/>
                    </a:lnTo>
                    <a:lnTo>
                      <a:pt x="3976" y="9192"/>
                    </a:lnTo>
                    <a:lnTo>
                      <a:pt x="4177" y="8973"/>
                    </a:lnTo>
                    <a:lnTo>
                      <a:pt x="4359" y="8745"/>
                    </a:lnTo>
                    <a:lnTo>
                      <a:pt x="4532" y="8508"/>
                    </a:lnTo>
                    <a:lnTo>
                      <a:pt x="4687" y="8253"/>
                    </a:lnTo>
                    <a:lnTo>
                      <a:pt x="4833" y="8007"/>
                    </a:lnTo>
                    <a:lnTo>
                      <a:pt x="4961" y="7742"/>
                    </a:lnTo>
                    <a:lnTo>
                      <a:pt x="5070" y="7469"/>
                    </a:lnTo>
                    <a:lnTo>
                      <a:pt x="5180" y="7195"/>
                    </a:lnTo>
                    <a:lnTo>
                      <a:pt x="5262" y="6922"/>
                    </a:lnTo>
                    <a:lnTo>
                      <a:pt x="5335" y="6630"/>
                    </a:lnTo>
                    <a:lnTo>
                      <a:pt x="5389" y="6347"/>
                    </a:lnTo>
                    <a:lnTo>
                      <a:pt x="5426" y="6055"/>
                    </a:lnTo>
                    <a:lnTo>
                      <a:pt x="5453" y="5754"/>
                    </a:lnTo>
                    <a:lnTo>
                      <a:pt x="5462" y="5453"/>
                    </a:lnTo>
                    <a:lnTo>
                      <a:pt x="5453" y="5180"/>
                    </a:lnTo>
                    <a:lnTo>
                      <a:pt x="5435" y="4897"/>
                    </a:lnTo>
                    <a:lnTo>
                      <a:pt x="5399" y="4624"/>
                    </a:lnTo>
                    <a:lnTo>
                      <a:pt x="5353" y="4359"/>
                    </a:lnTo>
                    <a:lnTo>
                      <a:pt x="5289" y="4095"/>
                    </a:lnTo>
                    <a:lnTo>
                      <a:pt x="5216" y="3839"/>
                    </a:lnTo>
                    <a:lnTo>
                      <a:pt x="5125" y="3584"/>
                    </a:lnTo>
                    <a:lnTo>
                      <a:pt x="5034" y="3338"/>
                    </a:lnTo>
                    <a:lnTo>
                      <a:pt x="4924" y="3092"/>
                    </a:lnTo>
                    <a:lnTo>
                      <a:pt x="4797" y="2864"/>
                    </a:lnTo>
                    <a:lnTo>
                      <a:pt x="4669" y="2627"/>
                    </a:lnTo>
                    <a:lnTo>
                      <a:pt x="4523" y="2408"/>
                    </a:lnTo>
                    <a:lnTo>
                      <a:pt x="4377" y="2198"/>
                    </a:lnTo>
                    <a:lnTo>
                      <a:pt x="4213" y="1988"/>
                    </a:lnTo>
                    <a:lnTo>
                      <a:pt x="4040" y="1788"/>
                    </a:lnTo>
                    <a:lnTo>
                      <a:pt x="3858" y="1605"/>
                    </a:lnTo>
                    <a:lnTo>
                      <a:pt x="3666" y="1423"/>
                    </a:lnTo>
                    <a:lnTo>
                      <a:pt x="3475" y="1250"/>
                    </a:lnTo>
                    <a:lnTo>
                      <a:pt x="3265" y="1086"/>
                    </a:lnTo>
                    <a:lnTo>
                      <a:pt x="3055" y="940"/>
                    </a:lnTo>
                    <a:lnTo>
                      <a:pt x="2827" y="794"/>
                    </a:lnTo>
                    <a:lnTo>
                      <a:pt x="2599" y="666"/>
                    </a:lnTo>
                    <a:lnTo>
                      <a:pt x="2371" y="539"/>
                    </a:lnTo>
                    <a:lnTo>
                      <a:pt x="2125" y="429"/>
                    </a:lnTo>
                    <a:lnTo>
                      <a:pt x="1879" y="338"/>
                    </a:lnTo>
                    <a:lnTo>
                      <a:pt x="1624" y="247"/>
                    </a:lnTo>
                    <a:lnTo>
                      <a:pt x="1368" y="174"/>
                    </a:lnTo>
                    <a:lnTo>
                      <a:pt x="1104" y="110"/>
                    </a:lnTo>
                    <a:lnTo>
                      <a:pt x="830" y="64"/>
                    </a:lnTo>
                    <a:lnTo>
                      <a:pt x="566" y="28"/>
                    </a:lnTo>
                    <a:lnTo>
                      <a:pt x="283" y="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3"/>
              <p:cNvSpPr/>
              <p:nvPr/>
            </p:nvSpPr>
            <p:spPr>
              <a:xfrm>
                <a:off x="4291206" y="2526231"/>
                <a:ext cx="100606" cy="151373"/>
              </a:xfrm>
              <a:custGeom>
                <a:avLst/>
                <a:gdLst/>
                <a:ahLst/>
                <a:cxnLst/>
                <a:rect l="l" t="t" r="r" b="b"/>
                <a:pathLst>
                  <a:path w="1952" h="2937" extrusionOk="0">
                    <a:moveTo>
                      <a:pt x="1423" y="0"/>
                    </a:moveTo>
                    <a:lnTo>
                      <a:pt x="1414" y="192"/>
                    </a:lnTo>
                    <a:lnTo>
                      <a:pt x="1386" y="374"/>
                    </a:lnTo>
                    <a:lnTo>
                      <a:pt x="1341" y="547"/>
                    </a:lnTo>
                    <a:lnTo>
                      <a:pt x="1295" y="730"/>
                    </a:lnTo>
                    <a:lnTo>
                      <a:pt x="1240" y="903"/>
                    </a:lnTo>
                    <a:lnTo>
                      <a:pt x="1167" y="1076"/>
                    </a:lnTo>
                    <a:lnTo>
                      <a:pt x="1095" y="1240"/>
                    </a:lnTo>
                    <a:lnTo>
                      <a:pt x="1003" y="1405"/>
                    </a:lnTo>
                    <a:lnTo>
                      <a:pt x="912" y="1560"/>
                    </a:lnTo>
                    <a:lnTo>
                      <a:pt x="803" y="1715"/>
                    </a:lnTo>
                    <a:lnTo>
                      <a:pt x="684" y="1860"/>
                    </a:lnTo>
                    <a:lnTo>
                      <a:pt x="566" y="2006"/>
                    </a:lnTo>
                    <a:lnTo>
                      <a:pt x="438" y="2143"/>
                    </a:lnTo>
                    <a:lnTo>
                      <a:pt x="301" y="2271"/>
                    </a:lnTo>
                    <a:lnTo>
                      <a:pt x="155" y="2389"/>
                    </a:lnTo>
                    <a:lnTo>
                      <a:pt x="0" y="2499"/>
                    </a:lnTo>
                    <a:lnTo>
                      <a:pt x="292" y="2936"/>
                    </a:lnTo>
                    <a:lnTo>
                      <a:pt x="474" y="2800"/>
                    </a:lnTo>
                    <a:lnTo>
                      <a:pt x="648" y="2663"/>
                    </a:lnTo>
                    <a:lnTo>
                      <a:pt x="803" y="2517"/>
                    </a:lnTo>
                    <a:lnTo>
                      <a:pt x="958" y="2362"/>
                    </a:lnTo>
                    <a:lnTo>
                      <a:pt x="1095" y="2198"/>
                    </a:lnTo>
                    <a:lnTo>
                      <a:pt x="1231" y="2025"/>
                    </a:lnTo>
                    <a:lnTo>
                      <a:pt x="1350" y="1842"/>
                    </a:lnTo>
                    <a:lnTo>
                      <a:pt x="1459" y="1660"/>
                    </a:lnTo>
                    <a:lnTo>
                      <a:pt x="1560" y="1468"/>
                    </a:lnTo>
                    <a:lnTo>
                      <a:pt x="1651" y="1277"/>
                    </a:lnTo>
                    <a:lnTo>
                      <a:pt x="1733" y="1076"/>
                    </a:lnTo>
                    <a:lnTo>
                      <a:pt x="1797" y="876"/>
                    </a:lnTo>
                    <a:lnTo>
                      <a:pt x="1860" y="666"/>
                    </a:lnTo>
                    <a:lnTo>
                      <a:pt x="1897" y="456"/>
                    </a:lnTo>
                    <a:lnTo>
                      <a:pt x="1933" y="246"/>
                    </a:lnTo>
                    <a:lnTo>
                      <a:pt x="1952" y="37"/>
                    </a:lnTo>
                    <a:lnTo>
                      <a:pt x="14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3"/>
              <p:cNvSpPr/>
              <p:nvPr/>
            </p:nvSpPr>
            <p:spPr>
              <a:xfrm>
                <a:off x="3942946" y="2583544"/>
                <a:ext cx="120810" cy="187606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3640" extrusionOk="0">
                    <a:moveTo>
                      <a:pt x="137" y="1"/>
                    </a:moveTo>
                    <a:lnTo>
                      <a:pt x="0" y="511"/>
                    </a:lnTo>
                    <a:lnTo>
                      <a:pt x="119" y="548"/>
                    </a:lnTo>
                    <a:lnTo>
                      <a:pt x="237" y="584"/>
                    </a:lnTo>
                    <a:lnTo>
                      <a:pt x="347" y="630"/>
                    </a:lnTo>
                    <a:lnTo>
                      <a:pt x="456" y="675"/>
                    </a:lnTo>
                    <a:lnTo>
                      <a:pt x="566" y="730"/>
                    </a:lnTo>
                    <a:lnTo>
                      <a:pt x="666" y="794"/>
                    </a:lnTo>
                    <a:lnTo>
                      <a:pt x="766" y="858"/>
                    </a:lnTo>
                    <a:lnTo>
                      <a:pt x="858" y="931"/>
                    </a:lnTo>
                    <a:lnTo>
                      <a:pt x="949" y="1004"/>
                    </a:lnTo>
                    <a:lnTo>
                      <a:pt x="1040" y="1086"/>
                    </a:lnTo>
                    <a:lnTo>
                      <a:pt x="1131" y="1168"/>
                    </a:lnTo>
                    <a:lnTo>
                      <a:pt x="1204" y="1259"/>
                    </a:lnTo>
                    <a:lnTo>
                      <a:pt x="1286" y="1350"/>
                    </a:lnTo>
                    <a:lnTo>
                      <a:pt x="1359" y="1441"/>
                    </a:lnTo>
                    <a:lnTo>
                      <a:pt x="1423" y="1542"/>
                    </a:lnTo>
                    <a:lnTo>
                      <a:pt x="1487" y="1651"/>
                    </a:lnTo>
                    <a:lnTo>
                      <a:pt x="1551" y="1751"/>
                    </a:lnTo>
                    <a:lnTo>
                      <a:pt x="1596" y="1861"/>
                    </a:lnTo>
                    <a:lnTo>
                      <a:pt x="1651" y="1979"/>
                    </a:lnTo>
                    <a:lnTo>
                      <a:pt x="1687" y="2089"/>
                    </a:lnTo>
                    <a:lnTo>
                      <a:pt x="1724" y="2198"/>
                    </a:lnTo>
                    <a:lnTo>
                      <a:pt x="1751" y="2317"/>
                    </a:lnTo>
                    <a:lnTo>
                      <a:pt x="1779" y="2435"/>
                    </a:lnTo>
                    <a:lnTo>
                      <a:pt x="1797" y="2554"/>
                    </a:lnTo>
                    <a:lnTo>
                      <a:pt x="1806" y="2672"/>
                    </a:lnTo>
                    <a:lnTo>
                      <a:pt x="1815" y="2791"/>
                    </a:lnTo>
                    <a:lnTo>
                      <a:pt x="1815" y="2910"/>
                    </a:lnTo>
                    <a:lnTo>
                      <a:pt x="1815" y="3028"/>
                    </a:lnTo>
                    <a:lnTo>
                      <a:pt x="1797" y="3147"/>
                    </a:lnTo>
                    <a:lnTo>
                      <a:pt x="1788" y="3265"/>
                    </a:lnTo>
                    <a:lnTo>
                      <a:pt x="1760" y="3384"/>
                    </a:lnTo>
                    <a:lnTo>
                      <a:pt x="1733" y="3502"/>
                    </a:lnTo>
                    <a:lnTo>
                      <a:pt x="2244" y="3639"/>
                    </a:lnTo>
                    <a:lnTo>
                      <a:pt x="2280" y="3493"/>
                    </a:lnTo>
                    <a:lnTo>
                      <a:pt x="2307" y="3347"/>
                    </a:lnTo>
                    <a:lnTo>
                      <a:pt x="2326" y="3201"/>
                    </a:lnTo>
                    <a:lnTo>
                      <a:pt x="2335" y="3055"/>
                    </a:lnTo>
                    <a:lnTo>
                      <a:pt x="2344" y="2919"/>
                    </a:lnTo>
                    <a:lnTo>
                      <a:pt x="2344" y="2773"/>
                    </a:lnTo>
                    <a:lnTo>
                      <a:pt x="2335" y="2627"/>
                    </a:lnTo>
                    <a:lnTo>
                      <a:pt x="2317" y="2481"/>
                    </a:lnTo>
                    <a:lnTo>
                      <a:pt x="2298" y="2335"/>
                    </a:lnTo>
                    <a:lnTo>
                      <a:pt x="2262" y="2198"/>
                    </a:lnTo>
                    <a:lnTo>
                      <a:pt x="2225" y="2062"/>
                    </a:lnTo>
                    <a:lnTo>
                      <a:pt x="2189" y="1916"/>
                    </a:lnTo>
                    <a:lnTo>
                      <a:pt x="2134" y="1779"/>
                    </a:lnTo>
                    <a:lnTo>
                      <a:pt x="2079" y="1651"/>
                    </a:lnTo>
                    <a:lnTo>
                      <a:pt x="2016" y="1514"/>
                    </a:lnTo>
                    <a:lnTo>
                      <a:pt x="1943" y="1387"/>
                    </a:lnTo>
                    <a:lnTo>
                      <a:pt x="1870" y="1259"/>
                    </a:lnTo>
                    <a:lnTo>
                      <a:pt x="1788" y="1141"/>
                    </a:lnTo>
                    <a:lnTo>
                      <a:pt x="1696" y="1022"/>
                    </a:lnTo>
                    <a:lnTo>
                      <a:pt x="1605" y="913"/>
                    </a:lnTo>
                    <a:lnTo>
                      <a:pt x="1505" y="803"/>
                    </a:lnTo>
                    <a:lnTo>
                      <a:pt x="1405" y="703"/>
                    </a:lnTo>
                    <a:lnTo>
                      <a:pt x="1295" y="603"/>
                    </a:lnTo>
                    <a:lnTo>
                      <a:pt x="1177" y="511"/>
                    </a:lnTo>
                    <a:lnTo>
                      <a:pt x="1067" y="429"/>
                    </a:lnTo>
                    <a:lnTo>
                      <a:pt x="940" y="347"/>
                    </a:lnTo>
                    <a:lnTo>
                      <a:pt x="821" y="274"/>
                    </a:lnTo>
                    <a:lnTo>
                      <a:pt x="693" y="210"/>
                    </a:lnTo>
                    <a:lnTo>
                      <a:pt x="557" y="147"/>
                    </a:lnTo>
                    <a:lnTo>
                      <a:pt x="420" y="92"/>
                    </a:lnTo>
                    <a:lnTo>
                      <a:pt x="283" y="4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3"/>
              <p:cNvSpPr/>
              <p:nvPr/>
            </p:nvSpPr>
            <p:spPr>
              <a:xfrm>
                <a:off x="4346664" y="2495203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611" y="0"/>
                    </a:moveTo>
                    <a:lnTo>
                      <a:pt x="547" y="10"/>
                    </a:lnTo>
                    <a:lnTo>
                      <a:pt x="493" y="19"/>
                    </a:lnTo>
                    <a:lnTo>
                      <a:pt x="429" y="28"/>
                    </a:lnTo>
                    <a:lnTo>
                      <a:pt x="374" y="55"/>
                    </a:lnTo>
                    <a:lnTo>
                      <a:pt x="319" y="82"/>
                    </a:lnTo>
                    <a:lnTo>
                      <a:pt x="265" y="110"/>
                    </a:lnTo>
                    <a:lnTo>
                      <a:pt x="219" y="146"/>
                    </a:lnTo>
                    <a:lnTo>
                      <a:pt x="174" y="183"/>
                    </a:lnTo>
                    <a:lnTo>
                      <a:pt x="137" y="228"/>
                    </a:lnTo>
                    <a:lnTo>
                      <a:pt x="101" y="274"/>
                    </a:lnTo>
                    <a:lnTo>
                      <a:pt x="73" y="329"/>
                    </a:lnTo>
                    <a:lnTo>
                      <a:pt x="46" y="383"/>
                    </a:lnTo>
                    <a:lnTo>
                      <a:pt x="28" y="438"/>
                    </a:lnTo>
                    <a:lnTo>
                      <a:pt x="9" y="493"/>
                    </a:lnTo>
                    <a:lnTo>
                      <a:pt x="0" y="557"/>
                    </a:lnTo>
                    <a:lnTo>
                      <a:pt x="0" y="620"/>
                    </a:lnTo>
                    <a:lnTo>
                      <a:pt x="0" y="684"/>
                    </a:lnTo>
                    <a:lnTo>
                      <a:pt x="9" y="748"/>
                    </a:lnTo>
                    <a:lnTo>
                      <a:pt x="28" y="803"/>
                    </a:lnTo>
                    <a:lnTo>
                      <a:pt x="46" y="858"/>
                    </a:lnTo>
                    <a:lnTo>
                      <a:pt x="73" y="912"/>
                    </a:lnTo>
                    <a:lnTo>
                      <a:pt x="101" y="967"/>
                    </a:lnTo>
                    <a:lnTo>
                      <a:pt x="137" y="1013"/>
                    </a:lnTo>
                    <a:lnTo>
                      <a:pt x="174" y="1058"/>
                    </a:lnTo>
                    <a:lnTo>
                      <a:pt x="219" y="1095"/>
                    </a:lnTo>
                    <a:lnTo>
                      <a:pt x="265" y="1131"/>
                    </a:lnTo>
                    <a:lnTo>
                      <a:pt x="319" y="1158"/>
                    </a:lnTo>
                    <a:lnTo>
                      <a:pt x="374" y="1186"/>
                    </a:lnTo>
                    <a:lnTo>
                      <a:pt x="429" y="1204"/>
                    </a:lnTo>
                    <a:lnTo>
                      <a:pt x="493" y="1222"/>
                    </a:lnTo>
                    <a:lnTo>
                      <a:pt x="547" y="1231"/>
                    </a:lnTo>
                    <a:lnTo>
                      <a:pt x="675" y="1231"/>
                    </a:lnTo>
                    <a:lnTo>
                      <a:pt x="739" y="1222"/>
                    </a:lnTo>
                    <a:lnTo>
                      <a:pt x="794" y="1204"/>
                    </a:lnTo>
                    <a:lnTo>
                      <a:pt x="848" y="1186"/>
                    </a:lnTo>
                    <a:lnTo>
                      <a:pt x="903" y="1158"/>
                    </a:lnTo>
                    <a:lnTo>
                      <a:pt x="958" y="1131"/>
                    </a:lnTo>
                    <a:lnTo>
                      <a:pt x="1003" y="1095"/>
                    </a:lnTo>
                    <a:lnTo>
                      <a:pt x="1049" y="1058"/>
                    </a:lnTo>
                    <a:lnTo>
                      <a:pt x="1085" y="1013"/>
                    </a:lnTo>
                    <a:lnTo>
                      <a:pt x="1122" y="967"/>
                    </a:lnTo>
                    <a:lnTo>
                      <a:pt x="1149" y="912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3" y="748"/>
                    </a:lnTo>
                    <a:lnTo>
                      <a:pt x="1222" y="684"/>
                    </a:lnTo>
                    <a:lnTo>
                      <a:pt x="1222" y="620"/>
                    </a:lnTo>
                    <a:lnTo>
                      <a:pt x="1222" y="557"/>
                    </a:lnTo>
                    <a:lnTo>
                      <a:pt x="1213" y="493"/>
                    </a:lnTo>
                    <a:lnTo>
                      <a:pt x="1195" y="438"/>
                    </a:lnTo>
                    <a:lnTo>
                      <a:pt x="1177" y="383"/>
                    </a:lnTo>
                    <a:lnTo>
                      <a:pt x="1149" y="329"/>
                    </a:lnTo>
                    <a:lnTo>
                      <a:pt x="1122" y="274"/>
                    </a:lnTo>
                    <a:lnTo>
                      <a:pt x="1085" y="228"/>
                    </a:lnTo>
                    <a:lnTo>
                      <a:pt x="1049" y="183"/>
                    </a:lnTo>
                    <a:lnTo>
                      <a:pt x="1003" y="146"/>
                    </a:lnTo>
                    <a:lnTo>
                      <a:pt x="958" y="110"/>
                    </a:lnTo>
                    <a:lnTo>
                      <a:pt x="903" y="82"/>
                    </a:lnTo>
                    <a:lnTo>
                      <a:pt x="848" y="55"/>
                    </a:lnTo>
                    <a:lnTo>
                      <a:pt x="794" y="28"/>
                    </a:lnTo>
                    <a:lnTo>
                      <a:pt x="739" y="19"/>
                    </a:lnTo>
                    <a:lnTo>
                      <a:pt x="675" y="1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3"/>
              <p:cNvSpPr/>
              <p:nvPr/>
            </p:nvSpPr>
            <p:spPr>
              <a:xfrm>
                <a:off x="4009227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0" y="0"/>
                    </a:moveTo>
                    <a:lnTo>
                      <a:pt x="556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8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2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82" y="328"/>
                    </a:lnTo>
                    <a:lnTo>
                      <a:pt x="55" y="374"/>
                    </a:lnTo>
                    <a:lnTo>
                      <a:pt x="27" y="438"/>
                    </a:lnTo>
                    <a:lnTo>
                      <a:pt x="18" y="492"/>
                    </a:lnTo>
                    <a:lnTo>
                      <a:pt x="9" y="556"/>
                    </a:lnTo>
                    <a:lnTo>
                      <a:pt x="0" y="620"/>
                    </a:lnTo>
                    <a:lnTo>
                      <a:pt x="9" y="684"/>
                    </a:lnTo>
                    <a:lnTo>
                      <a:pt x="18" y="739"/>
                    </a:lnTo>
                    <a:lnTo>
                      <a:pt x="27" y="803"/>
                    </a:lnTo>
                    <a:lnTo>
                      <a:pt x="55" y="857"/>
                    </a:lnTo>
                    <a:lnTo>
                      <a:pt x="82" y="912"/>
                    </a:lnTo>
                    <a:lnTo>
                      <a:pt x="110" y="958"/>
                    </a:lnTo>
                    <a:lnTo>
                      <a:pt x="146" y="1012"/>
                    </a:lnTo>
                    <a:lnTo>
                      <a:pt x="182" y="1049"/>
                    </a:lnTo>
                    <a:lnTo>
                      <a:pt x="228" y="1094"/>
                    </a:lnTo>
                    <a:lnTo>
                      <a:pt x="274" y="1131"/>
                    </a:lnTo>
                    <a:lnTo>
                      <a:pt x="328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6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7" y="1185"/>
                    </a:lnTo>
                    <a:lnTo>
                      <a:pt x="912" y="1158"/>
                    </a:lnTo>
                    <a:lnTo>
                      <a:pt x="958" y="1131"/>
                    </a:lnTo>
                    <a:lnTo>
                      <a:pt x="1012" y="1094"/>
                    </a:lnTo>
                    <a:lnTo>
                      <a:pt x="1049" y="1049"/>
                    </a:lnTo>
                    <a:lnTo>
                      <a:pt x="1094" y="1012"/>
                    </a:lnTo>
                    <a:lnTo>
                      <a:pt x="1131" y="958"/>
                    </a:lnTo>
                    <a:lnTo>
                      <a:pt x="1158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84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8" y="328"/>
                    </a:lnTo>
                    <a:lnTo>
                      <a:pt x="1131" y="274"/>
                    </a:lnTo>
                    <a:lnTo>
                      <a:pt x="1094" y="228"/>
                    </a:lnTo>
                    <a:lnTo>
                      <a:pt x="1049" y="182"/>
                    </a:lnTo>
                    <a:lnTo>
                      <a:pt x="1012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7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3"/>
              <p:cNvSpPr/>
              <p:nvPr/>
            </p:nvSpPr>
            <p:spPr>
              <a:xfrm>
                <a:off x="4223533" y="299762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47" y="0"/>
                    </a:moveTo>
                    <a:lnTo>
                      <a:pt x="493" y="9"/>
                    </a:lnTo>
                    <a:lnTo>
                      <a:pt x="429" y="28"/>
                    </a:lnTo>
                    <a:lnTo>
                      <a:pt x="374" y="46"/>
                    </a:lnTo>
                    <a:lnTo>
                      <a:pt x="319" y="73"/>
                    </a:lnTo>
                    <a:lnTo>
                      <a:pt x="274" y="100"/>
                    </a:lnTo>
                    <a:lnTo>
                      <a:pt x="219" y="137"/>
                    </a:lnTo>
                    <a:lnTo>
                      <a:pt x="183" y="173"/>
                    </a:lnTo>
                    <a:lnTo>
                      <a:pt x="137" y="219"/>
                    </a:lnTo>
                    <a:lnTo>
                      <a:pt x="101" y="265"/>
                    </a:lnTo>
                    <a:lnTo>
                      <a:pt x="73" y="319"/>
                    </a:lnTo>
                    <a:lnTo>
                      <a:pt x="46" y="374"/>
                    </a:lnTo>
                    <a:lnTo>
                      <a:pt x="28" y="429"/>
                    </a:lnTo>
                    <a:lnTo>
                      <a:pt x="9" y="483"/>
                    </a:lnTo>
                    <a:lnTo>
                      <a:pt x="0" y="547"/>
                    </a:lnTo>
                    <a:lnTo>
                      <a:pt x="0" y="611"/>
                    </a:lnTo>
                    <a:lnTo>
                      <a:pt x="0" y="675"/>
                    </a:lnTo>
                    <a:lnTo>
                      <a:pt x="9" y="739"/>
                    </a:lnTo>
                    <a:lnTo>
                      <a:pt x="28" y="793"/>
                    </a:lnTo>
                    <a:lnTo>
                      <a:pt x="46" y="848"/>
                    </a:lnTo>
                    <a:lnTo>
                      <a:pt x="73" y="903"/>
                    </a:lnTo>
                    <a:lnTo>
                      <a:pt x="101" y="958"/>
                    </a:lnTo>
                    <a:lnTo>
                      <a:pt x="137" y="1003"/>
                    </a:lnTo>
                    <a:lnTo>
                      <a:pt x="183" y="1049"/>
                    </a:lnTo>
                    <a:lnTo>
                      <a:pt x="219" y="1085"/>
                    </a:lnTo>
                    <a:lnTo>
                      <a:pt x="274" y="1122"/>
                    </a:lnTo>
                    <a:lnTo>
                      <a:pt x="319" y="1149"/>
                    </a:lnTo>
                    <a:lnTo>
                      <a:pt x="374" y="1176"/>
                    </a:lnTo>
                    <a:lnTo>
                      <a:pt x="429" y="1195"/>
                    </a:lnTo>
                    <a:lnTo>
                      <a:pt x="493" y="1213"/>
                    </a:lnTo>
                    <a:lnTo>
                      <a:pt x="547" y="1222"/>
                    </a:lnTo>
                    <a:lnTo>
                      <a:pt x="675" y="1222"/>
                    </a:lnTo>
                    <a:lnTo>
                      <a:pt x="739" y="1213"/>
                    </a:lnTo>
                    <a:lnTo>
                      <a:pt x="794" y="1195"/>
                    </a:lnTo>
                    <a:lnTo>
                      <a:pt x="857" y="1176"/>
                    </a:lnTo>
                    <a:lnTo>
                      <a:pt x="903" y="1149"/>
                    </a:lnTo>
                    <a:lnTo>
                      <a:pt x="958" y="1122"/>
                    </a:lnTo>
                    <a:lnTo>
                      <a:pt x="1003" y="1085"/>
                    </a:lnTo>
                    <a:lnTo>
                      <a:pt x="1049" y="1049"/>
                    </a:lnTo>
                    <a:lnTo>
                      <a:pt x="1085" y="1003"/>
                    </a:lnTo>
                    <a:lnTo>
                      <a:pt x="1122" y="958"/>
                    </a:lnTo>
                    <a:lnTo>
                      <a:pt x="1158" y="903"/>
                    </a:lnTo>
                    <a:lnTo>
                      <a:pt x="1186" y="848"/>
                    </a:lnTo>
                    <a:lnTo>
                      <a:pt x="1204" y="793"/>
                    </a:lnTo>
                    <a:lnTo>
                      <a:pt x="1213" y="739"/>
                    </a:lnTo>
                    <a:lnTo>
                      <a:pt x="1222" y="675"/>
                    </a:lnTo>
                    <a:lnTo>
                      <a:pt x="1231" y="611"/>
                    </a:lnTo>
                    <a:lnTo>
                      <a:pt x="1222" y="547"/>
                    </a:lnTo>
                    <a:lnTo>
                      <a:pt x="1213" y="48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8" y="319"/>
                    </a:lnTo>
                    <a:lnTo>
                      <a:pt x="1122" y="265"/>
                    </a:lnTo>
                    <a:lnTo>
                      <a:pt x="1085" y="219"/>
                    </a:lnTo>
                    <a:lnTo>
                      <a:pt x="1049" y="173"/>
                    </a:lnTo>
                    <a:lnTo>
                      <a:pt x="1003" y="137"/>
                    </a:lnTo>
                    <a:lnTo>
                      <a:pt x="958" y="100"/>
                    </a:lnTo>
                    <a:lnTo>
                      <a:pt x="903" y="73"/>
                    </a:lnTo>
                    <a:lnTo>
                      <a:pt x="857" y="46"/>
                    </a:lnTo>
                    <a:lnTo>
                      <a:pt x="794" y="28"/>
                    </a:lnTo>
                    <a:lnTo>
                      <a:pt x="739" y="9"/>
                    </a:lnTo>
                    <a:lnTo>
                      <a:pt x="6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3"/>
              <p:cNvSpPr/>
              <p:nvPr/>
            </p:nvSpPr>
            <p:spPr>
              <a:xfrm>
                <a:off x="3621487" y="3081736"/>
                <a:ext cx="320115" cy="119882"/>
              </a:xfrm>
              <a:custGeom>
                <a:avLst/>
                <a:gdLst/>
                <a:ahLst/>
                <a:cxnLst/>
                <a:rect l="l" t="t" r="r" b="b"/>
                <a:pathLst>
                  <a:path w="6211" h="2326" extrusionOk="0">
                    <a:moveTo>
                      <a:pt x="474" y="0"/>
                    </a:moveTo>
                    <a:lnTo>
                      <a:pt x="0" y="237"/>
                    </a:lnTo>
                    <a:lnTo>
                      <a:pt x="110" y="447"/>
                    </a:lnTo>
                    <a:lnTo>
                      <a:pt x="237" y="648"/>
                    </a:lnTo>
                    <a:lnTo>
                      <a:pt x="374" y="839"/>
                    </a:lnTo>
                    <a:lnTo>
                      <a:pt x="520" y="1013"/>
                    </a:lnTo>
                    <a:lnTo>
                      <a:pt x="675" y="1186"/>
                    </a:lnTo>
                    <a:lnTo>
                      <a:pt x="839" y="1350"/>
                    </a:lnTo>
                    <a:lnTo>
                      <a:pt x="1012" y="1496"/>
                    </a:lnTo>
                    <a:lnTo>
                      <a:pt x="1195" y="1633"/>
                    </a:lnTo>
                    <a:lnTo>
                      <a:pt x="1386" y="1760"/>
                    </a:lnTo>
                    <a:lnTo>
                      <a:pt x="1587" y="1879"/>
                    </a:lnTo>
                    <a:lnTo>
                      <a:pt x="1788" y="1979"/>
                    </a:lnTo>
                    <a:lnTo>
                      <a:pt x="2006" y="2070"/>
                    </a:lnTo>
                    <a:lnTo>
                      <a:pt x="2225" y="2152"/>
                    </a:lnTo>
                    <a:lnTo>
                      <a:pt x="2444" y="2216"/>
                    </a:lnTo>
                    <a:lnTo>
                      <a:pt x="2672" y="2262"/>
                    </a:lnTo>
                    <a:lnTo>
                      <a:pt x="2909" y="2298"/>
                    </a:lnTo>
                    <a:lnTo>
                      <a:pt x="3146" y="2326"/>
                    </a:lnTo>
                    <a:lnTo>
                      <a:pt x="3575" y="2326"/>
                    </a:lnTo>
                    <a:lnTo>
                      <a:pt x="3775" y="2307"/>
                    </a:lnTo>
                    <a:lnTo>
                      <a:pt x="3976" y="2280"/>
                    </a:lnTo>
                    <a:lnTo>
                      <a:pt x="4177" y="2244"/>
                    </a:lnTo>
                    <a:lnTo>
                      <a:pt x="4368" y="2198"/>
                    </a:lnTo>
                    <a:lnTo>
                      <a:pt x="4560" y="2143"/>
                    </a:lnTo>
                    <a:lnTo>
                      <a:pt x="4751" y="2070"/>
                    </a:lnTo>
                    <a:lnTo>
                      <a:pt x="4933" y="1997"/>
                    </a:lnTo>
                    <a:lnTo>
                      <a:pt x="5107" y="1906"/>
                    </a:lnTo>
                    <a:lnTo>
                      <a:pt x="5280" y="1815"/>
                    </a:lnTo>
                    <a:lnTo>
                      <a:pt x="5453" y="1706"/>
                    </a:lnTo>
                    <a:lnTo>
                      <a:pt x="5617" y="1587"/>
                    </a:lnTo>
                    <a:lnTo>
                      <a:pt x="5772" y="1468"/>
                    </a:lnTo>
                    <a:lnTo>
                      <a:pt x="5927" y="1332"/>
                    </a:lnTo>
                    <a:lnTo>
                      <a:pt x="6073" y="1195"/>
                    </a:lnTo>
                    <a:lnTo>
                      <a:pt x="6210" y="1040"/>
                    </a:lnTo>
                    <a:lnTo>
                      <a:pt x="5818" y="693"/>
                    </a:lnTo>
                    <a:lnTo>
                      <a:pt x="5681" y="839"/>
                    </a:lnTo>
                    <a:lnTo>
                      <a:pt x="5535" y="976"/>
                    </a:lnTo>
                    <a:lnTo>
                      <a:pt x="5380" y="1104"/>
                    </a:lnTo>
                    <a:lnTo>
                      <a:pt x="5225" y="1222"/>
                    </a:lnTo>
                    <a:lnTo>
                      <a:pt x="5061" y="1332"/>
                    </a:lnTo>
                    <a:lnTo>
                      <a:pt x="4888" y="1432"/>
                    </a:lnTo>
                    <a:lnTo>
                      <a:pt x="4715" y="1514"/>
                    </a:lnTo>
                    <a:lnTo>
                      <a:pt x="4532" y="1587"/>
                    </a:lnTo>
                    <a:lnTo>
                      <a:pt x="4350" y="1660"/>
                    </a:lnTo>
                    <a:lnTo>
                      <a:pt x="4158" y="1706"/>
                    </a:lnTo>
                    <a:lnTo>
                      <a:pt x="3967" y="1751"/>
                    </a:lnTo>
                    <a:lnTo>
                      <a:pt x="3766" y="1779"/>
                    </a:lnTo>
                    <a:lnTo>
                      <a:pt x="3575" y="1797"/>
                    </a:lnTo>
                    <a:lnTo>
                      <a:pt x="3374" y="1806"/>
                    </a:lnTo>
                    <a:lnTo>
                      <a:pt x="3174" y="1797"/>
                    </a:lnTo>
                    <a:lnTo>
                      <a:pt x="2973" y="1779"/>
                    </a:lnTo>
                    <a:lnTo>
                      <a:pt x="2772" y="1751"/>
                    </a:lnTo>
                    <a:lnTo>
                      <a:pt x="2581" y="1706"/>
                    </a:lnTo>
                    <a:lnTo>
                      <a:pt x="2380" y="1651"/>
                    </a:lnTo>
                    <a:lnTo>
                      <a:pt x="2198" y="1578"/>
                    </a:lnTo>
                    <a:lnTo>
                      <a:pt x="2015" y="1505"/>
                    </a:lnTo>
                    <a:lnTo>
                      <a:pt x="1833" y="1414"/>
                    </a:lnTo>
                    <a:lnTo>
                      <a:pt x="1669" y="1313"/>
                    </a:lnTo>
                    <a:lnTo>
                      <a:pt x="1505" y="1204"/>
                    </a:lnTo>
                    <a:lnTo>
                      <a:pt x="1341" y="1086"/>
                    </a:lnTo>
                    <a:lnTo>
                      <a:pt x="1195" y="958"/>
                    </a:lnTo>
                    <a:lnTo>
                      <a:pt x="1049" y="821"/>
                    </a:lnTo>
                    <a:lnTo>
                      <a:pt x="912" y="675"/>
                    </a:lnTo>
                    <a:lnTo>
                      <a:pt x="794" y="520"/>
                    </a:lnTo>
                    <a:lnTo>
                      <a:pt x="675" y="356"/>
                    </a:lnTo>
                    <a:lnTo>
                      <a:pt x="566" y="18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3"/>
              <p:cNvSpPr/>
              <p:nvPr/>
            </p:nvSpPr>
            <p:spPr>
              <a:xfrm>
                <a:off x="3896869" y="309302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8" y="28"/>
                    </a:lnTo>
                    <a:lnTo>
                      <a:pt x="375" y="46"/>
                    </a:lnTo>
                    <a:lnTo>
                      <a:pt x="320" y="73"/>
                    </a:lnTo>
                    <a:lnTo>
                      <a:pt x="274" y="101"/>
                    </a:lnTo>
                    <a:lnTo>
                      <a:pt x="229" y="137"/>
                    </a:lnTo>
                    <a:lnTo>
                      <a:pt x="183" y="183"/>
                    </a:lnTo>
                    <a:lnTo>
                      <a:pt x="147" y="219"/>
                    </a:lnTo>
                    <a:lnTo>
                      <a:pt x="110" y="274"/>
                    </a:lnTo>
                    <a:lnTo>
                      <a:pt x="74" y="319"/>
                    </a:lnTo>
                    <a:lnTo>
                      <a:pt x="55" y="374"/>
                    </a:lnTo>
                    <a:lnTo>
                      <a:pt x="28" y="429"/>
                    </a:lnTo>
                    <a:lnTo>
                      <a:pt x="19" y="493"/>
                    </a:lnTo>
                    <a:lnTo>
                      <a:pt x="10" y="547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5" y="857"/>
                    </a:lnTo>
                    <a:lnTo>
                      <a:pt x="74" y="903"/>
                    </a:lnTo>
                    <a:lnTo>
                      <a:pt x="110" y="958"/>
                    </a:lnTo>
                    <a:lnTo>
                      <a:pt x="147" y="1003"/>
                    </a:lnTo>
                    <a:lnTo>
                      <a:pt x="183" y="1049"/>
                    </a:lnTo>
                    <a:lnTo>
                      <a:pt x="229" y="1085"/>
                    </a:lnTo>
                    <a:lnTo>
                      <a:pt x="274" y="1122"/>
                    </a:lnTo>
                    <a:lnTo>
                      <a:pt x="320" y="1158"/>
                    </a:lnTo>
                    <a:lnTo>
                      <a:pt x="375" y="1177"/>
                    </a:lnTo>
                    <a:lnTo>
                      <a:pt x="438" y="1204"/>
                    </a:lnTo>
                    <a:lnTo>
                      <a:pt x="493" y="1213"/>
                    </a:lnTo>
                    <a:lnTo>
                      <a:pt x="557" y="1222"/>
                    </a:lnTo>
                    <a:lnTo>
                      <a:pt x="612" y="1231"/>
                    </a:lnTo>
                    <a:lnTo>
                      <a:pt x="676" y="1222"/>
                    </a:lnTo>
                    <a:lnTo>
                      <a:pt x="739" y="1213"/>
                    </a:lnTo>
                    <a:lnTo>
                      <a:pt x="803" y="1204"/>
                    </a:lnTo>
                    <a:lnTo>
                      <a:pt x="858" y="1177"/>
                    </a:lnTo>
                    <a:lnTo>
                      <a:pt x="913" y="1158"/>
                    </a:lnTo>
                    <a:lnTo>
                      <a:pt x="958" y="1122"/>
                    </a:lnTo>
                    <a:lnTo>
                      <a:pt x="1004" y="1085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7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75"/>
                    </a:lnTo>
                    <a:lnTo>
                      <a:pt x="1232" y="611"/>
                    </a:lnTo>
                    <a:lnTo>
                      <a:pt x="1232" y="547"/>
                    </a:lnTo>
                    <a:lnTo>
                      <a:pt x="1223" y="49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2" y="274"/>
                    </a:lnTo>
                    <a:lnTo>
                      <a:pt x="1095" y="219"/>
                    </a:lnTo>
                    <a:lnTo>
                      <a:pt x="1049" y="183"/>
                    </a:lnTo>
                    <a:lnTo>
                      <a:pt x="1004" y="137"/>
                    </a:lnTo>
                    <a:lnTo>
                      <a:pt x="958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39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3"/>
              <p:cNvSpPr/>
              <p:nvPr/>
            </p:nvSpPr>
            <p:spPr>
              <a:xfrm>
                <a:off x="4475413" y="3215690"/>
                <a:ext cx="141529" cy="366604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7113" extrusionOk="0">
                    <a:moveTo>
                      <a:pt x="2472" y="0"/>
                    </a:moveTo>
                    <a:lnTo>
                      <a:pt x="2253" y="137"/>
                    </a:lnTo>
                    <a:lnTo>
                      <a:pt x="2043" y="292"/>
                    </a:lnTo>
                    <a:lnTo>
                      <a:pt x="1843" y="447"/>
                    </a:lnTo>
                    <a:lnTo>
                      <a:pt x="1651" y="620"/>
                    </a:lnTo>
                    <a:lnTo>
                      <a:pt x="1469" y="794"/>
                    </a:lnTo>
                    <a:lnTo>
                      <a:pt x="1296" y="976"/>
                    </a:lnTo>
                    <a:lnTo>
                      <a:pt x="1141" y="1167"/>
                    </a:lnTo>
                    <a:lnTo>
                      <a:pt x="986" y="1368"/>
                    </a:lnTo>
                    <a:lnTo>
                      <a:pt x="840" y="1578"/>
                    </a:lnTo>
                    <a:lnTo>
                      <a:pt x="712" y="1787"/>
                    </a:lnTo>
                    <a:lnTo>
                      <a:pt x="584" y="2015"/>
                    </a:lnTo>
                    <a:lnTo>
                      <a:pt x="475" y="2234"/>
                    </a:lnTo>
                    <a:lnTo>
                      <a:pt x="375" y="2471"/>
                    </a:lnTo>
                    <a:lnTo>
                      <a:pt x="283" y="2708"/>
                    </a:lnTo>
                    <a:lnTo>
                      <a:pt x="211" y="2955"/>
                    </a:lnTo>
                    <a:lnTo>
                      <a:pt x="147" y="3201"/>
                    </a:lnTo>
                    <a:lnTo>
                      <a:pt x="92" y="3456"/>
                    </a:lnTo>
                    <a:lnTo>
                      <a:pt x="46" y="3711"/>
                    </a:lnTo>
                    <a:lnTo>
                      <a:pt x="19" y="3958"/>
                    </a:lnTo>
                    <a:lnTo>
                      <a:pt x="1" y="4213"/>
                    </a:lnTo>
                    <a:lnTo>
                      <a:pt x="1" y="4468"/>
                    </a:lnTo>
                    <a:lnTo>
                      <a:pt x="10" y="4724"/>
                    </a:lnTo>
                    <a:lnTo>
                      <a:pt x="28" y="4970"/>
                    </a:lnTo>
                    <a:lnTo>
                      <a:pt x="65" y="5216"/>
                    </a:lnTo>
                    <a:lnTo>
                      <a:pt x="110" y="5471"/>
                    </a:lnTo>
                    <a:lnTo>
                      <a:pt x="165" y="5708"/>
                    </a:lnTo>
                    <a:lnTo>
                      <a:pt x="238" y="5955"/>
                    </a:lnTo>
                    <a:lnTo>
                      <a:pt x="320" y="6192"/>
                    </a:lnTo>
                    <a:lnTo>
                      <a:pt x="411" y="6429"/>
                    </a:lnTo>
                    <a:lnTo>
                      <a:pt x="521" y="6666"/>
                    </a:lnTo>
                    <a:lnTo>
                      <a:pt x="639" y="6894"/>
                    </a:lnTo>
                    <a:lnTo>
                      <a:pt x="767" y="7113"/>
                    </a:lnTo>
                    <a:lnTo>
                      <a:pt x="1214" y="6839"/>
                    </a:lnTo>
                    <a:lnTo>
                      <a:pt x="1095" y="6639"/>
                    </a:lnTo>
                    <a:lnTo>
                      <a:pt x="995" y="6429"/>
                    </a:lnTo>
                    <a:lnTo>
                      <a:pt x="894" y="6228"/>
                    </a:lnTo>
                    <a:lnTo>
                      <a:pt x="812" y="6009"/>
                    </a:lnTo>
                    <a:lnTo>
                      <a:pt x="739" y="5800"/>
                    </a:lnTo>
                    <a:lnTo>
                      <a:pt x="676" y="5581"/>
                    </a:lnTo>
                    <a:lnTo>
                      <a:pt x="621" y="5362"/>
                    </a:lnTo>
                    <a:lnTo>
                      <a:pt x="584" y="5134"/>
                    </a:lnTo>
                    <a:lnTo>
                      <a:pt x="557" y="4915"/>
                    </a:lnTo>
                    <a:lnTo>
                      <a:pt x="530" y="4687"/>
                    </a:lnTo>
                    <a:lnTo>
                      <a:pt x="530" y="4459"/>
                    </a:lnTo>
                    <a:lnTo>
                      <a:pt x="530" y="4231"/>
                    </a:lnTo>
                    <a:lnTo>
                      <a:pt x="548" y="4012"/>
                    </a:lnTo>
                    <a:lnTo>
                      <a:pt x="566" y="3784"/>
                    </a:lnTo>
                    <a:lnTo>
                      <a:pt x="603" y="3556"/>
                    </a:lnTo>
                    <a:lnTo>
                      <a:pt x="657" y="3328"/>
                    </a:lnTo>
                    <a:lnTo>
                      <a:pt x="712" y="3100"/>
                    </a:lnTo>
                    <a:lnTo>
                      <a:pt x="785" y="2882"/>
                    </a:lnTo>
                    <a:lnTo>
                      <a:pt x="867" y="2672"/>
                    </a:lnTo>
                    <a:lnTo>
                      <a:pt x="958" y="2462"/>
                    </a:lnTo>
                    <a:lnTo>
                      <a:pt x="1059" y="2252"/>
                    </a:lnTo>
                    <a:lnTo>
                      <a:pt x="1168" y="2052"/>
                    </a:lnTo>
                    <a:lnTo>
                      <a:pt x="1286" y="1860"/>
                    </a:lnTo>
                    <a:lnTo>
                      <a:pt x="1414" y="1678"/>
                    </a:lnTo>
                    <a:lnTo>
                      <a:pt x="1551" y="1496"/>
                    </a:lnTo>
                    <a:lnTo>
                      <a:pt x="1697" y="1322"/>
                    </a:lnTo>
                    <a:lnTo>
                      <a:pt x="1852" y="1158"/>
                    </a:lnTo>
                    <a:lnTo>
                      <a:pt x="2007" y="1003"/>
                    </a:lnTo>
                    <a:lnTo>
                      <a:pt x="2180" y="848"/>
                    </a:lnTo>
                    <a:lnTo>
                      <a:pt x="2362" y="711"/>
                    </a:lnTo>
                    <a:lnTo>
                      <a:pt x="2545" y="575"/>
                    </a:lnTo>
                    <a:lnTo>
                      <a:pt x="2745" y="447"/>
                    </a:lnTo>
                    <a:lnTo>
                      <a:pt x="24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3"/>
              <p:cNvSpPr/>
              <p:nvPr/>
            </p:nvSpPr>
            <p:spPr>
              <a:xfrm>
                <a:off x="4577876" y="319548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0"/>
                    </a:moveTo>
                    <a:lnTo>
                      <a:pt x="520" y="9"/>
                    </a:lnTo>
                    <a:lnTo>
                      <a:pt x="466" y="18"/>
                    </a:lnTo>
                    <a:lnTo>
                      <a:pt x="411" y="37"/>
                    </a:lnTo>
                    <a:lnTo>
                      <a:pt x="347" y="64"/>
                    </a:lnTo>
                    <a:lnTo>
                      <a:pt x="292" y="91"/>
                    </a:lnTo>
                    <a:lnTo>
                      <a:pt x="247" y="128"/>
                    </a:lnTo>
                    <a:lnTo>
                      <a:pt x="192" y="164"/>
                    </a:lnTo>
                    <a:lnTo>
                      <a:pt x="156" y="210"/>
                    </a:lnTo>
                    <a:lnTo>
                      <a:pt x="119" y="255"/>
                    </a:lnTo>
                    <a:lnTo>
                      <a:pt x="83" y="310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4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1"/>
                    </a:lnTo>
                    <a:lnTo>
                      <a:pt x="19" y="766"/>
                    </a:lnTo>
                    <a:lnTo>
                      <a:pt x="37" y="821"/>
                    </a:lnTo>
                    <a:lnTo>
                      <a:pt x="64" y="885"/>
                    </a:lnTo>
                    <a:lnTo>
                      <a:pt x="92" y="939"/>
                    </a:lnTo>
                    <a:lnTo>
                      <a:pt x="128" y="985"/>
                    </a:lnTo>
                    <a:lnTo>
                      <a:pt x="165" y="1040"/>
                    </a:lnTo>
                    <a:lnTo>
                      <a:pt x="210" y="1076"/>
                    </a:lnTo>
                    <a:lnTo>
                      <a:pt x="256" y="1113"/>
                    </a:lnTo>
                    <a:lnTo>
                      <a:pt x="311" y="1149"/>
                    </a:lnTo>
                    <a:lnTo>
                      <a:pt x="365" y="1176"/>
                    </a:lnTo>
                    <a:lnTo>
                      <a:pt x="420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93" y="1231"/>
                    </a:lnTo>
                    <a:lnTo>
                      <a:pt x="648" y="1231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30" y="1195"/>
                    </a:lnTo>
                    <a:lnTo>
                      <a:pt x="885" y="1167"/>
                    </a:lnTo>
                    <a:lnTo>
                      <a:pt x="940" y="1140"/>
                    </a:lnTo>
                    <a:lnTo>
                      <a:pt x="995" y="1103"/>
                    </a:lnTo>
                    <a:lnTo>
                      <a:pt x="1040" y="1067"/>
                    </a:lnTo>
                    <a:lnTo>
                      <a:pt x="1077" y="1021"/>
                    </a:lnTo>
                    <a:lnTo>
                      <a:pt x="1113" y="976"/>
                    </a:lnTo>
                    <a:lnTo>
                      <a:pt x="1150" y="921"/>
                    </a:lnTo>
                    <a:lnTo>
                      <a:pt x="1177" y="866"/>
                    </a:lnTo>
                    <a:lnTo>
                      <a:pt x="1195" y="812"/>
                    </a:lnTo>
                    <a:lnTo>
                      <a:pt x="1213" y="757"/>
                    </a:lnTo>
                    <a:lnTo>
                      <a:pt x="1223" y="702"/>
                    </a:lnTo>
                    <a:lnTo>
                      <a:pt x="1232" y="638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3" y="465"/>
                    </a:lnTo>
                    <a:lnTo>
                      <a:pt x="1195" y="401"/>
                    </a:lnTo>
                    <a:lnTo>
                      <a:pt x="1168" y="347"/>
                    </a:lnTo>
                    <a:lnTo>
                      <a:pt x="1140" y="292"/>
                    </a:lnTo>
                    <a:lnTo>
                      <a:pt x="1104" y="237"/>
                    </a:lnTo>
                    <a:lnTo>
                      <a:pt x="1068" y="192"/>
                    </a:lnTo>
                    <a:lnTo>
                      <a:pt x="1022" y="155"/>
                    </a:lnTo>
                    <a:lnTo>
                      <a:pt x="976" y="119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7" y="18"/>
                    </a:lnTo>
                    <a:lnTo>
                      <a:pt x="703" y="9"/>
                    </a:lnTo>
                    <a:lnTo>
                      <a:pt x="6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3"/>
              <p:cNvSpPr/>
              <p:nvPr/>
            </p:nvSpPr>
            <p:spPr>
              <a:xfrm>
                <a:off x="4364497" y="327676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1" y="10"/>
                    </a:lnTo>
                    <a:lnTo>
                      <a:pt x="466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65"/>
                    </a:lnTo>
                    <a:lnTo>
                      <a:pt x="156" y="210"/>
                    </a:lnTo>
                    <a:lnTo>
                      <a:pt x="119" y="256"/>
                    </a:lnTo>
                    <a:lnTo>
                      <a:pt x="83" y="311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5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8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56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84" y="1232"/>
                    </a:lnTo>
                    <a:lnTo>
                      <a:pt x="648" y="1232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21" y="1195"/>
                    </a:lnTo>
                    <a:lnTo>
                      <a:pt x="885" y="1168"/>
                    </a:lnTo>
                    <a:lnTo>
                      <a:pt x="940" y="1140"/>
                    </a:lnTo>
                    <a:lnTo>
                      <a:pt x="986" y="1104"/>
                    </a:lnTo>
                    <a:lnTo>
                      <a:pt x="1040" y="1067"/>
                    </a:lnTo>
                    <a:lnTo>
                      <a:pt x="1077" y="1022"/>
                    </a:lnTo>
                    <a:lnTo>
                      <a:pt x="1113" y="976"/>
                    </a:lnTo>
                    <a:lnTo>
                      <a:pt x="1150" y="922"/>
                    </a:lnTo>
                    <a:lnTo>
                      <a:pt x="1177" y="867"/>
                    </a:lnTo>
                    <a:lnTo>
                      <a:pt x="1195" y="812"/>
                    </a:lnTo>
                    <a:lnTo>
                      <a:pt x="1214" y="757"/>
                    </a:lnTo>
                    <a:lnTo>
                      <a:pt x="1223" y="703"/>
                    </a:lnTo>
                    <a:lnTo>
                      <a:pt x="1232" y="639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4" y="466"/>
                    </a:lnTo>
                    <a:lnTo>
                      <a:pt x="1195" y="411"/>
                    </a:lnTo>
                    <a:lnTo>
                      <a:pt x="1168" y="347"/>
                    </a:lnTo>
                    <a:lnTo>
                      <a:pt x="1141" y="292"/>
                    </a:lnTo>
                    <a:lnTo>
                      <a:pt x="1104" y="247"/>
                    </a:lnTo>
                    <a:lnTo>
                      <a:pt x="1068" y="192"/>
                    </a:lnTo>
                    <a:lnTo>
                      <a:pt x="1022" y="156"/>
                    </a:lnTo>
                    <a:lnTo>
                      <a:pt x="976" y="119"/>
                    </a:lnTo>
                    <a:lnTo>
                      <a:pt x="922" y="83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8" y="19"/>
                    </a:lnTo>
                    <a:lnTo>
                      <a:pt x="703" y="10"/>
                    </a:lnTo>
                    <a:lnTo>
                      <a:pt x="6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3"/>
              <p:cNvSpPr/>
              <p:nvPr/>
            </p:nvSpPr>
            <p:spPr>
              <a:xfrm>
                <a:off x="4660598" y="2821353"/>
                <a:ext cx="150445" cy="188069"/>
              </a:xfrm>
              <a:custGeom>
                <a:avLst/>
                <a:gdLst/>
                <a:ahLst/>
                <a:cxnLst/>
                <a:rect l="l" t="t" r="r" b="b"/>
                <a:pathLst>
                  <a:path w="2919" h="3649" extrusionOk="0">
                    <a:moveTo>
                      <a:pt x="2873" y="1"/>
                    </a:moveTo>
                    <a:lnTo>
                      <a:pt x="2709" y="19"/>
                    </a:lnTo>
                    <a:lnTo>
                      <a:pt x="2554" y="46"/>
                    </a:lnTo>
                    <a:lnTo>
                      <a:pt x="2399" y="83"/>
                    </a:lnTo>
                    <a:lnTo>
                      <a:pt x="2244" y="128"/>
                    </a:lnTo>
                    <a:lnTo>
                      <a:pt x="2098" y="183"/>
                    </a:lnTo>
                    <a:lnTo>
                      <a:pt x="1952" y="247"/>
                    </a:lnTo>
                    <a:lnTo>
                      <a:pt x="1806" y="311"/>
                    </a:lnTo>
                    <a:lnTo>
                      <a:pt x="1669" y="393"/>
                    </a:lnTo>
                    <a:lnTo>
                      <a:pt x="1532" y="475"/>
                    </a:lnTo>
                    <a:lnTo>
                      <a:pt x="1405" y="557"/>
                    </a:lnTo>
                    <a:lnTo>
                      <a:pt x="1277" y="657"/>
                    </a:lnTo>
                    <a:lnTo>
                      <a:pt x="1159" y="758"/>
                    </a:lnTo>
                    <a:lnTo>
                      <a:pt x="1040" y="858"/>
                    </a:lnTo>
                    <a:lnTo>
                      <a:pt x="931" y="976"/>
                    </a:lnTo>
                    <a:lnTo>
                      <a:pt x="830" y="1086"/>
                    </a:lnTo>
                    <a:lnTo>
                      <a:pt x="730" y="1213"/>
                    </a:lnTo>
                    <a:lnTo>
                      <a:pt x="630" y="1341"/>
                    </a:lnTo>
                    <a:lnTo>
                      <a:pt x="539" y="1469"/>
                    </a:lnTo>
                    <a:lnTo>
                      <a:pt x="456" y="1606"/>
                    </a:lnTo>
                    <a:lnTo>
                      <a:pt x="383" y="1742"/>
                    </a:lnTo>
                    <a:lnTo>
                      <a:pt x="311" y="1888"/>
                    </a:lnTo>
                    <a:lnTo>
                      <a:pt x="247" y="2034"/>
                    </a:lnTo>
                    <a:lnTo>
                      <a:pt x="192" y="2189"/>
                    </a:lnTo>
                    <a:lnTo>
                      <a:pt x="137" y="2335"/>
                    </a:lnTo>
                    <a:lnTo>
                      <a:pt x="101" y="2499"/>
                    </a:lnTo>
                    <a:lnTo>
                      <a:pt x="64" y="2654"/>
                    </a:lnTo>
                    <a:lnTo>
                      <a:pt x="37" y="2818"/>
                    </a:lnTo>
                    <a:lnTo>
                      <a:pt x="10" y="2973"/>
                    </a:lnTo>
                    <a:lnTo>
                      <a:pt x="1" y="3137"/>
                    </a:lnTo>
                    <a:lnTo>
                      <a:pt x="1" y="3311"/>
                    </a:lnTo>
                    <a:lnTo>
                      <a:pt x="1" y="3475"/>
                    </a:lnTo>
                    <a:lnTo>
                      <a:pt x="19" y="3648"/>
                    </a:lnTo>
                    <a:lnTo>
                      <a:pt x="539" y="3593"/>
                    </a:lnTo>
                    <a:lnTo>
                      <a:pt x="529" y="3448"/>
                    </a:lnTo>
                    <a:lnTo>
                      <a:pt x="520" y="3311"/>
                    </a:lnTo>
                    <a:lnTo>
                      <a:pt x="529" y="3165"/>
                    </a:lnTo>
                    <a:lnTo>
                      <a:pt x="539" y="3028"/>
                    </a:lnTo>
                    <a:lnTo>
                      <a:pt x="557" y="2891"/>
                    </a:lnTo>
                    <a:lnTo>
                      <a:pt x="575" y="2755"/>
                    </a:lnTo>
                    <a:lnTo>
                      <a:pt x="602" y="2627"/>
                    </a:lnTo>
                    <a:lnTo>
                      <a:pt x="639" y="2490"/>
                    </a:lnTo>
                    <a:lnTo>
                      <a:pt x="684" y="2362"/>
                    </a:lnTo>
                    <a:lnTo>
                      <a:pt x="730" y="2235"/>
                    </a:lnTo>
                    <a:lnTo>
                      <a:pt x="785" y="2116"/>
                    </a:lnTo>
                    <a:lnTo>
                      <a:pt x="839" y="1989"/>
                    </a:lnTo>
                    <a:lnTo>
                      <a:pt x="903" y="1870"/>
                    </a:lnTo>
                    <a:lnTo>
                      <a:pt x="976" y="1761"/>
                    </a:lnTo>
                    <a:lnTo>
                      <a:pt x="1049" y="1651"/>
                    </a:lnTo>
                    <a:lnTo>
                      <a:pt x="1131" y="1542"/>
                    </a:lnTo>
                    <a:lnTo>
                      <a:pt x="1213" y="1441"/>
                    </a:lnTo>
                    <a:lnTo>
                      <a:pt x="1304" y="1341"/>
                    </a:lnTo>
                    <a:lnTo>
                      <a:pt x="1396" y="1250"/>
                    </a:lnTo>
                    <a:lnTo>
                      <a:pt x="1496" y="1159"/>
                    </a:lnTo>
                    <a:lnTo>
                      <a:pt x="1596" y="1077"/>
                    </a:lnTo>
                    <a:lnTo>
                      <a:pt x="1697" y="995"/>
                    </a:lnTo>
                    <a:lnTo>
                      <a:pt x="1806" y="922"/>
                    </a:lnTo>
                    <a:lnTo>
                      <a:pt x="1915" y="849"/>
                    </a:lnTo>
                    <a:lnTo>
                      <a:pt x="2034" y="785"/>
                    </a:lnTo>
                    <a:lnTo>
                      <a:pt x="2153" y="730"/>
                    </a:lnTo>
                    <a:lnTo>
                      <a:pt x="2271" y="675"/>
                    </a:lnTo>
                    <a:lnTo>
                      <a:pt x="2399" y="639"/>
                    </a:lnTo>
                    <a:lnTo>
                      <a:pt x="2526" y="593"/>
                    </a:lnTo>
                    <a:lnTo>
                      <a:pt x="2654" y="566"/>
                    </a:lnTo>
                    <a:lnTo>
                      <a:pt x="2791" y="539"/>
                    </a:lnTo>
                    <a:lnTo>
                      <a:pt x="2918" y="520"/>
                    </a:lnTo>
                    <a:lnTo>
                      <a:pt x="287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3"/>
              <p:cNvSpPr/>
              <p:nvPr/>
            </p:nvSpPr>
            <p:spPr>
              <a:xfrm>
                <a:off x="4775276" y="280305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1" y="0"/>
                    </a:moveTo>
                    <a:lnTo>
                      <a:pt x="557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9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3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73" y="319"/>
                    </a:lnTo>
                    <a:lnTo>
                      <a:pt x="55" y="374"/>
                    </a:lnTo>
                    <a:lnTo>
                      <a:pt x="28" y="438"/>
                    </a:lnTo>
                    <a:lnTo>
                      <a:pt x="19" y="492"/>
                    </a:lnTo>
                    <a:lnTo>
                      <a:pt x="10" y="556"/>
                    </a:lnTo>
                    <a:lnTo>
                      <a:pt x="0" y="620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803"/>
                    </a:lnTo>
                    <a:lnTo>
                      <a:pt x="55" y="857"/>
                    </a:lnTo>
                    <a:lnTo>
                      <a:pt x="73" y="912"/>
                    </a:lnTo>
                    <a:lnTo>
                      <a:pt x="110" y="958"/>
                    </a:lnTo>
                    <a:lnTo>
                      <a:pt x="146" y="1003"/>
                    </a:lnTo>
                    <a:lnTo>
                      <a:pt x="183" y="1049"/>
                    </a:lnTo>
                    <a:lnTo>
                      <a:pt x="228" y="1094"/>
                    </a:lnTo>
                    <a:lnTo>
                      <a:pt x="274" y="1122"/>
                    </a:lnTo>
                    <a:lnTo>
                      <a:pt x="329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7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8" y="1185"/>
                    </a:lnTo>
                    <a:lnTo>
                      <a:pt x="912" y="1158"/>
                    </a:lnTo>
                    <a:lnTo>
                      <a:pt x="958" y="1122"/>
                    </a:lnTo>
                    <a:lnTo>
                      <a:pt x="1013" y="1094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31" y="958"/>
                    </a:lnTo>
                    <a:lnTo>
                      <a:pt x="1159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75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31" y="274"/>
                    </a:lnTo>
                    <a:lnTo>
                      <a:pt x="1095" y="228"/>
                    </a:lnTo>
                    <a:lnTo>
                      <a:pt x="1049" y="182"/>
                    </a:lnTo>
                    <a:lnTo>
                      <a:pt x="1013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8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3"/>
              <p:cNvSpPr/>
              <p:nvPr/>
            </p:nvSpPr>
            <p:spPr>
              <a:xfrm>
                <a:off x="5107559" y="3183735"/>
                <a:ext cx="84165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4569" extrusionOk="0">
                    <a:moveTo>
                      <a:pt x="1341" y="0"/>
                    </a:moveTo>
                    <a:lnTo>
                      <a:pt x="1204" y="91"/>
                    </a:lnTo>
                    <a:lnTo>
                      <a:pt x="1085" y="192"/>
                    </a:lnTo>
                    <a:lnTo>
                      <a:pt x="967" y="301"/>
                    </a:lnTo>
                    <a:lnTo>
                      <a:pt x="848" y="410"/>
                    </a:lnTo>
                    <a:lnTo>
                      <a:pt x="748" y="529"/>
                    </a:lnTo>
                    <a:lnTo>
                      <a:pt x="648" y="657"/>
                    </a:lnTo>
                    <a:lnTo>
                      <a:pt x="557" y="784"/>
                    </a:lnTo>
                    <a:lnTo>
                      <a:pt x="474" y="912"/>
                    </a:lnTo>
                    <a:lnTo>
                      <a:pt x="392" y="1049"/>
                    </a:lnTo>
                    <a:lnTo>
                      <a:pt x="329" y="1195"/>
                    </a:lnTo>
                    <a:lnTo>
                      <a:pt x="256" y="1331"/>
                    </a:lnTo>
                    <a:lnTo>
                      <a:pt x="201" y="1477"/>
                    </a:lnTo>
                    <a:lnTo>
                      <a:pt x="155" y="1632"/>
                    </a:lnTo>
                    <a:lnTo>
                      <a:pt x="110" y="1778"/>
                    </a:lnTo>
                    <a:lnTo>
                      <a:pt x="73" y="1933"/>
                    </a:lnTo>
                    <a:lnTo>
                      <a:pt x="46" y="2088"/>
                    </a:lnTo>
                    <a:lnTo>
                      <a:pt x="19" y="2243"/>
                    </a:lnTo>
                    <a:lnTo>
                      <a:pt x="9" y="2407"/>
                    </a:lnTo>
                    <a:lnTo>
                      <a:pt x="0" y="2562"/>
                    </a:lnTo>
                    <a:lnTo>
                      <a:pt x="0" y="2727"/>
                    </a:lnTo>
                    <a:lnTo>
                      <a:pt x="9" y="2882"/>
                    </a:lnTo>
                    <a:lnTo>
                      <a:pt x="19" y="3046"/>
                    </a:lnTo>
                    <a:lnTo>
                      <a:pt x="46" y="3201"/>
                    </a:lnTo>
                    <a:lnTo>
                      <a:pt x="73" y="3356"/>
                    </a:lnTo>
                    <a:lnTo>
                      <a:pt x="110" y="3520"/>
                    </a:lnTo>
                    <a:lnTo>
                      <a:pt x="155" y="3675"/>
                    </a:lnTo>
                    <a:lnTo>
                      <a:pt x="210" y="3830"/>
                    </a:lnTo>
                    <a:lnTo>
                      <a:pt x="274" y="3985"/>
                    </a:lnTo>
                    <a:lnTo>
                      <a:pt x="338" y="4131"/>
                    </a:lnTo>
                    <a:lnTo>
                      <a:pt x="420" y="4277"/>
                    </a:lnTo>
                    <a:lnTo>
                      <a:pt x="502" y="4423"/>
                    </a:lnTo>
                    <a:lnTo>
                      <a:pt x="593" y="4569"/>
                    </a:lnTo>
                    <a:lnTo>
                      <a:pt x="1031" y="4268"/>
                    </a:lnTo>
                    <a:lnTo>
                      <a:pt x="949" y="4149"/>
                    </a:lnTo>
                    <a:lnTo>
                      <a:pt x="876" y="4021"/>
                    </a:lnTo>
                    <a:lnTo>
                      <a:pt x="812" y="3903"/>
                    </a:lnTo>
                    <a:lnTo>
                      <a:pt x="757" y="3775"/>
                    </a:lnTo>
                    <a:lnTo>
                      <a:pt x="702" y="3648"/>
                    </a:lnTo>
                    <a:lnTo>
                      <a:pt x="657" y="3520"/>
                    </a:lnTo>
                    <a:lnTo>
                      <a:pt x="620" y="3383"/>
                    </a:lnTo>
                    <a:lnTo>
                      <a:pt x="584" y="3255"/>
                    </a:lnTo>
                    <a:lnTo>
                      <a:pt x="566" y="3119"/>
                    </a:lnTo>
                    <a:lnTo>
                      <a:pt x="547" y="2982"/>
                    </a:lnTo>
                    <a:lnTo>
                      <a:pt x="529" y="2854"/>
                    </a:lnTo>
                    <a:lnTo>
                      <a:pt x="520" y="2717"/>
                    </a:lnTo>
                    <a:lnTo>
                      <a:pt x="520" y="2581"/>
                    </a:lnTo>
                    <a:lnTo>
                      <a:pt x="529" y="2453"/>
                    </a:lnTo>
                    <a:lnTo>
                      <a:pt x="538" y="2316"/>
                    </a:lnTo>
                    <a:lnTo>
                      <a:pt x="557" y="2189"/>
                    </a:lnTo>
                    <a:lnTo>
                      <a:pt x="584" y="2052"/>
                    </a:lnTo>
                    <a:lnTo>
                      <a:pt x="611" y="1924"/>
                    </a:lnTo>
                    <a:lnTo>
                      <a:pt x="648" y="1796"/>
                    </a:lnTo>
                    <a:lnTo>
                      <a:pt x="693" y="1669"/>
                    </a:lnTo>
                    <a:lnTo>
                      <a:pt x="739" y="1550"/>
                    </a:lnTo>
                    <a:lnTo>
                      <a:pt x="794" y="1432"/>
                    </a:lnTo>
                    <a:lnTo>
                      <a:pt x="848" y="1313"/>
                    </a:lnTo>
                    <a:lnTo>
                      <a:pt x="912" y="1195"/>
                    </a:lnTo>
                    <a:lnTo>
                      <a:pt x="985" y="1085"/>
                    </a:lnTo>
                    <a:lnTo>
                      <a:pt x="1058" y="985"/>
                    </a:lnTo>
                    <a:lnTo>
                      <a:pt x="1140" y="876"/>
                    </a:lnTo>
                    <a:lnTo>
                      <a:pt x="1231" y="775"/>
                    </a:lnTo>
                    <a:lnTo>
                      <a:pt x="1323" y="684"/>
                    </a:lnTo>
                    <a:lnTo>
                      <a:pt x="1423" y="593"/>
                    </a:lnTo>
                    <a:lnTo>
                      <a:pt x="1523" y="511"/>
                    </a:lnTo>
                    <a:lnTo>
                      <a:pt x="1633" y="429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3"/>
              <p:cNvSpPr/>
              <p:nvPr/>
            </p:nvSpPr>
            <p:spPr>
              <a:xfrm>
                <a:off x="5149823" y="3164459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9" y="28"/>
                    </a:lnTo>
                    <a:lnTo>
                      <a:pt x="384" y="46"/>
                    </a:lnTo>
                    <a:lnTo>
                      <a:pt x="320" y="73"/>
                    </a:lnTo>
                    <a:lnTo>
                      <a:pt x="275" y="110"/>
                    </a:lnTo>
                    <a:lnTo>
                      <a:pt x="220" y="146"/>
                    </a:lnTo>
                    <a:lnTo>
                      <a:pt x="174" y="183"/>
                    </a:lnTo>
                    <a:lnTo>
                      <a:pt x="138" y="228"/>
                    </a:lnTo>
                    <a:lnTo>
                      <a:pt x="101" y="283"/>
                    </a:lnTo>
                    <a:lnTo>
                      <a:pt x="74" y="329"/>
                    </a:lnTo>
                    <a:lnTo>
                      <a:pt x="47" y="383"/>
                    </a:lnTo>
                    <a:lnTo>
                      <a:pt x="28" y="438"/>
                    </a:lnTo>
                    <a:lnTo>
                      <a:pt x="19" y="502"/>
                    </a:lnTo>
                    <a:lnTo>
                      <a:pt x="10" y="556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6" y="848"/>
                    </a:lnTo>
                    <a:lnTo>
                      <a:pt x="83" y="912"/>
                    </a:lnTo>
                    <a:lnTo>
                      <a:pt x="110" y="958"/>
                    </a:lnTo>
                    <a:lnTo>
                      <a:pt x="156" y="1012"/>
                    </a:lnTo>
                    <a:lnTo>
                      <a:pt x="192" y="1058"/>
                    </a:lnTo>
                    <a:lnTo>
                      <a:pt x="238" y="1094"/>
                    </a:lnTo>
                    <a:lnTo>
                      <a:pt x="284" y="1131"/>
                    </a:lnTo>
                    <a:lnTo>
                      <a:pt x="338" y="1158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3" y="1213"/>
                    </a:lnTo>
                    <a:lnTo>
                      <a:pt x="566" y="1222"/>
                    </a:lnTo>
                    <a:lnTo>
                      <a:pt x="685" y="1222"/>
                    </a:lnTo>
                    <a:lnTo>
                      <a:pt x="740" y="1213"/>
                    </a:lnTo>
                    <a:lnTo>
                      <a:pt x="803" y="1195"/>
                    </a:lnTo>
                    <a:lnTo>
                      <a:pt x="858" y="1177"/>
                    </a:lnTo>
                    <a:lnTo>
                      <a:pt x="913" y="1149"/>
                    </a:lnTo>
                    <a:lnTo>
                      <a:pt x="968" y="1113"/>
                    </a:lnTo>
                    <a:lnTo>
                      <a:pt x="1022" y="1076"/>
                    </a:lnTo>
                    <a:lnTo>
                      <a:pt x="1068" y="1040"/>
                    </a:lnTo>
                    <a:lnTo>
                      <a:pt x="1104" y="994"/>
                    </a:lnTo>
                    <a:lnTo>
                      <a:pt x="1141" y="939"/>
                    </a:lnTo>
                    <a:lnTo>
                      <a:pt x="1168" y="894"/>
                    </a:lnTo>
                    <a:lnTo>
                      <a:pt x="1196" y="839"/>
                    </a:lnTo>
                    <a:lnTo>
                      <a:pt x="1214" y="784"/>
                    </a:lnTo>
                    <a:lnTo>
                      <a:pt x="1223" y="721"/>
                    </a:lnTo>
                    <a:lnTo>
                      <a:pt x="1232" y="666"/>
                    </a:lnTo>
                    <a:lnTo>
                      <a:pt x="1232" y="602"/>
                    </a:lnTo>
                    <a:lnTo>
                      <a:pt x="1232" y="547"/>
                    </a:lnTo>
                    <a:lnTo>
                      <a:pt x="1223" y="484"/>
                    </a:lnTo>
                    <a:lnTo>
                      <a:pt x="1205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3" y="265"/>
                    </a:lnTo>
                    <a:lnTo>
                      <a:pt x="1086" y="210"/>
                    </a:lnTo>
                    <a:lnTo>
                      <a:pt x="1050" y="164"/>
                    </a:lnTo>
                    <a:lnTo>
                      <a:pt x="1004" y="128"/>
                    </a:lnTo>
                    <a:lnTo>
                      <a:pt x="949" y="91"/>
                    </a:lnTo>
                    <a:lnTo>
                      <a:pt x="904" y="64"/>
                    </a:lnTo>
                    <a:lnTo>
                      <a:pt x="849" y="37"/>
                    </a:lnTo>
                    <a:lnTo>
                      <a:pt x="794" y="18"/>
                    </a:lnTo>
                    <a:lnTo>
                      <a:pt x="730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3"/>
              <p:cNvSpPr/>
              <p:nvPr/>
            </p:nvSpPr>
            <p:spPr>
              <a:xfrm>
                <a:off x="4756464" y="2535147"/>
                <a:ext cx="237857" cy="95452"/>
              </a:xfrm>
              <a:custGeom>
                <a:avLst/>
                <a:gdLst/>
                <a:ahLst/>
                <a:cxnLst/>
                <a:rect l="l" t="t" r="r" b="b"/>
                <a:pathLst>
                  <a:path w="4615" h="1852" extrusionOk="0">
                    <a:moveTo>
                      <a:pt x="2745" y="1"/>
                    </a:moveTo>
                    <a:lnTo>
                      <a:pt x="2581" y="10"/>
                    </a:lnTo>
                    <a:lnTo>
                      <a:pt x="2417" y="28"/>
                    </a:lnTo>
                    <a:lnTo>
                      <a:pt x="2253" y="55"/>
                    </a:lnTo>
                    <a:lnTo>
                      <a:pt x="2089" y="92"/>
                    </a:lnTo>
                    <a:lnTo>
                      <a:pt x="1925" y="128"/>
                    </a:lnTo>
                    <a:lnTo>
                      <a:pt x="1770" y="183"/>
                    </a:lnTo>
                    <a:lnTo>
                      <a:pt x="1615" y="238"/>
                    </a:lnTo>
                    <a:lnTo>
                      <a:pt x="1460" y="301"/>
                    </a:lnTo>
                    <a:lnTo>
                      <a:pt x="1314" y="374"/>
                    </a:lnTo>
                    <a:lnTo>
                      <a:pt x="1177" y="447"/>
                    </a:lnTo>
                    <a:lnTo>
                      <a:pt x="1031" y="529"/>
                    </a:lnTo>
                    <a:lnTo>
                      <a:pt x="903" y="621"/>
                    </a:lnTo>
                    <a:lnTo>
                      <a:pt x="767" y="721"/>
                    </a:lnTo>
                    <a:lnTo>
                      <a:pt x="639" y="821"/>
                    </a:lnTo>
                    <a:lnTo>
                      <a:pt x="520" y="931"/>
                    </a:lnTo>
                    <a:lnTo>
                      <a:pt x="411" y="1049"/>
                    </a:lnTo>
                    <a:lnTo>
                      <a:pt x="302" y="1177"/>
                    </a:lnTo>
                    <a:lnTo>
                      <a:pt x="192" y="1304"/>
                    </a:lnTo>
                    <a:lnTo>
                      <a:pt x="92" y="1432"/>
                    </a:lnTo>
                    <a:lnTo>
                      <a:pt x="1" y="1569"/>
                    </a:lnTo>
                    <a:lnTo>
                      <a:pt x="448" y="1852"/>
                    </a:lnTo>
                    <a:lnTo>
                      <a:pt x="530" y="1733"/>
                    </a:lnTo>
                    <a:lnTo>
                      <a:pt x="612" y="1624"/>
                    </a:lnTo>
                    <a:lnTo>
                      <a:pt x="694" y="1514"/>
                    </a:lnTo>
                    <a:lnTo>
                      <a:pt x="794" y="1414"/>
                    </a:lnTo>
                    <a:lnTo>
                      <a:pt x="885" y="1314"/>
                    </a:lnTo>
                    <a:lnTo>
                      <a:pt x="986" y="1222"/>
                    </a:lnTo>
                    <a:lnTo>
                      <a:pt x="1095" y="1131"/>
                    </a:lnTo>
                    <a:lnTo>
                      <a:pt x="1204" y="1049"/>
                    </a:lnTo>
                    <a:lnTo>
                      <a:pt x="1314" y="976"/>
                    </a:lnTo>
                    <a:lnTo>
                      <a:pt x="1432" y="903"/>
                    </a:lnTo>
                    <a:lnTo>
                      <a:pt x="1560" y="839"/>
                    </a:lnTo>
                    <a:lnTo>
                      <a:pt x="1679" y="776"/>
                    </a:lnTo>
                    <a:lnTo>
                      <a:pt x="1806" y="721"/>
                    </a:lnTo>
                    <a:lnTo>
                      <a:pt x="1943" y="675"/>
                    </a:lnTo>
                    <a:lnTo>
                      <a:pt x="2071" y="639"/>
                    </a:lnTo>
                    <a:lnTo>
                      <a:pt x="2207" y="602"/>
                    </a:lnTo>
                    <a:lnTo>
                      <a:pt x="2344" y="575"/>
                    </a:lnTo>
                    <a:lnTo>
                      <a:pt x="2481" y="548"/>
                    </a:lnTo>
                    <a:lnTo>
                      <a:pt x="2627" y="538"/>
                    </a:lnTo>
                    <a:lnTo>
                      <a:pt x="2764" y="529"/>
                    </a:lnTo>
                    <a:lnTo>
                      <a:pt x="2900" y="529"/>
                    </a:lnTo>
                    <a:lnTo>
                      <a:pt x="3037" y="538"/>
                    </a:lnTo>
                    <a:lnTo>
                      <a:pt x="3174" y="548"/>
                    </a:lnTo>
                    <a:lnTo>
                      <a:pt x="3311" y="566"/>
                    </a:lnTo>
                    <a:lnTo>
                      <a:pt x="3438" y="593"/>
                    </a:lnTo>
                    <a:lnTo>
                      <a:pt x="3575" y="630"/>
                    </a:lnTo>
                    <a:lnTo>
                      <a:pt x="3703" y="666"/>
                    </a:lnTo>
                    <a:lnTo>
                      <a:pt x="3840" y="712"/>
                    </a:lnTo>
                    <a:lnTo>
                      <a:pt x="3967" y="766"/>
                    </a:lnTo>
                    <a:lnTo>
                      <a:pt x="4095" y="821"/>
                    </a:lnTo>
                    <a:lnTo>
                      <a:pt x="4214" y="885"/>
                    </a:lnTo>
                    <a:lnTo>
                      <a:pt x="4332" y="958"/>
                    </a:lnTo>
                    <a:lnTo>
                      <a:pt x="4615" y="520"/>
                    </a:lnTo>
                    <a:lnTo>
                      <a:pt x="4469" y="429"/>
                    </a:lnTo>
                    <a:lnTo>
                      <a:pt x="4323" y="356"/>
                    </a:lnTo>
                    <a:lnTo>
                      <a:pt x="4177" y="283"/>
                    </a:lnTo>
                    <a:lnTo>
                      <a:pt x="4022" y="219"/>
                    </a:lnTo>
                    <a:lnTo>
                      <a:pt x="3867" y="165"/>
                    </a:lnTo>
                    <a:lnTo>
                      <a:pt x="3712" y="119"/>
                    </a:lnTo>
                    <a:lnTo>
                      <a:pt x="3557" y="83"/>
                    </a:lnTo>
                    <a:lnTo>
                      <a:pt x="3393" y="46"/>
                    </a:lnTo>
                    <a:lnTo>
                      <a:pt x="3238" y="28"/>
                    </a:lnTo>
                    <a:lnTo>
                      <a:pt x="3074" y="10"/>
                    </a:lnTo>
                    <a:lnTo>
                      <a:pt x="29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3"/>
              <p:cNvSpPr/>
              <p:nvPr/>
            </p:nvSpPr>
            <p:spPr>
              <a:xfrm>
                <a:off x="4740486" y="2584472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1"/>
                    </a:moveTo>
                    <a:lnTo>
                      <a:pt x="539" y="10"/>
                    </a:lnTo>
                    <a:lnTo>
                      <a:pt x="475" y="19"/>
                    </a:lnTo>
                    <a:lnTo>
                      <a:pt x="420" y="37"/>
                    </a:lnTo>
                    <a:lnTo>
                      <a:pt x="356" y="56"/>
                    </a:lnTo>
                    <a:lnTo>
                      <a:pt x="302" y="92"/>
                    </a:lnTo>
                    <a:lnTo>
                      <a:pt x="256" y="119"/>
                    </a:lnTo>
                    <a:lnTo>
                      <a:pt x="210" y="156"/>
                    </a:lnTo>
                    <a:lnTo>
                      <a:pt x="165" y="202"/>
                    </a:lnTo>
                    <a:lnTo>
                      <a:pt x="128" y="247"/>
                    </a:lnTo>
                    <a:lnTo>
                      <a:pt x="92" y="293"/>
                    </a:lnTo>
                    <a:lnTo>
                      <a:pt x="65" y="347"/>
                    </a:lnTo>
                    <a:lnTo>
                      <a:pt x="37" y="393"/>
                    </a:lnTo>
                    <a:lnTo>
                      <a:pt x="19" y="457"/>
                    </a:lnTo>
                    <a:lnTo>
                      <a:pt x="10" y="512"/>
                    </a:lnTo>
                    <a:lnTo>
                      <a:pt x="1" y="575"/>
                    </a:lnTo>
                    <a:lnTo>
                      <a:pt x="1" y="630"/>
                    </a:lnTo>
                    <a:lnTo>
                      <a:pt x="1" y="694"/>
                    </a:lnTo>
                    <a:lnTo>
                      <a:pt x="19" y="758"/>
                    </a:lnTo>
                    <a:lnTo>
                      <a:pt x="28" y="813"/>
                    </a:lnTo>
                    <a:lnTo>
                      <a:pt x="55" y="876"/>
                    </a:lnTo>
                    <a:lnTo>
                      <a:pt x="83" y="931"/>
                    </a:lnTo>
                    <a:lnTo>
                      <a:pt x="119" y="977"/>
                    </a:lnTo>
                    <a:lnTo>
                      <a:pt x="156" y="1022"/>
                    </a:lnTo>
                    <a:lnTo>
                      <a:pt x="192" y="1068"/>
                    </a:lnTo>
                    <a:lnTo>
                      <a:pt x="238" y="1104"/>
                    </a:lnTo>
                    <a:lnTo>
                      <a:pt x="283" y="1141"/>
                    </a:lnTo>
                    <a:lnTo>
                      <a:pt x="338" y="1168"/>
                    </a:lnTo>
                    <a:lnTo>
                      <a:pt x="393" y="1195"/>
                    </a:lnTo>
                    <a:lnTo>
                      <a:pt x="447" y="1214"/>
                    </a:lnTo>
                    <a:lnTo>
                      <a:pt x="502" y="1223"/>
                    </a:lnTo>
                    <a:lnTo>
                      <a:pt x="566" y="1232"/>
                    </a:lnTo>
                    <a:lnTo>
                      <a:pt x="685" y="1232"/>
                    </a:lnTo>
                    <a:lnTo>
                      <a:pt x="748" y="1223"/>
                    </a:lnTo>
                    <a:lnTo>
                      <a:pt x="812" y="1205"/>
                    </a:lnTo>
                    <a:lnTo>
                      <a:pt x="867" y="1177"/>
                    </a:lnTo>
                    <a:lnTo>
                      <a:pt x="922" y="1150"/>
                    </a:lnTo>
                    <a:lnTo>
                      <a:pt x="976" y="1123"/>
                    </a:lnTo>
                    <a:lnTo>
                      <a:pt x="1022" y="1086"/>
                    </a:lnTo>
                    <a:lnTo>
                      <a:pt x="1068" y="1040"/>
                    </a:lnTo>
                    <a:lnTo>
                      <a:pt x="1104" y="995"/>
                    </a:lnTo>
                    <a:lnTo>
                      <a:pt x="1131" y="949"/>
                    </a:lnTo>
                    <a:lnTo>
                      <a:pt x="1168" y="895"/>
                    </a:lnTo>
                    <a:lnTo>
                      <a:pt x="1186" y="840"/>
                    </a:lnTo>
                    <a:lnTo>
                      <a:pt x="1204" y="785"/>
                    </a:lnTo>
                    <a:lnTo>
                      <a:pt x="1223" y="730"/>
                    </a:lnTo>
                    <a:lnTo>
                      <a:pt x="1232" y="667"/>
                    </a:lnTo>
                    <a:lnTo>
                      <a:pt x="1232" y="603"/>
                    </a:lnTo>
                    <a:lnTo>
                      <a:pt x="1223" y="548"/>
                    </a:lnTo>
                    <a:lnTo>
                      <a:pt x="1213" y="484"/>
                    </a:lnTo>
                    <a:lnTo>
                      <a:pt x="1195" y="420"/>
                    </a:lnTo>
                    <a:lnTo>
                      <a:pt x="1177" y="366"/>
                    </a:lnTo>
                    <a:lnTo>
                      <a:pt x="1150" y="311"/>
                    </a:lnTo>
                    <a:lnTo>
                      <a:pt x="1113" y="256"/>
                    </a:lnTo>
                    <a:lnTo>
                      <a:pt x="1077" y="211"/>
                    </a:lnTo>
                    <a:lnTo>
                      <a:pt x="1031" y="174"/>
                    </a:lnTo>
                    <a:lnTo>
                      <a:pt x="995" y="138"/>
                    </a:lnTo>
                    <a:lnTo>
                      <a:pt x="940" y="101"/>
                    </a:lnTo>
                    <a:lnTo>
                      <a:pt x="894" y="74"/>
                    </a:lnTo>
                    <a:lnTo>
                      <a:pt x="840" y="47"/>
                    </a:lnTo>
                    <a:lnTo>
                      <a:pt x="776" y="28"/>
                    </a:lnTo>
                    <a:lnTo>
                      <a:pt x="721" y="10"/>
                    </a:lnTo>
                    <a:lnTo>
                      <a:pt x="666" y="10"/>
                    </a:lnTo>
                    <a:lnTo>
                      <a:pt x="6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3"/>
              <p:cNvSpPr/>
              <p:nvPr/>
            </p:nvSpPr>
            <p:spPr>
              <a:xfrm>
                <a:off x="5022002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0"/>
                    </a:moveTo>
                    <a:lnTo>
                      <a:pt x="539" y="9"/>
                    </a:lnTo>
                    <a:lnTo>
                      <a:pt x="475" y="18"/>
                    </a:lnTo>
                    <a:lnTo>
                      <a:pt x="420" y="37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201"/>
                    </a:lnTo>
                    <a:lnTo>
                      <a:pt x="128" y="237"/>
                    </a:lnTo>
                    <a:lnTo>
                      <a:pt x="92" y="292"/>
                    </a:lnTo>
                    <a:lnTo>
                      <a:pt x="65" y="337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5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57"/>
                    </a:lnTo>
                    <a:lnTo>
                      <a:pt x="28" y="812"/>
                    </a:lnTo>
                    <a:lnTo>
                      <a:pt x="55" y="875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1"/>
                    </a:lnTo>
                    <a:lnTo>
                      <a:pt x="192" y="1067"/>
                    </a:lnTo>
                    <a:lnTo>
                      <a:pt x="238" y="1103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95"/>
                    </a:lnTo>
                    <a:lnTo>
                      <a:pt x="448" y="1213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85" y="1231"/>
                    </a:lnTo>
                    <a:lnTo>
                      <a:pt x="748" y="1213"/>
                    </a:lnTo>
                    <a:lnTo>
                      <a:pt x="812" y="1204"/>
                    </a:lnTo>
                    <a:lnTo>
                      <a:pt x="867" y="1176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48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30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47"/>
                    </a:lnTo>
                    <a:lnTo>
                      <a:pt x="1213" y="483"/>
                    </a:lnTo>
                    <a:lnTo>
                      <a:pt x="1195" y="420"/>
                    </a:lnTo>
                    <a:lnTo>
                      <a:pt x="1177" y="365"/>
                    </a:lnTo>
                    <a:lnTo>
                      <a:pt x="1150" y="310"/>
                    </a:lnTo>
                    <a:lnTo>
                      <a:pt x="1113" y="255"/>
                    </a:lnTo>
                    <a:lnTo>
                      <a:pt x="1077" y="210"/>
                    </a:lnTo>
                    <a:lnTo>
                      <a:pt x="1031" y="173"/>
                    </a:lnTo>
                    <a:lnTo>
                      <a:pt x="986" y="128"/>
                    </a:lnTo>
                    <a:lnTo>
                      <a:pt x="940" y="100"/>
                    </a:lnTo>
                    <a:lnTo>
                      <a:pt x="894" y="64"/>
                    </a:lnTo>
                    <a:lnTo>
                      <a:pt x="840" y="46"/>
                    </a:lnTo>
                    <a:lnTo>
                      <a:pt x="776" y="27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3"/>
              <p:cNvSpPr/>
              <p:nvPr/>
            </p:nvSpPr>
            <p:spPr>
              <a:xfrm>
                <a:off x="5022002" y="295437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39" y="0"/>
                    </a:moveTo>
                    <a:lnTo>
                      <a:pt x="475" y="19"/>
                    </a:lnTo>
                    <a:lnTo>
                      <a:pt x="420" y="28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192"/>
                    </a:lnTo>
                    <a:lnTo>
                      <a:pt x="128" y="237"/>
                    </a:lnTo>
                    <a:lnTo>
                      <a:pt x="92" y="283"/>
                    </a:lnTo>
                    <a:lnTo>
                      <a:pt x="65" y="338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6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48"/>
                    </a:lnTo>
                    <a:lnTo>
                      <a:pt x="28" y="812"/>
                    </a:lnTo>
                    <a:lnTo>
                      <a:pt x="55" y="867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2"/>
                    </a:lnTo>
                    <a:lnTo>
                      <a:pt x="192" y="1067"/>
                    </a:lnTo>
                    <a:lnTo>
                      <a:pt x="238" y="1104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30" y="1231"/>
                    </a:lnTo>
                    <a:lnTo>
                      <a:pt x="685" y="1222"/>
                    </a:lnTo>
                    <a:lnTo>
                      <a:pt x="748" y="1213"/>
                    </a:lnTo>
                    <a:lnTo>
                      <a:pt x="812" y="1195"/>
                    </a:lnTo>
                    <a:lnTo>
                      <a:pt x="867" y="1177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39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21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38"/>
                    </a:lnTo>
                    <a:lnTo>
                      <a:pt x="1213" y="474"/>
                    </a:lnTo>
                    <a:lnTo>
                      <a:pt x="1195" y="420"/>
                    </a:lnTo>
                    <a:lnTo>
                      <a:pt x="1177" y="356"/>
                    </a:lnTo>
                    <a:lnTo>
                      <a:pt x="1150" y="310"/>
                    </a:lnTo>
                    <a:lnTo>
                      <a:pt x="1113" y="256"/>
                    </a:lnTo>
                    <a:lnTo>
                      <a:pt x="1077" y="210"/>
                    </a:lnTo>
                    <a:lnTo>
                      <a:pt x="1031" y="164"/>
                    </a:lnTo>
                    <a:lnTo>
                      <a:pt x="986" y="128"/>
                    </a:lnTo>
                    <a:lnTo>
                      <a:pt x="940" y="91"/>
                    </a:lnTo>
                    <a:lnTo>
                      <a:pt x="894" y="64"/>
                    </a:lnTo>
                    <a:lnTo>
                      <a:pt x="840" y="37"/>
                    </a:lnTo>
                    <a:lnTo>
                      <a:pt x="776" y="19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3"/>
              <p:cNvSpPr/>
              <p:nvPr/>
            </p:nvSpPr>
            <p:spPr>
              <a:xfrm>
                <a:off x="4067932" y="3164459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566" y="0"/>
                    </a:moveTo>
                    <a:lnTo>
                      <a:pt x="502" y="9"/>
                    </a:lnTo>
                    <a:lnTo>
                      <a:pt x="448" y="18"/>
                    </a:lnTo>
                    <a:lnTo>
                      <a:pt x="393" y="37"/>
                    </a:lnTo>
                    <a:lnTo>
                      <a:pt x="338" y="64"/>
                    </a:lnTo>
                    <a:lnTo>
                      <a:pt x="284" y="91"/>
                    </a:lnTo>
                    <a:lnTo>
                      <a:pt x="238" y="128"/>
                    </a:lnTo>
                    <a:lnTo>
                      <a:pt x="192" y="164"/>
                    </a:lnTo>
                    <a:lnTo>
                      <a:pt x="147" y="210"/>
                    </a:lnTo>
                    <a:lnTo>
                      <a:pt x="110" y="256"/>
                    </a:lnTo>
                    <a:lnTo>
                      <a:pt x="83" y="301"/>
                    </a:lnTo>
                    <a:lnTo>
                      <a:pt x="56" y="356"/>
                    </a:lnTo>
                    <a:lnTo>
                      <a:pt x="28" y="420"/>
                    </a:lnTo>
                    <a:lnTo>
                      <a:pt x="10" y="474"/>
                    </a:lnTo>
                    <a:lnTo>
                      <a:pt x="1" y="538"/>
                    </a:lnTo>
                    <a:lnTo>
                      <a:pt x="1" y="602"/>
                    </a:lnTo>
                    <a:lnTo>
                      <a:pt x="1" y="657"/>
                    </a:lnTo>
                    <a:lnTo>
                      <a:pt x="10" y="721"/>
                    </a:lnTo>
                    <a:lnTo>
                      <a:pt x="19" y="775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39"/>
                    </a:lnTo>
                    <a:lnTo>
                      <a:pt x="119" y="985"/>
                    </a:lnTo>
                    <a:lnTo>
                      <a:pt x="165" y="1031"/>
                    </a:lnTo>
                    <a:lnTo>
                      <a:pt x="202" y="1076"/>
                    </a:lnTo>
                    <a:lnTo>
                      <a:pt x="247" y="1113"/>
                    </a:lnTo>
                    <a:lnTo>
                      <a:pt x="302" y="1149"/>
                    </a:lnTo>
                    <a:lnTo>
                      <a:pt x="357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9" y="1222"/>
                    </a:lnTo>
                    <a:lnTo>
                      <a:pt x="594" y="1231"/>
                    </a:lnTo>
                    <a:lnTo>
                      <a:pt x="657" y="1231"/>
                    </a:lnTo>
                    <a:lnTo>
                      <a:pt x="721" y="1222"/>
                    </a:lnTo>
                    <a:lnTo>
                      <a:pt x="776" y="1204"/>
                    </a:lnTo>
                    <a:lnTo>
                      <a:pt x="831" y="1186"/>
                    </a:lnTo>
                    <a:lnTo>
                      <a:pt x="885" y="1167"/>
                    </a:lnTo>
                    <a:lnTo>
                      <a:pt x="940" y="1131"/>
                    </a:lnTo>
                    <a:lnTo>
                      <a:pt x="986" y="1104"/>
                    </a:lnTo>
                    <a:lnTo>
                      <a:pt x="1031" y="1067"/>
                    </a:lnTo>
                    <a:lnTo>
                      <a:pt x="1068" y="1022"/>
                    </a:lnTo>
                    <a:lnTo>
                      <a:pt x="1113" y="976"/>
                    </a:lnTo>
                    <a:lnTo>
                      <a:pt x="1141" y="921"/>
                    </a:lnTo>
                    <a:lnTo>
                      <a:pt x="1168" y="867"/>
                    </a:lnTo>
                    <a:lnTo>
                      <a:pt x="1195" y="812"/>
                    </a:lnTo>
                    <a:lnTo>
                      <a:pt x="1214" y="748"/>
                    </a:lnTo>
                    <a:lnTo>
                      <a:pt x="1223" y="684"/>
                    </a:lnTo>
                    <a:lnTo>
                      <a:pt x="1223" y="629"/>
                    </a:lnTo>
                    <a:lnTo>
                      <a:pt x="1223" y="566"/>
                    </a:lnTo>
                    <a:lnTo>
                      <a:pt x="1214" y="502"/>
                    </a:lnTo>
                    <a:lnTo>
                      <a:pt x="1205" y="447"/>
                    </a:lnTo>
                    <a:lnTo>
                      <a:pt x="1186" y="392"/>
                    </a:lnTo>
                    <a:lnTo>
                      <a:pt x="1159" y="338"/>
                    </a:lnTo>
                    <a:lnTo>
                      <a:pt x="1132" y="283"/>
                    </a:lnTo>
                    <a:lnTo>
                      <a:pt x="1095" y="237"/>
                    </a:lnTo>
                    <a:lnTo>
                      <a:pt x="1059" y="192"/>
                    </a:lnTo>
                    <a:lnTo>
                      <a:pt x="1013" y="146"/>
                    </a:lnTo>
                    <a:lnTo>
                      <a:pt x="968" y="110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03" y="28"/>
                    </a:lnTo>
                    <a:lnTo>
                      <a:pt x="749" y="9"/>
                    </a:lnTo>
                    <a:lnTo>
                      <a:pt x="6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3"/>
              <p:cNvSpPr/>
              <p:nvPr/>
            </p:nvSpPr>
            <p:spPr>
              <a:xfrm>
                <a:off x="3651999" y="3186982"/>
                <a:ext cx="464427" cy="303674"/>
              </a:xfrm>
              <a:custGeom>
                <a:avLst/>
                <a:gdLst/>
                <a:ahLst/>
                <a:cxnLst/>
                <a:rect l="l" t="t" r="r" b="b"/>
                <a:pathLst>
                  <a:path w="9011" h="5892" extrusionOk="0">
                    <a:moveTo>
                      <a:pt x="8955" y="1"/>
                    </a:moveTo>
                    <a:lnTo>
                      <a:pt x="8436" y="74"/>
                    </a:lnTo>
                    <a:lnTo>
                      <a:pt x="8472" y="357"/>
                    </a:lnTo>
                    <a:lnTo>
                      <a:pt x="8481" y="648"/>
                    </a:lnTo>
                    <a:lnTo>
                      <a:pt x="8481" y="931"/>
                    </a:lnTo>
                    <a:lnTo>
                      <a:pt x="8454" y="1214"/>
                    </a:lnTo>
                    <a:lnTo>
                      <a:pt x="8417" y="1496"/>
                    </a:lnTo>
                    <a:lnTo>
                      <a:pt x="8363" y="1770"/>
                    </a:lnTo>
                    <a:lnTo>
                      <a:pt x="8290" y="2044"/>
                    </a:lnTo>
                    <a:lnTo>
                      <a:pt x="8208" y="2308"/>
                    </a:lnTo>
                    <a:lnTo>
                      <a:pt x="8098" y="2572"/>
                    </a:lnTo>
                    <a:lnTo>
                      <a:pt x="7980" y="2828"/>
                    </a:lnTo>
                    <a:lnTo>
                      <a:pt x="7843" y="3074"/>
                    </a:lnTo>
                    <a:lnTo>
                      <a:pt x="7697" y="3311"/>
                    </a:lnTo>
                    <a:lnTo>
                      <a:pt x="7533" y="3539"/>
                    </a:lnTo>
                    <a:lnTo>
                      <a:pt x="7351" y="3758"/>
                    </a:lnTo>
                    <a:lnTo>
                      <a:pt x="7150" y="3977"/>
                    </a:lnTo>
                    <a:lnTo>
                      <a:pt x="6949" y="4168"/>
                    </a:lnTo>
                    <a:lnTo>
                      <a:pt x="6767" y="4323"/>
                    </a:lnTo>
                    <a:lnTo>
                      <a:pt x="6585" y="4460"/>
                    </a:lnTo>
                    <a:lnTo>
                      <a:pt x="6402" y="4597"/>
                    </a:lnTo>
                    <a:lnTo>
                      <a:pt x="6211" y="4715"/>
                    </a:lnTo>
                    <a:lnTo>
                      <a:pt x="6010" y="4825"/>
                    </a:lnTo>
                    <a:lnTo>
                      <a:pt x="5810" y="4934"/>
                    </a:lnTo>
                    <a:lnTo>
                      <a:pt x="5600" y="5025"/>
                    </a:lnTo>
                    <a:lnTo>
                      <a:pt x="5390" y="5098"/>
                    </a:lnTo>
                    <a:lnTo>
                      <a:pt x="5180" y="5171"/>
                    </a:lnTo>
                    <a:lnTo>
                      <a:pt x="4961" y="5235"/>
                    </a:lnTo>
                    <a:lnTo>
                      <a:pt x="4734" y="5281"/>
                    </a:lnTo>
                    <a:lnTo>
                      <a:pt x="4515" y="5317"/>
                    </a:lnTo>
                    <a:lnTo>
                      <a:pt x="4287" y="5344"/>
                    </a:lnTo>
                    <a:lnTo>
                      <a:pt x="4059" y="5363"/>
                    </a:lnTo>
                    <a:lnTo>
                      <a:pt x="3594" y="5363"/>
                    </a:lnTo>
                    <a:lnTo>
                      <a:pt x="3366" y="5344"/>
                    </a:lnTo>
                    <a:lnTo>
                      <a:pt x="3138" y="5317"/>
                    </a:lnTo>
                    <a:lnTo>
                      <a:pt x="2910" y="5271"/>
                    </a:lnTo>
                    <a:lnTo>
                      <a:pt x="2691" y="5226"/>
                    </a:lnTo>
                    <a:lnTo>
                      <a:pt x="2472" y="5162"/>
                    </a:lnTo>
                    <a:lnTo>
                      <a:pt x="2253" y="5089"/>
                    </a:lnTo>
                    <a:lnTo>
                      <a:pt x="2044" y="5007"/>
                    </a:lnTo>
                    <a:lnTo>
                      <a:pt x="1834" y="4916"/>
                    </a:lnTo>
                    <a:lnTo>
                      <a:pt x="1633" y="4816"/>
                    </a:lnTo>
                    <a:lnTo>
                      <a:pt x="1442" y="4706"/>
                    </a:lnTo>
                    <a:lnTo>
                      <a:pt x="1250" y="4578"/>
                    </a:lnTo>
                    <a:lnTo>
                      <a:pt x="1068" y="4451"/>
                    </a:lnTo>
                    <a:lnTo>
                      <a:pt x="885" y="4305"/>
                    </a:lnTo>
                    <a:lnTo>
                      <a:pt x="712" y="4159"/>
                    </a:lnTo>
                    <a:lnTo>
                      <a:pt x="548" y="3995"/>
                    </a:lnTo>
                    <a:lnTo>
                      <a:pt x="384" y="3831"/>
                    </a:lnTo>
                    <a:lnTo>
                      <a:pt x="1" y="4186"/>
                    </a:lnTo>
                    <a:lnTo>
                      <a:pt x="174" y="4369"/>
                    </a:lnTo>
                    <a:lnTo>
                      <a:pt x="357" y="4551"/>
                    </a:lnTo>
                    <a:lnTo>
                      <a:pt x="548" y="4715"/>
                    </a:lnTo>
                    <a:lnTo>
                      <a:pt x="749" y="4870"/>
                    </a:lnTo>
                    <a:lnTo>
                      <a:pt x="958" y="5016"/>
                    </a:lnTo>
                    <a:lnTo>
                      <a:pt x="1168" y="5153"/>
                    </a:lnTo>
                    <a:lnTo>
                      <a:pt x="1387" y="5281"/>
                    </a:lnTo>
                    <a:lnTo>
                      <a:pt x="1615" y="5390"/>
                    </a:lnTo>
                    <a:lnTo>
                      <a:pt x="1843" y="5499"/>
                    </a:lnTo>
                    <a:lnTo>
                      <a:pt x="2071" y="5591"/>
                    </a:lnTo>
                    <a:lnTo>
                      <a:pt x="2317" y="5664"/>
                    </a:lnTo>
                    <a:lnTo>
                      <a:pt x="2554" y="5737"/>
                    </a:lnTo>
                    <a:lnTo>
                      <a:pt x="2809" y="5791"/>
                    </a:lnTo>
                    <a:lnTo>
                      <a:pt x="3056" y="5837"/>
                    </a:lnTo>
                    <a:lnTo>
                      <a:pt x="3311" y="5864"/>
                    </a:lnTo>
                    <a:lnTo>
                      <a:pt x="3566" y="5882"/>
                    </a:lnTo>
                    <a:lnTo>
                      <a:pt x="3840" y="5892"/>
                    </a:lnTo>
                    <a:lnTo>
                      <a:pt x="4086" y="5892"/>
                    </a:lnTo>
                    <a:lnTo>
                      <a:pt x="4323" y="5873"/>
                    </a:lnTo>
                    <a:lnTo>
                      <a:pt x="4560" y="5846"/>
                    </a:lnTo>
                    <a:lnTo>
                      <a:pt x="4788" y="5809"/>
                    </a:lnTo>
                    <a:lnTo>
                      <a:pt x="5016" y="5755"/>
                    </a:lnTo>
                    <a:lnTo>
                      <a:pt x="5244" y="5700"/>
                    </a:lnTo>
                    <a:lnTo>
                      <a:pt x="5472" y="5627"/>
                    </a:lnTo>
                    <a:lnTo>
                      <a:pt x="5691" y="5554"/>
                    </a:lnTo>
                    <a:lnTo>
                      <a:pt x="5910" y="5463"/>
                    </a:lnTo>
                    <a:lnTo>
                      <a:pt x="6120" y="5363"/>
                    </a:lnTo>
                    <a:lnTo>
                      <a:pt x="6329" y="5253"/>
                    </a:lnTo>
                    <a:lnTo>
                      <a:pt x="6539" y="5135"/>
                    </a:lnTo>
                    <a:lnTo>
                      <a:pt x="6730" y="5007"/>
                    </a:lnTo>
                    <a:lnTo>
                      <a:pt x="6931" y="4870"/>
                    </a:lnTo>
                    <a:lnTo>
                      <a:pt x="7113" y="4715"/>
                    </a:lnTo>
                    <a:lnTo>
                      <a:pt x="7296" y="4560"/>
                    </a:lnTo>
                    <a:lnTo>
                      <a:pt x="7533" y="4341"/>
                    </a:lnTo>
                    <a:lnTo>
                      <a:pt x="7752" y="4104"/>
                    </a:lnTo>
                    <a:lnTo>
                      <a:pt x="7943" y="3858"/>
                    </a:lnTo>
                    <a:lnTo>
                      <a:pt x="8135" y="3603"/>
                    </a:lnTo>
                    <a:lnTo>
                      <a:pt x="8299" y="3338"/>
                    </a:lnTo>
                    <a:lnTo>
                      <a:pt x="8445" y="3065"/>
                    </a:lnTo>
                    <a:lnTo>
                      <a:pt x="8582" y="2782"/>
                    </a:lnTo>
                    <a:lnTo>
                      <a:pt x="8700" y="2490"/>
                    </a:lnTo>
                    <a:lnTo>
                      <a:pt x="8791" y="2189"/>
                    </a:lnTo>
                    <a:lnTo>
                      <a:pt x="8873" y="1888"/>
                    </a:lnTo>
                    <a:lnTo>
                      <a:pt x="8937" y="1578"/>
                    </a:lnTo>
                    <a:lnTo>
                      <a:pt x="8983" y="1268"/>
                    </a:lnTo>
                    <a:lnTo>
                      <a:pt x="9001" y="958"/>
                    </a:lnTo>
                    <a:lnTo>
                      <a:pt x="9010" y="639"/>
                    </a:lnTo>
                    <a:lnTo>
                      <a:pt x="8992" y="320"/>
                    </a:lnTo>
                    <a:lnTo>
                      <a:pt x="895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3"/>
              <p:cNvSpPr/>
              <p:nvPr/>
            </p:nvSpPr>
            <p:spPr>
              <a:xfrm>
                <a:off x="4015773" y="3398041"/>
                <a:ext cx="216262" cy="65353"/>
              </a:xfrm>
              <a:custGeom>
                <a:avLst/>
                <a:gdLst/>
                <a:ahLst/>
                <a:cxnLst/>
                <a:rect l="l" t="t" r="r" b="b"/>
                <a:pathLst>
                  <a:path w="4196" h="1268" extrusionOk="0">
                    <a:moveTo>
                      <a:pt x="375" y="0"/>
                    </a:moveTo>
                    <a:lnTo>
                      <a:pt x="1" y="365"/>
                    </a:lnTo>
                    <a:lnTo>
                      <a:pt x="101" y="465"/>
                    </a:lnTo>
                    <a:lnTo>
                      <a:pt x="210" y="566"/>
                    </a:lnTo>
                    <a:lnTo>
                      <a:pt x="329" y="657"/>
                    </a:lnTo>
                    <a:lnTo>
                      <a:pt x="448" y="748"/>
                    </a:lnTo>
                    <a:lnTo>
                      <a:pt x="566" y="821"/>
                    </a:lnTo>
                    <a:lnTo>
                      <a:pt x="685" y="894"/>
                    </a:lnTo>
                    <a:lnTo>
                      <a:pt x="812" y="967"/>
                    </a:lnTo>
                    <a:lnTo>
                      <a:pt x="949" y="1021"/>
                    </a:lnTo>
                    <a:lnTo>
                      <a:pt x="1086" y="1076"/>
                    </a:lnTo>
                    <a:lnTo>
                      <a:pt x="1214" y="1131"/>
                    </a:lnTo>
                    <a:lnTo>
                      <a:pt x="1359" y="1167"/>
                    </a:lnTo>
                    <a:lnTo>
                      <a:pt x="1496" y="1204"/>
                    </a:lnTo>
                    <a:lnTo>
                      <a:pt x="1642" y="1231"/>
                    </a:lnTo>
                    <a:lnTo>
                      <a:pt x="1788" y="1249"/>
                    </a:lnTo>
                    <a:lnTo>
                      <a:pt x="1934" y="1268"/>
                    </a:lnTo>
                    <a:lnTo>
                      <a:pt x="2280" y="1268"/>
                    </a:lnTo>
                    <a:lnTo>
                      <a:pt x="2426" y="1259"/>
                    </a:lnTo>
                    <a:lnTo>
                      <a:pt x="2563" y="1240"/>
                    </a:lnTo>
                    <a:lnTo>
                      <a:pt x="2700" y="1213"/>
                    </a:lnTo>
                    <a:lnTo>
                      <a:pt x="2846" y="1186"/>
                    </a:lnTo>
                    <a:lnTo>
                      <a:pt x="2983" y="1149"/>
                    </a:lnTo>
                    <a:lnTo>
                      <a:pt x="3110" y="1104"/>
                    </a:lnTo>
                    <a:lnTo>
                      <a:pt x="3247" y="1058"/>
                    </a:lnTo>
                    <a:lnTo>
                      <a:pt x="3375" y="1003"/>
                    </a:lnTo>
                    <a:lnTo>
                      <a:pt x="3502" y="939"/>
                    </a:lnTo>
                    <a:lnTo>
                      <a:pt x="3630" y="866"/>
                    </a:lnTo>
                    <a:lnTo>
                      <a:pt x="3749" y="794"/>
                    </a:lnTo>
                    <a:lnTo>
                      <a:pt x="3867" y="711"/>
                    </a:lnTo>
                    <a:lnTo>
                      <a:pt x="3976" y="629"/>
                    </a:lnTo>
                    <a:lnTo>
                      <a:pt x="4086" y="538"/>
                    </a:lnTo>
                    <a:lnTo>
                      <a:pt x="4195" y="438"/>
                    </a:lnTo>
                    <a:lnTo>
                      <a:pt x="3831" y="64"/>
                    </a:lnTo>
                    <a:lnTo>
                      <a:pt x="3739" y="146"/>
                    </a:lnTo>
                    <a:lnTo>
                      <a:pt x="3648" y="219"/>
                    </a:lnTo>
                    <a:lnTo>
                      <a:pt x="3548" y="292"/>
                    </a:lnTo>
                    <a:lnTo>
                      <a:pt x="3448" y="356"/>
                    </a:lnTo>
                    <a:lnTo>
                      <a:pt x="3347" y="420"/>
                    </a:lnTo>
                    <a:lnTo>
                      <a:pt x="3247" y="483"/>
                    </a:lnTo>
                    <a:lnTo>
                      <a:pt x="3138" y="529"/>
                    </a:lnTo>
                    <a:lnTo>
                      <a:pt x="3028" y="575"/>
                    </a:lnTo>
                    <a:lnTo>
                      <a:pt x="2919" y="620"/>
                    </a:lnTo>
                    <a:lnTo>
                      <a:pt x="2800" y="657"/>
                    </a:lnTo>
                    <a:lnTo>
                      <a:pt x="2691" y="684"/>
                    </a:lnTo>
                    <a:lnTo>
                      <a:pt x="2572" y="711"/>
                    </a:lnTo>
                    <a:lnTo>
                      <a:pt x="2454" y="730"/>
                    </a:lnTo>
                    <a:lnTo>
                      <a:pt x="2335" y="739"/>
                    </a:lnTo>
                    <a:lnTo>
                      <a:pt x="2217" y="748"/>
                    </a:lnTo>
                    <a:lnTo>
                      <a:pt x="2089" y="748"/>
                    </a:lnTo>
                    <a:lnTo>
                      <a:pt x="1970" y="739"/>
                    </a:lnTo>
                    <a:lnTo>
                      <a:pt x="1852" y="730"/>
                    </a:lnTo>
                    <a:lnTo>
                      <a:pt x="1724" y="711"/>
                    </a:lnTo>
                    <a:lnTo>
                      <a:pt x="1606" y="693"/>
                    </a:lnTo>
                    <a:lnTo>
                      <a:pt x="1496" y="666"/>
                    </a:lnTo>
                    <a:lnTo>
                      <a:pt x="1378" y="629"/>
                    </a:lnTo>
                    <a:lnTo>
                      <a:pt x="1268" y="593"/>
                    </a:lnTo>
                    <a:lnTo>
                      <a:pt x="1159" y="547"/>
                    </a:lnTo>
                    <a:lnTo>
                      <a:pt x="1049" y="493"/>
                    </a:lnTo>
                    <a:lnTo>
                      <a:pt x="940" y="438"/>
                    </a:lnTo>
                    <a:lnTo>
                      <a:pt x="840" y="374"/>
                    </a:lnTo>
                    <a:lnTo>
                      <a:pt x="739" y="310"/>
                    </a:lnTo>
                    <a:lnTo>
                      <a:pt x="648" y="237"/>
                    </a:lnTo>
                    <a:lnTo>
                      <a:pt x="548" y="164"/>
                    </a:lnTo>
                    <a:lnTo>
                      <a:pt x="466" y="82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3"/>
              <p:cNvSpPr/>
              <p:nvPr/>
            </p:nvSpPr>
            <p:spPr>
              <a:xfrm>
                <a:off x="4186373" y="3383455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75" y="1"/>
                    </a:moveTo>
                    <a:lnTo>
                      <a:pt x="511" y="10"/>
                    </a:lnTo>
                    <a:lnTo>
                      <a:pt x="457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74"/>
                    </a:lnTo>
                    <a:lnTo>
                      <a:pt x="147" y="219"/>
                    </a:lnTo>
                    <a:lnTo>
                      <a:pt x="110" y="265"/>
                    </a:lnTo>
                    <a:lnTo>
                      <a:pt x="83" y="320"/>
                    </a:lnTo>
                    <a:lnTo>
                      <a:pt x="56" y="374"/>
                    </a:lnTo>
                    <a:lnTo>
                      <a:pt x="37" y="429"/>
                    </a:lnTo>
                    <a:lnTo>
                      <a:pt x="19" y="484"/>
                    </a:lnTo>
                    <a:lnTo>
                      <a:pt x="10" y="539"/>
                    </a:lnTo>
                    <a:lnTo>
                      <a:pt x="1" y="602"/>
                    </a:lnTo>
                    <a:lnTo>
                      <a:pt x="10" y="657"/>
                    </a:lnTo>
                    <a:lnTo>
                      <a:pt x="10" y="721"/>
                    </a:lnTo>
                    <a:lnTo>
                      <a:pt x="28" y="776"/>
                    </a:lnTo>
                    <a:lnTo>
                      <a:pt x="46" y="830"/>
                    </a:lnTo>
                    <a:lnTo>
                      <a:pt x="74" y="885"/>
                    </a:lnTo>
                    <a:lnTo>
                      <a:pt x="101" y="940"/>
                    </a:lnTo>
                    <a:lnTo>
                      <a:pt x="138" y="994"/>
                    </a:lnTo>
                    <a:lnTo>
                      <a:pt x="174" y="1040"/>
                    </a:lnTo>
                    <a:lnTo>
                      <a:pt x="220" y="1086"/>
                    </a:lnTo>
                    <a:lnTo>
                      <a:pt x="274" y="1122"/>
                    </a:lnTo>
                    <a:lnTo>
                      <a:pt x="320" y="1149"/>
                    </a:lnTo>
                    <a:lnTo>
                      <a:pt x="375" y="1177"/>
                    </a:lnTo>
                    <a:lnTo>
                      <a:pt x="439" y="1195"/>
                    </a:lnTo>
                    <a:lnTo>
                      <a:pt x="493" y="1213"/>
                    </a:lnTo>
                    <a:lnTo>
                      <a:pt x="548" y="1222"/>
                    </a:lnTo>
                    <a:lnTo>
                      <a:pt x="666" y="1222"/>
                    </a:lnTo>
                    <a:lnTo>
                      <a:pt x="730" y="1213"/>
                    </a:lnTo>
                    <a:lnTo>
                      <a:pt x="785" y="1204"/>
                    </a:lnTo>
                    <a:lnTo>
                      <a:pt x="840" y="1186"/>
                    </a:lnTo>
                    <a:lnTo>
                      <a:pt x="894" y="1159"/>
                    </a:lnTo>
                    <a:lnTo>
                      <a:pt x="949" y="1131"/>
                    </a:lnTo>
                    <a:lnTo>
                      <a:pt x="995" y="1095"/>
                    </a:lnTo>
                    <a:lnTo>
                      <a:pt x="1049" y="1058"/>
                    </a:lnTo>
                    <a:lnTo>
                      <a:pt x="1086" y="101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8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84"/>
                    </a:lnTo>
                    <a:lnTo>
                      <a:pt x="1232" y="621"/>
                    </a:lnTo>
                    <a:lnTo>
                      <a:pt x="1232" y="566"/>
                    </a:lnTo>
                    <a:lnTo>
                      <a:pt x="1223" y="502"/>
                    </a:lnTo>
                    <a:lnTo>
                      <a:pt x="1214" y="447"/>
                    </a:lnTo>
                    <a:lnTo>
                      <a:pt x="1195" y="393"/>
                    </a:lnTo>
                    <a:lnTo>
                      <a:pt x="1168" y="338"/>
                    </a:lnTo>
                    <a:lnTo>
                      <a:pt x="1141" y="283"/>
                    </a:lnTo>
                    <a:lnTo>
                      <a:pt x="1104" y="228"/>
                    </a:lnTo>
                    <a:lnTo>
                      <a:pt x="1059" y="183"/>
                    </a:lnTo>
                    <a:lnTo>
                      <a:pt x="1013" y="146"/>
                    </a:lnTo>
                    <a:lnTo>
                      <a:pt x="967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3"/>
              <p:cNvSpPr/>
              <p:nvPr/>
            </p:nvSpPr>
            <p:spPr>
              <a:xfrm>
                <a:off x="3716425" y="3543695"/>
                <a:ext cx="707799" cy="560291"/>
              </a:xfrm>
              <a:custGeom>
                <a:avLst/>
                <a:gdLst/>
                <a:ahLst/>
                <a:cxnLst/>
                <a:rect l="l" t="t" r="r" b="b"/>
                <a:pathLst>
                  <a:path w="13733" h="10871" extrusionOk="0">
                    <a:moveTo>
                      <a:pt x="4888" y="1"/>
                    </a:moveTo>
                    <a:lnTo>
                      <a:pt x="4860" y="37"/>
                    </a:lnTo>
                    <a:lnTo>
                      <a:pt x="4806" y="129"/>
                    </a:lnTo>
                    <a:lnTo>
                      <a:pt x="4623" y="466"/>
                    </a:lnTo>
                    <a:lnTo>
                      <a:pt x="4368" y="986"/>
                    </a:lnTo>
                    <a:lnTo>
                      <a:pt x="4040" y="1661"/>
                    </a:lnTo>
                    <a:lnTo>
                      <a:pt x="3256" y="3329"/>
                    </a:lnTo>
                    <a:lnTo>
                      <a:pt x="2371" y="5244"/>
                    </a:lnTo>
                    <a:lnTo>
                      <a:pt x="730" y="8819"/>
                    </a:lnTo>
                    <a:lnTo>
                      <a:pt x="0" y="10442"/>
                    </a:lnTo>
                    <a:lnTo>
                      <a:pt x="3301" y="10870"/>
                    </a:lnTo>
                    <a:lnTo>
                      <a:pt x="3365" y="10651"/>
                    </a:lnTo>
                    <a:lnTo>
                      <a:pt x="3438" y="10396"/>
                    </a:lnTo>
                    <a:lnTo>
                      <a:pt x="3547" y="10077"/>
                    </a:lnTo>
                    <a:lnTo>
                      <a:pt x="3702" y="9703"/>
                    </a:lnTo>
                    <a:lnTo>
                      <a:pt x="3794" y="9493"/>
                    </a:lnTo>
                    <a:lnTo>
                      <a:pt x="3894" y="9275"/>
                    </a:lnTo>
                    <a:lnTo>
                      <a:pt x="4003" y="9056"/>
                    </a:lnTo>
                    <a:lnTo>
                      <a:pt x="4122" y="8837"/>
                    </a:lnTo>
                    <a:lnTo>
                      <a:pt x="4259" y="8609"/>
                    </a:lnTo>
                    <a:lnTo>
                      <a:pt x="4405" y="8372"/>
                    </a:lnTo>
                    <a:lnTo>
                      <a:pt x="4560" y="8153"/>
                    </a:lnTo>
                    <a:lnTo>
                      <a:pt x="4724" y="7925"/>
                    </a:lnTo>
                    <a:lnTo>
                      <a:pt x="4906" y="7706"/>
                    </a:lnTo>
                    <a:lnTo>
                      <a:pt x="5107" y="7496"/>
                    </a:lnTo>
                    <a:lnTo>
                      <a:pt x="5316" y="7296"/>
                    </a:lnTo>
                    <a:lnTo>
                      <a:pt x="5535" y="7104"/>
                    </a:lnTo>
                    <a:lnTo>
                      <a:pt x="5772" y="6922"/>
                    </a:lnTo>
                    <a:lnTo>
                      <a:pt x="6028" y="6758"/>
                    </a:lnTo>
                    <a:lnTo>
                      <a:pt x="6155" y="6685"/>
                    </a:lnTo>
                    <a:lnTo>
                      <a:pt x="6292" y="6612"/>
                    </a:lnTo>
                    <a:lnTo>
                      <a:pt x="6429" y="6548"/>
                    </a:lnTo>
                    <a:lnTo>
                      <a:pt x="6566" y="6484"/>
                    </a:lnTo>
                    <a:lnTo>
                      <a:pt x="6712" y="6430"/>
                    </a:lnTo>
                    <a:lnTo>
                      <a:pt x="6867" y="6384"/>
                    </a:lnTo>
                    <a:lnTo>
                      <a:pt x="7022" y="6338"/>
                    </a:lnTo>
                    <a:lnTo>
                      <a:pt x="7177" y="6302"/>
                    </a:lnTo>
                    <a:lnTo>
                      <a:pt x="7341" y="6265"/>
                    </a:lnTo>
                    <a:lnTo>
                      <a:pt x="7505" y="6238"/>
                    </a:lnTo>
                    <a:lnTo>
                      <a:pt x="7678" y="6220"/>
                    </a:lnTo>
                    <a:lnTo>
                      <a:pt x="7851" y="6211"/>
                    </a:lnTo>
                    <a:lnTo>
                      <a:pt x="8025" y="6202"/>
                    </a:lnTo>
                    <a:lnTo>
                      <a:pt x="8207" y="6202"/>
                    </a:lnTo>
                    <a:lnTo>
                      <a:pt x="8398" y="6211"/>
                    </a:lnTo>
                    <a:lnTo>
                      <a:pt x="8590" y="6229"/>
                    </a:lnTo>
                    <a:lnTo>
                      <a:pt x="8781" y="6247"/>
                    </a:lnTo>
                    <a:lnTo>
                      <a:pt x="8973" y="6256"/>
                    </a:lnTo>
                    <a:lnTo>
                      <a:pt x="9164" y="6256"/>
                    </a:lnTo>
                    <a:lnTo>
                      <a:pt x="9347" y="6247"/>
                    </a:lnTo>
                    <a:lnTo>
                      <a:pt x="9520" y="6238"/>
                    </a:lnTo>
                    <a:lnTo>
                      <a:pt x="9693" y="6211"/>
                    </a:lnTo>
                    <a:lnTo>
                      <a:pt x="9867" y="6183"/>
                    </a:lnTo>
                    <a:lnTo>
                      <a:pt x="10031" y="6147"/>
                    </a:lnTo>
                    <a:lnTo>
                      <a:pt x="10186" y="6101"/>
                    </a:lnTo>
                    <a:lnTo>
                      <a:pt x="10350" y="6047"/>
                    </a:lnTo>
                    <a:lnTo>
                      <a:pt x="10496" y="5992"/>
                    </a:lnTo>
                    <a:lnTo>
                      <a:pt x="10651" y="5928"/>
                    </a:lnTo>
                    <a:lnTo>
                      <a:pt x="10788" y="5855"/>
                    </a:lnTo>
                    <a:lnTo>
                      <a:pt x="10933" y="5782"/>
                    </a:lnTo>
                    <a:lnTo>
                      <a:pt x="11070" y="5700"/>
                    </a:lnTo>
                    <a:lnTo>
                      <a:pt x="11198" y="5618"/>
                    </a:lnTo>
                    <a:lnTo>
                      <a:pt x="11326" y="5527"/>
                    </a:lnTo>
                    <a:lnTo>
                      <a:pt x="11453" y="5426"/>
                    </a:lnTo>
                    <a:lnTo>
                      <a:pt x="11572" y="5326"/>
                    </a:lnTo>
                    <a:lnTo>
                      <a:pt x="11690" y="5226"/>
                    </a:lnTo>
                    <a:lnTo>
                      <a:pt x="11909" y="5007"/>
                    </a:lnTo>
                    <a:lnTo>
                      <a:pt x="12119" y="4779"/>
                    </a:lnTo>
                    <a:lnTo>
                      <a:pt x="12310" y="4542"/>
                    </a:lnTo>
                    <a:lnTo>
                      <a:pt x="12493" y="4296"/>
                    </a:lnTo>
                    <a:lnTo>
                      <a:pt x="12657" y="4050"/>
                    </a:lnTo>
                    <a:lnTo>
                      <a:pt x="12803" y="3794"/>
                    </a:lnTo>
                    <a:lnTo>
                      <a:pt x="12949" y="3530"/>
                    </a:lnTo>
                    <a:lnTo>
                      <a:pt x="13076" y="3275"/>
                    </a:lnTo>
                    <a:lnTo>
                      <a:pt x="13186" y="3028"/>
                    </a:lnTo>
                    <a:lnTo>
                      <a:pt x="13286" y="2773"/>
                    </a:lnTo>
                    <a:lnTo>
                      <a:pt x="13377" y="2536"/>
                    </a:lnTo>
                    <a:lnTo>
                      <a:pt x="13459" y="2308"/>
                    </a:lnTo>
                    <a:lnTo>
                      <a:pt x="13532" y="2089"/>
                    </a:lnTo>
                    <a:lnTo>
                      <a:pt x="13587" y="1879"/>
                    </a:lnTo>
                    <a:lnTo>
                      <a:pt x="13633" y="1688"/>
                    </a:lnTo>
                    <a:lnTo>
                      <a:pt x="13669" y="1515"/>
                    </a:lnTo>
                    <a:lnTo>
                      <a:pt x="13705" y="1369"/>
                    </a:lnTo>
                    <a:lnTo>
                      <a:pt x="13724" y="1241"/>
                    </a:lnTo>
                    <a:lnTo>
                      <a:pt x="13733" y="1132"/>
                    </a:lnTo>
                    <a:lnTo>
                      <a:pt x="13733" y="1059"/>
                    </a:lnTo>
                    <a:lnTo>
                      <a:pt x="13724" y="1013"/>
                    </a:lnTo>
                    <a:lnTo>
                      <a:pt x="13724" y="995"/>
                    </a:lnTo>
                    <a:lnTo>
                      <a:pt x="13715" y="995"/>
                    </a:lnTo>
                    <a:lnTo>
                      <a:pt x="13277" y="949"/>
                    </a:lnTo>
                    <a:lnTo>
                      <a:pt x="12256" y="840"/>
                    </a:lnTo>
                    <a:lnTo>
                      <a:pt x="9228" y="493"/>
                    </a:lnTo>
                    <a:lnTo>
                      <a:pt x="48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3"/>
              <p:cNvSpPr/>
              <p:nvPr/>
            </p:nvSpPr>
            <p:spPr>
              <a:xfrm>
                <a:off x="4673277" y="2405419"/>
                <a:ext cx="393920" cy="372737"/>
              </a:xfrm>
              <a:custGeom>
                <a:avLst/>
                <a:gdLst/>
                <a:ahLst/>
                <a:cxnLst/>
                <a:rect l="l" t="t" r="r" b="b"/>
                <a:pathLst>
                  <a:path w="7643" h="7232" extrusionOk="0">
                    <a:moveTo>
                      <a:pt x="201" y="1"/>
                    </a:moveTo>
                    <a:lnTo>
                      <a:pt x="1" y="10"/>
                    </a:lnTo>
                    <a:lnTo>
                      <a:pt x="28" y="539"/>
                    </a:lnTo>
                    <a:lnTo>
                      <a:pt x="411" y="521"/>
                    </a:lnTo>
                    <a:lnTo>
                      <a:pt x="748" y="530"/>
                    </a:lnTo>
                    <a:lnTo>
                      <a:pt x="1095" y="557"/>
                    </a:lnTo>
                    <a:lnTo>
                      <a:pt x="1432" y="603"/>
                    </a:lnTo>
                    <a:lnTo>
                      <a:pt x="1761" y="657"/>
                    </a:lnTo>
                    <a:lnTo>
                      <a:pt x="2080" y="739"/>
                    </a:lnTo>
                    <a:lnTo>
                      <a:pt x="2399" y="831"/>
                    </a:lnTo>
                    <a:lnTo>
                      <a:pt x="2709" y="931"/>
                    </a:lnTo>
                    <a:lnTo>
                      <a:pt x="3019" y="1049"/>
                    </a:lnTo>
                    <a:lnTo>
                      <a:pt x="3311" y="1186"/>
                    </a:lnTo>
                    <a:lnTo>
                      <a:pt x="3603" y="1332"/>
                    </a:lnTo>
                    <a:lnTo>
                      <a:pt x="3885" y="1496"/>
                    </a:lnTo>
                    <a:lnTo>
                      <a:pt x="4159" y="1669"/>
                    </a:lnTo>
                    <a:lnTo>
                      <a:pt x="4423" y="1861"/>
                    </a:lnTo>
                    <a:lnTo>
                      <a:pt x="4669" y="2062"/>
                    </a:lnTo>
                    <a:lnTo>
                      <a:pt x="4916" y="2271"/>
                    </a:lnTo>
                    <a:lnTo>
                      <a:pt x="5153" y="2490"/>
                    </a:lnTo>
                    <a:lnTo>
                      <a:pt x="5372" y="2727"/>
                    </a:lnTo>
                    <a:lnTo>
                      <a:pt x="5581" y="2964"/>
                    </a:lnTo>
                    <a:lnTo>
                      <a:pt x="5782" y="3220"/>
                    </a:lnTo>
                    <a:lnTo>
                      <a:pt x="5973" y="3484"/>
                    </a:lnTo>
                    <a:lnTo>
                      <a:pt x="6147" y="3758"/>
                    </a:lnTo>
                    <a:lnTo>
                      <a:pt x="6302" y="4040"/>
                    </a:lnTo>
                    <a:lnTo>
                      <a:pt x="6457" y="4323"/>
                    </a:lnTo>
                    <a:lnTo>
                      <a:pt x="6584" y="4624"/>
                    </a:lnTo>
                    <a:lnTo>
                      <a:pt x="6712" y="4925"/>
                    </a:lnTo>
                    <a:lnTo>
                      <a:pt x="6812" y="5244"/>
                    </a:lnTo>
                    <a:lnTo>
                      <a:pt x="6904" y="5554"/>
                    </a:lnTo>
                    <a:lnTo>
                      <a:pt x="6976" y="5882"/>
                    </a:lnTo>
                    <a:lnTo>
                      <a:pt x="7040" y="6211"/>
                    </a:lnTo>
                    <a:lnTo>
                      <a:pt x="7077" y="6548"/>
                    </a:lnTo>
                    <a:lnTo>
                      <a:pt x="7104" y="6885"/>
                    </a:lnTo>
                    <a:lnTo>
                      <a:pt x="7113" y="7232"/>
                    </a:lnTo>
                    <a:lnTo>
                      <a:pt x="7642" y="7232"/>
                    </a:lnTo>
                    <a:lnTo>
                      <a:pt x="7633" y="6858"/>
                    </a:lnTo>
                    <a:lnTo>
                      <a:pt x="7606" y="6493"/>
                    </a:lnTo>
                    <a:lnTo>
                      <a:pt x="7560" y="6128"/>
                    </a:lnTo>
                    <a:lnTo>
                      <a:pt x="7496" y="5773"/>
                    </a:lnTo>
                    <a:lnTo>
                      <a:pt x="7414" y="5426"/>
                    </a:lnTo>
                    <a:lnTo>
                      <a:pt x="7314" y="5080"/>
                    </a:lnTo>
                    <a:lnTo>
                      <a:pt x="7204" y="4742"/>
                    </a:lnTo>
                    <a:lnTo>
                      <a:pt x="7068" y="4414"/>
                    </a:lnTo>
                    <a:lnTo>
                      <a:pt x="6931" y="4095"/>
                    </a:lnTo>
                    <a:lnTo>
                      <a:pt x="6767" y="3785"/>
                    </a:lnTo>
                    <a:lnTo>
                      <a:pt x="6593" y="3484"/>
                    </a:lnTo>
                    <a:lnTo>
                      <a:pt x="6402" y="3192"/>
                    </a:lnTo>
                    <a:lnTo>
                      <a:pt x="6201" y="2910"/>
                    </a:lnTo>
                    <a:lnTo>
                      <a:pt x="5992" y="2636"/>
                    </a:lnTo>
                    <a:lnTo>
                      <a:pt x="5764" y="2372"/>
                    </a:lnTo>
                    <a:lnTo>
                      <a:pt x="5517" y="2116"/>
                    </a:lnTo>
                    <a:lnTo>
                      <a:pt x="5271" y="1879"/>
                    </a:lnTo>
                    <a:lnTo>
                      <a:pt x="5007" y="1651"/>
                    </a:lnTo>
                    <a:lnTo>
                      <a:pt x="4733" y="1442"/>
                    </a:lnTo>
                    <a:lnTo>
                      <a:pt x="4451" y="1232"/>
                    </a:lnTo>
                    <a:lnTo>
                      <a:pt x="4159" y="1049"/>
                    </a:lnTo>
                    <a:lnTo>
                      <a:pt x="3849" y="876"/>
                    </a:lnTo>
                    <a:lnTo>
                      <a:pt x="3539" y="712"/>
                    </a:lnTo>
                    <a:lnTo>
                      <a:pt x="3220" y="566"/>
                    </a:lnTo>
                    <a:lnTo>
                      <a:pt x="2891" y="438"/>
                    </a:lnTo>
                    <a:lnTo>
                      <a:pt x="2554" y="320"/>
                    </a:lnTo>
                    <a:lnTo>
                      <a:pt x="2217" y="229"/>
                    </a:lnTo>
                    <a:lnTo>
                      <a:pt x="1861" y="147"/>
                    </a:lnTo>
                    <a:lnTo>
                      <a:pt x="1505" y="83"/>
                    </a:lnTo>
                    <a:lnTo>
                      <a:pt x="1150" y="37"/>
                    </a:lnTo>
                    <a:lnTo>
                      <a:pt x="776" y="10"/>
                    </a:lnTo>
                    <a:lnTo>
                      <a:pt x="4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3"/>
              <p:cNvSpPr/>
              <p:nvPr/>
            </p:nvSpPr>
            <p:spPr>
              <a:xfrm>
                <a:off x="5039422" y="2854751"/>
                <a:ext cx="421597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8180" h="4569" extrusionOk="0">
                    <a:moveTo>
                      <a:pt x="7651" y="0"/>
                    </a:moveTo>
                    <a:lnTo>
                      <a:pt x="7642" y="210"/>
                    </a:lnTo>
                    <a:lnTo>
                      <a:pt x="7623" y="410"/>
                    </a:lnTo>
                    <a:lnTo>
                      <a:pt x="7605" y="611"/>
                    </a:lnTo>
                    <a:lnTo>
                      <a:pt x="7569" y="812"/>
                    </a:lnTo>
                    <a:lnTo>
                      <a:pt x="7523" y="1003"/>
                    </a:lnTo>
                    <a:lnTo>
                      <a:pt x="7468" y="1195"/>
                    </a:lnTo>
                    <a:lnTo>
                      <a:pt x="7404" y="1386"/>
                    </a:lnTo>
                    <a:lnTo>
                      <a:pt x="7331" y="1569"/>
                    </a:lnTo>
                    <a:lnTo>
                      <a:pt x="7249" y="1751"/>
                    </a:lnTo>
                    <a:lnTo>
                      <a:pt x="7158" y="1924"/>
                    </a:lnTo>
                    <a:lnTo>
                      <a:pt x="7067" y="2088"/>
                    </a:lnTo>
                    <a:lnTo>
                      <a:pt x="6958" y="2252"/>
                    </a:lnTo>
                    <a:lnTo>
                      <a:pt x="6848" y="2417"/>
                    </a:lnTo>
                    <a:lnTo>
                      <a:pt x="6730" y="2572"/>
                    </a:lnTo>
                    <a:lnTo>
                      <a:pt x="6602" y="2717"/>
                    </a:lnTo>
                    <a:lnTo>
                      <a:pt x="6465" y="2854"/>
                    </a:lnTo>
                    <a:lnTo>
                      <a:pt x="6328" y="2991"/>
                    </a:lnTo>
                    <a:lnTo>
                      <a:pt x="6183" y="3119"/>
                    </a:lnTo>
                    <a:lnTo>
                      <a:pt x="6028" y="3237"/>
                    </a:lnTo>
                    <a:lnTo>
                      <a:pt x="5863" y="3347"/>
                    </a:lnTo>
                    <a:lnTo>
                      <a:pt x="5699" y="3456"/>
                    </a:lnTo>
                    <a:lnTo>
                      <a:pt x="5535" y="3547"/>
                    </a:lnTo>
                    <a:lnTo>
                      <a:pt x="5362" y="3638"/>
                    </a:lnTo>
                    <a:lnTo>
                      <a:pt x="5179" y="3721"/>
                    </a:lnTo>
                    <a:lnTo>
                      <a:pt x="4997" y="3793"/>
                    </a:lnTo>
                    <a:lnTo>
                      <a:pt x="4815" y="3857"/>
                    </a:lnTo>
                    <a:lnTo>
                      <a:pt x="4623" y="3912"/>
                    </a:lnTo>
                    <a:lnTo>
                      <a:pt x="4423" y="3958"/>
                    </a:lnTo>
                    <a:lnTo>
                      <a:pt x="4222" y="3994"/>
                    </a:lnTo>
                    <a:lnTo>
                      <a:pt x="4021" y="4021"/>
                    </a:lnTo>
                    <a:lnTo>
                      <a:pt x="3821" y="4031"/>
                    </a:lnTo>
                    <a:lnTo>
                      <a:pt x="3611" y="4040"/>
                    </a:lnTo>
                    <a:lnTo>
                      <a:pt x="3374" y="4031"/>
                    </a:lnTo>
                    <a:lnTo>
                      <a:pt x="3146" y="4012"/>
                    </a:lnTo>
                    <a:lnTo>
                      <a:pt x="2918" y="3976"/>
                    </a:lnTo>
                    <a:lnTo>
                      <a:pt x="2690" y="3930"/>
                    </a:lnTo>
                    <a:lnTo>
                      <a:pt x="2471" y="3876"/>
                    </a:lnTo>
                    <a:lnTo>
                      <a:pt x="2252" y="3803"/>
                    </a:lnTo>
                    <a:lnTo>
                      <a:pt x="2043" y="3721"/>
                    </a:lnTo>
                    <a:lnTo>
                      <a:pt x="1833" y="3629"/>
                    </a:lnTo>
                    <a:lnTo>
                      <a:pt x="1632" y="3520"/>
                    </a:lnTo>
                    <a:lnTo>
                      <a:pt x="1432" y="3401"/>
                    </a:lnTo>
                    <a:lnTo>
                      <a:pt x="1249" y="3274"/>
                    </a:lnTo>
                    <a:lnTo>
                      <a:pt x="1067" y="3137"/>
                    </a:lnTo>
                    <a:lnTo>
                      <a:pt x="894" y="2982"/>
                    </a:lnTo>
                    <a:lnTo>
                      <a:pt x="720" y="2827"/>
                    </a:lnTo>
                    <a:lnTo>
                      <a:pt x="565" y="2654"/>
                    </a:lnTo>
                    <a:lnTo>
                      <a:pt x="420" y="2471"/>
                    </a:lnTo>
                    <a:lnTo>
                      <a:pt x="0" y="2790"/>
                    </a:lnTo>
                    <a:lnTo>
                      <a:pt x="173" y="3000"/>
                    </a:lnTo>
                    <a:lnTo>
                      <a:pt x="347" y="3192"/>
                    </a:lnTo>
                    <a:lnTo>
                      <a:pt x="538" y="3374"/>
                    </a:lnTo>
                    <a:lnTo>
                      <a:pt x="730" y="3547"/>
                    </a:lnTo>
                    <a:lnTo>
                      <a:pt x="939" y="3702"/>
                    </a:lnTo>
                    <a:lnTo>
                      <a:pt x="1149" y="3848"/>
                    </a:lnTo>
                    <a:lnTo>
                      <a:pt x="1368" y="3985"/>
                    </a:lnTo>
                    <a:lnTo>
                      <a:pt x="1596" y="4103"/>
                    </a:lnTo>
                    <a:lnTo>
                      <a:pt x="1833" y="4204"/>
                    </a:lnTo>
                    <a:lnTo>
                      <a:pt x="2070" y="4304"/>
                    </a:lnTo>
                    <a:lnTo>
                      <a:pt x="2316" y="4377"/>
                    </a:lnTo>
                    <a:lnTo>
                      <a:pt x="2572" y="4450"/>
                    </a:lnTo>
                    <a:lnTo>
                      <a:pt x="2827" y="4496"/>
                    </a:lnTo>
                    <a:lnTo>
                      <a:pt x="3082" y="4532"/>
                    </a:lnTo>
                    <a:lnTo>
                      <a:pt x="3347" y="4559"/>
                    </a:lnTo>
                    <a:lnTo>
                      <a:pt x="3611" y="4569"/>
                    </a:lnTo>
                    <a:lnTo>
                      <a:pt x="3848" y="4559"/>
                    </a:lnTo>
                    <a:lnTo>
                      <a:pt x="4076" y="4541"/>
                    </a:lnTo>
                    <a:lnTo>
                      <a:pt x="4304" y="4514"/>
                    </a:lnTo>
                    <a:lnTo>
                      <a:pt x="4532" y="4468"/>
                    </a:lnTo>
                    <a:lnTo>
                      <a:pt x="4751" y="4423"/>
                    </a:lnTo>
                    <a:lnTo>
                      <a:pt x="4970" y="4359"/>
                    </a:lnTo>
                    <a:lnTo>
                      <a:pt x="5179" y="4286"/>
                    </a:lnTo>
                    <a:lnTo>
                      <a:pt x="5389" y="4204"/>
                    </a:lnTo>
                    <a:lnTo>
                      <a:pt x="5590" y="4113"/>
                    </a:lnTo>
                    <a:lnTo>
                      <a:pt x="5781" y="4012"/>
                    </a:lnTo>
                    <a:lnTo>
                      <a:pt x="5973" y="3903"/>
                    </a:lnTo>
                    <a:lnTo>
                      <a:pt x="6164" y="3784"/>
                    </a:lnTo>
                    <a:lnTo>
                      <a:pt x="6338" y="3657"/>
                    </a:lnTo>
                    <a:lnTo>
                      <a:pt x="6511" y="3520"/>
                    </a:lnTo>
                    <a:lnTo>
                      <a:pt x="6675" y="3374"/>
                    </a:lnTo>
                    <a:lnTo>
                      <a:pt x="6839" y="3228"/>
                    </a:lnTo>
                    <a:lnTo>
                      <a:pt x="6985" y="3064"/>
                    </a:lnTo>
                    <a:lnTo>
                      <a:pt x="7131" y="2900"/>
                    </a:lnTo>
                    <a:lnTo>
                      <a:pt x="7268" y="2727"/>
                    </a:lnTo>
                    <a:lnTo>
                      <a:pt x="7395" y="2553"/>
                    </a:lnTo>
                    <a:lnTo>
                      <a:pt x="7514" y="2362"/>
                    </a:lnTo>
                    <a:lnTo>
                      <a:pt x="7623" y="2170"/>
                    </a:lnTo>
                    <a:lnTo>
                      <a:pt x="7724" y="1979"/>
                    </a:lnTo>
                    <a:lnTo>
                      <a:pt x="7815" y="1778"/>
                    </a:lnTo>
                    <a:lnTo>
                      <a:pt x="7897" y="1569"/>
                    </a:lnTo>
                    <a:lnTo>
                      <a:pt x="7970" y="1359"/>
                    </a:lnTo>
                    <a:lnTo>
                      <a:pt x="8034" y="1140"/>
                    </a:lnTo>
                    <a:lnTo>
                      <a:pt x="8079" y="921"/>
                    </a:lnTo>
                    <a:lnTo>
                      <a:pt x="8125" y="693"/>
                    </a:lnTo>
                    <a:lnTo>
                      <a:pt x="8152" y="465"/>
                    </a:lnTo>
                    <a:lnTo>
                      <a:pt x="8170" y="237"/>
                    </a:lnTo>
                    <a:lnTo>
                      <a:pt x="81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3"/>
              <p:cNvSpPr/>
              <p:nvPr/>
            </p:nvSpPr>
            <p:spPr>
              <a:xfrm>
                <a:off x="4382846" y="2982572"/>
                <a:ext cx="668835" cy="669298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2986" extrusionOk="0">
                    <a:moveTo>
                      <a:pt x="6484" y="0"/>
                    </a:moveTo>
                    <a:lnTo>
                      <a:pt x="6155" y="9"/>
                    </a:lnTo>
                    <a:lnTo>
                      <a:pt x="5827" y="37"/>
                    </a:lnTo>
                    <a:lnTo>
                      <a:pt x="5499" y="73"/>
                    </a:lnTo>
                    <a:lnTo>
                      <a:pt x="5180" y="128"/>
                    </a:lnTo>
                    <a:lnTo>
                      <a:pt x="4870" y="201"/>
                    </a:lnTo>
                    <a:lnTo>
                      <a:pt x="4560" y="292"/>
                    </a:lnTo>
                    <a:lnTo>
                      <a:pt x="4259" y="392"/>
                    </a:lnTo>
                    <a:lnTo>
                      <a:pt x="3967" y="511"/>
                    </a:lnTo>
                    <a:lnTo>
                      <a:pt x="3675" y="639"/>
                    </a:lnTo>
                    <a:lnTo>
                      <a:pt x="3393" y="785"/>
                    </a:lnTo>
                    <a:lnTo>
                      <a:pt x="3128" y="940"/>
                    </a:lnTo>
                    <a:lnTo>
                      <a:pt x="2864" y="1113"/>
                    </a:lnTo>
                    <a:lnTo>
                      <a:pt x="2608" y="1286"/>
                    </a:lnTo>
                    <a:lnTo>
                      <a:pt x="2362" y="1487"/>
                    </a:lnTo>
                    <a:lnTo>
                      <a:pt x="2125" y="1687"/>
                    </a:lnTo>
                    <a:lnTo>
                      <a:pt x="1897" y="1906"/>
                    </a:lnTo>
                    <a:lnTo>
                      <a:pt x="1687" y="2125"/>
                    </a:lnTo>
                    <a:lnTo>
                      <a:pt x="1478" y="2362"/>
                    </a:lnTo>
                    <a:lnTo>
                      <a:pt x="1286" y="2608"/>
                    </a:lnTo>
                    <a:lnTo>
                      <a:pt x="1104" y="2864"/>
                    </a:lnTo>
                    <a:lnTo>
                      <a:pt x="940" y="3128"/>
                    </a:lnTo>
                    <a:lnTo>
                      <a:pt x="785" y="3402"/>
                    </a:lnTo>
                    <a:lnTo>
                      <a:pt x="639" y="3675"/>
                    </a:lnTo>
                    <a:lnTo>
                      <a:pt x="511" y="3967"/>
                    </a:lnTo>
                    <a:lnTo>
                      <a:pt x="393" y="4259"/>
                    </a:lnTo>
                    <a:lnTo>
                      <a:pt x="292" y="4560"/>
                    </a:lnTo>
                    <a:lnTo>
                      <a:pt x="201" y="4870"/>
                    </a:lnTo>
                    <a:lnTo>
                      <a:pt x="128" y="5180"/>
                    </a:lnTo>
                    <a:lnTo>
                      <a:pt x="73" y="5499"/>
                    </a:lnTo>
                    <a:lnTo>
                      <a:pt x="28" y="5827"/>
                    </a:lnTo>
                    <a:lnTo>
                      <a:pt x="10" y="6155"/>
                    </a:lnTo>
                    <a:lnTo>
                      <a:pt x="0" y="6493"/>
                    </a:lnTo>
                    <a:lnTo>
                      <a:pt x="520" y="6493"/>
                    </a:lnTo>
                    <a:lnTo>
                      <a:pt x="529" y="6183"/>
                    </a:lnTo>
                    <a:lnTo>
                      <a:pt x="557" y="5882"/>
                    </a:lnTo>
                    <a:lnTo>
                      <a:pt x="593" y="5581"/>
                    </a:lnTo>
                    <a:lnTo>
                      <a:pt x="648" y="5289"/>
                    </a:lnTo>
                    <a:lnTo>
                      <a:pt x="712" y="4997"/>
                    </a:lnTo>
                    <a:lnTo>
                      <a:pt x="794" y="4715"/>
                    </a:lnTo>
                    <a:lnTo>
                      <a:pt x="885" y="4441"/>
                    </a:lnTo>
                    <a:lnTo>
                      <a:pt x="994" y="4168"/>
                    </a:lnTo>
                    <a:lnTo>
                      <a:pt x="1113" y="3903"/>
                    </a:lnTo>
                    <a:lnTo>
                      <a:pt x="1241" y="3648"/>
                    </a:lnTo>
                    <a:lnTo>
                      <a:pt x="1386" y="3402"/>
                    </a:lnTo>
                    <a:lnTo>
                      <a:pt x="1541" y="3155"/>
                    </a:lnTo>
                    <a:lnTo>
                      <a:pt x="1706" y="2918"/>
                    </a:lnTo>
                    <a:lnTo>
                      <a:pt x="1888" y="2699"/>
                    </a:lnTo>
                    <a:lnTo>
                      <a:pt x="2070" y="2481"/>
                    </a:lnTo>
                    <a:lnTo>
                      <a:pt x="2271" y="2271"/>
                    </a:lnTo>
                    <a:lnTo>
                      <a:pt x="2481" y="2079"/>
                    </a:lnTo>
                    <a:lnTo>
                      <a:pt x="2690" y="1888"/>
                    </a:lnTo>
                    <a:lnTo>
                      <a:pt x="2918" y="1715"/>
                    </a:lnTo>
                    <a:lnTo>
                      <a:pt x="3155" y="1541"/>
                    </a:lnTo>
                    <a:lnTo>
                      <a:pt x="3393" y="1386"/>
                    </a:lnTo>
                    <a:lnTo>
                      <a:pt x="3648" y="1250"/>
                    </a:lnTo>
                    <a:lnTo>
                      <a:pt x="3903" y="1113"/>
                    </a:lnTo>
                    <a:lnTo>
                      <a:pt x="4168" y="994"/>
                    </a:lnTo>
                    <a:lnTo>
                      <a:pt x="4441" y="885"/>
                    </a:lnTo>
                    <a:lnTo>
                      <a:pt x="4715" y="794"/>
                    </a:lnTo>
                    <a:lnTo>
                      <a:pt x="4997" y="712"/>
                    </a:lnTo>
                    <a:lnTo>
                      <a:pt x="5289" y="648"/>
                    </a:lnTo>
                    <a:lnTo>
                      <a:pt x="5581" y="593"/>
                    </a:lnTo>
                    <a:lnTo>
                      <a:pt x="5882" y="557"/>
                    </a:lnTo>
                    <a:lnTo>
                      <a:pt x="6183" y="529"/>
                    </a:lnTo>
                    <a:lnTo>
                      <a:pt x="6484" y="520"/>
                    </a:lnTo>
                    <a:lnTo>
                      <a:pt x="6794" y="529"/>
                    </a:lnTo>
                    <a:lnTo>
                      <a:pt x="7095" y="557"/>
                    </a:lnTo>
                    <a:lnTo>
                      <a:pt x="7396" y="593"/>
                    </a:lnTo>
                    <a:lnTo>
                      <a:pt x="7687" y="648"/>
                    </a:lnTo>
                    <a:lnTo>
                      <a:pt x="7979" y="712"/>
                    </a:lnTo>
                    <a:lnTo>
                      <a:pt x="8262" y="794"/>
                    </a:lnTo>
                    <a:lnTo>
                      <a:pt x="8535" y="885"/>
                    </a:lnTo>
                    <a:lnTo>
                      <a:pt x="8809" y="994"/>
                    </a:lnTo>
                    <a:lnTo>
                      <a:pt x="9073" y="1113"/>
                    </a:lnTo>
                    <a:lnTo>
                      <a:pt x="9329" y="1250"/>
                    </a:lnTo>
                    <a:lnTo>
                      <a:pt x="9584" y="1386"/>
                    </a:lnTo>
                    <a:lnTo>
                      <a:pt x="9821" y="1541"/>
                    </a:lnTo>
                    <a:lnTo>
                      <a:pt x="10058" y="1715"/>
                    </a:lnTo>
                    <a:lnTo>
                      <a:pt x="10277" y="1888"/>
                    </a:lnTo>
                    <a:lnTo>
                      <a:pt x="10496" y="2079"/>
                    </a:lnTo>
                    <a:lnTo>
                      <a:pt x="10706" y="2271"/>
                    </a:lnTo>
                    <a:lnTo>
                      <a:pt x="10906" y="2481"/>
                    </a:lnTo>
                    <a:lnTo>
                      <a:pt x="11089" y="2699"/>
                    </a:lnTo>
                    <a:lnTo>
                      <a:pt x="11271" y="2918"/>
                    </a:lnTo>
                    <a:lnTo>
                      <a:pt x="11435" y="3155"/>
                    </a:lnTo>
                    <a:lnTo>
                      <a:pt x="11590" y="3402"/>
                    </a:lnTo>
                    <a:lnTo>
                      <a:pt x="11736" y="3648"/>
                    </a:lnTo>
                    <a:lnTo>
                      <a:pt x="11864" y="3903"/>
                    </a:lnTo>
                    <a:lnTo>
                      <a:pt x="11982" y="4168"/>
                    </a:lnTo>
                    <a:lnTo>
                      <a:pt x="12092" y="4441"/>
                    </a:lnTo>
                    <a:lnTo>
                      <a:pt x="12183" y="4715"/>
                    </a:lnTo>
                    <a:lnTo>
                      <a:pt x="12265" y="4997"/>
                    </a:lnTo>
                    <a:lnTo>
                      <a:pt x="12338" y="5289"/>
                    </a:lnTo>
                    <a:lnTo>
                      <a:pt x="12383" y="5581"/>
                    </a:lnTo>
                    <a:lnTo>
                      <a:pt x="12420" y="5882"/>
                    </a:lnTo>
                    <a:lnTo>
                      <a:pt x="12447" y="6183"/>
                    </a:lnTo>
                    <a:lnTo>
                      <a:pt x="12456" y="6493"/>
                    </a:lnTo>
                    <a:lnTo>
                      <a:pt x="12447" y="6794"/>
                    </a:lnTo>
                    <a:lnTo>
                      <a:pt x="12420" y="7095"/>
                    </a:lnTo>
                    <a:lnTo>
                      <a:pt x="12383" y="7396"/>
                    </a:lnTo>
                    <a:lnTo>
                      <a:pt x="12338" y="7687"/>
                    </a:lnTo>
                    <a:lnTo>
                      <a:pt x="12265" y="7979"/>
                    </a:lnTo>
                    <a:lnTo>
                      <a:pt x="12183" y="8262"/>
                    </a:lnTo>
                    <a:lnTo>
                      <a:pt x="12092" y="8535"/>
                    </a:lnTo>
                    <a:lnTo>
                      <a:pt x="11982" y="8809"/>
                    </a:lnTo>
                    <a:lnTo>
                      <a:pt x="11864" y="9073"/>
                    </a:lnTo>
                    <a:lnTo>
                      <a:pt x="11736" y="9329"/>
                    </a:lnTo>
                    <a:lnTo>
                      <a:pt x="11590" y="9584"/>
                    </a:lnTo>
                    <a:lnTo>
                      <a:pt x="11435" y="9821"/>
                    </a:lnTo>
                    <a:lnTo>
                      <a:pt x="11271" y="10058"/>
                    </a:lnTo>
                    <a:lnTo>
                      <a:pt x="11089" y="10286"/>
                    </a:lnTo>
                    <a:lnTo>
                      <a:pt x="10906" y="10496"/>
                    </a:lnTo>
                    <a:lnTo>
                      <a:pt x="10706" y="10706"/>
                    </a:lnTo>
                    <a:lnTo>
                      <a:pt x="10496" y="10906"/>
                    </a:lnTo>
                    <a:lnTo>
                      <a:pt x="10277" y="11089"/>
                    </a:lnTo>
                    <a:lnTo>
                      <a:pt x="10058" y="11271"/>
                    </a:lnTo>
                    <a:lnTo>
                      <a:pt x="9821" y="11435"/>
                    </a:lnTo>
                    <a:lnTo>
                      <a:pt x="9584" y="11590"/>
                    </a:lnTo>
                    <a:lnTo>
                      <a:pt x="9329" y="11736"/>
                    </a:lnTo>
                    <a:lnTo>
                      <a:pt x="9073" y="11864"/>
                    </a:lnTo>
                    <a:lnTo>
                      <a:pt x="8809" y="11982"/>
                    </a:lnTo>
                    <a:lnTo>
                      <a:pt x="8535" y="12092"/>
                    </a:lnTo>
                    <a:lnTo>
                      <a:pt x="8262" y="12192"/>
                    </a:lnTo>
                    <a:lnTo>
                      <a:pt x="7979" y="12265"/>
                    </a:lnTo>
                    <a:lnTo>
                      <a:pt x="7687" y="12338"/>
                    </a:lnTo>
                    <a:lnTo>
                      <a:pt x="7396" y="12383"/>
                    </a:lnTo>
                    <a:lnTo>
                      <a:pt x="7095" y="12429"/>
                    </a:lnTo>
                    <a:lnTo>
                      <a:pt x="6794" y="12447"/>
                    </a:lnTo>
                    <a:lnTo>
                      <a:pt x="6484" y="12456"/>
                    </a:lnTo>
                    <a:lnTo>
                      <a:pt x="6484" y="12985"/>
                    </a:lnTo>
                    <a:lnTo>
                      <a:pt x="6821" y="12976"/>
                    </a:lnTo>
                    <a:lnTo>
                      <a:pt x="7149" y="12949"/>
                    </a:lnTo>
                    <a:lnTo>
                      <a:pt x="7478" y="12903"/>
                    </a:lnTo>
                    <a:lnTo>
                      <a:pt x="7797" y="12848"/>
                    </a:lnTo>
                    <a:lnTo>
                      <a:pt x="8107" y="12775"/>
                    </a:lnTo>
                    <a:lnTo>
                      <a:pt x="8417" y="12693"/>
                    </a:lnTo>
                    <a:lnTo>
                      <a:pt x="8718" y="12584"/>
                    </a:lnTo>
                    <a:lnTo>
                      <a:pt x="9010" y="12475"/>
                    </a:lnTo>
                    <a:lnTo>
                      <a:pt x="9301" y="12338"/>
                    </a:lnTo>
                    <a:lnTo>
                      <a:pt x="9584" y="12201"/>
                    </a:lnTo>
                    <a:lnTo>
                      <a:pt x="9849" y="12037"/>
                    </a:lnTo>
                    <a:lnTo>
                      <a:pt x="10113" y="11873"/>
                    </a:lnTo>
                    <a:lnTo>
                      <a:pt x="10368" y="11690"/>
                    </a:lnTo>
                    <a:lnTo>
                      <a:pt x="10614" y="11499"/>
                    </a:lnTo>
                    <a:lnTo>
                      <a:pt x="10852" y="11289"/>
                    </a:lnTo>
                    <a:lnTo>
                      <a:pt x="11080" y="11079"/>
                    </a:lnTo>
                    <a:lnTo>
                      <a:pt x="11289" y="10851"/>
                    </a:lnTo>
                    <a:lnTo>
                      <a:pt x="11499" y="10614"/>
                    </a:lnTo>
                    <a:lnTo>
                      <a:pt x="11690" y="10368"/>
                    </a:lnTo>
                    <a:lnTo>
                      <a:pt x="11873" y="10113"/>
                    </a:lnTo>
                    <a:lnTo>
                      <a:pt x="12037" y="9848"/>
                    </a:lnTo>
                    <a:lnTo>
                      <a:pt x="12192" y="9584"/>
                    </a:lnTo>
                    <a:lnTo>
                      <a:pt x="12338" y="9301"/>
                    </a:lnTo>
                    <a:lnTo>
                      <a:pt x="12466" y="9010"/>
                    </a:lnTo>
                    <a:lnTo>
                      <a:pt x="12584" y="8718"/>
                    </a:lnTo>
                    <a:lnTo>
                      <a:pt x="12684" y="8417"/>
                    </a:lnTo>
                    <a:lnTo>
                      <a:pt x="12776" y="8107"/>
                    </a:lnTo>
                    <a:lnTo>
                      <a:pt x="12849" y="7797"/>
                    </a:lnTo>
                    <a:lnTo>
                      <a:pt x="12903" y="7478"/>
                    </a:lnTo>
                    <a:lnTo>
                      <a:pt x="12949" y="7149"/>
                    </a:lnTo>
                    <a:lnTo>
                      <a:pt x="12967" y="6821"/>
                    </a:lnTo>
                    <a:lnTo>
                      <a:pt x="12976" y="6493"/>
                    </a:lnTo>
                    <a:lnTo>
                      <a:pt x="12967" y="6155"/>
                    </a:lnTo>
                    <a:lnTo>
                      <a:pt x="12949" y="5827"/>
                    </a:lnTo>
                    <a:lnTo>
                      <a:pt x="12903" y="5499"/>
                    </a:lnTo>
                    <a:lnTo>
                      <a:pt x="12849" y="5180"/>
                    </a:lnTo>
                    <a:lnTo>
                      <a:pt x="12776" y="4870"/>
                    </a:lnTo>
                    <a:lnTo>
                      <a:pt x="12684" y="4560"/>
                    </a:lnTo>
                    <a:lnTo>
                      <a:pt x="12584" y="4259"/>
                    </a:lnTo>
                    <a:lnTo>
                      <a:pt x="12466" y="3967"/>
                    </a:lnTo>
                    <a:lnTo>
                      <a:pt x="12338" y="3675"/>
                    </a:lnTo>
                    <a:lnTo>
                      <a:pt x="12192" y="3402"/>
                    </a:lnTo>
                    <a:lnTo>
                      <a:pt x="12037" y="3128"/>
                    </a:lnTo>
                    <a:lnTo>
                      <a:pt x="11873" y="2864"/>
                    </a:lnTo>
                    <a:lnTo>
                      <a:pt x="11690" y="2608"/>
                    </a:lnTo>
                    <a:lnTo>
                      <a:pt x="11499" y="2362"/>
                    </a:lnTo>
                    <a:lnTo>
                      <a:pt x="11289" y="2125"/>
                    </a:lnTo>
                    <a:lnTo>
                      <a:pt x="11080" y="1906"/>
                    </a:lnTo>
                    <a:lnTo>
                      <a:pt x="10852" y="1687"/>
                    </a:lnTo>
                    <a:lnTo>
                      <a:pt x="10614" y="1487"/>
                    </a:lnTo>
                    <a:lnTo>
                      <a:pt x="10368" y="1286"/>
                    </a:lnTo>
                    <a:lnTo>
                      <a:pt x="10113" y="1113"/>
                    </a:lnTo>
                    <a:lnTo>
                      <a:pt x="9849" y="940"/>
                    </a:lnTo>
                    <a:lnTo>
                      <a:pt x="9584" y="785"/>
                    </a:lnTo>
                    <a:lnTo>
                      <a:pt x="9301" y="639"/>
                    </a:lnTo>
                    <a:lnTo>
                      <a:pt x="9010" y="511"/>
                    </a:lnTo>
                    <a:lnTo>
                      <a:pt x="8718" y="392"/>
                    </a:lnTo>
                    <a:lnTo>
                      <a:pt x="8417" y="292"/>
                    </a:lnTo>
                    <a:lnTo>
                      <a:pt x="8107" y="201"/>
                    </a:lnTo>
                    <a:lnTo>
                      <a:pt x="7797" y="128"/>
                    </a:lnTo>
                    <a:lnTo>
                      <a:pt x="7478" y="73"/>
                    </a:lnTo>
                    <a:lnTo>
                      <a:pt x="7149" y="37"/>
                    </a:lnTo>
                    <a:lnTo>
                      <a:pt x="6821" y="9"/>
                    </a:lnTo>
                    <a:lnTo>
                      <a:pt x="64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3"/>
              <p:cNvSpPr/>
              <p:nvPr/>
            </p:nvSpPr>
            <p:spPr>
              <a:xfrm>
                <a:off x="4423717" y="2437374"/>
                <a:ext cx="134004" cy="438090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8500" extrusionOk="0">
                    <a:moveTo>
                      <a:pt x="2317" y="1"/>
                    </a:moveTo>
                    <a:lnTo>
                      <a:pt x="2098" y="156"/>
                    </a:lnTo>
                    <a:lnTo>
                      <a:pt x="1888" y="311"/>
                    </a:lnTo>
                    <a:lnTo>
                      <a:pt x="1697" y="484"/>
                    </a:lnTo>
                    <a:lnTo>
                      <a:pt x="1505" y="666"/>
                    </a:lnTo>
                    <a:lnTo>
                      <a:pt x="1323" y="858"/>
                    </a:lnTo>
                    <a:lnTo>
                      <a:pt x="1159" y="1059"/>
                    </a:lnTo>
                    <a:lnTo>
                      <a:pt x="995" y="1268"/>
                    </a:lnTo>
                    <a:lnTo>
                      <a:pt x="849" y="1487"/>
                    </a:lnTo>
                    <a:lnTo>
                      <a:pt x="712" y="1715"/>
                    </a:lnTo>
                    <a:lnTo>
                      <a:pt x="584" y="1952"/>
                    </a:lnTo>
                    <a:lnTo>
                      <a:pt x="475" y="2198"/>
                    </a:lnTo>
                    <a:lnTo>
                      <a:pt x="365" y="2445"/>
                    </a:lnTo>
                    <a:lnTo>
                      <a:pt x="274" y="2700"/>
                    </a:lnTo>
                    <a:lnTo>
                      <a:pt x="201" y="2964"/>
                    </a:lnTo>
                    <a:lnTo>
                      <a:pt x="128" y="3229"/>
                    </a:lnTo>
                    <a:lnTo>
                      <a:pt x="74" y="3502"/>
                    </a:lnTo>
                    <a:lnTo>
                      <a:pt x="37" y="3776"/>
                    </a:lnTo>
                    <a:lnTo>
                      <a:pt x="10" y="4049"/>
                    </a:lnTo>
                    <a:lnTo>
                      <a:pt x="1" y="4323"/>
                    </a:lnTo>
                    <a:lnTo>
                      <a:pt x="1" y="4587"/>
                    </a:lnTo>
                    <a:lnTo>
                      <a:pt x="19" y="4861"/>
                    </a:lnTo>
                    <a:lnTo>
                      <a:pt x="46" y="5125"/>
                    </a:lnTo>
                    <a:lnTo>
                      <a:pt x="83" y="5381"/>
                    </a:lnTo>
                    <a:lnTo>
                      <a:pt x="138" y="5645"/>
                    </a:lnTo>
                    <a:lnTo>
                      <a:pt x="210" y="5901"/>
                    </a:lnTo>
                    <a:lnTo>
                      <a:pt x="283" y="6147"/>
                    </a:lnTo>
                    <a:lnTo>
                      <a:pt x="375" y="6393"/>
                    </a:lnTo>
                    <a:lnTo>
                      <a:pt x="484" y="6630"/>
                    </a:lnTo>
                    <a:lnTo>
                      <a:pt x="603" y="6867"/>
                    </a:lnTo>
                    <a:lnTo>
                      <a:pt x="730" y="7086"/>
                    </a:lnTo>
                    <a:lnTo>
                      <a:pt x="867" y="7305"/>
                    </a:lnTo>
                    <a:lnTo>
                      <a:pt x="1022" y="7515"/>
                    </a:lnTo>
                    <a:lnTo>
                      <a:pt x="1131" y="7651"/>
                    </a:lnTo>
                    <a:lnTo>
                      <a:pt x="1250" y="7788"/>
                    </a:lnTo>
                    <a:lnTo>
                      <a:pt x="1369" y="7916"/>
                    </a:lnTo>
                    <a:lnTo>
                      <a:pt x="1487" y="8043"/>
                    </a:lnTo>
                    <a:lnTo>
                      <a:pt x="1615" y="8162"/>
                    </a:lnTo>
                    <a:lnTo>
                      <a:pt x="1752" y="8280"/>
                    </a:lnTo>
                    <a:lnTo>
                      <a:pt x="1888" y="8399"/>
                    </a:lnTo>
                    <a:lnTo>
                      <a:pt x="2025" y="8499"/>
                    </a:lnTo>
                    <a:lnTo>
                      <a:pt x="2344" y="8080"/>
                    </a:lnTo>
                    <a:lnTo>
                      <a:pt x="2089" y="7879"/>
                    </a:lnTo>
                    <a:lnTo>
                      <a:pt x="1861" y="7670"/>
                    </a:lnTo>
                    <a:lnTo>
                      <a:pt x="1642" y="7442"/>
                    </a:lnTo>
                    <a:lnTo>
                      <a:pt x="1533" y="7323"/>
                    </a:lnTo>
                    <a:lnTo>
                      <a:pt x="1441" y="7195"/>
                    </a:lnTo>
                    <a:lnTo>
                      <a:pt x="1305" y="7013"/>
                    </a:lnTo>
                    <a:lnTo>
                      <a:pt x="1177" y="6812"/>
                    </a:lnTo>
                    <a:lnTo>
                      <a:pt x="1058" y="6612"/>
                    </a:lnTo>
                    <a:lnTo>
                      <a:pt x="958" y="6402"/>
                    </a:lnTo>
                    <a:lnTo>
                      <a:pt x="858" y="6192"/>
                    </a:lnTo>
                    <a:lnTo>
                      <a:pt x="776" y="5974"/>
                    </a:lnTo>
                    <a:lnTo>
                      <a:pt x="712" y="5746"/>
                    </a:lnTo>
                    <a:lnTo>
                      <a:pt x="648" y="5518"/>
                    </a:lnTo>
                    <a:lnTo>
                      <a:pt x="603" y="5280"/>
                    </a:lnTo>
                    <a:lnTo>
                      <a:pt x="566" y="5053"/>
                    </a:lnTo>
                    <a:lnTo>
                      <a:pt x="539" y="4806"/>
                    </a:lnTo>
                    <a:lnTo>
                      <a:pt x="530" y="4569"/>
                    </a:lnTo>
                    <a:lnTo>
                      <a:pt x="530" y="4323"/>
                    </a:lnTo>
                    <a:lnTo>
                      <a:pt x="539" y="4086"/>
                    </a:lnTo>
                    <a:lnTo>
                      <a:pt x="557" y="3840"/>
                    </a:lnTo>
                    <a:lnTo>
                      <a:pt x="593" y="3594"/>
                    </a:lnTo>
                    <a:lnTo>
                      <a:pt x="648" y="3347"/>
                    </a:lnTo>
                    <a:lnTo>
                      <a:pt x="703" y="3101"/>
                    </a:lnTo>
                    <a:lnTo>
                      <a:pt x="776" y="2873"/>
                    </a:lnTo>
                    <a:lnTo>
                      <a:pt x="858" y="2636"/>
                    </a:lnTo>
                    <a:lnTo>
                      <a:pt x="949" y="2417"/>
                    </a:lnTo>
                    <a:lnTo>
                      <a:pt x="1049" y="2198"/>
                    </a:lnTo>
                    <a:lnTo>
                      <a:pt x="1168" y="1980"/>
                    </a:lnTo>
                    <a:lnTo>
                      <a:pt x="1286" y="1779"/>
                    </a:lnTo>
                    <a:lnTo>
                      <a:pt x="1423" y="1578"/>
                    </a:lnTo>
                    <a:lnTo>
                      <a:pt x="1560" y="1387"/>
                    </a:lnTo>
                    <a:lnTo>
                      <a:pt x="1715" y="1214"/>
                    </a:lnTo>
                    <a:lnTo>
                      <a:pt x="1879" y="1040"/>
                    </a:lnTo>
                    <a:lnTo>
                      <a:pt x="2043" y="876"/>
                    </a:lnTo>
                    <a:lnTo>
                      <a:pt x="2226" y="721"/>
                    </a:lnTo>
                    <a:lnTo>
                      <a:pt x="2408" y="575"/>
                    </a:lnTo>
                    <a:lnTo>
                      <a:pt x="2600" y="448"/>
                    </a:lnTo>
                    <a:lnTo>
                      <a:pt x="23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3"/>
              <p:cNvSpPr/>
              <p:nvPr/>
            </p:nvSpPr>
            <p:spPr>
              <a:xfrm>
                <a:off x="4504585" y="283310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9" y="10"/>
                    </a:lnTo>
                    <a:lnTo>
                      <a:pt x="465" y="19"/>
                    </a:lnTo>
                    <a:lnTo>
                      <a:pt x="410" y="37"/>
                    </a:lnTo>
                    <a:lnTo>
                      <a:pt x="356" y="55"/>
                    </a:lnTo>
                    <a:lnTo>
                      <a:pt x="301" y="83"/>
                    </a:lnTo>
                    <a:lnTo>
                      <a:pt x="255" y="119"/>
                    </a:lnTo>
                    <a:lnTo>
                      <a:pt x="210" y="156"/>
                    </a:lnTo>
                    <a:lnTo>
                      <a:pt x="164" y="201"/>
                    </a:lnTo>
                    <a:lnTo>
                      <a:pt x="119" y="247"/>
                    </a:lnTo>
                    <a:lnTo>
                      <a:pt x="91" y="302"/>
                    </a:lnTo>
                    <a:lnTo>
                      <a:pt x="55" y="356"/>
                    </a:lnTo>
                    <a:lnTo>
                      <a:pt x="37" y="411"/>
                    </a:lnTo>
                    <a:lnTo>
                      <a:pt x="18" y="466"/>
                    </a:lnTo>
                    <a:lnTo>
                      <a:pt x="9" y="530"/>
                    </a:lnTo>
                    <a:lnTo>
                      <a:pt x="0" y="584"/>
                    </a:lnTo>
                    <a:lnTo>
                      <a:pt x="0" y="648"/>
                    </a:lnTo>
                    <a:lnTo>
                      <a:pt x="9" y="703"/>
                    </a:lnTo>
                    <a:lnTo>
                      <a:pt x="18" y="767"/>
                    </a:lnTo>
                    <a:lnTo>
                      <a:pt x="37" y="821"/>
                    </a:lnTo>
                    <a:lnTo>
                      <a:pt x="55" y="876"/>
                    </a:lnTo>
                    <a:lnTo>
                      <a:pt x="91" y="931"/>
                    </a:lnTo>
                    <a:lnTo>
                      <a:pt x="119" y="976"/>
                    </a:lnTo>
                    <a:lnTo>
                      <a:pt x="155" y="1022"/>
                    </a:lnTo>
                    <a:lnTo>
                      <a:pt x="201" y="1068"/>
                    </a:lnTo>
                    <a:lnTo>
                      <a:pt x="246" y="1113"/>
                    </a:lnTo>
                    <a:lnTo>
                      <a:pt x="301" y="1140"/>
                    </a:lnTo>
                    <a:lnTo>
                      <a:pt x="356" y="1177"/>
                    </a:lnTo>
                    <a:lnTo>
                      <a:pt x="410" y="1195"/>
                    </a:lnTo>
                    <a:lnTo>
                      <a:pt x="474" y="1213"/>
                    </a:lnTo>
                    <a:lnTo>
                      <a:pt x="529" y="1223"/>
                    </a:lnTo>
                    <a:lnTo>
                      <a:pt x="593" y="1232"/>
                    </a:lnTo>
                    <a:lnTo>
                      <a:pt x="648" y="1232"/>
                    </a:lnTo>
                    <a:lnTo>
                      <a:pt x="711" y="1223"/>
                    </a:lnTo>
                    <a:lnTo>
                      <a:pt x="766" y="1213"/>
                    </a:lnTo>
                    <a:lnTo>
                      <a:pt x="821" y="1195"/>
                    </a:lnTo>
                    <a:lnTo>
                      <a:pt x="876" y="1177"/>
                    </a:lnTo>
                    <a:lnTo>
                      <a:pt x="930" y="1150"/>
                    </a:lnTo>
                    <a:lnTo>
                      <a:pt x="976" y="1113"/>
                    </a:lnTo>
                    <a:lnTo>
                      <a:pt x="1031" y="1077"/>
                    </a:lnTo>
                    <a:lnTo>
                      <a:pt x="1067" y="1031"/>
                    </a:lnTo>
                    <a:lnTo>
                      <a:pt x="1113" y="985"/>
                    </a:lnTo>
                    <a:lnTo>
                      <a:pt x="1149" y="931"/>
                    </a:lnTo>
                    <a:lnTo>
                      <a:pt x="1176" y="876"/>
                    </a:lnTo>
                    <a:lnTo>
                      <a:pt x="1195" y="821"/>
                    </a:lnTo>
                    <a:lnTo>
                      <a:pt x="1213" y="758"/>
                    </a:lnTo>
                    <a:lnTo>
                      <a:pt x="1222" y="703"/>
                    </a:lnTo>
                    <a:lnTo>
                      <a:pt x="1231" y="639"/>
                    </a:lnTo>
                    <a:lnTo>
                      <a:pt x="1231" y="584"/>
                    </a:lnTo>
                    <a:lnTo>
                      <a:pt x="1222" y="530"/>
                    </a:lnTo>
                    <a:lnTo>
                      <a:pt x="1213" y="466"/>
                    </a:lnTo>
                    <a:lnTo>
                      <a:pt x="1195" y="411"/>
                    </a:lnTo>
                    <a:lnTo>
                      <a:pt x="1176" y="356"/>
                    </a:lnTo>
                    <a:lnTo>
                      <a:pt x="1149" y="302"/>
                    </a:lnTo>
                    <a:lnTo>
                      <a:pt x="1113" y="256"/>
                    </a:lnTo>
                    <a:lnTo>
                      <a:pt x="1076" y="201"/>
                    </a:lnTo>
                    <a:lnTo>
                      <a:pt x="1031" y="165"/>
                    </a:lnTo>
                    <a:lnTo>
                      <a:pt x="985" y="119"/>
                    </a:lnTo>
                    <a:lnTo>
                      <a:pt x="930" y="83"/>
                    </a:lnTo>
                    <a:lnTo>
                      <a:pt x="876" y="55"/>
                    </a:lnTo>
                    <a:lnTo>
                      <a:pt x="821" y="37"/>
                    </a:lnTo>
                    <a:lnTo>
                      <a:pt x="766" y="19"/>
                    </a:lnTo>
                    <a:lnTo>
                      <a:pt x="702" y="10"/>
                    </a:lnTo>
                    <a:lnTo>
                      <a:pt x="6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3"/>
              <p:cNvSpPr/>
              <p:nvPr/>
            </p:nvSpPr>
            <p:spPr>
              <a:xfrm>
                <a:off x="3603138" y="2348106"/>
                <a:ext cx="1937749" cy="1518059"/>
              </a:xfrm>
              <a:custGeom>
                <a:avLst/>
                <a:gdLst/>
                <a:ahLst/>
                <a:cxnLst/>
                <a:rect l="l" t="t" r="r" b="b"/>
                <a:pathLst>
                  <a:path w="37597" h="29454" extrusionOk="0">
                    <a:moveTo>
                      <a:pt x="14198" y="520"/>
                    </a:moveTo>
                    <a:lnTo>
                      <a:pt x="14463" y="529"/>
                    </a:lnTo>
                    <a:lnTo>
                      <a:pt x="14727" y="557"/>
                    </a:lnTo>
                    <a:lnTo>
                      <a:pt x="14992" y="593"/>
                    </a:lnTo>
                    <a:lnTo>
                      <a:pt x="15247" y="639"/>
                    </a:lnTo>
                    <a:lnTo>
                      <a:pt x="15502" y="702"/>
                    </a:lnTo>
                    <a:lnTo>
                      <a:pt x="15748" y="785"/>
                    </a:lnTo>
                    <a:lnTo>
                      <a:pt x="15986" y="876"/>
                    </a:lnTo>
                    <a:lnTo>
                      <a:pt x="16223" y="985"/>
                    </a:lnTo>
                    <a:lnTo>
                      <a:pt x="16460" y="1095"/>
                    </a:lnTo>
                    <a:lnTo>
                      <a:pt x="16679" y="1231"/>
                    </a:lnTo>
                    <a:lnTo>
                      <a:pt x="16897" y="1377"/>
                    </a:lnTo>
                    <a:lnTo>
                      <a:pt x="17107" y="1532"/>
                    </a:lnTo>
                    <a:lnTo>
                      <a:pt x="17308" y="1696"/>
                    </a:lnTo>
                    <a:lnTo>
                      <a:pt x="17499" y="1879"/>
                    </a:lnTo>
                    <a:lnTo>
                      <a:pt x="17682" y="2070"/>
                    </a:lnTo>
                    <a:lnTo>
                      <a:pt x="17855" y="2271"/>
                    </a:lnTo>
                    <a:lnTo>
                      <a:pt x="17992" y="2435"/>
                    </a:lnTo>
                    <a:lnTo>
                      <a:pt x="18183" y="2344"/>
                    </a:lnTo>
                    <a:lnTo>
                      <a:pt x="18356" y="2253"/>
                    </a:lnTo>
                    <a:lnTo>
                      <a:pt x="18530" y="2180"/>
                    </a:lnTo>
                    <a:lnTo>
                      <a:pt x="18712" y="2098"/>
                    </a:lnTo>
                    <a:lnTo>
                      <a:pt x="18894" y="2034"/>
                    </a:lnTo>
                    <a:lnTo>
                      <a:pt x="19077" y="1970"/>
                    </a:lnTo>
                    <a:lnTo>
                      <a:pt x="19259" y="1915"/>
                    </a:lnTo>
                    <a:lnTo>
                      <a:pt x="19442" y="1860"/>
                    </a:lnTo>
                    <a:lnTo>
                      <a:pt x="19633" y="1815"/>
                    </a:lnTo>
                    <a:lnTo>
                      <a:pt x="19824" y="1769"/>
                    </a:lnTo>
                    <a:lnTo>
                      <a:pt x="20007" y="1733"/>
                    </a:lnTo>
                    <a:lnTo>
                      <a:pt x="20198" y="1705"/>
                    </a:lnTo>
                    <a:lnTo>
                      <a:pt x="20390" y="1678"/>
                    </a:lnTo>
                    <a:lnTo>
                      <a:pt x="20581" y="1660"/>
                    </a:lnTo>
                    <a:lnTo>
                      <a:pt x="20782" y="1651"/>
                    </a:lnTo>
                    <a:lnTo>
                      <a:pt x="20973" y="1642"/>
                    </a:lnTo>
                    <a:lnTo>
                      <a:pt x="21174" y="1633"/>
                    </a:lnTo>
                    <a:lnTo>
                      <a:pt x="21429" y="1642"/>
                    </a:lnTo>
                    <a:lnTo>
                      <a:pt x="21694" y="1660"/>
                    </a:lnTo>
                    <a:lnTo>
                      <a:pt x="21949" y="1678"/>
                    </a:lnTo>
                    <a:lnTo>
                      <a:pt x="22204" y="1715"/>
                    </a:lnTo>
                    <a:lnTo>
                      <a:pt x="22460" y="1760"/>
                    </a:lnTo>
                    <a:lnTo>
                      <a:pt x="22715" y="1815"/>
                    </a:lnTo>
                    <a:lnTo>
                      <a:pt x="22961" y="1879"/>
                    </a:lnTo>
                    <a:lnTo>
                      <a:pt x="23207" y="1952"/>
                    </a:lnTo>
                    <a:lnTo>
                      <a:pt x="23445" y="2034"/>
                    </a:lnTo>
                    <a:lnTo>
                      <a:pt x="23691" y="2125"/>
                    </a:lnTo>
                    <a:lnTo>
                      <a:pt x="23928" y="2225"/>
                    </a:lnTo>
                    <a:lnTo>
                      <a:pt x="24156" y="2335"/>
                    </a:lnTo>
                    <a:lnTo>
                      <a:pt x="24384" y="2453"/>
                    </a:lnTo>
                    <a:lnTo>
                      <a:pt x="24612" y="2590"/>
                    </a:lnTo>
                    <a:lnTo>
                      <a:pt x="24831" y="2727"/>
                    </a:lnTo>
                    <a:lnTo>
                      <a:pt x="25040" y="2873"/>
                    </a:lnTo>
                    <a:lnTo>
                      <a:pt x="25159" y="2955"/>
                    </a:lnTo>
                    <a:lnTo>
                      <a:pt x="25296" y="2900"/>
                    </a:lnTo>
                    <a:lnTo>
                      <a:pt x="25478" y="2827"/>
                    </a:lnTo>
                    <a:lnTo>
                      <a:pt x="25660" y="2772"/>
                    </a:lnTo>
                    <a:lnTo>
                      <a:pt x="25852" y="2718"/>
                    </a:lnTo>
                    <a:lnTo>
                      <a:pt x="26034" y="2681"/>
                    </a:lnTo>
                    <a:lnTo>
                      <a:pt x="26226" y="2645"/>
                    </a:lnTo>
                    <a:lnTo>
                      <a:pt x="26417" y="2626"/>
                    </a:lnTo>
                    <a:lnTo>
                      <a:pt x="26609" y="2608"/>
                    </a:lnTo>
                    <a:lnTo>
                      <a:pt x="26983" y="2608"/>
                    </a:lnTo>
                    <a:lnTo>
                      <a:pt x="27147" y="2617"/>
                    </a:lnTo>
                    <a:lnTo>
                      <a:pt x="27320" y="2636"/>
                    </a:lnTo>
                    <a:lnTo>
                      <a:pt x="27484" y="2663"/>
                    </a:lnTo>
                    <a:lnTo>
                      <a:pt x="27648" y="2690"/>
                    </a:lnTo>
                    <a:lnTo>
                      <a:pt x="27812" y="2736"/>
                    </a:lnTo>
                    <a:lnTo>
                      <a:pt x="27967" y="2772"/>
                    </a:lnTo>
                    <a:lnTo>
                      <a:pt x="28132" y="2827"/>
                    </a:lnTo>
                    <a:lnTo>
                      <a:pt x="28287" y="2882"/>
                    </a:lnTo>
                    <a:lnTo>
                      <a:pt x="28432" y="2946"/>
                    </a:lnTo>
                    <a:lnTo>
                      <a:pt x="28587" y="3019"/>
                    </a:lnTo>
                    <a:lnTo>
                      <a:pt x="28724" y="3092"/>
                    </a:lnTo>
                    <a:lnTo>
                      <a:pt x="28870" y="3174"/>
                    </a:lnTo>
                    <a:lnTo>
                      <a:pt x="29007" y="3256"/>
                    </a:lnTo>
                    <a:lnTo>
                      <a:pt x="29144" y="3356"/>
                    </a:lnTo>
                    <a:lnTo>
                      <a:pt x="29271" y="3447"/>
                    </a:lnTo>
                    <a:lnTo>
                      <a:pt x="29399" y="3547"/>
                    </a:lnTo>
                    <a:lnTo>
                      <a:pt x="29527" y="3657"/>
                    </a:lnTo>
                    <a:lnTo>
                      <a:pt x="29645" y="3775"/>
                    </a:lnTo>
                    <a:lnTo>
                      <a:pt x="29755" y="3894"/>
                    </a:lnTo>
                    <a:lnTo>
                      <a:pt x="29864" y="4012"/>
                    </a:lnTo>
                    <a:lnTo>
                      <a:pt x="29974" y="4140"/>
                    </a:lnTo>
                    <a:lnTo>
                      <a:pt x="30074" y="4268"/>
                    </a:lnTo>
                    <a:lnTo>
                      <a:pt x="30165" y="4405"/>
                    </a:lnTo>
                    <a:lnTo>
                      <a:pt x="30256" y="4541"/>
                    </a:lnTo>
                    <a:lnTo>
                      <a:pt x="30338" y="4687"/>
                    </a:lnTo>
                    <a:lnTo>
                      <a:pt x="30420" y="4833"/>
                    </a:lnTo>
                    <a:lnTo>
                      <a:pt x="30484" y="4988"/>
                    </a:lnTo>
                    <a:lnTo>
                      <a:pt x="30557" y="5143"/>
                    </a:lnTo>
                    <a:lnTo>
                      <a:pt x="30612" y="5298"/>
                    </a:lnTo>
                    <a:lnTo>
                      <a:pt x="30667" y="5462"/>
                    </a:lnTo>
                    <a:lnTo>
                      <a:pt x="30712" y="5626"/>
                    </a:lnTo>
                    <a:lnTo>
                      <a:pt x="30767" y="5854"/>
                    </a:lnTo>
                    <a:lnTo>
                      <a:pt x="30995" y="5827"/>
                    </a:lnTo>
                    <a:lnTo>
                      <a:pt x="31250" y="5800"/>
                    </a:lnTo>
                    <a:lnTo>
                      <a:pt x="31478" y="5791"/>
                    </a:lnTo>
                    <a:lnTo>
                      <a:pt x="31688" y="5800"/>
                    </a:lnTo>
                    <a:lnTo>
                      <a:pt x="31888" y="5818"/>
                    </a:lnTo>
                    <a:lnTo>
                      <a:pt x="32089" y="5836"/>
                    </a:lnTo>
                    <a:lnTo>
                      <a:pt x="32290" y="5873"/>
                    </a:lnTo>
                    <a:lnTo>
                      <a:pt x="32490" y="5918"/>
                    </a:lnTo>
                    <a:lnTo>
                      <a:pt x="32682" y="5973"/>
                    </a:lnTo>
                    <a:lnTo>
                      <a:pt x="32864" y="6037"/>
                    </a:lnTo>
                    <a:lnTo>
                      <a:pt x="33046" y="6110"/>
                    </a:lnTo>
                    <a:lnTo>
                      <a:pt x="33229" y="6192"/>
                    </a:lnTo>
                    <a:lnTo>
                      <a:pt x="33402" y="6283"/>
                    </a:lnTo>
                    <a:lnTo>
                      <a:pt x="33566" y="6374"/>
                    </a:lnTo>
                    <a:lnTo>
                      <a:pt x="33730" y="6484"/>
                    </a:lnTo>
                    <a:lnTo>
                      <a:pt x="33895" y="6593"/>
                    </a:lnTo>
                    <a:lnTo>
                      <a:pt x="34050" y="6712"/>
                    </a:lnTo>
                    <a:lnTo>
                      <a:pt x="34195" y="6839"/>
                    </a:lnTo>
                    <a:lnTo>
                      <a:pt x="34332" y="6976"/>
                    </a:lnTo>
                    <a:lnTo>
                      <a:pt x="34469" y="7113"/>
                    </a:lnTo>
                    <a:lnTo>
                      <a:pt x="34597" y="7259"/>
                    </a:lnTo>
                    <a:lnTo>
                      <a:pt x="34715" y="7414"/>
                    </a:lnTo>
                    <a:lnTo>
                      <a:pt x="34825" y="7578"/>
                    </a:lnTo>
                    <a:lnTo>
                      <a:pt x="34934" y="7733"/>
                    </a:lnTo>
                    <a:lnTo>
                      <a:pt x="35025" y="7906"/>
                    </a:lnTo>
                    <a:lnTo>
                      <a:pt x="35116" y="8079"/>
                    </a:lnTo>
                    <a:lnTo>
                      <a:pt x="35198" y="8262"/>
                    </a:lnTo>
                    <a:lnTo>
                      <a:pt x="35271" y="8444"/>
                    </a:lnTo>
                    <a:lnTo>
                      <a:pt x="35335" y="8626"/>
                    </a:lnTo>
                    <a:lnTo>
                      <a:pt x="35390" y="8818"/>
                    </a:lnTo>
                    <a:lnTo>
                      <a:pt x="35436" y="9019"/>
                    </a:lnTo>
                    <a:lnTo>
                      <a:pt x="35472" y="9219"/>
                    </a:lnTo>
                    <a:lnTo>
                      <a:pt x="35490" y="9420"/>
                    </a:lnTo>
                    <a:lnTo>
                      <a:pt x="35509" y="9620"/>
                    </a:lnTo>
                    <a:lnTo>
                      <a:pt x="35518" y="9830"/>
                    </a:lnTo>
                    <a:lnTo>
                      <a:pt x="35509" y="10085"/>
                    </a:lnTo>
                    <a:lnTo>
                      <a:pt x="35472" y="10368"/>
                    </a:lnTo>
                    <a:lnTo>
                      <a:pt x="35463" y="10496"/>
                    </a:lnTo>
                    <a:lnTo>
                      <a:pt x="35545" y="10578"/>
                    </a:lnTo>
                    <a:lnTo>
                      <a:pt x="35718" y="10788"/>
                    </a:lnTo>
                    <a:lnTo>
                      <a:pt x="35891" y="11006"/>
                    </a:lnTo>
                    <a:lnTo>
                      <a:pt x="36047" y="11234"/>
                    </a:lnTo>
                    <a:lnTo>
                      <a:pt x="36202" y="11462"/>
                    </a:lnTo>
                    <a:lnTo>
                      <a:pt x="36338" y="11699"/>
                    </a:lnTo>
                    <a:lnTo>
                      <a:pt x="36457" y="11937"/>
                    </a:lnTo>
                    <a:lnTo>
                      <a:pt x="36575" y="12183"/>
                    </a:lnTo>
                    <a:lnTo>
                      <a:pt x="36676" y="12438"/>
                    </a:lnTo>
                    <a:lnTo>
                      <a:pt x="36767" y="12693"/>
                    </a:lnTo>
                    <a:lnTo>
                      <a:pt x="36849" y="12949"/>
                    </a:lnTo>
                    <a:lnTo>
                      <a:pt x="36913" y="13213"/>
                    </a:lnTo>
                    <a:lnTo>
                      <a:pt x="36977" y="13478"/>
                    </a:lnTo>
                    <a:lnTo>
                      <a:pt x="37013" y="13751"/>
                    </a:lnTo>
                    <a:lnTo>
                      <a:pt x="37050" y="14025"/>
                    </a:lnTo>
                    <a:lnTo>
                      <a:pt x="37068" y="14298"/>
                    </a:lnTo>
                    <a:lnTo>
                      <a:pt x="37077" y="14572"/>
                    </a:lnTo>
                    <a:lnTo>
                      <a:pt x="37068" y="14882"/>
                    </a:lnTo>
                    <a:lnTo>
                      <a:pt x="37040" y="15183"/>
                    </a:lnTo>
                    <a:lnTo>
                      <a:pt x="37004" y="15484"/>
                    </a:lnTo>
                    <a:lnTo>
                      <a:pt x="36949" y="15775"/>
                    </a:lnTo>
                    <a:lnTo>
                      <a:pt x="36885" y="16058"/>
                    </a:lnTo>
                    <a:lnTo>
                      <a:pt x="36803" y="16341"/>
                    </a:lnTo>
                    <a:lnTo>
                      <a:pt x="36712" y="16623"/>
                    </a:lnTo>
                    <a:lnTo>
                      <a:pt x="36603" y="16897"/>
                    </a:lnTo>
                    <a:lnTo>
                      <a:pt x="36484" y="17152"/>
                    </a:lnTo>
                    <a:lnTo>
                      <a:pt x="36357" y="17417"/>
                    </a:lnTo>
                    <a:lnTo>
                      <a:pt x="36211" y="17663"/>
                    </a:lnTo>
                    <a:lnTo>
                      <a:pt x="36056" y="17909"/>
                    </a:lnTo>
                    <a:lnTo>
                      <a:pt x="35882" y="18137"/>
                    </a:lnTo>
                    <a:lnTo>
                      <a:pt x="35709" y="18365"/>
                    </a:lnTo>
                    <a:lnTo>
                      <a:pt x="35518" y="18584"/>
                    </a:lnTo>
                    <a:lnTo>
                      <a:pt x="35326" y="18794"/>
                    </a:lnTo>
                    <a:lnTo>
                      <a:pt x="35116" y="18985"/>
                    </a:lnTo>
                    <a:lnTo>
                      <a:pt x="34898" y="19177"/>
                    </a:lnTo>
                    <a:lnTo>
                      <a:pt x="34679" y="19350"/>
                    </a:lnTo>
                    <a:lnTo>
                      <a:pt x="34442" y="19523"/>
                    </a:lnTo>
                    <a:lnTo>
                      <a:pt x="34195" y="19678"/>
                    </a:lnTo>
                    <a:lnTo>
                      <a:pt x="33949" y="19815"/>
                    </a:lnTo>
                    <a:lnTo>
                      <a:pt x="33694" y="19952"/>
                    </a:lnTo>
                    <a:lnTo>
                      <a:pt x="33429" y="20070"/>
                    </a:lnTo>
                    <a:lnTo>
                      <a:pt x="33156" y="20180"/>
                    </a:lnTo>
                    <a:lnTo>
                      <a:pt x="32882" y="20271"/>
                    </a:lnTo>
                    <a:lnTo>
                      <a:pt x="32600" y="20353"/>
                    </a:lnTo>
                    <a:lnTo>
                      <a:pt x="32308" y="20417"/>
                    </a:lnTo>
                    <a:lnTo>
                      <a:pt x="32016" y="20471"/>
                    </a:lnTo>
                    <a:lnTo>
                      <a:pt x="31715" y="20508"/>
                    </a:lnTo>
                    <a:lnTo>
                      <a:pt x="31414" y="20535"/>
                    </a:lnTo>
                    <a:lnTo>
                      <a:pt x="30803" y="20535"/>
                    </a:lnTo>
                    <a:lnTo>
                      <a:pt x="30502" y="20508"/>
                    </a:lnTo>
                    <a:lnTo>
                      <a:pt x="30211" y="20471"/>
                    </a:lnTo>
                    <a:lnTo>
                      <a:pt x="29919" y="20417"/>
                    </a:lnTo>
                    <a:lnTo>
                      <a:pt x="29782" y="20399"/>
                    </a:lnTo>
                    <a:lnTo>
                      <a:pt x="29682" y="20481"/>
                    </a:lnTo>
                    <a:lnTo>
                      <a:pt x="29563" y="20581"/>
                    </a:lnTo>
                    <a:lnTo>
                      <a:pt x="29445" y="20681"/>
                    </a:lnTo>
                    <a:lnTo>
                      <a:pt x="29317" y="20772"/>
                    </a:lnTo>
                    <a:lnTo>
                      <a:pt x="29180" y="20854"/>
                    </a:lnTo>
                    <a:lnTo>
                      <a:pt x="29043" y="20927"/>
                    </a:lnTo>
                    <a:lnTo>
                      <a:pt x="28907" y="21000"/>
                    </a:lnTo>
                    <a:lnTo>
                      <a:pt x="28770" y="21064"/>
                    </a:lnTo>
                    <a:lnTo>
                      <a:pt x="28624" y="21128"/>
                    </a:lnTo>
                    <a:lnTo>
                      <a:pt x="28478" y="21174"/>
                    </a:lnTo>
                    <a:lnTo>
                      <a:pt x="28332" y="21219"/>
                    </a:lnTo>
                    <a:lnTo>
                      <a:pt x="28186" y="21265"/>
                    </a:lnTo>
                    <a:lnTo>
                      <a:pt x="28031" y="21292"/>
                    </a:lnTo>
                    <a:lnTo>
                      <a:pt x="27876" y="21320"/>
                    </a:lnTo>
                    <a:lnTo>
                      <a:pt x="27721" y="21338"/>
                    </a:lnTo>
                    <a:lnTo>
                      <a:pt x="27566" y="21347"/>
                    </a:lnTo>
                    <a:lnTo>
                      <a:pt x="27411" y="21347"/>
                    </a:lnTo>
                    <a:lnTo>
                      <a:pt x="27247" y="21338"/>
                    </a:lnTo>
                    <a:lnTo>
                      <a:pt x="27019" y="21329"/>
                    </a:lnTo>
                    <a:lnTo>
                      <a:pt x="26946" y="21484"/>
                    </a:lnTo>
                    <a:lnTo>
                      <a:pt x="26846" y="21666"/>
                    </a:lnTo>
                    <a:lnTo>
                      <a:pt x="26746" y="21848"/>
                    </a:lnTo>
                    <a:lnTo>
                      <a:pt x="26627" y="22031"/>
                    </a:lnTo>
                    <a:lnTo>
                      <a:pt x="26518" y="22204"/>
                    </a:lnTo>
                    <a:lnTo>
                      <a:pt x="26390" y="22377"/>
                    </a:lnTo>
                    <a:lnTo>
                      <a:pt x="26271" y="22541"/>
                    </a:lnTo>
                    <a:lnTo>
                      <a:pt x="26135" y="22696"/>
                    </a:lnTo>
                    <a:lnTo>
                      <a:pt x="25998" y="22851"/>
                    </a:lnTo>
                    <a:lnTo>
                      <a:pt x="25861" y="22997"/>
                    </a:lnTo>
                    <a:lnTo>
                      <a:pt x="25715" y="23143"/>
                    </a:lnTo>
                    <a:lnTo>
                      <a:pt x="25560" y="23280"/>
                    </a:lnTo>
                    <a:lnTo>
                      <a:pt x="25405" y="23408"/>
                    </a:lnTo>
                    <a:lnTo>
                      <a:pt x="25250" y="23535"/>
                    </a:lnTo>
                    <a:lnTo>
                      <a:pt x="25086" y="23663"/>
                    </a:lnTo>
                    <a:lnTo>
                      <a:pt x="24922" y="23772"/>
                    </a:lnTo>
                    <a:lnTo>
                      <a:pt x="24749" y="23882"/>
                    </a:lnTo>
                    <a:lnTo>
                      <a:pt x="24575" y="23991"/>
                    </a:lnTo>
                    <a:lnTo>
                      <a:pt x="24393" y="24082"/>
                    </a:lnTo>
                    <a:lnTo>
                      <a:pt x="24211" y="24174"/>
                    </a:lnTo>
                    <a:lnTo>
                      <a:pt x="24028" y="24265"/>
                    </a:lnTo>
                    <a:lnTo>
                      <a:pt x="23837" y="24338"/>
                    </a:lnTo>
                    <a:lnTo>
                      <a:pt x="23654" y="24411"/>
                    </a:lnTo>
                    <a:lnTo>
                      <a:pt x="23454" y="24475"/>
                    </a:lnTo>
                    <a:lnTo>
                      <a:pt x="23262" y="24538"/>
                    </a:lnTo>
                    <a:lnTo>
                      <a:pt x="23062" y="24593"/>
                    </a:lnTo>
                    <a:lnTo>
                      <a:pt x="22861" y="24639"/>
                    </a:lnTo>
                    <a:lnTo>
                      <a:pt x="22660" y="24675"/>
                    </a:lnTo>
                    <a:lnTo>
                      <a:pt x="22451" y="24712"/>
                    </a:lnTo>
                    <a:lnTo>
                      <a:pt x="22250" y="24730"/>
                    </a:lnTo>
                    <a:lnTo>
                      <a:pt x="22040" y="24748"/>
                    </a:lnTo>
                    <a:lnTo>
                      <a:pt x="21831" y="24766"/>
                    </a:lnTo>
                    <a:lnTo>
                      <a:pt x="21612" y="24766"/>
                    </a:lnTo>
                    <a:lnTo>
                      <a:pt x="21356" y="24757"/>
                    </a:lnTo>
                    <a:lnTo>
                      <a:pt x="21101" y="24748"/>
                    </a:lnTo>
                    <a:lnTo>
                      <a:pt x="20855" y="24721"/>
                    </a:lnTo>
                    <a:lnTo>
                      <a:pt x="20600" y="24675"/>
                    </a:lnTo>
                    <a:lnTo>
                      <a:pt x="20353" y="24630"/>
                    </a:lnTo>
                    <a:lnTo>
                      <a:pt x="20107" y="24566"/>
                    </a:lnTo>
                    <a:lnTo>
                      <a:pt x="19861" y="24502"/>
                    </a:lnTo>
                    <a:lnTo>
                      <a:pt x="19624" y="24420"/>
                    </a:lnTo>
                    <a:lnTo>
                      <a:pt x="19387" y="24329"/>
                    </a:lnTo>
                    <a:lnTo>
                      <a:pt x="19150" y="24228"/>
                    </a:lnTo>
                    <a:lnTo>
                      <a:pt x="18922" y="24119"/>
                    </a:lnTo>
                    <a:lnTo>
                      <a:pt x="18694" y="24000"/>
                    </a:lnTo>
                    <a:lnTo>
                      <a:pt x="18475" y="23873"/>
                    </a:lnTo>
                    <a:lnTo>
                      <a:pt x="18265" y="23736"/>
                    </a:lnTo>
                    <a:lnTo>
                      <a:pt x="18055" y="23590"/>
                    </a:lnTo>
                    <a:lnTo>
                      <a:pt x="17855" y="23426"/>
                    </a:lnTo>
                    <a:lnTo>
                      <a:pt x="17517" y="23161"/>
                    </a:lnTo>
                    <a:lnTo>
                      <a:pt x="17435" y="23581"/>
                    </a:lnTo>
                    <a:lnTo>
                      <a:pt x="17362" y="23864"/>
                    </a:lnTo>
                    <a:lnTo>
                      <a:pt x="17290" y="24146"/>
                    </a:lnTo>
                    <a:lnTo>
                      <a:pt x="17198" y="24429"/>
                    </a:lnTo>
                    <a:lnTo>
                      <a:pt x="17098" y="24703"/>
                    </a:lnTo>
                    <a:lnTo>
                      <a:pt x="16979" y="24967"/>
                    </a:lnTo>
                    <a:lnTo>
                      <a:pt x="16861" y="25222"/>
                    </a:lnTo>
                    <a:lnTo>
                      <a:pt x="16724" y="25478"/>
                    </a:lnTo>
                    <a:lnTo>
                      <a:pt x="16578" y="25724"/>
                    </a:lnTo>
                    <a:lnTo>
                      <a:pt x="16423" y="25961"/>
                    </a:lnTo>
                    <a:lnTo>
                      <a:pt x="16259" y="26189"/>
                    </a:lnTo>
                    <a:lnTo>
                      <a:pt x="16086" y="26417"/>
                    </a:lnTo>
                    <a:lnTo>
                      <a:pt x="15903" y="26627"/>
                    </a:lnTo>
                    <a:lnTo>
                      <a:pt x="15712" y="26836"/>
                    </a:lnTo>
                    <a:lnTo>
                      <a:pt x="15521" y="27037"/>
                    </a:lnTo>
                    <a:lnTo>
                      <a:pt x="15311" y="27228"/>
                    </a:lnTo>
                    <a:lnTo>
                      <a:pt x="15092" y="27411"/>
                    </a:lnTo>
                    <a:lnTo>
                      <a:pt x="14873" y="27584"/>
                    </a:lnTo>
                    <a:lnTo>
                      <a:pt x="14645" y="27748"/>
                    </a:lnTo>
                    <a:lnTo>
                      <a:pt x="14408" y="27903"/>
                    </a:lnTo>
                    <a:lnTo>
                      <a:pt x="14162" y="28049"/>
                    </a:lnTo>
                    <a:lnTo>
                      <a:pt x="13916" y="28186"/>
                    </a:lnTo>
                    <a:lnTo>
                      <a:pt x="13660" y="28304"/>
                    </a:lnTo>
                    <a:lnTo>
                      <a:pt x="13405" y="28423"/>
                    </a:lnTo>
                    <a:lnTo>
                      <a:pt x="13131" y="28523"/>
                    </a:lnTo>
                    <a:lnTo>
                      <a:pt x="12867" y="28614"/>
                    </a:lnTo>
                    <a:lnTo>
                      <a:pt x="12593" y="28696"/>
                    </a:lnTo>
                    <a:lnTo>
                      <a:pt x="12311" y="28760"/>
                    </a:lnTo>
                    <a:lnTo>
                      <a:pt x="12028" y="28824"/>
                    </a:lnTo>
                    <a:lnTo>
                      <a:pt x="11745" y="28861"/>
                    </a:lnTo>
                    <a:lnTo>
                      <a:pt x="11454" y="28897"/>
                    </a:lnTo>
                    <a:lnTo>
                      <a:pt x="11162" y="28915"/>
                    </a:lnTo>
                    <a:lnTo>
                      <a:pt x="10861" y="28924"/>
                    </a:lnTo>
                    <a:lnTo>
                      <a:pt x="10542" y="28915"/>
                    </a:lnTo>
                    <a:lnTo>
                      <a:pt x="10223" y="28888"/>
                    </a:lnTo>
                    <a:lnTo>
                      <a:pt x="9913" y="28851"/>
                    </a:lnTo>
                    <a:lnTo>
                      <a:pt x="9603" y="28806"/>
                    </a:lnTo>
                    <a:lnTo>
                      <a:pt x="9302" y="28742"/>
                    </a:lnTo>
                    <a:lnTo>
                      <a:pt x="9001" y="28660"/>
                    </a:lnTo>
                    <a:lnTo>
                      <a:pt x="8709" y="28569"/>
                    </a:lnTo>
                    <a:lnTo>
                      <a:pt x="8417" y="28468"/>
                    </a:lnTo>
                    <a:lnTo>
                      <a:pt x="8134" y="28350"/>
                    </a:lnTo>
                    <a:lnTo>
                      <a:pt x="7861" y="28222"/>
                    </a:lnTo>
                    <a:lnTo>
                      <a:pt x="7596" y="28076"/>
                    </a:lnTo>
                    <a:lnTo>
                      <a:pt x="7332" y="27921"/>
                    </a:lnTo>
                    <a:lnTo>
                      <a:pt x="7077" y="27757"/>
                    </a:lnTo>
                    <a:lnTo>
                      <a:pt x="6830" y="27584"/>
                    </a:lnTo>
                    <a:lnTo>
                      <a:pt x="6593" y="27402"/>
                    </a:lnTo>
                    <a:lnTo>
                      <a:pt x="6365" y="27201"/>
                    </a:lnTo>
                    <a:lnTo>
                      <a:pt x="6147" y="27000"/>
                    </a:lnTo>
                    <a:lnTo>
                      <a:pt x="5937" y="26782"/>
                    </a:lnTo>
                    <a:lnTo>
                      <a:pt x="5736" y="26554"/>
                    </a:lnTo>
                    <a:lnTo>
                      <a:pt x="5554" y="26316"/>
                    </a:lnTo>
                    <a:lnTo>
                      <a:pt x="5371" y="26079"/>
                    </a:lnTo>
                    <a:lnTo>
                      <a:pt x="5207" y="25824"/>
                    </a:lnTo>
                    <a:lnTo>
                      <a:pt x="5043" y="25569"/>
                    </a:lnTo>
                    <a:lnTo>
                      <a:pt x="4897" y="25295"/>
                    </a:lnTo>
                    <a:lnTo>
                      <a:pt x="4770" y="25022"/>
                    </a:lnTo>
                    <a:lnTo>
                      <a:pt x="4642" y="24739"/>
                    </a:lnTo>
                    <a:lnTo>
                      <a:pt x="4533" y="24447"/>
                    </a:lnTo>
                    <a:lnTo>
                      <a:pt x="4441" y="24155"/>
                    </a:lnTo>
                    <a:lnTo>
                      <a:pt x="4359" y="23854"/>
                    </a:lnTo>
                    <a:lnTo>
                      <a:pt x="4286" y="23544"/>
                    </a:lnTo>
                    <a:lnTo>
                      <a:pt x="4232" y="23234"/>
                    </a:lnTo>
                    <a:lnTo>
                      <a:pt x="4195" y="22915"/>
                    </a:lnTo>
                    <a:lnTo>
                      <a:pt x="4177" y="22778"/>
                    </a:lnTo>
                    <a:lnTo>
                      <a:pt x="4058" y="22706"/>
                    </a:lnTo>
                    <a:lnTo>
                      <a:pt x="3858" y="22596"/>
                    </a:lnTo>
                    <a:lnTo>
                      <a:pt x="3657" y="22478"/>
                    </a:lnTo>
                    <a:lnTo>
                      <a:pt x="3466" y="22350"/>
                    </a:lnTo>
                    <a:lnTo>
                      <a:pt x="3274" y="22222"/>
                    </a:lnTo>
                    <a:lnTo>
                      <a:pt x="3101" y="22085"/>
                    </a:lnTo>
                    <a:lnTo>
                      <a:pt x="2919" y="21940"/>
                    </a:lnTo>
                    <a:lnTo>
                      <a:pt x="2754" y="21794"/>
                    </a:lnTo>
                    <a:lnTo>
                      <a:pt x="2581" y="21639"/>
                    </a:lnTo>
                    <a:lnTo>
                      <a:pt x="2426" y="21484"/>
                    </a:lnTo>
                    <a:lnTo>
                      <a:pt x="2271" y="21320"/>
                    </a:lnTo>
                    <a:lnTo>
                      <a:pt x="2125" y="21146"/>
                    </a:lnTo>
                    <a:lnTo>
                      <a:pt x="1979" y="20973"/>
                    </a:lnTo>
                    <a:lnTo>
                      <a:pt x="1843" y="20800"/>
                    </a:lnTo>
                    <a:lnTo>
                      <a:pt x="1715" y="20617"/>
                    </a:lnTo>
                    <a:lnTo>
                      <a:pt x="1587" y="20435"/>
                    </a:lnTo>
                    <a:lnTo>
                      <a:pt x="1469" y="20244"/>
                    </a:lnTo>
                    <a:lnTo>
                      <a:pt x="1359" y="20052"/>
                    </a:lnTo>
                    <a:lnTo>
                      <a:pt x="1259" y="19851"/>
                    </a:lnTo>
                    <a:lnTo>
                      <a:pt x="1159" y="19651"/>
                    </a:lnTo>
                    <a:lnTo>
                      <a:pt x="1068" y="19450"/>
                    </a:lnTo>
                    <a:lnTo>
                      <a:pt x="985" y="19240"/>
                    </a:lnTo>
                    <a:lnTo>
                      <a:pt x="903" y="19031"/>
                    </a:lnTo>
                    <a:lnTo>
                      <a:pt x="830" y="18821"/>
                    </a:lnTo>
                    <a:lnTo>
                      <a:pt x="767" y="18602"/>
                    </a:lnTo>
                    <a:lnTo>
                      <a:pt x="712" y="18383"/>
                    </a:lnTo>
                    <a:lnTo>
                      <a:pt x="666" y="18164"/>
                    </a:lnTo>
                    <a:lnTo>
                      <a:pt x="621" y="17946"/>
                    </a:lnTo>
                    <a:lnTo>
                      <a:pt x="584" y="17718"/>
                    </a:lnTo>
                    <a:lnTo>
                      <a:pt x="557" y="17490"/>
                    </a:lnTo>
                    <a:lnTo>
                      <a:pt x="539" y="17262"/>
                    </a:lnTo>
                    <a:lnTo>
                      <a:pt x="530" y="17034"/>
                    </a:lnTo>
                    <a:lnTo>
                      <a:pt x="520" y="16806"/>
                    </a:lnTo>
                    <a:lnTo>
                      <a:pt x="530" y="16523"/>
                    </a:lnTo>
                    <a:lnTo>
                      <a:pt x="548" y="16240"/>
                    </a:lnTo>
                    <a:lnTo>
                      <a:pt x="575" y="15958"/>
                    </a:lnTo>
                    <a:lnTo>
                      <a:pt x="621" y="15675"/>
                    </a:lnTo>
                    <a:lnTo>
                      <a:pt x="666" y="15402"/>
                    </a:lnTo>
                    <a:lnTo>
                      <a:pt x="730" y="15128"/>
                    </a:lnTo>
                    <a:lnTo>
                      <a:pt x="812" y="14854"/>
                    </a:lnTo>
                    <a:lnTo>
                      <a:pt x="894" y="14590"/>
                    </a:lnTo>
                    <a:lnTo>
                      <a:pt x="931" y="14490"/>
                    </a:lnTo>
                    <a:lnTo>
                      <a:pt x="894" y="14399"/>
                    </a:lnTo>
                    <a:lnTo>
                      <a:pt x="803" y="14180"/>
                    </a:lnTo>
                    <a:lnTo>
                      <a:pt x="730" y="13961"/>
                    </a:lnTo>
                    <a:lnTo>
                      <a:pt x="666" y="13733"/>
                    </a:lnTo>
                    <a:lnTo>
                      <a:pt x="621" y="13505"/>
                    </a:lnTo>
                    <a:lnTo>
                      <a:pt x="575" y="13277"/>
                    </a:lnTo>
                    <a:lnTo>
                      <a:pt x="548" y="13040"/>
                    </a:lnTo>
                    <a:lnTo>
                      <a:pt x="530" y="12812"/>
                    </a:lnTo>
                    <a:lnTo>
                      <a:pt x="520" y="12575"/>
                    </a:lnTo>
                    <a:lnTo>
                      <a:pt x="530" y="12383"/>
                    </a:lnTo>
                    <a:lnTo>
                      <a:pt x="539" y="12201"/>
                    </a:lnTo>
                    <a:lnTo>
                      <a:pt x="557" y="12019"/>
                    </a:lnTo>
                    <a:lnTo>
                      <a:pt x="584" y="11836"/>
                    </a:lnTo>
                    <a:lnTo>
                      <a:pt x="612" y="11663"/>
                    </a:lnTo>
                    <a:lnTo>
                      <a:pt x="648" y="11481"/>
                    </a:lnTo>
                    <a:lnTo>
                      <a:pt x="694" y="11307"/>
                    </a:lnTo>
                    <a:lnTo>
                      <a:pt x="748" y="11143"/>
                    </a:lnTo>
                    <a:lnTo>
                      <a:pt x="803" y="10970"/>
                    </a:lnTo>
                    <a:lnTo>
                      <a:pt x="867" y="10806"/>
                    </a:lnTo>
                    <a:lnTo>
                      <a:pt x="940" y="10642"/>
                    </a:lnTo>
                    <a:lnTo>
                      <a:pt x="1022" y="10478"/>
                    </a:lnTo>
                    <a:lnTo>
                      <a:pt x="1104" y="10323"/>
                    </a:lnTo>
                    <a:lnTo>
                      <a:pt x="1186" y="10168"/>
                    </a:lnTo>
                    <a:lnTo>
                      <a:pt x="1286" y="10012"/>
                    </a:lnTo>
                    <a:lnTo>
                      <a:pt x="1387" y="9867"/>
                    </a:lnTo>
                    <a:lnTo>
                      <a:pt x="1487" y="9721"/>
                    </a:lnTo>
                    <a:lnTo>
                      <a:pt x="1596" y="9584"/>
                    </a:lnTo>
                    <a:lnTo>
                      <a:pt x="1715" y="9447"/>
                    </a:lnTo>
                    <a:lnTo>
                      <a:pt x="1833" y="9319"/>
                    </a:lnTo>
                    <a:lnTo>
                      <a:pt x="1961" y="9192"/>
                    </a:lnTo>
                    <a:lnTo>
                      <a:pt x="2089" y="9073"/>
                    </a:lnTo>
                    <a:lnTo>
                      <a:pt x="2226" y="8955"/>
                    </a:lnTo>
                    <a:lnTo>
                      <a:pt x="2371" y="8836"/>
                    </a:lnTo>
                    <a:lnTo>
                      <a:pt x="2517" y="8736"/>
                    </a:lnTo>
                    <a:lnTo>
                      <a:pt x="2663" y="8636"/>
                    </a:lnTo>
                    <a:lnTo>
                      <a:pt x="2818" y="8535"/>
                    </a:lnTo>
                    <a:lnTo>
                      <a:pt x="2973" y="8444"/>
                    </a:lnTo>
                    <a:lnTo>
                      <a:pt x="3137" y="8362"/>
                    </a:lnTo>
                    <a:lnTo>
                      <a:pt x="3302" y="8280"/>
                    </a:lnTo>
                    <a:lnTo>
                      <a:pt x="3475" y="8207"/>
                    </a:lnTo>
                    <a:lnTo>
                      <a:pt x="3639" y="8143"/>
                    </a:lnTo>
                    <a:lnTo>
                      <a:pt x="3748" y="8107"/>
                    </a:lnTo>
                    <a:lnTo>
                      <a:pt x="3794" y="8016"/>
                    </a:lnTo>
                    <a:lnTo>
                      <a:pt x="3894" y="7815"/>
                    </a:lnTo>
                    <a:lnTo>
                      <a:pt x="4004" y="7614"/>
                    </a:lnTo>
                    <a:lnTo>
                      <a:pt x="4113" y="7423"/>
                    </a:lnTo>
                    <a:lnTo>
                      <a:pt x="4241" y="7231"/>
                    </a:lnTo>
                    <a:lnTo>
                      <a:pt x="4359" y="7049"/>
                    </a:lnTo>
                    <a:lnTo>
                      <a:pt x="4496" y="6876"/>
                    </a:lnTo>
                    <a:lnTo>
                      <a:pt x="4633" y="6702"/>
                    </a:lnTo>
                    <a:lnTo>
                      <a:pt x="4779" y="6529"/>
                    </a:lnTo>
                    <a:lnTo>
                      <a:pt x="4925" y="6365"/>
                    </a:lnTo>
                    <a:lnTo>
                      <a:pt x="5080" y="6210"/>
                    </a:lnTo>
                    <a:lnTo>
                      <a:pt x="5235" y="6055"/>
                    </a:lnTo>
                    <a:lnTo>
                      <a:pt x="5399" y="5909"/>
                    </a:lnTo>
                    <a:lnTo>
                      <a:pt x="5563" y="5763"/>
                    </a:lnTo>
                    <a:lnTo>
                      <a:pt x="5736" y="5626"/>
                    </a:lnTo>
                    <a:lnTo>
                      <a:pt x="5919" y="5499"/>
                    </a:lnTo>
                    <a:lnTo>
                      <a:pt x="6092" y="5371"/>
                    </a:lnTo>
                    <a:lnTo>
                      <a:pt x="6283" y="5253"/>
                    </a:lnTo>
                    <a:lnTo>
                      <a:pt x="6466" y="5143"/>
                    </a:lnTo>
                    <a:lnTo>
                      <a:pt x="6657" y="5034"/>
                    </a:lnTo>
                    <a:lnTo>
                      <a:pt x="6858" y="4933"/>
                    </a:lnTo>
                    <a:lnTo>
                      <a:pt x="7049" y="4842"/>
                    </a:lnTo>
                    <a:lnTo>
                      <a:pt x="7250" y="4751"/>
                    </a:lnTo>
                    <a:lnTo>
                      <a:pt x="7460" y="4669"/>
                    </a:lnTo>
                    <a:lnTo>
                      <a:pt x="7669" y="4596"/>
                    </a:lnTo>
                    <a:lnTo>
                      <a:pt x="7879" y="4523"/>
                    </a:lnTo>
                    <a:lnTo>
                      <a:pt x="8089" y="4468"/>
                    </a:lnTo>
                    <a:lnTo>
                      <a:pt x="8308" y="4414"/>
                    </a:lnTo>
                    <a:lnTo>
                      <a:pt x="8527" y="4368"/>
                    </a:lnTo>
                    <a:lnTo>
                      <a:pt x="8745" y="4323"/>
                    </a:lnTo>
                    <a:lnTo>
                      <a:pt x="8964" y="4295"/>
                    </a:lnTo>
                    <a:lnTo>
                      <a:pt x="9183" y="4268"/>
                    </a:lnTo>
                    <a:lnTo>
                      <a:pt x="9411" y="4250"/>
                    </a:lnTo>
                    <a:lnTo>
                      <a:pt x="9603" y="4240"/>
                    </a:lnTo>
                    <a:lnTo>
                      <a:pt x="9648" y="4049"/>
                    </a:lnTo>
                    <a:lnTo>
                      <a:pt x="9703" y="3857"/>
                    </a:lnTo>
                    <a:lnTo>
                      <a:pt x="9767" y="3675"/>
                    </a:lnTo>
                    <a:lnTo>
                      <a:pt x="9830" y="3484"/>
                    </a:lnTo>
                    <a:lnTo>
                      <a:pt x="9913" y="3301"/>
                    </a:lnTo>
                    <a:lnTo>
                      <a:pt x="9995" y="3128"/>
                    </a:lnTo>
                    <a:lnTo>
                      <a:pt x="10086" y="2955"/>
                    </a:lnTo>
                    <a:lnTo>
                      <a:pt x="10186" y="2791"/>
                    </a:lnTo>
                    <a:lnTo>
                      <a:pt x="10286" y="2626"/>
                    </a:lnTo>
                    <a:lnTo>
                      <a:pt x="10396" y="2471"/>
                    </a:lnTo>
                    <a:lnTo>
                      <a:pt x="10514" y="2316"/>
                    </a:lnTo>
                    <a:lnTo>
                      <a:pt x="10633" y="2161"/>
                    </a:lnTo>
                    <a:lnTo>
                      <a:pt x="10761" y="2025"/>
                    </a:lnTo>
                    <a:lnTo>
                      <a:pt x="10897" y="1888"/>
                    </a:lnTo>
                    <a:lnTo>
                      <a:pt x="11034" y="1751"/>
                    </a:lnTo>
                    <a:lnTo>
                      <a:pt x="11171" y="1633"/>
                    </a:lnTo>
                    <a:lnTo>
                      <a:pt x="11326" y="1505"/>
                    </a:lnTo>
                    <a:lnTo>
                      <a:pt x="11472" y="1395"/>
                    </a:lnTo>
                    <a:lnTo>
                      <a:pt x="11636" y="1286"/>
                    </a:lnTo>
                    <a:lnTo>
                      <a:pt x="11791" y="1186"/>
                    </a:lnTo>
                    <a:lnTo>
                      <a:pt x="11964" y="1095"/>
                    </a:lnTo>
                    <a:lnTo>
                      <a:pt x="12128" y="1003"/>
                    </a:lnTo>
                    <a:lnTo>
                      <a:pt x="12302" y="921"/>
                    </a:lnTo>
                    <a:lnTo>
                      <a:pt x="12484" y="848"/>
                    </a:lnTo>
                    <a:lnTo>
                      <a:pt x="12657" y="785"/>
                    </a:lnTo>
                    <a:lnTo>
                      <a:pt x="12840" y="721"/>
                    </a:lnTo>
                    <a:lnTo>
                      <a:pt x="13031" y="675"/>
                    </a:lnTo>
                    <a:lnTo>
                      <a:pt x="13223" y="629"/>
                    </a:lnTo>
                    <a:lnTo>
                      <a:pt x="13414" y="593"/>
                    </a:lnTo>
                    <a:lnTo>
                      <a:pt x="13606" y="557"/>
                    </a:lnTo>
                    <a:lnTo>
                      <a:pt x="13797" y="538"/>
                    </a:lnTo>
                    <a:lnTo>
                      <a:pt x="13998" y="529"/>
                    </a:lnTo>
                    <a:lnTo>
                      <a:pt x="14198" y="520"/>
                    </a:lnTo>
                    <a:close/>
                    <a:moveTo>
                      <a:pt x="13979" y="0"/>
                    </a:moveTo>
                    <a:lnTo>
                      <a:pt x="13770" y="19"/>
                    </a:lnTo>
                    <a:lnTo>
                      <a:pt x="13560" y="37"/>
                    </a:lnTo>
                    <a:lnTo>
                      <a:pt x="13350" y="73"/>
                    </a:lnTo>
                    <a:lnTo>
                      <a:pt x="13141" y="110"/>
                    </a:lnTo>
                    <a:lnTo>
                      <a:pt x="12931" y="155"/>
                    </a:lnTo>
                    <a:lnTo>
                      <a:pt x="12730" y="210"/>
                    </a:lnTo>
                    <a:lnTo>
                      <a:pt x="12530" y="274"/>
                    </a:lnTo>
                    <a:lnTo>
                      <a:pt x="12338" y="347"/>
                    </a:lnTo>
                    <a:lnTo>
                      <a:pt x="12147" y="420"/>
                    </a:lnTo>
                    <a:lnTo>
                      <a:pt x="11955" y="511"/>
                    </a:lnTo>
                    <a:lnTo>
                      <a:pt x="11773" y="602"/>
                    </a:lnTo>
                    <a:lnTo>
                      <a:pt x="11590" y="702"/>
                    </a:lnTo>
                    <a:lnTo>
                      <a:pt x="11408" y="803"/>
                    </a:lnTo>
                    <a:lnTo>
                      <a:pt x="11244" y="921"/>
                    </a:lnTo>
                    <a:lnTo>
                      <a:pt x="11071" y="1040"/>
                    </a:lnTo>
                    <a:lnTo>
                      <a:pt x="10906" y="1167"/>
                    </a:lnTo>
                    <a:lnTo>
                      <a:pt x="10751" y="1295"/>
                    </a:lnTo>
                    <a:lnTo>
                      <a:pt x="10596" y="1441"/>
                    </a:lnTo>
                    <a:lnTo>
                      <a:pt x="10451" y="1587"/>
                    </a:lnTo>
                    <a:lnTo>
                      <a:pt x="10314" y="1733"/>
                    </a:lnTo>
                    <a:lnTo>
                      <a:pt x="10177" y="1888"/>
                    </a:lnTo>
                    <a:lnTo>
                      <a:pt x="10049" y="2052"/>
                    </a:lnTo>
                    <a:lnTo>
                      <a:pt x="9922" y="2225"/>
                    </a:lnTo>
                    <a:lnTo>
                      <a:pt x="9812" y="2398"/>
                    </a:lnTo>
                    <a:lnTo>
                      <a:pt x="9703" y="2572"/>
                    </a:lnTo>
                    <a:lnTo>
                      <a:pt x="9593" y="2754"/>
                    </a:lnTo>
                    <a:lnTo>
                      <a:pt x="9502" y="2946"/>
                    </a:lnTo>
                    <a:lnTo>
                      <a:pt x="9411" y="3137"/>
                    </a:lnTo>
                    <a:lnTo>
                      <a:pt x="9329" y="3329"/>
                    </a:lnTo>
                    <a:lnTo>
                      <a:pt x="9256" y="3529"/>
                    </a:lnTo>
                    <a:lnTo>
                      <a:pt x="9192" y="3739"/>
                    </a:lnTo>
                    <a:lnTo>
                      <a:pt x="8964" y="3766"/>
                    </a:lnTo>
                    <a:lnTo>
                      <a:pt x="8727" y="3794"/>
                    </a:lnTo>
                    <a:lnTo>
                      <a:pt x="8499" y="3830"/>
                    </a:lnTo>
                    <a:lnTo>
                      <a:pt x="8271" y="3876"/>
                    </a:lnTo>
                    <a:lnTo>
                      <a:pt x="8052" y="3930"/>
                    </a:lnTo>
                    <a:lnTo>
                      <a:pt x="7824" y="3994"/>
                    </a:lnTo>
                    <a:lnTo>
                      <a:pt x="7606" y="4058"/>
                    </a:lnTo>
                    <a:lnTo>
                      <a:pt x="7396" y="4131"/>
                    </a:lnTo>
                    <a:lnTo>
                      <a:pt x="7177" y="4213"/>
                    </a:lnTo>
                    <a:lnTo>
                      <a:pt x="6967" y="4304"/>
                    </a:lnTo>
                    <a:lnTo>
                      <a:pt x="6758" y="4395"/>
                    </a:lnTo>
                    <a:lnTo>
                      <a:pt x="6557" y="4496"/>
                    </a:lnTo>
                    <a:lnTo>
                      <a:pt x="6356" y="4596"/>
                    </a:lnTo>
                    <a:lnTo>
                      <a:pt x="6156" y="4715"/>
                    </a:lnTo>
                    <a:lnTo>
                      <a:pt x="5964" y="4833"/>
                    </a:lnTo>
                    <a:lnTo>
                      <a:pt x="5773" y="4952"/>
                    </a:lnTo>
                    <a:lnTo>
                      <a:pt x="5581" y="5088"/>
                    </a:lnTo>
                    <a:lnTo>
                      <a:pt x="5399" y="5225"/>
                    </a:lnTo>
                    <a:lnTo>
                      <a:pt x="5226" y="5362"/>
                    </a:lnTo>
                    <a:lnTo>
                      <a:pt x="5052" y="5508"/>
                    </a:lnTo>
                    <a:lnTo>
                      <a:pt x="4879" y="5663"/>
                    </a:lnTo>
                    <a:lnTo>
                      <a:pt x="4715" y="5827"/>
                    </a:lnTo>
                    <a:lnTo>
                      <a:pt x="4560" y="5991"/>
                    </a:lnTo>
                    <a:lnTo>
                      <a:pt x="4405" y="6155"/>
                    </a:lnTo>
                    <a:lnTo>
                      <a:pt x="4250" y="6329"/>
                    </a:lnTo>
                    <a:lnTo>
                      <a:pt x="4113" y="6511"/>
                    </a:lnTo>
                    <a:lnTo>
                      <a:pt x="3967" y="6693"/>
                    </a:lnTo>
                    <a:lnTo>
                      <a:pt x="3840" y="6885"/>
                    </a:lnTo>
                    <a:lnTo>
                      <a:pt x="3712" y="7076"/>
                    </a:lnTo>
                    <a:lnTo>
                      <a:pt x="3593" y="7277"/>
                    </a:lnTo>
                    <a:lnTo>
                      <a:pt x="3475" y="7478"/>
                    </a:lnTo>
                    <a:lnTo>
                      <a:pt x="3365" y="7687"/>
                    </a:lnTo>
                    <a:lnTo>
                      <a:pt x="3183" y="7760"/>
                    </a:lnTo>
                    <a:lnTo>
                      <a:pt x="2992" y="7842"/>
                    </a:lnTo>
                    <a:lnTo>
                      <a:pt x="2818" y="7933"/>
                    </a:lnTo>
                    <a:lnTo>
                      <a:pt x="2645" y="8034"/>
                    </a:lnTo>
                    <a:lnTo>
                      <a:pt x="2472" y="8134"/>
                    </a:lnTo>
                    <a:lnTo>
                      <a:pt x="2308" y="8243"/>
                    </a:lnTo>
                    <a:lnTo>
                      <a:pt x="2144" y="8353"/>
                    </a:lnTo>
                    <a:lnTo>
                      <a:pt x="1988" y="8471"/>
                    </a:lnTo>
                    <a:lnTo>
                      <a:pt x="1833" y="8599"/>
                    </a:lnTo>
                    <a:lnTo>
                      <a:pt x="1688" y="8727"/>
                    </a:lnTo>
                    <a:lnTo>
                      <a:pt x="1551" y="8864"/>
                    </a:lnTo>
                    <a:lnTo>
                      <a:pt x="1414" y="9000"/>
                    </a:lnTo>
                    <a:lnTo>
                      <a:pt x="1286" y="9146"/>
                    </a:lnTo>
                    <a:lnTo>
                      <a:pt x="1159" y="9292"/>
                    </a:lnTo>
                    <a:lnTo>
                      <a:pt x="1040" y="9447"/>
                    </a:lnTo>
                    <a:lnTo>
                      <a:pt x="922" y="9611"/>
                    </a:lnTo>
                    <a:lnTo>
                      <a:pt x="821" y="9766"/>
                    </a:lnTo>
                    <a:lnTo>
                      <a:pt x="712" y="9940"/>
                    </a:lnTo>
                    <a:lnTo>
                      <a:pt x="621" y="10104"/>
                    </a:lnTo>
                    <a:lnTo>
                      <a:pt x="530" y="10277"/>
                    </a:lnTo>
                    <a:lnTo>
                      <a:pt x="447" y="10459"/>
                    </a:lnTo>
                    <a:lnTo>
                      <a:pt x="374" y="10633"/>
                    </a:lnTo>
                    <a:lnTo>
                      <a:pt x="302" y="10815"/>
                    </a:lnTo>
                    <a:lnTo>
                      <a:pt x="238" y="11006"/>
                    </a:lnTo>
                    <a:lnTo>
                      <a:pt x="183" y="11189"/>
                    </a:lnTo>
                    <a:lnTo>
                      <a:pt x="137" y="11380"/>
                    </a:lnTo>
                    <a:lnTo>
                      <a:pt x="92" y="11572"/>
                    </a:lnTo>
                    <a:lnTo>
                      <a:pt x="55" y="11772"/>
                    </a:lnTo>
                    <a:lnTo>
                      <a:pt x="37" y="11973"/>
                    </a:lnTo>
                    <a:lnTo>
                      <a:pt x="10" y="12164"/>
                    </a:lnTo>
                    <a:lnTo>
                      <a:pt x="1" y="12365"/>
                    </a:lnTo>
                    <a:lnTo>
                      <a:pt x="1" y="12575"/>
                    </a:lnTo>
                    <a:lnTo>
                      <a:pt x="1" y="12821"/>
                    </a:lnTo>
                    <a:lnTo>
                      <a:pt x="19" y="13067"/>
                    </a:lnTo>
                    <a:lnTo>
                      <a:pt x="46" y="13313"/>
                    </a:lnTo>
                    <a:lnTo>
                      <a:pt x="92" y="13560"/>
                    </a:lnTo>
                    <a:lnTo>
                      <a:pt x="147" y="13806"/>
                    </a:lnTo>
                    <a:lnTo>
                      <a:pt x="210" y="14043"/>
                    </a:lnTo>
                    <a:lnTo>
                      <a:pt x="283" y="14280"/>
                    </a:lnTo>
                    <a:lnTo>
                      <a:pt x="365" y="14508"/>
                    </a:lnTo>
                    <a:lnTo>
                      <a:pt x="283" y="14791"/>
                    </a:lnTo>
                    <a:lnTo>
                      <a:pt x="210" y="15073"/>
                    </a:lnTo>
                    <a:lnTo>
                      <a:pt x="147" y="15356"/>
                    </a:lnTo>
                    <a:lnTo>
                      <a:pt x="92" y="15639"/>
                    </a:lnTo>
                    <a:lnTo>
                      <a:pt x="46" y="15930"/>
                    </a:lnTo>
                    <a:lnTo>
                      <a:pt x="19" y="16222"/>
                    </a:lnTo>
                    <a:lnTo>
                      <a:pt x="1" y="16514"/>
                    </a:lnTo>
                    <a:lnTo>
                      <a:pt x="1" y="16806"/>
                    </a:lnTo>
                    <a:lnTo>
                      <a:pt x="1" y="17043"/>
                    </a:lnTo>
                    <a:lnTo>
                      <a:pt x="10" y="17289"/>
                    </a:lnTo>
                    <a:lnTo>
                      <a:pt x="37" y="17535"/>
                    </a:lnTo>
                    <a:lnTo>
                      <a:pt x="64" y="17772"/>
                    </a:lnTo>
                    <a:lnTo>
                      <a:pt x="101" y="18009"/>
                    </a:lnTo>
                    <a:lnTo>
                      <a:pt x="147" y="18247"/>
                    </a:lnTo>
                    <a:lnTo>
                      <a:pt x="192" y="18484"/>
                    </a:lnTo>
                    <a:lnTo>
                      <a:pt x="256" y="18712"/>
                    </a:lnTo>
                    <a:lnTo>
                      <a:pt x="320" y="18940"/>
                    </a:lnTo>
                    <a:lnTo>
                      <a:pt x="393" y="19168"/>
                    </a:lnTo>
                    <a:lnTo>
                      <a:pt x="475" y="19386"/>
                    </a:lnTo>
                    <a:lnTo>
                      <a:pt x="566" y="19605"/>
                    </a:lnTo>
                    <a:lnTo>
                      <a:pt x="657" y="19824"/>
                    </a:lnTo>
                    <a:lnTo>
                      <a:pt x="757" y="20043"/>
                    </a:lnTo>
                    <a:lnTo>
                      <a:pt x="867" y="20253"/>
                    </a:lnTo>
                    <a:lnTo>
                      <a:pt x="985" y="20453"/>
                    </a:lnTo>
                    <a:lnTo>
                      <a:pt x="1113" y="20654"/>
                    </a:lnTo>
                    <a:lnTo>
                      <a:pt x="1241" y="20854"/>
                    </a:lnTo>
                    <a:lnTo>
                      <a:pt x="1378" y="21046"/>
                    </a:lnTo>
                    <a:lnTo>
                      <a:pt x="1514" y="21237"/>
                    </a:lnTo>
                    <a:lnTo>
                      <a:pt x="1669" y="21420"/>
                    </a:lnTo>
                    <a:lnTo>
                      <a:pt x="1824" y="21602"/>
                    </a:lnTo>
                    <a:lnTo>
                      <a:pt x="1979" y="21775"/>
                    </a:lnTo>
                    <a:lnTo>
                      <a:pt x="2153" y="21949"/>
                    </a:lnTo>
                    <a:lnTo>
                      <a:pt x="2317" y="22113"/>
                    </a:lnTo>
                    <a:lnTo>
                      <a:pt x="2499" y="22277"/>
                    </a:lnTo>
                    <a:lnTo>
                      <a:pt x="2681" y="22423"/>
                    </a:lnTo>
                    <a:lnTo>
                      <a:pt x="2873" y="22578"/>
                    </a:lnTo>
                    <a:lnTo>
                      <a:pt x="3064" y="22715"/>
                    </a:lnTo>
                    <a:lnTo>
                      <a:pt x="3265" y="22851"/>
                    </a:lnTo>
                    <a:lnTo>
                      <a:pt x="3475" y="22979"/>
                    </a:lnTo>
                    <a:lnTo>
                      <a:pt x="3685" y="23107"/>
                    </a:lnTo>
                    <a:lnTo>
                      <a:pt x="3730" y="23426"/>
                    </a:lnTo>
                    <a:lnTo>
                      <a:pt x="3794" y="23745"/>
                    </a:lnTo>
                    <a:lnTo>
                      <a:pt x="3867" y="24055"/>
                    </a:lnTo>
                    <a:lnTo>
                      <a:pt x="3958" y="24365"/>
                    </a:lnTo>
                    <a:lnTo>
                      <a:pt x="4058" y="24666"/>
                    </a:lnTo>
                    <a:lnTo>
                      <a:pt x="4177" y="24967"/>
                    </a:lnTo>
                    <a:lnTo>
                      <a:pt x="4305" y="25259"/>
                    </a:lnTo>
                    <a:lnTo>
                      <a:pt x="4441" y="25541"/>
                    </a:lnTo>
                    <a:lnTo>
                      <a:pt x="4596" y="25824"/>
                    </a:lnTo>
                    <a:lnTo>
                      <a:pt x="4761" y="26098"/>
                    </a:lnTo>
                    <a:lnTo>
                      <a:pt x="4943" y="26362"/>
                    </a:lnTo>
                    <a:lnTo>
                      <a:pt x="5134" y="26627"/>
                    </a:lnTo>
                    <a:lnTo>
                      <a:pt x="5335" y="26873"/>
                    </a:lnTo>
                    <a:lnTo>
                      <a:pt x="5545" y="27119"/>
                    </a:lnTo>
                    <a:lnTo>
                      <a:pt x="5773" y="27347"/>
                    </a:lnTo>
                    <a:lnTo>
                      <a:pt x="6010" y="27575"/>
                    </a:lnTo>
                    <a:lnTo>
                      <a:pt x="6265" y="27794"/>
                    </a:lnTo>
                    <a:lnTo>
                      <a:pt x="6520" y="28003"/>
                    </a:lnTo>
                    <a:lnTo>
                      <a:pt x="6794" y="28195"/>
                    </a:lnTo>
                    <a:lnTo>
                      <a:pt x="7077" y="28377"/>
                    </a:lnTo>
                    <a:lnTo>
                      <a:pt x="7359" y="28541"/>
                    </a:lnTo>
                    <a:lnTo>
                      <a:pt x="7651" y="28696"/>
                    </a:lnTo>
                    <a:lnTo>
                      <a:pt x="7952" y="28842"/>
                    </a:lnTo>
                    <a:lnTo>
                      <a:pt x="8262" y="28961"/>
                    </a:lnTo>
                    <a:lnTo>
                      <a:pt x="8572" y="29079"/>
                    </a:lnTo>
                    <a:lnTo>
                      <a:pt x="8891" y="29171"/>
                    </a:lnTo>
                    <a:lnTo>
                      <a:pt x="9210" y="29253"/>
                    </a:lnTo>
                    <a:lnTo>
                      <a:pt x="9530" y="29326"/>
                    </a:lnTo>
                    <a:lnTo>
                      <a:pt x="9858" y="29380"/>
                    </a:lnTo>
                    <a:lnTo>
                      <a:pt x="10195" y="29417"/>
                    </a:lnTo>
                    <a:lnTo>
                      <a:pt x="10524" y="29444"/>
                    </a:lnTo>
                    <a:lnTo>
                      <a:pt x="10861" y="29453"/>
                    </a:lnTo>
                    <a:lnTo>
                      <a:pt x="11171" y="29444"/>
                    </a:lnTo>
                    <a:lnTo>
                      <a:pt x="11472" y="29426"/>
                    </a:lnTo>
                    <a:lnTo>
                      <a:pt x="11773" y="29389"/>
                    </a:lnTo>
                    <a:lnTo>
                      <a:pt x="12074" y="29344"/>
                    </a:lnTo>
                    <a:lnTo>
                      <a:pt x="12365" y="29289"/>
                    </a:lnTo>
                    <a:lnTo>
                      <a:pt x="12657" y="29225"/>
                    </a:lnTo>
                    <a:lnTo>
                      <a:pt x="12940" y="29143"/>
                    </a:lnTo>
                    <a:lnTo>
                      <a:pt x="13223" y="29052"/>
                    </a:lnTo>
                    <a:lnTo>
                      <a:pt x="13496" y="28952"/>
                    </a:lnTo>
                    <a:lnTo>
                      <a:pt x="13770" y="28833"/>
                    </a:lnTo>
                    <a:lnTo>
                      <a:pt x="14034" y="28715"/>
                    </a:lnTo>
                    <a:lnTo>
                      <a:pt x="14289" y="28578"/>
                    </a:lnTo>
                    <a:lnTo>
                      <a:pt x="14545" y="28432"/>
                    </a:lnTo>
                    <a:lnTo>
                      <a:pt x="14800" y="28277"/>
                    </a:lnTo>
                    <a:lnTo>
                      <a:pt x="15037" y="28113"/>
                    </a:lnTo>
                    <a:lnTo>
                      <a:pt x="15274" y="27940"/>
                    </a:lnTo>
                    <a:lnTo>
                      <a:pt x="15502" y="27757"/>
                    </a:lnTo>
                    <a:lnTo>
                      <a:pt x="15721" y="27566"/>
                    </a:lnTo>
                    <a:lnTo>
                      <a:pt x="15931" y="27365"/>
                    </a:lnTo>
                    <a:lnTo>
                      <a:pt x="16141" y="27155"/>
                    </a:lnTo>
                    <a:lnTo>
                      <a:pt x="16332" y="26946"/>
                    </a:lnTo>
                    <a:lnTo>
                      <a:pt x="16524" y="26718"/>
                    </a:lnTo>
                    <a:lnTo>
                      <a:pt x="16697" y="26481"/>
                    </a:lnTo>
                    <a:lnTo>
                      <a:pt x="16870" y="26244"/>
                    </a:lnTo>
                    <a:lnTo>
                      <a:pt x="17025" y="25997"/>
                    </a:lnTo>
                    <a:lnTo>
                      <a:pt x="17180" y="25742"/>
                    </a:lnTo>
                    <a:lnTo>
                      <a:pt x="17317" y="25487"/>
                    </a:lnTo>
                    <a:lnTo>
                      <a:pt x="17445" y="25213"/>
                    </a:lnTo>
                    <a:lnTo>
                      <a:pt x="17563" y="24940"/>
                    </a:lnTo>
                    <a:lnTo>
                      <a:pt x="17673" y="24666"/>
                    </a:lnTo>
                    <a:lnTo>
                      <a:pt x="17764" y="24374"/>
                    </a:lnTo>
                    <a:lnTo>
                      <a:pt x="17855" y="24082"/>
                    </a:lnTo>
                    <a:lnTo>
                      <a:pt x="18065" y="24228"/>
                    </a:lnTo>
                    <a:lnTo>
                      <a:pt x="18274" y="24365"/>
                    </a:lnTo>
                    <a:lnTo>
                      <a:pt x="18493" y="24484"/>
                    </a:lnTo>
                    <a:lnTo>
                      <a:pt x="18712" y="24602"/>
                    </a:lnTo>
                    <a:lnTo>
                      <a:pt x="18940" y="24712"/>
                    </a:lnTo>
                    <a:lnTo>
                      <a:pt x="19168" y="24812"/>
                    </a:lnTo>
                    <a:lnTo>
                      <a:pt x="19405" y="24903"/>
                    </a:lnTo>
                    <a:lnTo>
                      <a:pt x="19642" y="24985"/>
                    </a:lnTo>
                    <a:lnTo>
                      <a:pt x="19879" y="25058"/>
                    </a:lnTo>
                    <a:lnTo>
                      <a:pt x="20125" y="25113"/>
                    </a:lnTo>
                    <a:lnTo>
                      <a:pt x="20362" y="25168"/>
                    </a:lnTo>
                    <a:lnTo>
                      <a:pt x="20618" y="25213"/>
                    </a:lnTo>
                    <a:lnTo>
                      <a:pt x="20864" y="25250"/>
                    </a:lnTo>
                    <a:lnTo>
                      <a:pt x="21110" y="25268"/>
                    </a:lnTo>
                    <a:lnTo>
                      <a:pt x="21366" y="25286"/>
                    </a:lnTo>
                    <a:lnTo>
                      <a:pt x="21612" y="25295"/>
                    </a:lnTo>
                    <a:lnTo>
                      <a:pt x="21840" y="25286"/>
                    </a:lnTo>
                    <a:lnTo>
                      <a:pt x="22068" y="25277"/>
                    </a:lnTo>
                    <a:lnTo>
                      <a:pt x="22287" y="25259"/>
                    </a:lnTo>
                    <a:lnTo>
                      <a:pt x="22505" y="25231"/>
                    </a:lnTo>
                    <a:lnTo>
                      <a:pt x="22724" y="25195"/>
                    </a:lnTo>
                    <a:lnTo>
                      <a:pt x="22943" y="25158"/>
                    </a:lnTo>
                    <a:lnTo>
                      <a:pt x="23153" y="25113"/>
                    </a:lnTo>
                    <a:lnTo>
                      <a:pt x="23363" y="25058"/>
                    </a:lnTo>
                    <a:lnTo>
                      <a:pt x="23572" y="24994"/>
                    </a:lnTo>
                    <a:lnTo>
                      <a:pt x="23782" y="24921"/>
                    </a:lnTo>
                    <a:lnTo>
                      <a:pt x="23983" y="24848"/>
                    </a:lnTo>
                    <a:lnTo>
                      <a:pt x="24183" y="24766"/>
                    </a:lnTo>
                    <a:lnTo>
                      <a:pt x="24384" y="24675"/>
                    </a:lnTo>
                    <a:lnTo>
                      <a:pt x="24575" y="24584"/>
                    </a:lnTo>
                    <a:lnTo>
                      <a:pt x="24767" y="24484"/>
                    </a:lnTo>
                    <a:lnTo>
                      <a:pt x="24949" y="24374"/>
                    </a:lnTo>
                    <a:lnTo>
                      <a:pt x="25132" y="24265"/>
                    </a:lnTo>
                    <a:lnTo>
                      <a:pt x="25314" y="24137"/>
                    </a:lnTo>
                    <a:lnTo>
                      <a:pt x="25487" y="24019"/>
                    </a:lnTo>
                    <a:lnTo>
                      <a:pt x="25660" y="23882"/>
                    </a:lnTo>
                    <a:lnTo>
                      <a:pt x="25825" y="23745"/>
                    </a:lnTo>
                    <a:lnTo>
                      <a:pt x="25989" y="23599"/>
                    </a:lnTo>
                    <a:lnTo>
                      <a:pt x="26144" y="23453"/>
                    </a:lnTo>
                    <a:lnTo>
                      <a:pt x="26299" y="23298"/>
                    </a:lnTo>
                    <a:lnTo>
                      <a:pt x="26445" y="23143"/>
                    </a:lnTo>
                    <a:lnTo>
                      <a:pt x="26591" y="22970"/>
                    </a:lnTo>
                    <a:lnTo>
                      <a:pt x="26727" y="22806"/>
                    </a:lnTo>
                    <a:lnTo>
                      <a:pt x="26864" y="22623"/>
                    </a:lnTo>
                    <a:lnTo>
                      <a:pt x="26983" y="22450"/>
                    </a:lnTo>
                    <a:lnTo>
                      <a:pt x="27110" y="22259"/>
                    </a:lnTo>
                    <a:lnTo>
                      <a:pt x="27220" y="22067"/>
                    </a:lnTo>
                    <a:lnTo>
                      <a:pt x="27329" y="21876"/>
                    </a:lnTo>
                    <a:lnTo>
                      <a:pt x="27411" y="21876"/>
                    </a:lnTo>
                    <a:lnTo>
                      <a:pt x="27584" y="21867"/>
                    </a:lnTo>
                    <a:lnTo>
                      <a:pt x="27758" y="21858"/>
                    </a:lnTo>
                    <a:lnTo>
                      <a:pt x="27922" y="21839"/>
                    </a:lnTo>
                    <a:lnTo>
                      <a:pt x="28095" y="21812"/>
                    </a:lnTo>
                    <a:lnTo>
                      <a:pt x="28259" y="21785"/>
                    </a:lnTo>
                    <a:lnTo>
                      <a:pt x="28423" y="21739"/>
                    </a:lnTo>
                    <a:lnTo>
                      <a:pt x="28587" y="21693"/>
                    </a:lnTo>
                    <a:lnTo>
                      <a:pt x="28752" y="21639"/>
                    </a:lnTo>
                    <a:lnTo>
                      <a:pt x="28916" y="21575"/>
                    </a:lnTo>
                    <a:lnTo>
                      <a:pt x="29071" y="21511"/>
                    </a:lnTo>
                    <a:lnTo>
                      <a:pt x="29217" y="21429"/>
                    </a:lnTo>
                    <a:lnTo>
                      <a:pt x="29372" y="21356"/>
                    </a:lnTo>
                    <a:lnTo>
                      <a:pt x="29518" y="21265"/>
                    </a:lnTo>
                    <a:lnTo>
                      <a:pt x="29663" y="21165"/>
                    </a:lnTo>
                    <a:lnTo>
                      <a:pt x="29800" y="21064"/>
                    </a:lnTo>
                    <a:lnTo>
                      <a:pt x="29937" y="20955"/>
                    </a:lnTo>
                    <a:lnTo>
                      <a:pt x="30229" y="21009"/>
                    </a:lnTo>
                    <a:lnTo>
                      <a:pt x="30521" y="21037"/>
                    </a:lnTo>
                    <a:lnTo>
                      <a:pt x="30812" y="21055"/>
                    </a:lnTo>
                    <a:lnTo>
                      <a:pt x="31104" y="21064"/>
                    </a:lnTo>
                    <a:lnTo>
                      <a:pt x="31442" y="21055"/>
                    </a:lnTo>
                    <a:lnTo>
                      <a:pt x="31770" y="21028"/>
                    </a:lnTo>
                    <a:lnTo>
                      <a:pt x="32098" y="20991"/>
                    </a:lnTo>
                    <a:lnTo>
                      <a:pt x="32417" y="20937"/>
                    </a:lnTo>
                    <a:lnTo>
                      <a:pt x="32727" y="20864"/>
                    </a:lnTo>
                    <a:lnTo>
                      <a:pt x="33037" y="20772"/>
                    </a:lnTo>
                    <a:lnTo>
                      <a:pt x="33338" y="20672"/>
                    </a:lnTo>
                    <a:lnTo>
                      <a:pt x="33630" y="20554"/>
                    </a:lnTo>
                    <a:lnTo>
                      <a:pt x="33922" y="20426"/>
                    </a:lnTo>
                    <a:lnTo>
                      <a:pt x="34195" y="20280"/>
                    </a:lnTo>
                    <a:lnTo>
                      <a:pt x="34469" y="20125"/>
                    </a:lnTo>
                    <a:lnTo>
                      <a:pt x="34733" y="19952"/>
                    </a:lnTo>
                    <a:lnTo>
                      <a:pt x="34989" y="19769"/>
                    </a:lnTo>
                    <a:lnTo>
                      <a:pt x="35235" y="19578"/>
                    </a:lnTo>
                    <a:lnTo>
                      <a:pt x="35472" y="19377"/>
                    </a:lnTo>
                    <a:lnTo>
                      <a:pt x="35700" y="19158"/>
                    </a:lnTo>
                    <a:lnTo>
                      <a:pt x="35910" y="18940"/>
                    </a:lnTo>
                    <a:lnTo>
                      <a:pt x="36110" y="18702"/>
                    </a:lnTo>
                    <a:lnTo>
                      <a:pt x="36311" y="18456"/>
                    </a:lnTo>
                    <a:lnTo>
                      <a:pt x="36493" y="18201"/>
                    </a:lnTo>
                    <a:lnTo>
                      <a:pt x="36657" y="17937"/>
                    </a:lnTo>
                    <a:lnTo>
                      <a:pt x="36812" y="17663"/>
                    </a:lnTo>
                    <a:lnTo>
                      <a:pt x="36958" y="17380"/>
                    </a:lnTo>
                    <a:lnTo>
                      <a:pt x="37086" y="17098"/>
                    </a:lnTo>
                    <a:lnTo>
                      <a:pt x="37205" y="16806"/>
                    </a:lnTo>
                    <a:lnTo>
                      <a:pt x="37305" y="16505"/>
                    </a:lnTo>
                    <a:lnTo>
                      <a:pt x="37396" y="16195"/>
                    </a:lnTo>
                    <a:lnTo>
                      <a:pt x="37469" y="15876"/>
                    </a:lnTo>
                    <a:lnTo>
                      <a:pt x="37524" y="15557"/>
                    </a:lnTo>
                    <a:lnTo>
                      <a:pt x="37569" y="15237"/>
                    </a:lnTo>
                    <a:lnTo>
                      <a:pt x="37588" y="14909"/>
                    </a:lnTo>
                    <a:lnTo>
                      <a:pt x="37597" y="14572"/>
                    </a:lnTo>
                    <a:lnTo>
                      <a:pt x="37597" y="14280"/>
                    </a:lnTo>
                    <a:lnTo>
                      <a:pt x="37569" y="13988"/>
                    </a:lnTo>
                    <a:lnTo>
                      <a:pt x="37542" y="13696"/>
                    </a:lnTo>
                    <a:lnTo>
                      <a:pt x="37496" y="13414"/>
                    </a:lnTo>
                    <a:lnTo>
                      <a:pt x="37442" y="13131"/>
                    </a:lnTo>
                    <a:lnTo>
                      <a:pt x="37369" y="12848"/>
                    </a:lnTo>
                    <a:lnTo>
                      <a:pt x="37287" y="12575"/>
                    </a:lnTo>
                    <a:lnTo>
                      <a:pt x="37186" y="12301"/>
                    </a:lnTo>
                    <a:lnTo>
                      <a:pt x="37086" y="12037"/>
                    </a:lnTo>
                    <a:lnTo>
                      <a:pt x="36967" y="11772"/>
                    </a:lnTo>
                    <a:lnTo>
                      <a:pt x="36831" y="11517"/>
                    </a:lnTo>
                    <a:lnTo>
                      <a:pt x="36694" y="11262"/>
                    </a:lnTo>
                    <a:lnTo>
                      <a:pt x="36539" y="11016"/>
                    </a:lnTo>
                    <a:lnTo>
                      <a:pt x="36375" y="10778"/>
                    </a:lnTo>
                    <a:lnTo>
                      <a:pt x="36202" y="10541"/>
                    </a:lnTo>
                    <a:lnTo>
                      <a:pt x="36010" y="10323"/>
                    </a:lnTo>
                    <a:lnTo>
                      <a:pt x="36037" y="10067"/>
                    </a:lnTo>
                    <a:lnTo>
                      <a:pt x="36047" y="9830"/>
                    </a:lnTo>
                    <a:lnTo>
                      <a:pt x="36037" y="9593"/>
                    </a:lnTo>
                    <a:lnTo>
                      <a:pt x="36019" y="9365"/>
                    </a:lnTo>
                    <a:lnTo>
                      <a:pt x="35992" y="9137"/>
                    </a:lnTo>
                    <a:lnTo>
                      <a:pt x="35946" y="8909"/>
                    </a:lnTo>
                    <a:lnTo>
                      <a:pt x="35901" y="8690"/>
                    </a:lnTo>
                    <a:lnTo>
                      <a:pt x="35837" y="8471"/>
                    </a:lnTo>
                    <a:lnTo>
                      <a:pt x="35764" y="8262"/>
                    </a:lnTo>
                    <a:lnTo>
                      <a:pt x="35682" y="8052"/>
                    </a:lnTo>
                    <a:lnTo>
                      <a:pt x="35591" y="7851"/>
                    </a:lnTo>
                    <a:lnTo>
                      <a:pt x="35490" y="7660"/>
                    </a:lnTo>
                    <a:lnTo>
                      <a:pt x="35381" y="7468"/>
                    </a:lnTo>
                    <a:lnTo>
                      <a:pt x="35262" y="7277"/>
                    </a:lnTo>
                    <a:lnTo>
                      <a:pt x="35135" y="7104"/>
                    </a:lnTo>
                    <a:lnTo>
                      <a:pt x="34998" y="6930"/>
                    </a:lnTo>
                    <a:lnTo>
                      <a:pt x="34852" y="6766"/>
                    </a:lnTo>
                    <a:lnTo>
                      <a:pt x="34706" y="6602"/>
                    </a:lnTo>
                    <a:lnTo>
                      <a:pt x="34542" y="6456"/>
                    </a:lnTo>
                    <a:lnTo>
                      <a:pt x="34378" y="6310"/>
                    </a:lnTo>
                    <a:lnTo>
                      <a:pt x="34205" y="6174"/>
                    </a:lnTo>
                    <a:lnTo>
                      <a:pt x="34031" y="6046"/>
                    </a:lnTo>
                    <a:lnTo>
                      <a:pt x="33840" y="5927"/>
                    </a:lnTo>
                    <a:lnTo>
                      <a:pt x="33648" y="5818"/>
                    </a:lnTo>
                    <a:lnTo>
                      <a:pt x="33457" y="5718"/>
                    </a:lnTo>
                    <a:lnTo>
                      <a:pt x="33256" y="5626"/>
                    </a:lnTo>
                    <a:lnTo>
                      <a:pt x="33046" y="5544"/>
                    </a:lnTo>
                    <a:lnTo>
                      <a:pt x="32837" y="5471"/>
                    </a:lnTo>
                    <a:lnTo>
                      <a:pt x="32618" y="5408"/>
                    </a:lnTo>
                    <a:lnTo>
                      <a:pt x="32399" y="5362"/>
                    </a:lnTo>
                    <a:lnTo>
                      <a:pt x="32171" y="5316"/>
                    </a:lnTo>
                    <a:lnTo>
                      <a:pt x="31943" y="5289"/>
                    </a:lnTo>
                    <a:lnTo>
                      <a:pt x="31715" y="5271"/>
                    </a:lnTo>
                    <a:lnTo>
                      <a:pt x="31323" y="5271"/>
                    </a:lnTo>
                    <a:lnTo>
                      <a:pt x="31159" y="5280"/>
                    </a:lnTo>
                    <a:lnTo>
                      <a:pt x="31104" y="5107"/>
                    </a:lnTo>
                    <a:lnTo>
                      <a:pt x="31031" y="4933"/>
                    </a:lnTo>
                    <a:lnTo>
                      <a:pt x="30958" y="4760"/>
                    </a:lnTo>
                    <a:lnTo>
                      <a:pt x="30885" y="4596"/>
                    </a:lnTo>
                    <a:lnTo>
                      <a:pt x="30803" y="4441"/>
                    </a:lnTo>
                    <a:lnTo>
                      <a:pt x="30712" y="4277"/>
                    </a:lnTo>
                    <a:lnTo>
                      <a:pt x="30612" y="4131"/>
                    </a:lnTo>
                    <a:lnTo>
                      <a:pt x="30512" y="3976"/>
                    </a:lnTo>
                    <a:lnTo>
                      <a:pt x="30402" y="3839"/>
                    </a:lnTo>
                    <a:lnTo>
                      <a:pt x="30293" y="3693"/>
                    </a:lnTo>
                    <a:lnTo>
                      <a:pt x="30174" y="3566"/>
                    </a:lnTo>
                    <a:lnTo>
                      <a:pt x="30046" y="3438"/>
                    </a:lnTo>
                    <a:lnTo>
                      <a:pt x="29919" y="3310"/>
                    </a:lnTo>
                    <a:lnTo>
                      <a:pt x="29791" y="3192"/>
                    </a:lnTo>
                    <a:lnTo>
                      <a:pt x="29654" y="3073"/>
                    </a:lnTo>
                    <a:lnTo>
                      <a:pt x="29508" y="2973"/>
                    </a:lnTo>
                    <a:lnTo>
                      <a:pt x="29363" y="2864"/>
                    </a:lnTo>
                    <a:lnTo>
                      <a:pt x="29217" y="2772"/>
                    </a:lnTo>
                    <a:lnTo>
                      <a:pt x="29062" y="2681"/>
                    </a:lnTo>
                    <a:lnTo>
                      <a:pt x="28907" y="2590"/>
                    </a:lnTo>
                    <a:lnTo>
                      <a:pt x="28742" y="2517"/>
                    </a:lnTo>
                    <a:lnTo>
                      <a:pt x="28587" y="2444"/>
                    </a:lnTo>
                    <a:lnTo>
                      <a:pt x="28414" y="2371"/>
                    </a:lnTo>
                    <a:lnTo>
                      <a:pt x="28250" y="2316"/>
                    </a:lnTo>
                    <a:lnTo>
                      <a:pt x="28077" y="2262"/>
                    </a:lnTo>
                    <a:lnTo>
                      <a:pt x="27904" y="2216"/>
                    </a:lnTo>
                    <a:lnTo>
                      <a:pt x="27721" y="2171"/>
                    </a:lnTo>
                    <a:lnTo>
                      <a:pt x="27548" y="2143"/>
                    </a:lnTo>
                    <a:lnTo>
                      <a:pt x="27366" y="2116"/>
                    </a:lnTo>
                    <a:lnTo>
                      <a:pt x="27183" y="2098"/>
                    </a:lnTo>
                    <a:lnTo>
                      <a:pt x="26992" y="2079"/>
                    </a:lnTo>
                    <a:lnTo>
                      <a:pt x="26809" y="2079"/>
                    </a:lnTo>
                    <a:lnTo>
                      <a:pt x="26609" y="2088"/>
                    </a:lnTo>
                    <a:lnTo>
                      <a:pt x="26408" y="2098"/>
                    </a:lnTo>
                    <a:lnTo>
                      <a:pt x="26208" y="2116"/>
                    </a:lnTo>
                    <a:lnTo>
                      <a:pt x="26007" y="2152"/>
                    </a:lnTo>
                    <a:lnTo>
                      <a:pt x="25815" y="2189"/>
                    </a:lnTo>
                    <a:lnTo>
                      <a:pt x="25615" y="2234"/>
                    </a:lnTo>
                    <a:lnTo>
                      <a:pt x="25423" y="2298"/>
                    </a:lnTo>
                    <a:lnTo>
                      <a:pt x="25232" y="2362"/>
                    </a:lnTo>
                    <a:lnTo>
                      <a:pt x="25004" y="2207"/>
                    </a:lnTo>
                    <a:lnTo>
                      <a:pt x="24776" y="2070"/>
                    </a:lnTo>
                    <a:lnTo>
                      <a:pt x="24539" y="1943"/>
                    </a:lnTo>
                    <a:lnTo>
                      <a:pt x="24293" y="1824"/>
                    </a:lnTo>
                    <a:lnTo>
                      <a:pt x="24056" y="1705"/>
                    </a:lnTo>
                    <a:lnTo>
                      <a:pt x="23800" y="1605"/>
                    </a:lnTo>
                    <a:lnTo>
                      <a:pt x="23554" y="1514"/>
                    </a:lnTo>
                    <a:lnTo>
                      <a:pt x="23299" y="1432"/>
                    </a:lnTo>
                    <a:lnTo>
                      <a:pt x="23043" y="1359"/>
                    </a:lnTo>
                    <a:lnTo>
                      <a:pt x="22779" y="1286"/>
                    </a:lnTo>
                    <a:lnTo>
                      <a:pt x="22514" y="1231"/>
                    </a:lnTo>
                    <a:lnTo>
                      <a:pt x="22250" y="1195"/>
                    </a:lnTo>
                    <a:lnTo>
                      <a:pt x="21986" y="1158"/>
                    </a:lnTo>
                    <a:lnTo>
                      <a:pt x="21712" y="1131"/>
                    </a:lnTo>
                    <a:lnTo>
                      <a:pt x="21448" y="1113"/>
                    </a:lnTo>
                    <a:lnTo>
                      <a:pt x="21174" y="1113"/>
                    </a:lnTo>
                    <a:lnTo>
                      <a:pt x="20773" y="1122"/>
                    </a:lnTo>
                    <a:lnTo>
                      <a:pt x="20381" y="1149"/>
                    </a:lnTo>
                    <a:lnTo>
                      <a:pt x="19998" y="1204"/>
                    </a:lnTo>
                    <a:lnTo>
                      <a:pt x="19615" y="1277"/>
                    </a:lnTo>
                    <a:lnTo>
                      <a:pt x="19232" y="1377"/>
                    </a:lnTo>
                    <a:lnTo>
                      <a:pt x="18858" y="1487"/>
                    </a:lnTo>
                    <a:lnTo>
                      <a:pt x="18493" y="1623"/>
                    </a:lnTo>
                    <a:lnTo>
                      <a:pt x="18128" y="1778"/>
                    </a:lnTo>
                    <a:lnTo>
                      <a:pt x="17937" y="1578"/>
                    </a:lnTo>
                    <a:lnTo>
                      <a:pt x="17736" y="1377"/>
                    </a:lnTo>
                    <a:lnTo>
                      <a:pt x="17527" y="1195"/>
                    </a:lnTo>
                    <a:lnTo>
                      <a:pt x="17308" y="1022"/>
                    </a:lnTo>
                    <a:lnTo>
                      <a:pt x="17080" y="867"/>
                    </a:lnTo>
                    <a:lnTo>
                      <a:pt x="16852" y="721"/>
                    </a:lnTo>
                    <a:lnTo>
                      <a:pt x="16606" y="584"/>
                    </a:lnTo>
                    <a:lnTo>
                      <a:pt x="16359" y="465"/>
                    </a:lnTo>
                    <a:lnTo>
                      <a:pt x="16104" y="356"/>
                    </a:lnTo>
                    <a:lnTo>
                      <a:pt x="15849" y="265"/>
                    </a:lnTo>
                    <a:lnTo>
                      <a:pt x="15584" y="183"/>
                    </a:lnTo>
                    <a:lnTo>
                      <a:pt x="15311" y="119"/>
                    </a:lnTo>
                    <a:lnTo>
                      <a:pt x="15037" y="64"/>
                    </a:lnTo>
                    <a:lnTo>
                      <a:pt x="14764" y="28"/>
                    </a:lnTo>
                    <a:lnTo>
                      <a:pt x="14481" y="9"/>
                    </a:lnTo>
                    <a:lnTo>
                      <a:pt x="1419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3"/>
              <p:cNvSpPr/>
              <p:nvPr/>
            </p:nvSpPr>
            <p:spPr>
              <a:xfrm>
                <a:off x="3987580" y="3705378"/>
                <a:ext cx="218117" cy="126943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2463" extrusionOk="0">
                    <a:moveTo>
                      <a:pt x="3739" y="1"/>
                    </a:moveTo>
                    <a:lnTo>
                      <a:pt x="3685" y="138"/>
                    </a:lnTo>
                    <a:lnTo>
                      <a:pt x="3630" y="265"/>
                    </a:lnTo>
                    <a:lnTo>
                      <a:pt x="3575" y="393"/>
                    </a:lnTo>
                    <a:lnTo>
                      <a:pt x="3511" y="511"/>
                    </a:lnTo>
                    <a:lnTo>
                      <a:pt x="3438" y="630"/>
                    </a:lnTo>
                    <a:lnTo>
                      <a:pt x="3356" y="748"/>
                    </a:lnTo>
                    <a:lnTo>
                      <a:pt x="3274" y="858"/>
                    </a:lnTo>
                    <a:lnTo>
                      <a:pt x="3192" y="958"/>
                    </a:lnTo>
                    <a:lnTo>
                      <a:pt x="3101" y="1058"/>
                    </a:lnTo>
                    <a:lnTo>
                      <a:pt x="3001" y="1159"/>
                    </a:lnTo>
                    <a:lnTo>
                      <a:pt x="2900" y="1250"/>
                    </a:lnTo>
                    <a:lnTo>
                      <a:pt x="2791" y="1341"/>
                    </a:lnTo>
                    <a:lnTo>
                      <a:pt x="2682" y="1423"/>
                    </a:lnTo>
                    <a:lnTo>
                      <a:pt x="2563" y="1496"/>
                    </a:lnTo>
                    <a:lnTo>
                      <a:pt x="2444" y="1569"/>
                    </a:lnTo>
                    <a:lnTo>
                      <a:pt x="2317" y="1633"/>
                    </a:lnTo>
                    <a:lnTo>
                      <a:pt x="2189" y="1697"/>
                    </a:lnTo>
                    <a:lnTo>
                      <a:pt x="2061" y="1751"/>
                    </a:lnTo>
                    <a:lnTo>
                      <a:pt x="1934" y="1797"/>
                    </a:lnTo>
                    <a:lnTo>
                      <a:pt x="1797" y="1834"/>
                    </a:lnTo>
                    <a:lnTo>
                      <a:pt x="1669" y="1870"/>
                    </a:lnTo>
                    <a:lnTo>
                      <a:pt x="1533" y="1897"/>
                    </a:lnTo>
                    <a:lnTo>
                      <a:pt x="1396" y="1916"/>
                    </a:lnTo>
                    <a:lnTo>
                      <a:pt x="1259" y="1925"/>
                    </a:lnTo>
                    <a:lnTo>
                      <a:pt x="1122" y="1934"/>
                    </a:lnTo>
                    <a:lnTo>
                      <a:pt x="985" y="1934"/>
                    </a:lnTo>
                    <a:lnTo>
                      <a:pt x="849" y="1925"/>
                    </a:lnTo>
                    <a:lnTo>
                      <a:pt x="712" y="1907"/>
                    </a:lnTo>
                    <a:lnTo>
                      <a:pt x="575" y="1888"/>
                    </a:lnTo>
                    <a:lnTo>
                      <a:pt x="438" y="1861"/>
                    </a:lnTo>
                    <a:lnTo>
                      <a:pt x="302" y="1824"/>
                    </a:lnTo>
                    <a:lnTo>
                      <a:pt x="165" y="1788"/>
                    </a:lnTo>
                    <a:lnTo>
                      <a:pt x="1" y="2280"/>
                    </a:lnTo>
                    <a:lnTo>
                      <a:pt x="128" y="2326"/>
                    </a:lnTo>
                    <a:lnTo>
                      <a:pt x="265" y="2362"/>
                    </a:lnTo>
                    <a:lnTo>
                      <a:pt x="393" y="2390"/>
                    </a:lnTo>
                    <a:lnTo>
                      <a:pt x="530" y="2417"/>
                    </a:lnTo>
                    <a:lnTo>
                      <a:pt x="794" y="2445"/>
                    </a:lnTo>
                    <a:lnTo>
                      <a:pt x="1068" y="2463"/>
                    </a:lnTo>
                    <a:lnTo>
                      <a:pt x="1259" y="2454"/>
                    </a:lnTo>
                    <a:lnTo>
                      <a:pt x="1451" y="2435"/>
                    </a:lnTo>
                    <a:lnTo>
                      <a:pt x="1633" y="2408"/>
                    </a:lnTo>
                    <a:lnTo>
                      <a:pt x="1824" y="2372"/>
                    </a:lnTo>
                    <a:lnTo>
                      <a:pt x="2016" y="2317"/>
                    </a:lnTo>
                    <a:lnTo>
                      <a:pt x="2198" y="2262"/>
                    </a:lnTo>
                    <a:lnTo>
                      <a:pt x="2381" y="2189"/>
                    </a:lnTo>
                    <a:lnTo>
                      <a:pt x="2554" y="2107"/>
                    </a:lnTo>
                    <a:lnTo>
                      <a:pt x="2700" y="2025"/>
                    </a:lnTo>
                    <a:lnTo>
                      <a:pt x="2846" y="1943"/>
                    </a:lnTo>
                    <a:lnTo>
                      <a:pt x="2982" y="1852"/>
                    </a:lnTo>
                    <a:lnTo>
                      <a:pt x="3119" y="1751"/>
                    </a:lnTo>
                    <a:lnTo>
                      <a:pt x="3238" y="1651"/>
                    </a:lnTo>
                    <a:lnTo>
                      <a:pt x="3365" y="1542"/>
                    </a:lnTo>
                    <a:lnTo>
                      <a:pt x="3475" y="1423"/>
                    </a:lnTo>
                    <a:lnTo>
                      <a:pt x="3584" y="1305"/>
                    </a:lnTo>
                    <a:lnTo>
                      <a:pt x="3694" y="1177"/>
                    </a:lnTo>
                    <a:lnTo>
                      <a:pt x="3785" y="1049"/>
                    </a:lnTo>
                    <a:lnTo>
                      <a:pt x="3876" y="913"/>
                    </a:lnTo>
                    <a:lnTo>
                      <a:pt x="3967" y="776"/>
                    </a:lnTo>
                    <a:lnTo>
                      <a:pt x="4040" y="630"/>
                    </a:lnTo>
                    <a:lnTo>
                      <a:pt x="4113" y="484"/>
                    </a:lnTo>
                    <a:lnTo>
                      <a:pt x="4177" y="329"/>
                    </a:lnTo>
                    <a:lnTo>
                      <a:pt x="4232" y="174"/>
                    </a:lnTo>
                    <a:lnTo>
                      <a:pt x="37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3"/>
              <p:cNvSpPr/>
              <p:nvPr/>
            </p:nvSpPr>
            <p:spPr>
              <a:xfrm>
                <a:off x="4159108" y="368610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12" y="1"/>
                    </a:moveTo>
                    <a:lnTo>
                      <a:pt x="457" y="19"/>
                    </a:lnTo>
                    <a:lnTo>
                      <a:pt x="393" y="37"/>
                    </a:lnTo>
                    <a:lnTo>
                      <a:pt x="338" y="65"/>
                    </a:lnTo>
                    <a:lnTo>
                      <a:pt x="284" y="92"/>
                    </a:lnTo>
                    <a:lnTo>
                      <a:pt x="238" y="129"/>
                    </a:lnTo>
                    <a:lnTo>
                      <a:pt x="183" y="165"/>
                    </a:lnTo>
                    <a:lnTo>
                      <a:pt x="147" y="211"/>
                    </a:lnTo>
                    <a:lnTo>
                      <a:pt x="110" y="256"/>
                    </a:lnTo>
                    <a:lnTo>
                      <a:pt x="74" y="311"/>
                    </a:lnTo>
                    <a:lnTo>
                      <a:pt x="47" y="356"/>
                    </a:lnTo>
                    <a:lnTo>
                      <a:pt x="28" y="411"/>
                    </a:lnTo>
                    <a:lnTo>
                      <a:pt x="10" y="475"/>
                    </a:lnTo>
                    <a:lnTo>
                      <a:pt x="1" y="530"/>
                    </a:lnTo>
                    <a:lnTo>
                      <a:pt x="1" y="594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1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9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66" y="1177"/>
                    </a:lnTo>
                    <a:lnTo>
                      <a:pt x="420" y="1195"/>
                    </a:lnTo>
                    <a:lnTo>
                      <a:pt x="475" y="1214"/>
                    </a:lnTo>
                    <a:lnTo>
                      <a:pt x="530" y="1223"/>
                    </a:lnTo>
                    <a:lnTo>
                      <a:pt x="712" y="1223"/>
                    </a:lnTo>
                    <a:lnTo>
                      <a:pt x="767" y="1205"/>
                    </a:lnTo>
                    <a:lnTo>
                      <a:pt x="831" y="1186"/>
                    </a:lnTo>
                    <a:lnTo>
                      <a:pt x="885" y="1159"/>
                    </a:lnTo>
                    <a:lnTo>
                      <a:pt x="940" y="1132"/>
                    </a:lnTo>
                    <a:lnTo>
                      <a:pt x="995" y="1095"/>
                    </a:lnTo>
                    <a:lnTo>
                      <a:pt x="1040" y="1059"/>
                    </a:lnTo>
                    <a:lnTo>
                      <a:pt x="1077" y="1013"/>
                    </a:lnTo>
                    <a:lnTo>
                      <a:pt x="1113" y="967"/>
                    </a:lnTo>
                    <a:lnTo>
                      <a:pt x="1150" y="913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4" y="749"/>
                    </a:lnTo>
                    <a:lnTo>
                      <a:pt x="1223" y="694"/>
                    </a:lnTo>
                    <a:lnTo>
                      <a:pt x="1232" y="630"/>
                    </a:lnTo>
                    <a:lnTo>
                      <a:pt x="1223" y="575"/>
                    </a:lnTo>
                    <a:lnTo>
                      <a:pt x="1223" y="512"/>
                    </a:lnTo>
                    <a:lnTo>
                      <a:pt x="1205" y="457"/>
                    </a:lnTo>
                    <a:lnTo>
                      <a:pt x="1186" y="393"/>
                    </a:lnTo>
                    <a:lnTo>
                      <a:pt x="1168" y="338"/>
                    </a:lnTo>
                    <a:lnTo>
                      <a:pt x="1132" y="284"/>
                    </a:lnTo>
                    <a:lnTo>
                      <a:pt x="1095" y="229"/>
                    </a:lnTo>
                    <a:lnTo>
                      <a:pt x="1059" y="183"/>
                    </a:lnTo>
                    <a:lnTo>
                      <a:pt x="1013" y="147"/>
                    </a:lnTo>
                    <a:lnTo>
                      <a:pt x="968" y="110"/>
                    </a:lnTo>
                    <a:lnTo>
                      <a:pt x="913" y="74"/>
                    </a:lnTo>
                    <a:lnTo>
                      <a:pt x="867" y="46"/>
                    </a:lnTo>
                    <a:lnTo>
                      <a:pt x="81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7" name="Google Shape;547;p23"/>
          <p:cNvSpPr/>
          <p:nvPr/>
        </p:nvSpPr>
        <p:spPr>
          <a:xfrm>
            <a:off x="4532285" y="1241367"/>
            <a:ext cx="680700" cy="680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2" name="Google Shape;552;p23"/>
          <p:cNvSpPr/>
          <p:nvPr/>
        </p:nvSpPr>
        <p:spPr>
          <a:xfrm>
            <a:off x="4532285" y="2299239"/>
            <a:ext cx="680700" cy="680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3" name="Google Shape;553;p23"/>
          <p:cNvSpPr/>
          <p:nvPr/>
        </p:nvSpPr>
        <p:spPr>
          <a:xfrm>
            <a:off x="5318140" y="2136783"/>
            <a:ext cx="443100" cy="443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4" name="Google Shape;554;p23"/>
          <p:cNvSpPr/>
          <p:nvPr/>
        </p:nvSpPr>
        <p:spPr>
          <a:xfrm>
            <a:off x="5318190" y="2682834"/>
            <a:ext cx="443100" cy="443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5" name="Google Shape;555;p23"/>
          <p:cNvSpPr/>
          <p:nvPr/>
        </p:nvSpPr>
        <p:spPr>
          <a:xfrm>
            <a:off x="5318240" y="3228885"/>
            <a:ext cx="443100" cy="443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556" name="Google Shape;556;p23"/>
          <p:cNvCxnSpPr>
            <a:stCxn id="547" idx="6"/>
            <a:endCxn id="553" idx="0"/>
          </p:cNvCxnSpPr>
          <p:nvPr/>
        </p:nvCxnSpPr>
        <p:spPr>
          <a:xfrm>
            <a:off x="5212985" y="1581717"/>
            <a:ext cx="326705" cy="555066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7" name="Google Shape;557;p23"/>
          <p:cNvCxnSpPr>
            <a:cxnSpLocks/>
            <a:stCxn id="552" idx="6"/>
            <a:endCxn id="554" idx="2"/>
          </p:cNvCxnSpPr>
          <p:nvPr/>
        </p:nvCxnSpPr>
        <p:spPr>
          <a:xfrm>
            <a:off x="5212985" y="2639589"/>
            <a:ext cx="105205" cy="26479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23"/>
          <p:cNvSpPr/>
          <p:nvPr/>
        </p:nvSpPr>
        <p:spPr>
          <a:xfrm>
            <a:off x="5370254" y="2172714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3"/>
          <p:cNvSpPr/>
          <p:nvPr/>
        </p:nvSpPr>
        <p:spPr>
          <a:xfrm>
            <a:off x="5370254" y="2700801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3"/>
          <p:cNvSpPr/>
          <p:nvPr/>
        </p:nvSpPr>
        <p:spPr>
          <a:xfrm>
            <a:off x="5370254" y="3264726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46;p23">
            <a:extLst>
              <a:ext uri="{FF2B5EF4-FFF2-40B4-BE49-F238E27FC236}">
                <a16:creationId xmlns:a16="http://schemas.microsoft.com/office/drawing/2014/main" id="{E021FA34-ED11-77A3-0734-BF255E52A405}"/>
              </a:ext>
            </a:extLst>
          </p:cNvPr>
          <p:cNvSpPr txBox="1"/>
          <p:nvPr/>
        </p:nvSpPr>
        <p:spPr>
          <a:xfrm>
            <a:off x="327648" y="1380146"/>
            <a:ext cx="4069092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dirty="0"/>
              <a:t>A reliable predictive system has the potential to </a:t>
            </a:r>
            <a:r>
              <a:rPr lang="en-US" b="1" dirty="0"/>
              <a:t>support clinicians in recognizing subtle signs that might otherwise go unnoticed</a:t>
            </a:r>
            <a:r>
              <a:rPr lang="en-US" dirty="0"/>
              <a:t>. </a:t>
            </a:r>
            <a:endParaRPr lang="en-GB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D53120D-AAB3-BAFE-A220-F3B0CD34B0ED}"/>
              </a:ext>
            </a:extLst>
          </p:cNvPr>
          <p:cNvSpPr txBox="1"/>
          <p:nvPr/>
        </p:nvSpPr>
        <p:spPr>
          <a:xfrm>
            <a:off x="330431" y="2180039"/>
            <a:ext cx="40690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Predictive modeling can help researchers </a:t>
            </a:r>
            <a:r>
              <a:rPr lang="en-US" b="1" dirty="0"/>
              <a:t>gain deeper insight into the complex interactions that contribute to the onset of neurodegenerative disorders</a:t>
            </a:r>
            <a:endParaRPr lang="en-GB" dirty="0"/>
          </a:p>
        </p:txBody>
      </p:sp>
      <p:grpSp>
        <p:nvGrpSpPr>
          <p:cNvPr id="574" name="Grupo 573">
            <a:extLst>
              <a:ext uri="{FF2B5EF4-FFF2-40B4-BE49-F238E27FC236}">
                <a16:creationId xmlns:a16="http://schemas.microsoft.com/office/drawing/2014/main" id="{A1B6FA8B-31E5-5AF7-8E37-63CFB2515257}"/>
              </a:ext>
            </a:extLst>
          </p:cNvPr>
          <p:cNvGrpSpPr/>
          <p:nvPr/>
        </p:nvGrpSpPr>
        <p:grpSpPr>
          <a:xfrm>
            <a:off x="817236" y="3180810"/>
            <a:ext cx="3164996" cy="1503335"/>
            <a:chOff x="538324" y="2368975"/>
            <a:chExt cx="4830563" cy="2363245"/>
          </a:xfrm>
        </p:grpSpPr>
        <p:sp>
          <p:nvSpPr>
            <p:cNvPr id="12" name="Google Shape;716;p27">
              <a:extLst>
                <a:ext uri="{FF2B5EF4-FFF2-40B4-BE49-F238E27FC236}">
                  <a16:creationId xmlns:a16="http://schemas.microsoft.com/office/drawing/2014/main" id="{90F24955-41BE-F71F-3F94-9254C988F890}"/>
                </a:ext>
              </a:extLst>
            </p:cNvPr>
            <p:cNvSpPr/>
            <p:nvPr/>
          </p:nvSpPr>
          <p:spPr>
            <a:xfrm>
              <a:off x="538324" y="2593600"/>
              <a:ext cx="2061000" cy="20610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17;p27">
              <a:extLst>
                <a:ext uri="{FF2B5EF4-FFF2-40B4-BE49-F238E27FC236}">
                  <a16:creationId xmlns:a16="http://schemas.microsoft.com/office/drawing/2014/main" id="{A7DB7C59-D33B-8C11-1E11-7FF633945557}"/>
                </a:ext>
              </a:extLst>
            </p:cNvPr>
            <p:cNvSpPr/>
            <p:nvPr/>
          </p:nvSpPr>
          <p:spPr>
            <a:xfrm rot="-1809201">
              <a:off x="836862" y="2869467"/>
              <a:ext cx="1190223" cy="1509266"/>
            </a:xfrm>
            <a:custGeom>
              <a:avLst/>
              <a:gdLst/>
              <a:ahLst/>
              <a:cxnLst/>
              <a:rect l="l" t="t" r="r" b="b"/>
              <a:pathLst>
                <a:path w="60406" h="76598" extrusionOk="0">
                  <a:moveTo>
                    <a:pt x="34032" y="36766"/>
                  </a:moveTo>
                  <a:lnTo>
                    <a:pt x="34264" y="36776"/>
                  </a:lnTo>
                  <a:lnTo>
                    <a:pt x="34495" y="36806"/>
                  </a:lnTo>
                  <a:lnTo>
                    <a:pt x="34716" y="36857"/>
                  </a:lnTo>
                  <a:lnTo>
                    <a:pt x="34927" y="36917"/>
                  </a:lnTo>
                  <a:lnTo>
                    <a:pt x="35128" y="37007"/>
                  </a:lnTo>
                  <a:lnTo>
                    <a:pt x="35319" y="37098"/>
                  </a:lnTo>
                  <a:lnTo>
                    <a:pt x="35490" y="37218"/>
                  </a:lnTo>
                  <a:lnTo>
                    <a:pt x="35661" y="37339"/>
                  </a:lnTo>
                  <a:lnTo>
                    <a:pt x="35801" y="37480"/>
                  </a:lnTo>
                  <a:lnTo>
                    <a:pt x="35942" y="37631"/>
                  </a:lnTo>
                  <a:lnTo>
                    <a:pt x="36053" y="37801"/>
                  </a:lnTo>
                  <a:lnTo>
                    <a:pt x="36153" y="37972"/>
                  </a:lnTo>
                  <a:lnTo>
                    <a:pt x="36224" y="38153"/>
                  </a:lnTo>
                  <a:lnTo>
                    <a:pt x="36284" y="38334"/>
                  </a:lnTo>
                  <a:lnTo>
                    <a:pt x="36314" y="38535"/>
                  </a:lnTo>
                  <a:lnTo>
                    <a:pt x="36334" y="38736"/>
                  </a:lnTo>
                  <a:lnTo>
                    <a:pt x="36314" y="38937"/>
                  </a:lnTo>
                  <a:lnTo>
                    <a:pt x="36284" y="39128"/>
                  </a:lnTo>
                  <a:lnTo>
                    <a:pt x="36224" y="39319"/>
                  </a:lnTo>
                  <a:lnTo>
                    <a:pt x="36153" y="39500"/>
                  </a:lnTo>
                  <a:lnTo>
                    <a:pt x="36053" y="39671"/>
                  </a:lnTo>
                  <a:lnTo>
                    <a:pt x="35942" y="39832"/>
                  </a:lnTo>
                  <a:lnTo>
                    <a:pt x="35801" y="39992"/>
                  </a:lnTo>
                  <a:lnTo>
                    <a:pt x="35661" y="40123"/>
                  </a:lnTo>
                  <a:lnTo>
                    <a:pt x="35490" y="40254"/>
                  </a:lnTo>
                  <a:lnTo>
                    <a:pt x="35319" y="40364"/>
                  </a:lnTo>
                  <a:lnTo>
                    <a:pt x="35128" y="40465"/>
                  </a:lnTo>
                  <a:lnTo>
                    <a:pt x="34927" y="40545"/>
                  </a:lnTo>
                  <a:lnTo>
                    <a:pt x="34716" y="40616"/>
                  </a:lnTo>
                  <a:lnTo>
                    <a:pt x="34495" y="40666"/>
                  </a:lnTo>
                  <a:lnTo>
                    <a:pt x="34264" y="40696"/>
                  </a:lnTo>
                  <a:lnTo>
                    <a:pt x="34032" y="40706"/>
                  </a:lnTo>
                  <a:lnTo>
                    <a:pt x="33801" y="40696"/>
                  </a:lnTo>
                  <a:lnTo>
                    <a:pt x="33570" y="40666"/>
                  </a:lnTo>
                  <a:lnTo>
                    <a:pt x="33349" y="40616"/>
                  </a:lnTo>
                  <a:lnTo>
                    <a:pt x="33138" y="40545"/>
                  </a:lnTo>
                  <a:lnTo>
                    <a:pt x="32937" y="40465"/>
                  </a:lnTo>
                  <a:lnTo>
                    <a:pt x="32746" y="40364"/>
                  </a:lnTo>
                  <a:lnTo>
                    <a:pt x="32575" y="40254"/>
                  </a:lnTo>
                  <a:lnTo>
                    <a:pt x="32404" y="40123"/>
                  </a:lnTo>
                  <a:lnTo>
                    <a:pt x="32264" y="39992"/>
                  </a:lnTo>
                  <a:lnTo>
                    <a:pt x="32123" y="39832"/>
                  </a:lnTo>
                  <a:lnTo>
                    <a:pt x="32012" y="39671"/>
                  </a:lnTo>
                  <a:lnTo>
                    <a:pt x="31912" y="39500"/>
                  </a:lnTo>
                  <a:lnTo>
                    <a:pt x="31841" y="39319"/>
                  </a:lnTo>
                  <a:lnTo>
                    <a:pt x="31781" y="39128"/>
                  </a:lnTo>
                  <a:lnTo>
                    <a:pt x="31751" y="38937"/>
                  </a:lnTo>
                  <a:lnTo>
                    <a:pt x="31731" y="38736"/>
                  </a:lnTo>
                  <a:lnTo>
                    <a:pt x="31751" y="38535"/>
                  </a:lnTo>
                  <a:lnTo>
                    <a:pt x="31781" y="38334"/>
                  </a:lnTo>
                  <a:lnTo>
                    <a:pt x="31841" y="38153"/>
                  </a:lnTo>
                  <a:lnTo>
                    <a:pt x="31912" y="37972"/>
                  </a:lnTo>
                  <a:lnTo>
                    <a:pt x="32012" y="37801"/>
                  </a:lnTo>
                  <a:lnTo>
                    <a:pt x="32123" y="37631"/>
                  </a:lnTo>
                  <a:lnTo>
                    <a:pt x="32264" y="37480"/>
                  </a:lnTo>
                  <a:lnTo>
                    <a:pt x="32404" y="37339"/>
                  </a:lnTo>
                  <a:lnTo>
                    <a:pt x="32575" y="37218"/>
                  </a:lnTo>
                  <a:lnTo>
                    <a:pt x="32746" y="37098"/>
                  </a:lnTo>
                  <a:lnTo>
                    <a:pt x="32937" y="37007"/>
                  </a:lnTo>
                  <a:lnTo>
                    <a:pt x="33138" y="36917"/>
                  </a:lnTo>
                  <a:lnTo>
                    <a:pt x="33349" y="36857"/>
                  </a:lnTo>
                  <a:lnTo>
                    <a:pt x="33570" y="36806"/>
                  </a:lnTo>
                  <a:lnTo>
                    <a:pt x="33801" y="36776"/>
                  </a:lnTo>
                  <a:lnTo>
                    <a:pt x="34032" y="36766"/>
                  </a:lnTo>
                  <a:close/>
                  <a:moveTo>
                    <a:pt x="34143" y="0"/>
                  </a:moveTo>
                  <a:lnTo>
                    <a:pt x="31731" y="5036"/>
                  </a:lnTo>
                  <a:lnTo>
                    <a:pt x="29108" y="3719"/>
                  </a:lnTo>
                  <a:lnTo>
                    <a:pt x="29108" y="3719"/>
                  </a:lnTo>
                  <a:lnTo>
                    <a:pt x="33731" y="15478"/>
                  </a:lnTo>
                  <a:lnTo>
                    <a:pt x="33600" y="16001"/>
                  </a:lnTo>
                  <a:lnTo>
                    <a:pt x="33470" y="16574"/>
                  </a:lnTo>
                  <a:lnTo>
                    <a:pt x="33339" y="17177"/>
                  </a:lnTo>
                  <a:lnTo>
                    <a:pt x="33218" y="17820"/>
                  </a:lnTo>
                  <a:lnTo>
                    <a:pt x="33088" y="18504"/>
                  </a:lnTo>
                  <a:lnTo>
                    <a:pt x="32957" y="19237"/>
                  </a:lnTo>
                  <a:lnTo>
                    <a:pt x="32826" y="20021"/>
                  </a:lnTo>
                  <a:lnTo>
                    <a:pt x="32696" y="20866"/>
                  </a:lnTo>
                  <a:lnTo>
                    <a:pt x="32424" y="22705"/>
                  </a:lnTo>
                  <a:lnTo>
                    <a:pt x="32143" y="24786"/>
                  </a:lnTo>
                  <a:lnTo>
                    <a:pt x="31841" y="27127"/>
                  </a:lnTo>
                  <a:lnTo>
                    <a:pt x="31520" y="29761"/>
                  </a:lnTo>
                  <a:lnTo>
                    <a:pt x="31409" y="30746"/>
                  </a:lnTo>
                  <a:lnTo>
                    <a:pt x="31319" y="31701"/>
                  </a:lnTo>
                  <a:lnTo>
                    <a:pt x="31258" y="32625"/>
                  </a:lnTo>
                  <a:lnTo>
                    <a:pt x="31218" y="33510"/>
                  </a:lnTo>
                  <a:lnTo>
                    <a:pt x="28886" y="34354"/>
                  </a:lnTo>
                  <a:lnTo>
                    <a:pt x="25168" y="33701"/>
                  </a:lnTo>
                  <a:lnTo>
                    <a:pt x="29108" y="40706"/>
                  </a:lnTo>
                  <a:lnTo>
                    <a:pt x="26042" y="41580"/>
                  </a:lnTo>
                  <a:lnTo>
                    <a:pt x="22323" y="35238"/>
                  </a:lnTo>
                  <a:lnTo>
                    <a:pt x="23851" y="41802"/>
                  </a:lnTo>
                  <a:lnTo>
                    <a:pt x="23549" y="41832"/>
                  </a:lnTo>
                  <a:lnTo>
                    <a:pt x="23168" y="41862"/>
                  </a:lnTo>
                  <a:lnTo>
                    <a:pt x="22595" y="41882"/>
                  </a:lnTo>
                  <a:lnTo>
                    <a:pt x="21851" y="41892"/>
                  </a:lnTo>
                  <a:lnTo>
                    <a:pt x="20896" y="41892"/>
                  </a:lnTo>
                  <a:lnTo>
                    <a:pt x="20353" y="41882"/>
                  </a:lnTo>
                  <a:lnTo>
                    <a:pt x="19750" y="41862"/>
                  </a:lnTo>
                  <a:lnTo>
                    <a:pt x="19097" y="41832"/>
                  </a:lnTo>
                  <a:lnTo>
                    <a:pt x="18383" y="41802"/>
                  </a:lnTo>
                  <a:lnTo>
                    <a:pt x="18001" y="41771"/>
                  </a:lnTo>
                  <a:lnTo>
                    <a:pt x="17589" y="41711"/>
                  </a:lnTo>
                  <a:lnTo>
                    <a:pt x="17147" y="41641"/>
                  </a:lnTo>
                  <a:lnTo>
                    <a:pt x="16675" y="41550"/>
                  </a:lnTo>
                  <a:lnTo>
                    <a:pt x="16192" y="41440"/>
                  </a:lnTo>
                  <a:lnTo>
                    <a:pt x="15690" y="41309"/>
                  </a:lnTo>
                  <a:lnTo>
                    <a:pt x="15167" y="41178"/>
                  </a:lnTo>
                  <a:lnTo>
                    <a:pt x="14634" y="41028"/>
                  </a:lnTo>
                  <a:lnTo>
                    <a:pt x="14092" y="40857"/>
                  </a:lnTo>
                  <a:lnTo>
                    <a:pt x="13539" y="40686"/>
                  </a:lnTo>
                  <a:lnTo>
                    <a:pt x="12433" y="40314"/>
                  </a:lnTo>
                  <a:lnTo>
                    <a:pt x="11318" y="39932"/>
                  </a:lnTo>
                  <a:lnTo>
                    <a:pt x="10232" y="39530"/>
                  </a:lnTo>
                  <a:lnTo>
                    <a:pt x="9187" y="39128"/>
                  </a:lnTo>
                  <a:lnTo>
                    <a:pt x="8222" y="38746"/>
                  </a:lnTo>
                  <a:lnTo>
                    <a:pt x="7338" y="38394"/>
                  </a:lnTo>
                  <a:lnTo>
                    <a:pt x="6564" y="38073"/>
                  </a:lnTo>
                  <a:lnTo>
                    <a:pt x="5448" y="37600"/>
                  </a:lnTo>
                  <a:lnTo>
                    <a:pt x="5036" y="37419"/>
                  </a:lnTo>
                  <a:lnTo>
                    <a:pt x="9197" y="42897"/>
                  </a:lnTo>
                  <a:lnTo>
                    <a:pt x="0" y="43329"/>
                  </a:lnTo>
                  <a:lnTo>
                    <a:pt x="121" y="43400"/>
                  </a:lnTo>
                  <a:lnTo>
                    <a:pt x="473" y="43571"/>
                  </a:lnTo>
                  <a:lnTo>
                    <a:pt x="724" y="43691"/>
                  </a:lnTo>
                  <a:lnTo>
                    <a:pt x="1026" y="43832"/>
                  </a:lnTo>
                  <a:lnTo>
                    <a:pt x="1377" y="43973"/>
                  </a:lnTo>
                  <a:lnTo>
                    <a:pt x="1779" y="44123"/>
                  </a:lnTo>
                  <a:lnTo>
                    <a:pt x="2222" y="44274"/>
                  </a:lnTo>
                  <a:lnTo>
                    <a:pt x="2704" y="44435"/>
                  </a:lnTo>
                  <a:lnTo>
                    <a:pt x="3227" y="44576"/>
                  </a:lnTo>
                  <a:lnTo>
                    <a:pt x="3790" y="44716"/>
                  </a:lnTo>
                  <a:lnTo>
                    <a:pt x="4383" y="44837"/>
                  </a:lnTo>
                  <a:lnTo>
                    <a:pt x="4684" y="44897"/>
                  </a:lnTo>
                  <a:lnTo>
                    <a:pt x="5006" y="44948"/>
                  </a:lnTo>
                  <a:lnTo>
                    <a:pt x="5327" y="44988"/>
                  </a:lnTo>
                  <a:lnTo>
                    <a:pt x="5659" y="45028"/>
                  </a:lnTo>
                  <a:lnTo>
                    <a:pt x="6001" y="45058"/>
                  </a:lnTo>
                  <a:lnTo>
                    <a:pt x="6342" y="45078"/>
                  </a:lnTo>
                  <a:lnTo>
                    <a:pt x="6704" y="45098"/>
                  </a:lnTo>
                  <a:lnTo>
                    <a:pt x="7066" y="45098"/>
                  </a:lnTo>
                  <a:lnTo>
                    <a:pt x="7448" y="45088"/>
                  </a:lnTo>
                  <a:lnTo>
                    <a:pt x="7840" y="45058"/>
                  </a:lnTo>
                  <a:lnTo>
                    <a:pt x="8232" y="45028"/>
                  </a:lnTo>
                  <a:lnTo>
                    <a:pt x="8634" y="44978"/>
                  </a:lnTo>
                  <a:lnTo>
                    <a:pt x="9046" y="44927"/>
                  </a:lnTo>
                  <a:lnTo>
                    <a:pt x="9458" y="44867"/>
                  </a:lnTo>
                  <a:lnTo>
                    <a:pt x="9870" y="44797"/>
                  </a:lnTo>
                  <a:lnTo>
                    <a:pt x="10282" y="44726"/>
                  </a:lnTo>
                  <a:lnTo>
                    <a:pt x="11097" y="44556"/>
                  </a:lnTo>
                  <a:lnTo>
                    <a:pt x="11901" y="44375"/>
                  </a:lnTo>
                  <a:lnTo>
                    <a:pt x="12664" y="44184"/>
                  </a:lnTo>
                  <a:lnTo>
                    <a:pt x="13388" y="43983"/>
                  </a:lnTo>
                  <a:lnTo>
                    <a:pt x="14062" y="43792"/>
                  </a:lnTo>
                  <a:lnTo>
                    <a:pt x="14665" y="43611"/>
                  </a:lnTo>
                  <a:lnTo>
                    <a:pt x="15177" y="43450"/>
                  </a:lnTo>
                  <a:lnTo>
                    <a:pt x="15921" y="43209"/>
                  </a:lnTo>
                  <a:lnTo>
                    <a:pt x="16192" y="43108"/>
                  </a:lnTo>
                  <a:lnTo>
                    <a:pt x="24947" y="43993"/>
                  </a:lnTo>
                  <a:lnTo>
                    <a:pt x="19700" y="45953"/>
                  </a:lnTo>
                  <a:lnTo>
                    <a:pt x="19801" y="45993"/>
                  </a:lnTo>
                  <a:lnTo>
                    <a:pt x="20082" y="46083"/>
                  </a:lnTo>
                  <a:lnTo>
                    <a:pt x="20303" y="46144"/>
                  </a:lnTo>
                  <a:lnTo>
                    <a:pt x="20554" y="46204"/>
                  </a:lnTo>
                  <a:lnTo>
                    <a:pt x="20846" y="46254"/>
                  </a:lnTo>
                  <a:lnTo>
                    <a:pt x="21177" y="46314"/>
                  </a:lnTo>
                  <a:lnTo>
                    <a:pt x="21539" y="46365"/>
                  </a:lnTo>
                  <a:lnTo>
                    <a:pt x="21941" y="46395"/>
                  </a:lnTo>
                  <a:lnTo>
                    <a:pt x="22374" y="46415"/>
                  </a:lnTo>
                  <a:lnTo>
                    <a:pt x="22836" y="46415"/>
                  </a:lnTo>
                  <a:lnTo>
                    <a:pt x="23328" y="46405"/>
                  </a:lnTo>
                  <a:lnTo>
                    <a:pt x="23580" y="46385"/>
                  </a:lnTo>
                  <a:lnTo>
                    <a:pt x="23841" y="46355"/>
                  </a:lnTo>
                  <a:lnTo>
                    <a:pt x="24112" y="46324"/>
                  </a:lnTo>
                  <a:lnTo>
                    <a:pt x="24384" y="46284"/>
                  </a:lnTo>
                  <a:lnTo>
                    <a:pt x="24665" y="46234"/>
                  </a:lnTo>
                  <a:lnTo>
                    <a:pt x="24947" y="46174"/>
                  </a:lnTo>
                  <a:lnTo>
                    <a:pt x="25228" y="46103"/>
                  </a:lnTo>
                  <a:lnTo>
                    <a:pt x="25499" y="46023"/>
                  </a:lnTo>
                  <a:lnTo>
                    <a:pt x="25761" y="45933"/>
                  </a:lnTo>
                  <a:lnTo>
                    <a:pt x="26012" y="45832"/>
                  </a:lnTo>
                  <a:lnTo>
                    <a:pt x="26243" y="45711"/>
                  </a:lnTo>
                  <a:lnTo>
                    <a:pt x="26474" y="45591"/>
                  </a:lnTo>
                  <a:lnTo>
                    <a:pt x="26685" y="45460"/>
                  </a:lnTo>
                  <a:lnTo>
                    <a:pt x="26896" y="45319"/>
                  </a:lnTo>
                  <a:lnTo>
                    <a:pt x="27087" y="45169"/>
                  </a:lnTo>
                  <a:lnTo>
                    <a:pt x="27268" y="45018"/>
                  </a:lnTo>
                  <a:lnTo>
                    <a:pt x="27449" y="44867"/>
                  </a:lnTo>
                  <a:lnTo>
                    <a:pt x="27610" y="44706"/>
                  </a:lnTo>
                  <a:lnTo>
                    <a:pt x="27771" y="44556"/>
                  </a:lnTo>
                  <a:lnTo>
                    <a:pt x="27912" y="44395"/>
                  </a:lnTo>
                  <a:lnTo>
                    <a:pt x="28052" y="44234"/>
                  </a:lnTo>
                  <a:lnTo>
                    <a:pt x="28173" y="44073"/>
                  </a:lnTo>
                  <a:lnTo>
                    <a:pt x="28404" y="43762"/>
                  </a:lnTo>
                  <a:lnTo>
                    <a:pt x="28605" y="43460"/>
                  </a:lnTo>
                  <a:lnTo>
                    <a:pt x="28756" y="43189"/>
                  </a:lnTo>
                  <a:lnTo>
                    <a:pt x="28886" y="42947"/>
                  </a:lnTo>
                  <a:lnTo>
                    <a:pt x="28987" y="42746"/>
                  </a:lnTo>
                  <a:lnTo>
                    <a:pt x="29057" y="42586"/>
                  </a:lnTo>
                  <a:lnTo>
                    <a:pt x="29108" y="42455"/>
                  </a:lnTo>
                  <a:lnTo>
                    <a:pt x="33269" y="45078"/>
                  </a:lnTo>
                  <a:lnTo>
                    <a:pt x="33319" y="45078"/>
                  </a:lnTo>
                  <a:lnTo>
                    <a:pt x="33580" y="45601"/>
                  </a:lnTo>
                  <a:lnTo>
                    <a:pt x="33841" y="46103"/>
                  </a:lnTo>
                  <a:lnTo>
                    <a:pt x="34113" y="46576"/>
                  </a:lnTo>
                  <a:lnTo>
                    <a:pt x="34384" y="47028"/>
                  </a:lnTo>
                  <a:lnTo>
                    <a:pt x="34656" y="47460"/>
                  </a:lnTo>
                  <a:lnTo>
                    <a:pt x="34917" y="47882"/>
                  </a:lnTo>
                  <a:lnTo>
                    <a:pt x="35440" y="48666"/>
                  </a:lnTo>
                  <a:lnTo>
                    <a:pt x="35912" y="49400"/>
                  </a:lnTo>
                  <a:lnTo>
                    <a:pt x="36133" y="49752"/>
                  </a:lnTo>
                  <a:lnTo>
                    <a:pt x="36344" y="50094"/>
                  </a:lnTo>
                  <a:lnTo>
                    <a:pt x="36535" y="50435"/>
                  </a:lnTo>
                  <a:lnTo>
                    <a:pt x="36706" y="50767"/>
                  </a:lnTo>
                  <a:lnTo>
                    <a:pt x="36857" y="51099"/>
                  </a:lnTo>
                  <a:lnTo>
                    <a:pt x="36987" y="51430"/>
                  </a:lnTo>
                  <a:lnTo>
                    <a:pt x="37038" y="51581"/>
                  </a:lnTo>
                  <a:lnTo>
                    <a:pt x="37078" y="51762"/>
                  </a:lnTo>
                  <a:lnTo>
                    <a:pt x="37128" y="51953"/>
                  </a:lnTo>
                  <a:lnTo>
                    <a:pt x="37168" y="52154"/>
                  </a:lnTo>
                  <a:lnTo>
                    <a:pt x="37229" y="52616"/>
                  </a:lnTo>
                  <a:lnTo>
                    <a:pt x="37289" y="53149"/>
                  </a:lnTo>
                  <a:lnTo>
                    <a:pt x="37329" y="53722"/>
                  </a:lnTo>
                  <a:lnTo>
                    <a:pt x="37359" y="54355"/>
                  </a:lnTo>
                  <a:lnTo>
                    <a:pt x="37369" y="55039"/>
                  </a:lnTo>
                  <a:lnTo>
                    <a:pt x="37379" y="55762"/>
                  </a:lnTo>
                  <a:lnTo>
                    <a:pt x="37269" y="55672"/>
                  </a:lnTo>
                  <a:lnTo>
                    <a:pt x="37098" y="55531"/>
                  </a:lnTo>
                  <a:lnTo>
                    <a:pt x="36857" y="55370"/>
                  </a:lnTo>
                  <a:lnTo>
                    <a:pt x="36716" y="55290"/>
                  </a:lnTo>
                  <a:lnTo>
                    <a:pt x="36565" y="55199"/>
                  </a:lnTo>
                  <a:lnTo>
                    <a:pt x="36394" y="55109"/>
                  </a:lnTo>
                  <a:lnTo>
                    <a:pt x="36213" y="55018"/>
                  </a:lnTo>
                  <a:lnTo>
                    <a:pt x="36012" y="54938"/>
                  </a:lnTo>
                  <a:lnTo>
                    <a:pt x="35801" y="54858"/>
                  </a:lnTo>
                  <a:lnTo>
                    <a:pt x="35570" y="54777"/>
                  </a:lnTo>
                  <a:lnTo>
                    <a:pt x="35339" y="54707"/>
                  </a:lnTo>
                  <a:lnTo>
                    <a:pt x="35078" y="54647"/>
                  </a:lnTo>
                  <a:lnTo>
                    <a:pt x="34816" y="54596"/>
                  </a:lnTo>
                  <a:lnTo>
                    <a:pt x="34535" y="54556"/>
                  </a:lnTo>
                  <a:lnTo>
                    <a:pt x="34244" y="54536"/>
                  </a:lnTo>
                  <a:lnTo>
                    <a:pt x="33932" y="54526"/>
                  </a:lnTo>
                  <a:lnTo>
                    <a:pt x="33620" y="54526"/>
                  </a:lnTo>
                  <a:lnTo>
                    <a:pt x="33289" y="54556"/>
                  </a:lnTo>
                  <a:lnTo>
                    <a:pt x="32947" y="54596"/>
                  </a:lnTo>
                  <a:lnTo>
                    <a:pt x="32585" y="54667"/>
                  </a:lnTo>
                  <a:lnTo>
                    <a:pt x="32223" y="54757"/>
                  </a:lnTo>
                  <a:lnTo>
                    <a:pt x="31841" y="54868"/>
                  </a:lnTo>
                  <a:lnTo>
                    <a:pt x="31449" y="55008"/>
                  </a:lnTo>
                  <a:lnTo>
                    <a:pt x="31057" y="55169"/>
                  </a:lnTo>
                  <a:lnTo>
                    <a:pt x="30645" y="55360"/>
                  </a:lnTo>
                  <a:lnTo>
                    <a:pt x="30223" y="55591"/>
                  </a:lnTo>
                  <a:lnTo>
                    <a:pt x="29791" y="55843"/>
                  </a:lnTo>
                  <a:lnTo>
                    <a:pt x="29339" y="56134"/>
                  </a:lnTo>
                  <a:lnTo>
                    <a:pt x="28886" y="56466"/>
                  </a:lnTo>
                  <a:lnTo>
                    <a:pt x="28414" y="56828"/>
                  </a:lnTo>
                  <a:lnTo>
                    <a:pt x="27992" y="57169"/>
                  </a:lnTo>
                  <a:lnTo>
                    <a:pt x="27600" y="57511"/>
                  </a:lnTo>
                  <a:lnTo>
                    <a:pt x="27248" y="57833"/>
                  </a:lnTo>
                  <a:lnTo>
                    <a:pt x="26937" y="58144"/>
                  </a:lnTo>
                  <a:lnTo>
                    <a:pt x="26645" y="58436"/>
                  </a:lnTo>
                  <a:lnTo>
                    <a:pt x="26394" y="58727"/>
                  </a:lnTo>
                  <a:lnTo>
                    <a:pt x="26163" y="58999"/>
                  </a:lnTo>
                  <a:lnTo>
                    <a:pt x="25962" y="59270"/>
                  </a:lnTo>
                  <a:lnTo>
                    <a:pt x="25771" y="59521"/>
                  </a:lnTo>
                  <a:lnTo>
                    <a:pt x="25610" y="59773"/>
                  </a:lnTo>
                  <a:lnTo>
                    <a:pt x="25459" y="60004"/>
                  </a:lnTo>
                  <a:lnTo>
                    <a:pt x="25198" y="60456"/>
                  </a:lnTo>
                  <a:lnTo>
                    <a:pt x="24977" y="60868"/>
                  </a:lnTo>
                  <a:lnTo>
                    <a:pt x="24766" y="61250"/>
                  </a:lnTo>
                  <a:lnTo>
                    <a:pt x="24655" y="61441"/>
                  </a:lnTo>
                  <a:lnTo>
                    <a:pt x="24544" y="61612"/>
                  </a:lnTo>
                  <a:lnTo>
                    <a:pt x="24424" y="61793"/>
                  </a:lnTo>
                  <a:lnTo>
                    <a:pt x="24293" y="61954"/>
                  </a:lnTo>
                  <a:lnTo>
                    <a:pt x="24153" y="62124"/>
                  </a:lnTo>
                  <a:lnTo>
                    <a:pt x="23992" y="62275"/>
                  </a:lnTo>
                  <a:lnTo>
                    <a:pt x="23821" y="62436"/>
                  </a:lnTo>
                  <a:lnTo>
                    <a:pt x="23630" y="62587"/>
                  </a:lnTo>
                  <a:lnTo>
                    <a:pt x="23409" y="62738"/>
                  </a:lnTo>
                  <a:lnTo>
                    <a:pt x="23168" y="62888"/>
                  </a:lnTo>
                  <a:lnTo>
                    <a:pt x="22896" y="63029"/>
                  </a:lnTo>
                  <a:lnTo>
                    <a:pt x="22595" y="63180"/>
                  </a:lnTo>
                  <a:lnTo>
                    <a:pt x="22253" y="63320"/>
                  </a:lnTo>
                  <a:lnTo>
                    <a:pt x="21881" y="63471"/>
                  </a:lnTo>
                  <a:lnTo>
                    <a:pt x="21127" y="63753"/>
                  </a:lnTo>
                  <a:lnTo>
                    <a:pt x="20424" y="64024"/>
                  </a:lnTo>
                  <a:lnTo>
                    <a:pt x="19780" y="64295"/>
                  </a:lnTo>
                  <a:lnTo>
                    <a:pt x="19177" y="64557"/>
                  </a:lnTo>
                  <a:lnTo>
                    <a:pt x="18625" y="64808"/>
                  </a:lnTo>
                  <a:lnTo>
                    <a:pt x="18122" y="65039"/>
                  </a:lnTo>
                  <a:lnTo>
                    <a:pt x="17670" y="65260"/>
                  </a:lnTo>
                  <a:lnTo>
                    <a:pt x="17258" y="65461"/>
                  </a:lnTo>
                  <a:lnTo>
                    <a:pt x="16604" y="65813"/>
                  </a:lnTo>
                  <a:lnTo>
                    <a:pt x="16132" y="66084"/>
                  </a:lnTo>
                  <a:lnTo>
                    <a:pt x="15851" y="66255"/>
                  </a:lnTo>
                  <a:lnTo>
                    <a:pt x="15760" y="66316"/>
                  </a:lnTo>
                  <a:lnTo>
                    <a:pt x="15760" y="66316"/>
                  </a:lnTo>
                  <a:lnTo>
                    <a:pt x="16011" y="66306"/>
                  </a:lnTo>
                  <a:lnTo>
                    <a:pt x="16685" y="66285"/>
                  </a:lnTo>
                  <a:lnTo>
                    <a:pt x="17147" y="66255"/>
                  </a:lnTo>
                  <a:lnTo>
                    <a:pt x="17690" y="66215"/>
                  </a:lnTo>
                  <a:lnTo>
                    <a:pt x="18273" y="66165"/>
                  </a:lnTo>
                  <a:lnTo>
                    <a:pt x="18906" y="66094"/>
                  </a:lnTo>
                  <a:lnTo>
                    <a:pt x="19559" y="66004"/>
                  </a:lnTo>
                  <a:lnTo>
                    <a:pt x="20233" y="65883"/>
                  </a:lnTo>
                  <a:lnTo>
                    <a:pt x="20574" y="65813"/>
                  </a:lnTo>
                  <a:lnTo>
                    <a:pt x="20906" y="65743"/>
                  </a:lnTo>
                  <a:lnTo>
                    <a:pt x="21248" y="65662"/>
                  </a:lnTo>
                  <a:lnTo>
                    <a:pt x="21569" y="65572"/>
                  </a:lnTo>
                  <a:lnTo>
                    <a:pt x="21901" y="65481"/>
                  </a:lnTo>
                  <a:lnTo>
                    <a:pt x="22213" y="65371"/>
                  </a:lnTo>
                  <a:lnTo>
                    <a:pt x="22524" y="65260"/>
                  </a:lnTo>
                  <a:lnTo>
                    <a:pt x="22816" y="65140"/>
                  </a:lnTo>
                  <a:lnTo>
                    <a:pt x="23097" y="65009"/>
                  </a:lnTo>
                  <a:lnTo>
                    <a:pt x="23369" y="64868"/>
                  </a:lnTo>
                  <a:lnTo>
                    <a:pt x="23620" y="64718"/>
                  </a:lnTo>
                  <a:lnTo>
                    <a:pt x="23851" y="64557"/>
                  </a:lnTo>
                  <a:lnTo>
                    <a:pt x="24313" y="64215"/>
                  </a:lnTo>
                  <a:lnTo>
                    <a:pt x="24776" y="63843"/>
                  </a:lnTo>
                  <a:lnTo>
                    <a:pt x="25238" y="63441"/>
                  </a:lnTo>
                  <a:lnTo>
                    <a:pt x="25690" y="63039"/>
                  </a:lnTo>
                  <a:lnTo>
                    <a:pt x="26143" y="62617"/>
                  </a:lnTo>
                  <a:lnTo>
                    <a:pt x="26575" y="62195"/>
                  </a:lnTo>
                  <a:lnTo>
                    <a:pt x="26987" y="61783"/>
                  </a:lnTo>
                  <a:lnTo>
                    <a:pt x="27389" y="61391"/>
                  </a:lnTo>
                  <a:lnTo>
                    <a:pt x="28082" y="60657"/>
                  </a:lnTo>
                  <a:lnTo>
                    <a:pt x="28625" y="60064"/>
                  </a:lnTo>
                  <a:lnTo>
                    <a:pt x="29108" y="59531"/>
                  </a:lnTo>
                  <a:lnTo>
                    <a:pt x="29158" y="59612"/>
                  </a:lnTo>
                  <a:lnTo>
                    <a:pt x="29218" y="59702"/>
                  </a:lnTo>
                  <a:lnTo>
                    <a:pt x="29288" y="59843"/>
                  </a:lnTo>
                  <a:lnTo>
                    <a:pt x="29369" y="60004"/>
                  </a:lnTo>
                  <a:lnTo>
                    <a:pt x="29439" y="60205"/>
                  </a:lnTo>
                  <a:lnTo>
                    <a:pt x="29510" y="60436"/>
                  </a:lnTo>
                  <a:lnTo>
                    <a:pt x="29570" y="60707"/>
                  </a:lnTo>
                  <a:lnTo>
                    <a:pt x="29600" y="60848"/>
                  </a:lnTo>
                  <a:lnTo>
                    <a:pt x="29610" y="60999"/>
                  </a:lnTo>
                  <a:lnTo>
                    <a:pt x="29630" y="61149"/>
                  </a:lnTo>
                  <a:lnTo>
                    <a:pt x="29630" y="61310"/>
                  </a:lnTo>
                  <a:lnTo>
                    <a:pt x="29630" y="61481"/>
                  </a:lnTo>
                  <a:lnTo>
                    <a:pt x="29620" y="61652"/>
                  </a:lnTo>
                  <a:lnTo>
                    <a:pt x="29600" y="61833"/>
                  </a:lnTo>
                  <a:lnTo>
                    <a:pt x="29570" y="62024"/>
                  </a:lnTo>
                  <a:lnTo>
                    <a:pt x="29530" y="62215"/>
                  </a:lnTo>
                  <a:lnTo>
                    <a:pt x="29479" y="62406"/>
                  </a:lnTo>
                  <a:lnTo>
                    <a:pt x="29419" y="62607"/>
                  </a:lnTo>
                  <a:lnTo>
                    <a:pt x="29339" y="62818"/>
                  </a:lnTo>
                  <a:lnTo>
                    <a:pt x="29248" y="63029"/>
                  </a:lnTo>
                  <a:lnTo>
                    <a:pt x="29148" y="63240"/>
                  </a:lnTo>
                  <a:lnTo>
                    <a:pt x="29027" y="63461"/>
                  </a:lnTo>
                  <a:lnTo>
                    <a:pt x="28886" y="63682"/>
                  </a:lnTo>
                  <a:lnTo>
                    <a:pt x="28746" y="63913"/>
                  </a:lnTo>
                  <a:lnTo>
                    <a:pt x="28585" y="64135"/>
                  </a:lnTo>
                  <a:lnTo>
                    <a:pt x="28424" y="64346"/>
                  </a:lnTo>
                  <a:lnTo>
                    <a:pt x="28253" y="64567"/>
                  </a:lnTo>
                  <a:lnTo>
                    <a:pt x="28072" y="64778"/>
                  </a:lnTo>
                  <a:lnTo>
                    <a:pt x="27891" y="64979"/>
                  </a:lnTo>
                  <a:lnTo>
                    <a:pt x="27530" y="65381"/>
                  </a:lnTo>
                  <a:lnTo>
                    <a:pt x="27148" y="65763"/>
                  </a:lnTo>
                  <a:lnTo>
                    <a:pt x="26766" y="66125"/>
                  </a:lnTo>
                  <a:lnTo>
                    <a:pt x="26384" y="66466"/>
                  </a:lnTo>
                  <a:lnTo>
                    <a:pt x="26012" y="66778"/>
                  </a:lnTo>
                  <a:lnTo>
                    <a:pt x="25670" y="67059"/>
                  </a:lnTo>
                  <a:lnTo>
                    <a:pt x="25339" y="67311"/>
                  </a:lnTo>
                  <a:lnTo>
                    <a:pt x="25047" y="67532"/>
                  </a:lnTo>
                  <a:lnTo>
                    <a:pt x="24796" y="67713"/>
                  </a:lnTo>
                  <a:lnTo>
                    <a:pt x="24424" y="67974"/>
                  </a:lnTo>
                  <a:lnTo>
                    <a:pt x="24293" y="68064"/>
                  </a:lnTo>
                  <a:lnTo>
                    <a:pt x="24293" y="68064"/>
                  </a:lnTo>
                  <a:lnTo>
                    <a:pt x="24424" y="68034"/>
                  </a:lnTo>
                  <a:lnTo>
                    <a:pt x="24796" y="67964"/>
                  </a:lnTo>
                  <a:lnTo>
                    <a:pt x="25057" y="67894"/>
                  </a:lnTo>
                  <a:lnTo>
                    <a:pt x="25359" y="67813"/>
                  </a:lnTo>
                  <a:lnTo>
                    <a:pt x="25690" y="67703"/>
                  </a:lnTo>
                  <a:lnTo>
                    <a:pt x="26042" y="67572"/>
                  </a:lnTo>
                  <a:lnTo>
                    <a:pt x="26424" y="67411"/>
                  </a:lnTo>
                  <a:lnTo>
                    <a:pt x="26816" y="67230"/>
                  </a:lnTo>
                  <a:lnTo>
                    <a:pt x="27017" y="67130"/>
                  </a:lnTo>
                  <a:lnTo>
                    <a:pt x="27218" y="67019"/>
                  </a:lnTo>
                  <a:lnTo>
                    <a:pt x="27419" y="66899"/>
                  </a:lnTo>
                  <a:lnTo>
                    <a:pt x="27620" y="66768"/>
                  </a:lnTo>
                  <a:lnTo>
                    <a:pt x="27821" y="66637"/>
                  </a:lnTo>
                  <a:lnTo>
                    <a:pt x="28012" y="66486"/>
                  </a:lnTo>
                  <a:lnTo>
                    <a:pt x="28203" y="66336"/>
                  </a:lnTo>
                  <a:lnTo>
                    <a:pt x="28394" y="66175"/>
                  </a:lnTo>
                  <a:lnTo>
                    <a:pt x="28585" y="66004"/>
                  </a:lnTo>
                  <a:lnTo>
                    <a:pt x="28766" y="65823"/>
                  </a:lnTo>
                  <a:lnTo>
                    <a:pt x="28937" y="65632"/>
                  </a:lnTo>
                  <a:lnTo>
                    <a:pt x="29108" y="65431"/>
                  </a:lnTo>
                  <a:lnTo>
                    <a:pt x="29268" y="65230"/>
                  </a:lnTo>
                  <a:lnTo>
                    <a:pt x="29409" y="65019"/>
                  </a:lnTo>
                  <a:lnTo>
                    <a:pt x="29550" y="64798"/>
                  </a:lnTo>
                  <a:lnTo>
                    <a:pt x="29680" y="64577"/>
                  </a:lnTo>
                  <a:lnTo>
                    <a:pt x="29801" y="64356"/>
                  </a:lnTo>
                  <a:lnTo>
                    <a:pt x="29912" y="64125"/>
                  </a:lnTo>
                  <a:lnTo>
                    <a:pt x="30012" y="63903"/>
                  </a:lnTo>
                  <a:lnTo>
                    <a:pt x="30103" y="63672"/>
                  </a:lnTo>
                  <a:lnTo>
                    <a:pt x="30193" y="63431"/>
                  </a:lnTo>
                  <a:lnTo>
                    <a:pt x="30273" y="63200"/>
                  </a:lnTo>
                  <a:lnTo>
                    <a:pt x="30424" y="62727"/>
                  </a:lnTo>
                  <a:lnTo>
                    <a:pt x="30545" y="62265"/>
                  </a:lnTo>
                  <a:lnTo>
                    <a:pt x="30665" y="61793"/>
                  </a:lnTo>
                  <a:lnTo>
                    <a:pt x="30887" y="60898"/>
                  </a:lnTo>
                  <a:lnTo>
                    <a:pt x="30997" y="60466"/>
                  </a:lnTo>
                  <a:lnTo>
                    <a:pt x="31108" y="60054"/>
                  </a:lnTo>
                  <a:lnTo>
                    <a:pt x="31238" y="59662"/>
                  </a:lnTo>
                  <a:lnTo>
                    <a:pt x="31309" y="59471"/>
                  </a:lnTo>
                  <a:lnTo>
                    <a:pt x="31379" y="59290"/>
                  </a:lnTo>
                  <a:lnTo>
                    <a:pt x="31459" y="59119"/>
                  </a:lnTo>
                  <a:lnTo>
                    <a:pt x="31540" y="58958"/>
                  </a:lnTo>
                  <a:lnTo>
                    <a:pt x="31640" y="58798"/>
                  </a:lnTo>
                  <a:lnTo>
                    <a:pt x="31731" y="58647"/>
                  </a:lnTo>
                  <a:lnTo>
                    <a:pt x="31932" y="58365"/>
                  </a:lnTo>
                  <a:lnTo>
                    <a:pt x="32113" y="58084"/>
                  </a:lnTo>
                  <a:lnTo>
                    <a:pt x="32424" y="57541"/>
                  </a:lnTo>
                  <a:lnTo>
                    <a:pt x="32575" y="57280"/>
                  </a:lnTo>
                  <a:lnTo>
                    <a:pt x="32726" y="57039"/>
                  </a:lnTo>
                  <a:lnTo>
                    <a:pt x="32867" y="56828"/>
                  </a:lnTo>
                  <a:lnTo>
                    <a:pt x="33017" y="56627"/>
                  </a:lnTo>
                  <a:lnTo>
                    <a:pt x="33098" y="56536"/>
                  </a:lnTo>
                  <a:lnTo>
                    <a:pt x="33178" y="56456"/>
                  </a:lnTo>
                  <a:lnTo>
                    <a:pt x="33259" y="56385"/>
                  </a:lnTo>
                  <a:lnTo>
                    <a:pt x="33349" y="56315"/>
                  </a:lnTo>
                  <a:lnTo>
                    <a:pt x="33439" y="56255"/>
                  </a:lnTo>
                  <a:lnTo>
                    <a:pt x="33530" y="56204"/>
                  </a:lnTo>
                  <a:lnTo>
                    <a:pt x="33630" y="56164"/>
                  </a:lnTo>
                  <a:lnTo>
                    <a:pt x="33731" y="56124"/>
                  </a:lnTo>
                  <a:lnTo>
                    <a:pt x="33841" y="56104"/>
                  </a:lnTo>
                  <a:lnTo>
                    <a:pt x="33962" y="56094"/>
                  </a:lnTo>
                  <a:lnTo>
                    <a:pt x="34083" y="56084"/>
                  </a:lnTo>
                  <a:lnTo>
                    <a:pt x="34213" y="56094"/>
                  </a:lnTo>
                  <a:lnTo>
                    <a:pt x="34344" y="56114"/>
                  </a:lnTo>
                  <a:lnTo>
                    <a:pt x="34485" y="56144"/>
                  </a:lnTo>
                  <a:lnTo>
                    <a:pt x="34636" y="56184"/>
                  </a:lnTo>
                  <a:lnTo>
                    <a:pt x="34796" y="56245"/>
                  </a:lnTo>
                  <a:lnTo>
                    <a:pt x="35198" y="56405"/>
                  </a:lnTo>
                  <a:lnTo>
                    <a:pt x="35590" y="56566"/>
                  </a:lnTo>
                  <a:lnTo>
                    <a:pt x="35952" y="56727"/>
                  </a:lnTo>
                  <a:lnTo>
                    <a:pt x="36284" y="56888"/>
                  </a:lnTo>
                  <a:lnTo>
                    <a:pt x="36605" y="57049"/>
                  </a:lnTo>
                  <a:lnTo>
                    <a:pt x="36887" y="57200"/>
                  </a:lnTo>
                  <a:lnTo>
                    <a:pt x="37359" y="57471"/>
                  </a:lnTo>
                  <a:lnTo>
                    <a:pt x="37309" y="58938"/>
                  </a:lnTo>
                  <a:lnTo>
                    <a:pt x="37249" y="60476"/>
                  </a:lnTo>
                  <a:lnTo>
                    <a:pt x="37158" y="62064"/>
                  </a:lnTo>
                  <a:lnTo>
                    <a:pt x="37058" y="63672"/>
                  </a:lnTo>
                  <a:lnTo>
                    <a:pt x="36937" y="65280"/>
                  </a:lnTo>
                  <a:lnTo>
                    <a:pt x="36817" y="66868"/>
                  </a:lnTo>
                  <a:lnTo>
                    <a:pt x="36686" y="68416"/>
                  </a:lnTo>
                  <a:lnTo>
                    <a:pt x="36565" y="69894"/>
                  </a:lnTo>
                  <a:lnTo>
                    <a:pt x="36314" y="72557"/>
                  </a:lnTo>
                  <a:lnTo>
                    <a:pt x="36093" y="74678"/>
                  </a:lnTo>
                  <a:lnTo>
                    <a:pt x="35892" y="76598"/>
                  </a:lnTo>
                  <a:lnTo>
                    <a:pt x="36103" y="76145"/>
                  </a:lnTo>
                  <a:lnTo>
                    <a:pt x="36344" y="75613"/>
                  </a:lnTo>
                  <a:lnTo>
                    <a:pt x="36636" y="74929"/>
                  </a:lnTo>
                  <a:lnTo>
                    <a:pt x="36786" y="74537"/>
                  </a:lnTo>
                  <a:lnTo>
                    <a:pt x="36947" y="74105"/>
                  </a:lnTo>
                  <a:lnTo>
                    <a:pt x="37118" y="73653"/>
                  </a:lnTo>
                  <a:lnTo>
                    <a:pt x="37279" y="73180"/>
                  </a:lnTo>
                  <a:lnTo>
                    <a:pt x="37440" y="72688"/>
                  </a:lnTo>
                  <a:lnTo>
                    <a:pt x="37590" y="72175"/>
                  </a:lnTo>
                  <a:lnTo>
                    <a:pt x="37731" y="71653"/>
                  </a:lnTo>
                  <a:lnTo>
                    <a:pt x="37862" y="71130"/>
                  </a:lnTo>
                  <a:lnTo>
                    <a:pt x="37932" y="70768"/>
                  </a:lnTo>
                  <a:lnTo>
                    <a:pt x="38013" y="70346"/>
                  </a:lnTo>
                  <a:lnTo>
                    <a:pt x="38083" y="69843"/>
                  </a:lnTo>
                  <a:lnTo>
                    <a:pt x="38153" y="69281"/>
                  </a:lnTo>
                  <a:lnTo>
                    <a:pt x="38224" y="68668"/>
                  </a:lnTo>
                  <a:lnTo>
                    <a:pt x="38294" y="67994"/>
                  </a:lnTo>
                  <a:lnTo>
                    <a:pt x="38425" y="66527"/>
                  </a:lnTo>
                  <a:lnTo>
                    <a:pt x="38545" y="64898"/>
                  </a:lnTo>
                  <a:lnTo>
                    <a:pt x="38656" y="63180"/>
                  </a:lnTo>
                  <a:lnTo>
                    <a:pt x="38766" y="61401"/>
                  </a:lnTo>
                  <a:lnTo>
                    <a:pt x="38847" y="59612"/>
                  </a:lnTo>
                  <a:lnTo>
                    <a:pt x="39309" y="59501"/>
                  </a:lnTo>
                  <a:lnTo>
                    <a:pt x="39792" y="59411"/>
                  </a:lnTo>
                  <a:lnTo>
                    <a:pt x="40043" y="59370"/>
                  </a:lnTo>
                  <a:lnTo>
                    <a:pt x="40284" y="59340"/>
                  </a:lnTo>
                  <a:lnTo>
                    <a:pt x="40535" y="59320"/>
                  </a:lnTo>
                  <a:lnTo>
                    <a:pt x="40777" y="59310"/>
                  </a:lnTo>
                  <a:lnTo>
                    <a:pt x="41008" y="59310"/>
                  </a:lnTo>
                  <a:lnTo>
                    <a:pt x="41229" y="59320"/>
                  </a:lnTo>
                  <a:lnTo>
                    <a:pt x="41440" y="59350"/>
                  </a:lnTo>
                  <a:lnTo>
                    <a:pt x="41641" y="59391"/>
                  </a:lnTo>
                  <a:lnTo>
                    <a:pt x="41822" y="59451"/>
                  </a:lnTo>
                  <a:lnTo>
                    <a:pt x="41902" y="59491"/>
                  </a:lnTo>
                  <a:lnTo>
                    <a:pt x="41983" y="59531"/>
                  </a:lnTo>
                  <a:lnTo>
                    <a:pt x="42053" y="59572"/>
                  </a:lnTo>
                  <a:lnTo>
                    <a:pt x="42123" y="59632"/>
                  </a:lnTo>
                  <a:lnTo>
                    <a:pt x="42184" y="59682"/>
                  </a:lnTo>
                  <a:lnTo>
                    <a:pt x="42244" y="59742"/>
                  </a:lnTo>
                  <a:lnTo>
                    <a:pt x="42626" y="60235"/>
                  </a:lnTo>
                  <a:lnTo>
                    <a:pt x="43118" y="60868"/>
                  </a:lnTo>
                  <a:lnTo>
                    <a:pt x="43400" y="61210"/>
                  </a:lnTo>
                  <a:lnTo>
                    <a:pt x="43701" y="61562"/>
                  </a:lnTo>
                  <a:lnTo>
                    <a:pt x="44013" y="61923"/>
                  </a:lnTo>
                  <a:lnTo>
                    <a:pt x="44345" y="62285"/>
                  </a:lnTo>
                  <a:lnTo>
                    <a:pt x="44686" y="62647"/>
                  </a:lnTo>
                  <a:lnTo>
                    <a:pt x="45048" y="62979"/>
                  </a:lnTo>
                  <a:lnTo>
                    <a:pt x="45410" y="63300"/>
                  </a:lnTo>
                  <a:lnTo>
                    <a:pt x="45591" y="63451"/>
                  </a:lnTo>
                  <a:lnTo>
                    <a:pt x="45782" y="63592"/>
                  </a:lnTo>
                  <a:lnTo>
                    <a:pt x="45963" y="63722"/>
                  </a:lnTo>
                  <a:lnTo>
                    <a:pt x="46154" y="63853"/>
                  </a:lnTo>
                  <a:lnTo>
                    <a:pt x="46335" y="63964"/>
                  </a:lnTo>
                  <a:lnTo>
                    <a:pt x="46526" y="64064"/>
                  </a:lnTo>
                  <a:lnTo>
                    <a:pt x="46717" y="64155"/>
                  </a:lnTo>
                  <a:lnTo>
                    <a:pt x="46897" y="64225"/>
                  </a:lnTo>
                  <a:lnTo>
                    <a:pt x="47088" y="64295"/>
                  </a:lnTo>
                  <a:lnTo>
                    <a:pt x="47269" y="64346"/>
                  </a:lnTo>
                  <a:lnTo>
                    <a:pt x="47450" y="64366"/>
                  </a:lnTo>
                  <a:lnTo>
                    <a:pt x="47631" y="64376"/>
                  </a:lnTo>
                  <a:lnTo>
                    <a:pt x="47802" y="64366"/>
                  </a:lnTo>
                  <a:lnTo>
                    <a:pt x="47973" y="64326"/>
                  </a:lnTo>
                  <a:lnTo>
                    <a:pt x="48134" y="64275"/>
                  </a:lnTo>
                  <a:lnTo>
                    <a:pt x="48284" y="64205"/>
                  </a:lnTo>
                  <a:lnTo>
                    <a:pt x="48435" y="64114"/>
                  </a:lnTo>
                  <a:lnTo>
                    <a:pt x="48586" y="64014"/>
                  </a:lnTo>
                  <a:lnTo>
                    <a:pt x="48727" y="63903"/>
                  </a:lnTo>
                  <a:lnTo>
                    <a:pt x="48857" y="63773"/>
                  </a:lnTo>
                  <a:lnTo>
                    <a:pt x="48988" y="63642"/>
                  </a:lnTo>
                  <a:lnTo>
                    <a:pt x="49109" y="63491"/>
                  </a:lnTo>
                  <a:lnTo>
                    <a:pt x="49229" y="63341"/>
                  </a:lnTo>
                  <a:lnTo>
                    <a:pt x="49340" y="63190"/>
                  </a:lnTo>
                  <a:lnTo>
                    <a:pt x="49440" y="63029"/>
                  </a:lnTo>
                  <a:lnTo>
                    <a:pt x="49541" y="62868"/>
                  </a:lnTo>
                  <a:lnTo>
                    <a:pt x="49732" y="62536"/>
                  </a:lnTo>
                  <a:lnTo>
                    <a:pt x="49883" y="62215"/>
                  </a:lnTo>
                  <a:lnTo>
                    <a:pt x="50023" y="61913"/>
                  </a:lnTo>
                  <a:lnTo>
                    <a:pt x="50134" y="61632"/>
                  </a:lnTo>
                  <a:lnTo>
                    <a:pt x="50224" y="61401"/>
                  </a:lnTo>
                  <a:lnTo>
                    <a:pt x="50285" y="61220"/>
                  </a:lnTo>
                  <a:lnTo>
                    <a:pt x="50335" y="61059"/>
                  </a:lnTo>
                  <a:lnTo>
                    <a:pt x="50335" y="61059"/>
                  </a:lnTo>
                  <a:lnTo>
                    <a:pt x="50254" y="61119"/>
                  </a:lnTo>
                  <a:lnTo>
                    <a:pt x="50033" y="61290"/>
                  </a:lnTo>
                  <a:lnTo>
                    <a:pt x="49862" y="61411"/>
                  </a:lnTo>
                  <a:lnTo>
                    <a:pt x="49672" y="61531"/>
                  </a:lnTo>
                  <a:lnTo>
                    <a:pt x="49440" y="61662"/>
                  </a:lnTo>
                  <a:lnTo>
                    <a:pt x="49189" y="61793"/>
                  </a:lnTo>
                  <a:lnTo>
                    <a:pt x="48908" y="61933"/>
                  </a:lnTo>
                  <a:lnTo>
                    <a:pt x="48606" y="62054"/>
                  </a:lnTo>
                  <a:lnTo>
                    <a:pt x="48284" y="62165"/>
                  </a:lnTo>
                  <a:lnTo>
                    <a:pt x="48114" y="62215"/>
                  </a:lnTo>
                  <a:lnTo>
                    <a:pt x="47933" y="62255"/>
                  </a:lnTo>
                  <a:lnTo>
                    <a:pt x="47762" y="62295"/>
                  </a:lnTo>
                  <a:lnTo>
                    <a:pt x="47571" y="62335"/>
                  </a:lnTo>
                  <a:lnTo>
                    <a:pt x="47390" y="62356"/>
                  </a:lnTo>
                  <a:lnTo>
                    <a:pt x="47199" y="62376"/>
                  </a:lnTo>
                  <a:lnTo>
                    <a:pt x="46998" y="62386"/>
                  </a:lnTo>
                  <a:lnTo>
                    <a:pt x="46807" y="62396"/>
                  </a:lnTo>
                  <a:lnTo>
                    <a:pt x="46606" y="62386"/>
                  </a:lnTo>
                  <a:lnTo>
                    <a:pt x="46395" y="62376"/>
                  </a:lnTo>
                  <a:lnTo>
                    <a:pt x="46204" y="62346"/>
                  </a:lnTo>
                  <a:lnTo>
                    <a:pt x="46013" y="62295"/>
                  </a:lnTo>
                  <a:lnTo>
                    <a:pt x="45842" y="62225"/>
                  </a:lnTo>
                  <a:lnTo>
                    <a:pt x="45691" y="62134"/>
                  </a:lnTo>
                  <a:lnTo>
                    <a:pt x="45541" y="62034"/>
                  </a:lnTo>
                  <a:lnTo>
                    <a:pt x="45410" y="61923"/>
                  </a:lnTo>
                  <a:lnTo>
                    <a:pt x="45279" y="61793"/>
                  </a:lnTo>
                  <a:lnTo>
                    <a:pt x="45159" y="61642"/>
                  </a:lnTo>
                  <a:lnTo>
                    <a:pt x="45048" y="61491"/>
                  </a:lnTo>
                  <a:lnTo>
                    <a:pt x="44948" y="61330"/>
                  </a:lnTo>
                  <a:lnTo>
                    <a:pt x="44847" y="61149"/>
                  </a:lnTo>
                  <a:lnTo>
                    <a:pt x="44757" y="60969"/>
                  </a:lnTo>
                  <a:lnTo>
                    <a:pt x="44576" y="60587"/>
                  </a:lnTo>
                  <a:lnTo>
                    <a:pt x="44405" y="60185"/>
                  </a:lnTo>
                  <a:lnTo>
                    <a:pt x="44224" y="59773"/>
                  </a:lnTo>
                  <a:lnTo>
                    <a:pt x="44033" y="59350"/>
                  </a:lnTo>
                  <a:lnTo>
                    <a:pt x="43932" y="59149"/>
                  </a:lnTo>
                  <a:lnTo>
                    <a:pt x="43832" y="58948"/>
                  </a:lnTo>
                  <a:lnTo>
                    <a:pt x="43721" y="58747"/>
                  </a:lnTo>
                  <a:lnTo>
                    <a:pt x="43601" y="58556"/>
                  </a:lnTo>
                  <a:lnTo>
                    <a:pt x="43470" y="58365"/>
                  </a:lnTo>
                  <a:lnTo>
                    <a:pt x="43329" y="58195"/>
                  </a:lnTo>
                  <a:lnTo>
                    <a:pt x="43179" y="58024"/>
                  </a:lnTo>
                  <a:lnTo>
                    <a:pt x="43018" y="57863"/>
                  </a:lnTo>
                  <a:lnTo>
                    <a:pt x="42847" y="57712"/>
                  </a:lnTo>
                  <a:lnTo>
                    <a:pt x="42656" y="57571"/>
                  </a:lnTo>
                  <a:lnTo>
                    <a:pt x="42455" y="57451"/>
                  </a:lnTo>
                  <a:lnTo>
                    <a:pt x="42244" y="57340"/>
                  </a:lnTo>
                  <a:lnTo>
                    <a:pt x="42123" y="57290"/>
                  </a:lnTo>
                  <a:lnTo>
                    <a:pt x="42003" y="57250"/>
                  </a:lnTo>
                  <a:lnTo>
                    <a:pt x="41882" y="57210"/>
                  </a:lnTo>
                  <a:lnTo>
                    <a:pt x="41762" y="57179"/>
                  </a:lnTo>
                  <a:lnTo>
                    <a:pt x="41651" y="57159"/>
                  </a:lnTo>
                  <a:lnTo>
                    <a:pt x="41530" y="57149"/>
                  </a:lnTo>
                  <a:lnTo>
                    <a:pt x="41420" y="57139"/>
                  </a:lnTo>
                  <a:lnTo>
                    <a:pt x="41299" y="57139"/>
                  </a:lnTo>
                  <a:lnTo>
                    <a:pt x="41078" y="57149"/>
                  </a:lnTo>
                  <a:lnTo>
                    <a:pt x="40847" y="57189"/>
                  </a:lnTo>
                  <a:lnTo>
                    <a:pt x="40626" y="57250"/>
                  </a:lnTo>
                  <a:lnTo>
                    <a:pt x="40415" y="57320"/>
                  </a:lnTo>
                  <a:lnTo>
                    <a:pt x="40204" y="57411"/>
                  </a:lnTo>
                  <a:lnTo>
                    <a:pt x="39993" y="57521"/>
                  </a:lnTo>
                  <a:lnTo>
                    <a:pt x="39802" y="57642"/>
                  </a:lnTo>
                  <a:lnTo>
                    <a:pt x="39601" y="57772"/>
                  </a:lnTo>
                  <a:lnTo>
                    <a:pt x="39420" y="57913"/>
                  </a:lnTo>
                  <a:lnTo>
                    <a:pt x="39239" y="58064"/>
                  </a:lnTo>
                  <a:lnTo>
                    <a:pt x="39058" y="58215"/>
                  </a:lnTo>
                  <a:lnTo>
                    <a:pt x="38897" y="58375"/>
                  </a:lnTo>
                  <a:lnTo>
                    <a:pt x="38937" y="57340"/>
                  </a:lnTo>
                  <a:lnTo>
                    <a:pt x="38957" y="56325"/>
                  </a:lnTo>
                  <a:lnTo>
                    <a:pt x="38977" y="55350"/>
                  </a:lnTo>
                  <a:lnTo>
                    <a:pt x="38998" y="54436"/>
                  </a:lnTo>
                  <a:lnTo>
                    <a:pt x="38998" y="53571"/>
                  </a:lnTo>
                  <a:lnTo>
                    <a:pt x="38998" y="52777"/>
                  </a:lnTo>
                  <a:lnTo>
                    <a:pt x="38977" y="52064"/>
                  </a:lnTo>
                  <a:lnTo>
                    <a:pt x="38957" y="51430"/>
                  </a:lnTo>
                  <a:lnTo>
                    <a:pt x="38937" y="51109"/>
                  </a:lnTo>
                  <a:lnTo>
                    <a:pt x="38897" y="50777"/>
                  </a:lnTo>
                  <a:lnTo>
                    <a:pt x="38847" y="50425"/>
                  </a:lnTo>
                  <a:lnTo>
                    <a:pt x="38786" y="50053"/>
                  </a:lnTo>
                  <a:lnTo>
                    <a:pt x="38706" y="49681"/>
                  </a:lnTo>
                  <a:lnTo>
                    <a:pt x="38626" y="49289"/>
                  </a:lnTo>
                  <a:lnTo>
                    <a:pt x="38525" y="48877"/>
                  </a:lnTo>
                  <a:lnTo>
                    <a:pt x="38415" y="48465"/>
                  </a:lnTo>
                  <a:lnTo>
                    <a:pt x="38173" y="47601"/>
                  </a:lnTo>
                  <a:lnTo>
                    <a:pt x="37902" y="46696"/>
                  </a:lnTo>
                  <a:lnTo>
                    <a:pt x="37611" y="45762"/>
                  </a:lnTo>
                  <a:lnTo>
                    <a:pt x="37289" y="44797"/>
                  </a:lnTo>
                  <a:lnTo>
                    <a:pt x="41802" y="45742"/>
                  </a:lnTo>
                  <a:lnTo>
                    <a:pt x="52747" y="48144"/>
                  </a:lnTo>
                  <a:lnTo>
                    <a:pt x="45521" y="45299"/>
                  </a:lnTo>
                  <a:lnTo>
                    <a:pt x="45681" y="45319"/>
                  </a:lnTo>
                  <a:lnTo>
                    <a:pt x="46114" y="45360"/>
                  </a:lnTo>
                  <a:lnTo>
                    <a:pt x="46787" y="45410"/>
                  </a:lnTo>
                  <a:lnTo>
                    <a:pt x="47199" y="45420"/>
                  </a:lnTo>
                  <a:lnTo>
                    <a:pt x="47651" y="45440"/>
                  </a:lnTo>
                  <a:lnTo>
                    <a:pt x="48666" y="45440"/>
                  </a:lnTo>
                  <a:lnTo>
                    <a:pt x="49209" y="45420"/>
                  </a:lnTo>
                  <a:lnTo>
                    <a:pt x="49772" y="45390"/>
                  </a:lnTo>
                  <a:lnTo>
                    <a:pt x="50345" y="45350"/>
                  </a:lnTo>
                  <a:lnTo>
                    <a:pt x="50928" y="45279"/>
                  </a:lnTo>
                  <a:lnTo>
                    <a:pt x="51511" y="45189"/>
                  </a:lnTo>
                  <a:lnTo>
                    <a:pt x="51802" y="45138"/>
                  </a:lnTo>
                  <a:lnTo>
                    <a:pt x="52084" y="45078"/>
                  </a:lnTo>
                  <a:lnTo>
                    <a:pt x="52385" y="45008"/>
                  </a:lnTo>
                  <a:lnTo>
                    <a:pt x="52687" y="44917"/>
                  </a:lnTo>
                  <a:lnTo>
                    <a:pt x="52998" y="44797"/>
                  </a:lnTo>
                  <a:lnTo>
                    <a:pt x="53330" y="44666"/>
                  </a:lnTo>
                  <a:lnTo>
                    <a:pt x="53652" y="44515"/>
                  </a:lnTo>
                  <a:lnTo>
                    <a:pt x="53993" y="44355"/>
                  </a:lnTo>
                  <a:lnTo>
                    <a:pt x="54335" y="44174"/>
                  </a:lnTo>
                  <a:lnTo>
                    <a:pt x="54677" y="43983"/>
                  </a:lnTo>
                  <a:lnTo>
                    <a:pt x="55029" y="43782"/>
                  </a:lnTo>
                  <a:lnTo>
                    <a:pt x="55370" y="43571"/>
                  </a:lnTo>
                  <a:lnTo>
                    <a:pt x="55722" y="43359"/>
                  </a:lnTo>
                  <a:lnTo>
                    <a:pt x="56064" y="43128"/>
                  </a:lnTo>
                  <a:lnTo>
                    <a:pt x="56747" y="42676"/>
                  </a:lnTo>
                  <a:lnTo>
                    <a:pt x="57391" y="42214"/>
                  </a:lnTo>
                  <a:lnTo>
                    <a:pt x="58014" y="41751"/>
                  </a:lnTo>
                  <a:lnTo>
                    <a:pt x="58577" y="41319"/>
                  </a:lnTo>
                  <a:lnTo>
                    <a:pt x="59089" y="40917"/>
                  </a:lnTo>
                  <a:lnTo>
                    <a:pt x="59531" y="40555"/>
                  </a:lnTo>
                  <a:lnTo>
                    <a:pt x="60175" y="40033"/>
                  </a:lnTo>
                  <a:lnTo>
                    <a:pt x="60406" y="39832"/>
                  </a:lnTo>
                  <a:lnTo>
                    <a:pt x="60406" y="39832"/>
                  </a:lnTo>
                  <a:lnTo>
                    <a:pt x="51873" y="42897"/>
                  </a:lnTo>
                  <a:lnTo>
                    <a:pt x="53621" y="38083"/>
                  </a:lnTo>
                  <a:lnTo>
                    <a:pt x="50777" y="41359"/>
                  </a:lnTo>
                  <a:lnTo>
                    <a:pt x="50506" y="41661"/>
                  </a:lnTo>
                  <a:lnTo>
                    <a:pt x="50244" y="41922"/>
                  </a:lnTo>
                  <a:lnTo>
                    <a:pt x="49973" y="42173"/>
                  </a:lnTo>
                  <a:lnTo>
                    <a:pt x="49712" y="42395"/>
                  </a:lnTo>
                  <a:lnTo>
                    <a:pt x="49450" y="42606"/>
                  </a:lnTo>
                  <a:lnTo>
                    <a:pt x="49189" y="42787"/>
                  </a:lnTo>
                  <a:lnTo>
                    <a:pt x="48938" y="42947"/>
                  </a:lnTo>
                  <a:lnTo>
                    <a:pt x="48687" y="43088"/>
                  </a:lnTo>
                  <a:lnTo>
                    <a:pt x="48435" y="43219"/>
                  </a:lnTo>
                  <a:lnTo>
                    <a:pt x="48194" y="43319"/>
                  </a:lnTo>
                  <a:lnTo>
                    <a:pt x="47953" y="43420"/>
                  </a:lnTo>
                  <a:lnTo>
                    <a:pt x="47722" y="43500"/>
                  </a:lnTo>
                  <a:lnTo>
                    <a:pt x="47501" y="43561"/>
                  </a:lnTo>
                  <a:lnTo>
                    <a:pt x="47279" y="43611"/>
                  </a:lnTo>
                  <a:lnTo>
                    <a:pt x="47068" y="43661"/>
                  </a:lnTo>
                  <a:lnTo>
                    <a:pt x="46867" y="43691"/>
                  </a:lnTo>
                  <a:lnTo>
                    <a:pt x="46666" y="43711"/>
                  </a:lnTo>
                  <a:lnTo>
                    <a:pt x="46475" y="43721"/>
                  </a:lnTo>
                  <a:lnTo>
                    <a:pt x="46134" y="43721"/>
                  </a:lnTo>
                  <a:lnTo>
                    <a:pt x="45832" y="43701"/>
                  </a:lnTo>
                  <a:lnTo>
                    <a:pt x="45571" y="43671"/>
                  </a:lnTo>
                  <a:lnTo>
                    <a:pt x="45370" y="43631"/>
                  </a:lnTo>
                  <a:lnTo>
                    <a:pt x="45209" y="43591"/>
                  </a:lnTo>
                  <a:lnTo>
                    <a:pt x="45088" y="43550"/>
                  </a:lnTo>
                  <a:lnTo>
                    <a:pt x="46616" y="39168"/>
                  </a:lnTo>
                  <a:lnTo>
                    <a:pt x="46616" y="39168"/>
                  </a:lnTo>
                  <a:lnTo>
                    <a:pt x="46274" y="39470"/>
                  </a:lnTo>
                  <a:lnTo>
                    <a:pt x="45862" y="39822"/>
                  </a:lnTo>
                  <a:lnTo>
                    <a:pt x="45330" y="40264"/>
                  </a:lnTo>
                  <a:lnTo>
                    <a:pt x="44686" y="40797"/>
                  </a:lnTo>
                  <a:lnTo>
                    <a:pt x="43943" y="41390"/>
                  </a:lnTo>
                  <a:lnTo>
                    <a:pt x="43118" y="42023"/>
                  </a:lnTo>
                  <a:lnTo>
                    <a:pt x="42244" y="42676"/>
                  </a:lnTo>
                  <a:lnTo>
                    <a:pt x="42013" y="42827"/>
                  </a:lnTo>
                  <a:lnTo>
                    <a:pt x="41792" y="42957"/>
                  </a:lnTo>
                  <a:lnTo>
                    <a:pt x="41571" y="43068"/>
                  </a:lnTo>
                  <a:lnTo>
                    <a:pt x="41349" y="43158"/>
                  </a:lnTo>
                  <a:lnTo>
                    <a:pt x="41138" y="43229"/>
                  </a:lnTo>
                  <a:lnTo>
                    <a:pt x="40917" y="43289"/>
                  </a:lnTo>
                  <a:lnTo>
                    <a:pt x="40716" y="43319"/>
                  </a:lnTo>
                  <a:lnTo>
                    <a:pt x="40505" y="43349"/>
                  </a:lnTo>
                  <a:lnTo>
                    <a:pt x="40103" y="43349"/>
                  </a:lnTo>
                  <a:lnTo>
                    <a:pt x="39912" y="43329"/>
                  </a:lnTo>
                  <a:lnTo>
                    <a:pt x="39731" y="43309"/>
                  </a:lnTo>
                  <a:lnTo>
                    <a:pt x="39550" y="43269"/>
                  </a:lnTo>
                  <a:lnTo>
                    <a:pt x="39369" y="43219"/>
                  </a:lnTo>
                  <a:lnTo>
                    <a:pt x="39199" y="43169"/>
                  </a:lnTo>
                  <a:lnTo>
                    <a:pt x="39038" y="43108"/>
                  </a:lnTo>
                  <a:lnTo>
                    <a:pt x="38887" y="43048"/>
                  </a:lnTo>
                  <a:lnTo>
                    <a:pt x="38736" y="42978"/>
                  </a:lnTo>
                  <a:lnTo>
                    <a:pt x="38465" y="42837"/>
                  </a:lnTo>
                  <a:lnTo>
                    <a:pt x="38224" y="42696"/>
                  </a:lnTo>
                  <a:lnTo>
                    <a:pt x="38023" y="42555"/>
                  </a:lnTo>
                  <a:lnTo>
                    <a:pt x="37862" y="42425"/>
                  </a:lnTo>
                  <a:lnTo>
                    <a:pt x="37741" y="42324"/>
                  </a:lnTo>
                  <a:lnTo>
                    <a:pt x="37641" y="42234"/>
                  </a:lnTo>
                  <a:lnTo>
                    <a:pt x="39832" y="39611"/>
                  </a:lnTo>
                  <a:lnTo>
                    <a:pt x="39832" y="39540"/>
                  </a:lnTo>
                  <a:lnTo>
                    <a:pt x="39812" y="39349"/>
                  </a:lnTo>
                  <a:lnTo>
                    <a:pt x="39792" y="39208"/>
                  </a:lnTo>
                  <a:lnTo>
                    <a:pt x="39761" y="39048"/>
                  </a:lnTo>
                  <a:lnTo>
                    <a:pt x="39721" y="38857"/>
                  </a:lnTo>
                  <a:lnTo>
                    <a:pt x="39671" y="38656"/>
                  </a:lnTo>
                  <a:lnTo>
                    <a:pt x="39601" y="38425"/>
                  </a:lnTo>
                  <a:lnTo>
                    <a:pt x="39510" y="38193"/>
                  </a:lnTo>
                  <a:lnTo>
                    <a:pt x="39410" y="37932"/>
                  </a:lnTo>
                  <a:lnTo>
                    <a:pt x="39279" y="37671"/>
                  </a:lnTo>
                  <a:lnTo>
                    <a:pt x="39128" y="37399"/>
                  </a:lnTo>
                  <a:lnTo>
                    <a:pt x="38947" y="37118"/>
                  </a:lnTo>
                  <a:lnTo>
                    <a:pt x="38746" y="36836"/>
                  </a:lnTo>
                  <a:lnTo>
                    <a:pt x="38515" y="36545"/>
                  </a:lnTo>
                  <a:lnTo>
                    <a:pt x="38405" y="36394"/>
                  </a:lnTo>
                  <a:lnTo>
                    <a:pt x="38314" y="36243"/>
                  </a:lnTo>
                  <a:lnTo>
                    <a:pt x="38234" y="36083"/>
                  </a:lnTo>
                  <a:lnTo>
                    <a:pt x="38183" y="35912"/>
                  </a:lnTo>
                  <a:lnTo>
                    <a:pt x="38133" y="35731"/>
                  </a:lnTo>
                  <a:lnTo>
                    <a:pt x="38113" y="35550"/>
                  </a:lnTo>
                  <a:lnTo>
                    <a:pt x="38103" y="35369"/>
                  </a:lnTo>
                  <a:lnTo>
                    <a:pt x="38103" y="35178"/>
                  </a:lnTo>
                  <a:lnTo>
                    <a:pt x="38113" y="34997"/>
                  </a:lnTo>
                  <a:lnTo>
                    <a:pt x="38143" y="34806"/>
                  </a:lnTo>
                  <a:lnTo>
                    <a:pt x="38173" y="34615"/>
                  </a:lnTo>
                  <a:lnTo>
                    <a:pt x="38224" y="34414"/>
                  </a:lnTo>
                  <a:lnTo>
                    <a:pt x="38274" y="34233"/>
                  </a:lnTo>
                  <a:lnTo>
                    <a:pt x="38334" y="34042"/>
                  </a:lnTo>
                  <a:lnTo>
                    <a:pt x="38395" y="33851"/>
                  </a:lnTo>
                  <a:lnTo>
                    <a:pt x="38465" y="33670"/>
                  </a:lnTo>
                  <a:lnTo>
                    <a:pt x="38616" y="33329"/>
                  </a:lnTo>
                  <a:lnTo>
                    <a:pt x="38766" y="32997"/>
                  </a:lnTo>
                  <a:lnTo>
                    <a:pt x="38927" y="32706"/>
                  </a:lnTo>
                  <a:lnTo>
                    <a:pt x="39068" y="32454"/>
                  </a:lnTo>
                  <a:lnTo>
                    <a:pt x="39199" y="32243"/>
                  </a:lnTo>
                  <a:lnTo>
                    <a:pt x="39299" y="32082"/>
                  </a:lnTo>
                  <a:lnTo>
                    <a:pt x="39390" y="31952"/>
                  </a:lnTo>
                  <a:lnTo>
                    <a:pt x="36545" y="33047"/>
                  </a:lnTo>
                  <a:lnTo>
                    <a:pt x="33701" y="32605"/>
                  </a:lnTo>
                  <a:lnTo>
                    <a:pt x="33661" y="32042"/>
                  </a:lnTo>
                  <a:lnTo>
                    <a:pt x="33640" y="31459"/>
                  </a:lnTo>
                  <a:lnTo>
                    <a:pt x="33640" y="30856"/>
                  </a:lnTo>
                  <a:lnTo>
                    <a:pt x="33651" y="30243"/>
                  </a:lnTo>
                  <a:lnTo>
                    <a:pt x="33671" y="29600"/>
                  </a:lnTo>
                  <a:lnTo>
                    <a:pt x="33711" y="28957"/>
                  </a:lnTo>
                  <a:lnTo>
                    <a:pt x="33761" y="28283"/>
                  </a:lnTo>
                  <a:lnTo>
                    <a:pt x="33831" y="27610"/>
                  </a:lnTo>
                  <a:lnTo>
                    <a:pt x="33912" y="26916"/>
                  </a:lnTo>
                  <a:lnTo>
                    <a:pt x="34002" y="26223"/>
                  </a:lnTo>
                  <a:lnTo>
                    <a:pt x="34113" y="25519"/>
                  </a:lnTo>
                  <a:lnTo>
                    <a:pt x="34223" y="24796"/>
                  </a:lnTo>
                  <a:lnTo>
                    <a:pt x="34354" y="24082"/>
                  </a:lnTo>
                  <a:lnTo>
                    <a:pt x="34495" y="23348"/>
                  </a:lnTo>
                  <a:lnTo>
                    <a:pt x="34636" y="22625"/>
                  </a:lnTo>
                  <a:lnTo>
                    <a:pt x="34796" y="21891"/>
                  </a:lnTo>
                  <a:lnTo>
                    <a:pt x="35158" y="21951"/>
                  </a:lnTo>
                  <a:lnTo>
                    <a:pt x="35550" y="22012"/>
                  </a:lnTo>
                  <a:lnTo>
                    <a:pt x="35962" y="22042"/>
                  </a:lnTo>
                  <a:lnTo>
                    <a:pt x="36394" y="22062"/>
                  </a:lnTo>
                  <a:lnTo>
                    <a:pt x="36847" y="22062"/>
                  </a:lnTo>
                  <a:lnTo>
                    <a:pt x="37078" y="22052"/>
                  </a:lnTo>
                  <a:lnTo>
                    <a:pt x="37319" y="22032"/>
                  </a:lnTo>
                  <a:lnTo>
                    <a:pt x="37560" y="22012"/>
                  </a:lnTo>
                  <a:lnTo>
                    <a:pt x="37802" y="21971"/>
                  </a:lnTo>
                  <a:lnTo>
                    <a:pt x="38053" y="21931"/>
                  </a:lnTo>
                  <a:lnTo>
                    <a:pt x="38304" y="21881"/>
                  </a:lnTo>
                  <a:lnTo>
                    <a:pt x="38877" y="21750"/>
                  </a:lnTo>
                  <a:lnTo>
                    <a:pt x="39460" y="21609"/>
                  </a:lnTo>
                  <a:lnTo>
                    <a:pt x="40043" y="21439"/>
                  </a:lnTo>
                  <a:lnTo>
                    <a:pt x="40636" y="21258"/>
                  </a:lnTo>
                  <a:lnTo>
                    <a:pt x="41219" y="21047"/>
                  </a:lnTo>
                  <a:lnTo>
                    <a:pt x="41812" y="20826"/>
                  </a:lnTo>
                  <a:lnTo>
                    <a:pt x="42415" y="20574"/>
                  </a:lnTo>
                  <a:lnTo>
                    <a:pt x="43008" y="20293"/>
                  </a:lnTo>
                  <a:lnTo>
                    <a:pt x="43601" y="19991"/>
                  </a:lnTo>
                  <a:lnTo>
                    <a:pt x="43902" y="19841"/>
                  </a:lnTo>
                  <a:lnTo>
                    <a:pt x="44194" y="19670"/>
                  </a:lnTo>
                  <a:lnTo>
                    <a:pt x="44495" y="19499"/>
                  </a:lnTo>
                  <a:lnTo>
                    <a:pt x="44787" y="19318"/>
                  </a:lnTo>
                  <a:lnTo>
                    <a:pt x="45088" y="19127"/>
                  </a:lnTo>
                  <a:lnTo>
                    <a:pt x="45380" y="18926"/>
                  </a:lnTo>
                  <a:lnTo>
                    <a:pt x="45671" y="18725"/>
                  </a:lnTo>
                  <a:lnTo>
                    <a:pt x="45963" y="18514"/>
                  </a:lnTo>
                  <a:lnTo>
                    <a:pt x="46264" y="18293"/>
                  </a:lnTo>
                  <a:lnTo>
                    <a:pt x="46556" y="18062"/>
                  </a:lnTo>
                  <a:lnTo>
                    <a:pt x="46847" y="17830"/>
                  </a:lnTo>
                  <a:lnTo>
                    <a:pt x="47139" y="17579"/>
                  </a:lnTo>
                  <a:lnTo>
                    <a:pt x="47420" y="17328"/>
                  </a:lnTo>
                  <a:lnTo>
                    <a:pt x="47712" y="17066"/>
                  </a:lnTo>
                  <a:lnTo>
                    <a:pt x="47852" y="16926"/>
                  </a:lnTo>
                  <a:lnTo>
                    <a:pt x="47993" y="16785"/>
                  </a:lnTo>
                  <a:lnTo>
                    <a:pt x="48134" y="16634"/>
                  </a:lnTo>
                  <a:lnTo>
                    <a:pt x="48264" y="16463"/>
                  </a:lnTo>
                  <a:lnTo>
                    <a:pt x="48405" y="16293"/>
                  </a:lnTo>
                  <a:lnTo>
                    <a:pt x="48536" y="16122"/>
                  </a:lnTo>
                  <a:lnTo>
                    <a:pt x="48787" y="15740"/>
                  </a:lnTo>
                  <a:lnTo>
                    <a:pt x="49038" y="15348"/>
                  </a:lnTo>
                  <a:lnTo>
                    <a:pt x="49269" y="14926"/>
                  </a:lnTo>
                  <a:lnTo>
                    <a:pt x="49501" y="14483"/>
                  </a:lnTo>
                  <a:lnTo>
                    <a:pt x="49722" y="14021"/>
                  </a:lnTo>
                  <a:lnTo>
                    <a:pt x="49933" y="13549"/>
                  </a:lnTo>
                  <a:lnTo>
                    <a:pt x="50134" y="13066"/>
                  </a:lnTo>
                  <a:lnTo>
                    <a:pt x="50325" y="12574"/>
                  </a:lnTo>
                  <a:lnTo>
                    <a:pt x="50516" y="12081"/>
                  </a:lnTo>
                  <a:lnTo>
                    <a:pt x="50687" y="11579"/>
                  </a:lnTo>
                  <a:lnTo>
                    <a:pt x="50857" y="11076"/>
                  </a:lnTo>
                  <a:lnTo>
                    <a:pt x="51008" y="10584"/>
                  </a:lnTo>
                  <a:lnTo>
                    <a:pt x="51159" y="10091"/>
                  </a:lnTo>
                  <a:lnTo>
                    <a:pt x="51430" y="9136"/>
                  </a:lnTo>
                  <a:lnTo>
                    <a:pt x="51662" y="8242"/>
                  </a:lnTo>
                  <a:lnTo>
                    <a:pt x="51863" y="7418"/>
                  </a:lnTo>
                  <a:lnTo>
                    <a:pt x="52023" y="6694"/>
                  </a:lnTo>
                  <a:lnTo>
                    <a:pt x="52144" y="6101"/>
                  </a:lnTo>
                  <a:lnTo>
                    <a:pt x="52234" y="5639"/>
                  </a:lnTo>
                  <a:lnTo>
                    <a:pt x="52305" y="5247"/>
                  </a:lnTo>
                  <a:lnTo>
                    <a:pt x="52305" y="5247"/>
                  </a:lnTo>
                  <a:lnTo>
                    <a:pt x="52134" y="5518"/>
                  </a:lnTo>
                  <a:lnTo>
                    <a:pt x="51913" y="5870"/>
                  </a:lnTo>
                  <a:lnTo>
                    <a:pt x="51591" y="6403"/>
                  </a:lnTo>
                  <a:lnTo>
                    <a:pt x="51169" y="7106"/>
                  </a:lnTo>
                  <a:lnTo>
                    <a:pt x="50646" y="8021"/>
                  </a:lnTo>
                  <a:lnTo>
                    <a:pt x="50003" y="9146"/>
                  </a:lnTo>
                  <a:lnTo>
                    <a:pt x="49239" y="10503"/>
                  </a:lnTo>
                  <a:lnTo>
                    <a:pt x="49038" y="10865"/>
                  </a:lnTo>
                  <a:lnTo>
                    <a:pt x="48817" y="11227"/>
                  </a:lnTo>
                  <a:lnTo>
                    <a:pt x="48596" y="11579"/>
                  </a:lnTo>
                  <a:lnTo>
                    <a:pt x="48375" y="11920"/>
                  </a:lnTo>
                  <a:lnTo>
                    <a:pt x="48144" y="12252"/>
                  </a:lnTo>
                  <a:lnTo>
                    <a:pt x="47903" y="12574"/>
                  </a:lnTo>
                  <a:lnTo>
                    <a:pt x="47671" y="12885"/>
                  </a:lnTo>
                  <a:lnTo>
                    <a:pt x="47430" y="13187"/>
                  </a:lnTo>
                  <a:lnTo>
                    <a:pt x="47189" y="13488"/>
                  </a:lnTo>
                  <a:lnTo>
                    <a:pt x="46958" y="13770"/>
                  </a:lnTo>
                  <a:lnTo>
                    <a:pt x="46485" y="14313"/>
                  </a:lnTo>
                  <a:lnTo>
                    <a:pt x="46023" y="14805"/>
                  </a:lnTo>
                  <a:lnTo>
                    <a:pt x="45581" y="15267"/>
                  </a:lnTo>
                  <a:lnTo>
                    <a:pt x="45159" y="15669"/>
                  </a:lnTo>
                  <a:lnTo>
                    <a:pt x="44777" y="16031"/>
                  </a:lnTo>
                  <a:lnTo>
                    <a:pt x="44435" y="16343"/>
                  </a:lnTo>
                  <a:lnTo>
                    <a:pt x="44134" y="16594"/>
                  </a:lnTo>
                  <a:lnTo>
                    <a:pt x="43711" y="16946"/>
                  </a:lnTo>
                  <a:lnTo>
                    <a:pt x="43551" y="17066"/>
                  </a:lnTo>
                  <a:lnTo>
                    <a:pt x="46616" y="5468"/>
                  </a:lnTo>
                  <a:lnTo>
                    <a:pt x="46465" y="5830"/>
                  </a:lnTo>
                  <a:lnTo>
                    <a:pt x="46053" y="6805"/>
                  </a:lnTo>
                  <a:lnTo>
                    <a:pt x="45752" y="7498"/>
                  </a:lnTo>
                  <a:lnTo>
                    <a:pt x="45400" y="8282"/>
                  </a:lnTo>
                  <a:lnTo>
                    <a:pt x="45008" y="9167"/>
                  </a:lnTo>
                  <a:lnTo>
                    <a:pt x="44566" y="10121"/>
                  </a:lnTo>
                  <a:lnTo>
                    <a:pt x="44083" y="11126"/>
                  </a:lnTo>
                  <a:lnTo>
                    <a:pt x="43571" y="12182"/>
                  </a:lnTo>
                  <a:lnTo>
                    <a:pt x="43028" y="13257"/>
                  </a:lnTo>
                  <a:lnTo>
                    <a:pt x="42465" y="14333"/>
                  </a:lnTo>
                  <a:lnTo>
                    <a:pt x="42174" y="14865"/>
                  </a:lnTo>
                  <a:lnTo>
                    <a:pt x="41872" y="15398"/>
                  </a:lnTo>
                  <a:lnTo>
                    <a:pt x="41581" y="15931"/>
                  </a:lnTo>
                  <a:lnTo>
                    <a:pt x="41279" y="16443"/>
                  </a:lnTo>
                  <a:lnTo>
                    <a:pt x="40968" y="16946"/>
                  </a:lnTo>
                  <a:lnTo>
                    <a:pt x="40666" y="17438"/>
                  </a:lnTo>
                  <a:lnTo>
                    <a:pt x="40354" y="17921"/>
                  </a:lnTo>
                  <a:lnTo>
                    <a:pt x="40053" y="18383"/>
                  </a:lnTo>
                  <a:lnTo>
                    <a:pt x="39852" y="18655"/>
                  </a:lnTo>
                  <a:lnTo>
                    <a:pt x="39661" y="18916"/>
                  </a:lnTo>
                  <a:lnTo>
                    <a:pt x="39470" y="19157"/>
                  </a:lnTo>
                  <a:lnTo>
                    <a:pt x="39289" y="19378"/>
                  </a:lnTo>
                  <a:lnTo>
                    <a:pt x="39098" y="19579"/>
                  </a:lnTo>
                  <a:lnTo>
                    <a:pt x="38907" y="19760"/>
                  </a:lnTo>
                  <a:lnTo>
                    <a:pt x="38726" y="19931"/>
                  </a:lnTo>
                  <a:lnTo>
                    <a:pt x="38545" y="20092"/>
                  </a:lnTo>
                  <a:lnTo>
                    <a:pt x="38374" y="20233"/>
                  </a:lnTo>
                  <a:lnTo>
                    <a:pt x="38193" y="20353"/>
                  </a:lnTo>
                  <a:lnTo>
                    <a:pt x="38023" y="20464"/>
                  </a:lnTo>
                  <a:lnTo>
                    <a:pt x="37852" y="20564"/>
                  </a:lnTo>
                  <a:lnTo>
                    <a:pt x="37681" y="20645"/>
                  </a:lnTo>
                  <a:lnTo>
                    <a:pt x="37510" y="20725"/>
                  </a:lnTo>
                  <a:lnTo>
                    <a:pt x="37349" y="20775"/>
                  </a:lnTo>
                  <a:lnTo>
                    <a:pt x="37188" y="20826"/>
                  </a:lnTo>
                  <a:lnTo>
                    <a:pt x="37038" y="20866"/>
                  </a:lnTo>
                  <a:lnTo>
                    <a:pt x="36877" y="20896"/>
                  </a:lnTo>
                  <a:lnTo>
                    <a:pt x="36726" y="20916"/>
                  </a:lnTo>
                  <a:lnTo>
                    <a:pt x="36585" y="20926"/>
                  </a:lnTo>
                  <a:lnTo>
                    <a:pt x="36435" y="20926"/>
                  </a:lnTo>
                  <a:lnTo>
                    <a:pt x="36294" y="20916"/>
                  </a:lnTo>
                  <a:lnTo>
                    <a:pt x="36163" y="20906"/>
                  </a:lnTo>
                  <a:lnTo>
                    <a:pt x="36023" y="20876"/>
                  </a:lnTo>
                  <a:lnTo>
                    <a:pt x="35902" y="20856"/>
                  </a:lnTo>
                  <a:lnTo>
                    <a:pt x="35771" y="20815"/>
                  </a:lnTo>
                  <a:lnTo>
                    <a:pt x="35530" y="20735"/>
                  </a:lnTo>
                  <a:lnTo>
                    <a:pt x="35309" y="20635"/>
                  </a:lnTo>
                  <a:lnTo>
                    <a:pt x="35098" y="20524"/>
                  </a:lnTo>
                  <a:lnTo>
                    <a:pt x="35309" y="19660"/>
                  </a:lnTo>
                  <a:lnTo>
                    <a:pt x="35530" y="18795"/>
                  </a:lnTo>
                  <a:lnTo>
                    <a:pt x="35761" y="17931"/>
                  </a:lnTo>
                  <a:lnTo>
                    <a:pt x="35992" y="17077"/>
                  </a:lnTo>
                  <a:lnTo>
                    <a:pt x="36234" y="16242"/>
                  </a:lnTo>
                  <a:lnTo>
                    <a:pt x="36485" y="15408"/>
                  </a:lnTo>
                  <a:lnTo>
                    <a:pt x="36736" y="14584"/>
                  </a:lnTo>
                  <a:lnTo>
                    <a:pt x="36987" y="13790"/>
                  </a:lnTo>
                  <a:lnTo>
                    <a:pt x="37088" y="13498"/>
                  </a:lnTo>
                  <a:lnTo>
                    <a:pt x="37188" y="13207"/>
                  </a:lnTo>
                  <a:lnTo>
                    <a:pt x="37299" y="12926"/>
                  </a:lnTo>
                  <a:lnTo>
                    <a:pt x="37420" y="12634"/>
                  </a:lnTo>
                  <a:lnTo>
                    <a:pt x="37550" y="12353"/>
                  </a:lnTo>
                  <a:lnTo>
                    <a:pt x="37691" y="12071"/>
                  </a:lnTo>
                  <a:lnTo>
                    <a:pt x="37832" y="11780"/>
                  </a:lnTo>
                  <a:lnTo>
                    <a:pt x="37982" y="11498"/>
                  </a:lnTo>
                  <a:lnTo>
                    <a:pt x="38304" y="10935"/>
                  </a:lnTo>
                  <a:lnTo>
                    <a:pt x="38646" y="10383"/>
                  </a:lnTo>
                  <a:lnTo>
                    <a:pt x="39008" y="9830"/>
                  </a:lnTo>
                  <a:lnTo>
                    <a:pt x="39390" y="9287"/>
                  </a:lnTo>
                  <a:lnTo>
                    <a:pt x="39782" y="8754"/>
                  </a:lnTo>
                  <a:lnTo>
                    <a:pt x="40194" y="8232"/>
                  </a:lnTo>
                  <a:lnTo>
                    <a:pt x="40616" y="7719"/>
                  </a:lnTo>
                  <a:lnTo>
                    <a:pt x="41038" y="7217"/>
                  </a:lnTo>
                  <a:lnTo>
                    <a:pt x="41470" y="6724"/>
                  </a:lnTo>
                  <a:lnTo>
                    <a:pt x="41902" y="6252"/>
                  </a:lnTo>
                  <a:lnTo>
                    <a:pt x="42334" y="5799"/>
                  </a:lnTo>
                  <a:lnTo>
                    <a:pt x="42757" y="5357"/>
                  </a:lnTo>
                  <a:lnTo>
                    <a:pt x="43179" y="4935"/>
                  </a:lnTo>
                  <a:lnTo>
                    <a:pt x="43591" y="4533"/>
                  </a:lnTo>
                  <a:lnTo>
                    <a:pt x="44003" y="4151"/>
                  </a:lnTo>
                  <a:lnTo>
                    <a:pt x="44385" y="3789"/>
                  </a:lnTo>
                  <a:lnTo>
                    <a:pt x="45118" y="3136"/>
                  </a:lnTo>
                  <a:lnTo>
                    <a:pt x="45762" y="2583"/>
                  </a:lnTo>
                  <a:lnTo>
                    <a:pt x="46294" y="2131"/>
                  </a:lnTo>
                  <a:lnTo>
                    <a:pt x="46707" y="1809"/>
                  </a:lnTo>
                  <a:lnTo>
                    <a:pt x="47058" y="1528"/>
                  </a:lnTo>
                  <a:lnTo>
                    <a:pt x="47058" y="1528"/>
                  </a:lnTo>
                  <a:lnTo>
                    <a:pt x="46696" y="1739"/>
                  </a:lnTo>
                  <a:lnTo>
                    <a:pt x="45722" y="2332"/>
                  </a:lnTo>
                  <a:lnTo>
                    <a:pt x="45048" y="2754"/>
                  </a:lnTo>
                  <a:lnTo>
                    <a:pt x="44294" y="3237"/>
                  </a:lnTo>
                  <a:lnTo>
                    <a:pt x="43470" y="3779"/>
                  </a:lnTo>
                  <a:lnTo>
                    <a:pt x="42596" y="4372"/>
                  </a:lnTo>
                  <a:lnTo>
                    <a:pt x="41691" y="5005"/>
                  </a:lnTo>
                  <a:lnTo>
                    <a:pt x="41239" y="5337"/>
                  </a:lnTo>
                  <a:lnTo>
                    <a:pt x="40777" y="5679"/>
                  </a:lnTo>
                  <a:lnTo>
                    <a:pt x="40334" y="6021"/>
                  </a:lnTo>
                  <a:lnTo>
                    <a:pt x="39882" y="6362"/>
                  </a:lnTo>
                  <a:lnTo>
                    <a:pt x="39450" y="6714"/>
                  </a:lnTo>
                  <a:lnTo>
                    <a:pt x="39018" y="7066"/>
                  </a:lnTo>
                  <a:lnTo>
                    <a:pt x="38606" y="7428"/>
                  </a:lnTo>
                  <a:lnTo>
                    <a:pt x="38214" y="7780"/>
                  </a:lnTo>
                  <a:lnTo>
                    <a:pt x="37842" y="8131"/>
                  </a:lnTo>
                  <a:lnTo>
                    <a:pt x="37480" y="8483"/>
                  </a:lnTo>
                  <a:lnTo>
                    <a:pt x="37148" y="8835"/>
                  </a:lnTo>
                  <a:lnTo>
                    <a:pt x="36847" y="9177"/>
                  </a:lnTo>
                  <a:lnTo>
                    <a:pt x="36575" y="9518"/>
                  </a:lnTo>
                  <a:lnTo>
                    <a:pt x="36334" y="9850"/>
                  </a:lnTo>
                  <a:lnTo>
                    <a:pt x="35982" y="10363"/>
                  </a:lnTo>
                  <a:lnTo>
                    <a:pt x="35661" y="10865"/>
                  </a:lnTo>
                  <a:lnTo>
                    <a:pt x="35349" y="11368"/>
                  </a:lnTo>
                  <a:lnTo>
                    <a:pt x="35068" y="11880"/>
                  </a:lnTo>
                  <a:lnTo>
                    <a:pt x="34937" y="12142"/>
                  </a:lnTo>
                  <a:lnTo>
                    <a:pt x="34806" y="12413"/>
                  </a:lnTo>
                  <a:lnTo>
                    <a:pt x="34676" y="12684"/>
                  </a:lnTo>
                  <a:lnTo>
                    <a:pt x="34555" y="12966"/>
                  </a:lnTo>
                  <a:lnTo>
                    <a:pt x="34434" y="13267"/>
                  </a:lnTo>
                  <a:lnTo>
                    <a:pt x="34324" y="13569"/>
                  </a:lnTo>
                  <a:lnTo>
                    <a:pt x="34203" y="13890"/>
                  </a:lnTo>
                  <a:lnTo>
                    <a:pt x="34093" y="14222"/>
                  </a:lnTo>
                  <a:lnTo>
                    <a:pt x="34053" y="13408"/>
                  </a:lnTo>
                  <a:lnTo>
                    <a:pt x="34032" y="12554"/>
                  </a:lnTo>
                  <a:lnTo>
                    <a:pt x="34032" y="12121"/>
                  </a:lnTo>
                  <a:lnTo>
                    <a:pt x="34032" y="11679"/>
                  </a:lnTo>
                  <a:lnTo>
                    <a:pt x="34043" y="11237"/>
                  </a:lnTo>
                  <a:lnTo>
                    <a:pt x="34063" y="10805"/>
                  </a:lnTo>
                  <a:lnTo>
                    <a:pt x="34083" y="10373"/>
                  </a:lnTo>
                  <a:lnTo>
                    <a:pt x="34123" y="9940"/>
                  </a:lnTo>
                  <a:lnTo>
                    <a:pt x="34173" y="9518"/>
                  </a:lnTo>
                  <a:lnTo>
                    <a:pt x="34223" y="9116"/>
                  </a:lnTo>
                  <a:lnTo>
                    <a:pt x="34294" y="8724"/>
                  </a:lnTo>
                  <a:lnTo>
                    <a:pt x="34374" y="8352"/>
                  </a:lnTo>
                  <a:lnTo>
                    <a:pt x="34475" y="7991"/>
                  </a:lnTo>
                  <a:lnTo>
                    <a:pt x="34575" y="7659"/>
                  </a:lnTo>
                  <a:lnTo>
                    <a:pt x="34786" y="7096"/>
                  </a:lnTo>
                  <a:lnTo>
                    <a:pt x="34987" y="6563"/>
                  </a:lnTo>
                  <a:lnTo>
                    <a:pt x="35188" y="6051"/>
                  </a:lnTo>
                  <a:lnTo>
                    <a:pt x="35379" y="5578"/>
                  </a:lnTo>
                  <a:lnTo>
                    <a:pt x="35751" y="4714"/>
                  </a:lnTo>
                  <a:lnTo>
                    <a:pt x="36083" y="3990"/>
                  </a:lnTo>
                  <a:lnTo>
                    <a:pt x="36364" y="3407"/>
                  </a:lnTo>
                  <a:lnTo>
                    <a:pt x="36575" y="2975"/>
                  </a:lnTo>
                  <a:lnTo>
                    <a:pt x="36766" y="2623"/>
                  </a:lnTo>
                  <a:lnTo>
                    <a:pt x="36766" y="2623"/>
                  </a:lnTo>
                  <a:lnTo>
                    <a:pt x="33269" y="5689"/>
                  </a:lnTo>
                  <a:lnTo>
                    <a:pt x="341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" name="Google Shape;718;p27">
              <a:extLst>
                <a:ext uri="{FF2B5EF4-FFF2-40B4-BE49-F238E27FC236}">
                  <a16:creationId xmlns:a16="http://schemas.microsoft.com/office/drawing/2014/main" id="{E3818976-F215-5398-44A5-2025D05165B7}"/>
                </a:ext>
              </a:extLst>
            </p:cNvPr>
            <p:cNvGrpSpPr/>
            <p:nvPr/>
          </p:nvGrpSpPr>
          <p:grpSpPr>
            <a:xfrm>
              <a:off x="3632550" y="2516612"/>
              <a:ext cx="1736337" cy="2215608"/>
              <a:chOff x="6776645" y="1798313"/>
              <a:chExt cx="1910162" cy="2437413"/>
            </a:xfrm>
          </p:grpSpPr>
          <p:grpSp>
            <p:nvGrpSpPr>
              <p:cNvPr id="15" name="Google Shape;719;p27">
                <a:extLst>
                  <a:ext uri="{FF2B5EF4-FFF2-40B4-BE49-F238E27FC236}">
                    <a16:creationId xmlns:a16="http://schemas.microsoft.com/office/drawing/2014/main" id="{E30ABFAF-61C8-231F-90AD-C63B6696C35F}"/>
                  </a:ext>
                </a:extLst>
              </p:cNvPr>
              <p:cNvGrpSpPr/>
              <p:nvPr/>
            </p:nvGrpSpPr>
            <p:grpSpPr>
              <a:xfrm>
                <a:off x="6776645" y="1798313"/>
                <a:ext cx="1910162" cy="2437413"/>
                <a:chOff x="6776645" y="1798313"/>
                <a:chExt cx="1910162" cy="2437413"/>
              </a:xfrm>
            </p:grpSpPr>
            <p:sp>
              <p:nvSpPr>
                <p:cNvPr id="567" name="Google Shape;720;p27">
                  <a:extLst>
                    <a:ext uri="{FF2B5EF4-FFF2-40B4-BE49-F238E27FC236}">
                      <a16:creationId xmlns:a16="http://schemas.microsoft.com/office/drawing/2014/main" id="{607950F6-45E8-3FB7-F10B-CD0313861FB6}"/>
                    </a:ext>
                  </a:extLst>
                </p:cNvPr>
                <p:cNvSpPr/>
                <p:nvPr/>
              </p:nvSpPr>
              <p:spPr>
                <a:xfrm>
                  <a:off x="7422359" y="3177702"/>
                  <a:ext cx="1007165" cy="1058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69" h="13834" extrusionOk="0">
                      <a:moveTo>
                        <a:pt x="6639" y="1"/>
                      </a:moveTo>
                      <a:lnTo>
                        <a:pt x="6037" y="10"/>
                      </a:lnTo>
                      <a:lnTo>
                        <a:pt x="5436" y="28"/>
                      </a:lnTo>
                      <a:lnTo>
                        <a:pt x="4852" y="46"/>
                      </a:lnTo>
                      <a:lnTo>
                        <a:pt x="4277" y="83"/>
                      </a:lnTo>
                      <a:lnTo>
                        <a:pt x="3730" y="138"/>
                      </a:lnTo>
                      <a:lnTo>
                        <a:pt x="3201" y="201"/>
                      </a:lnTo>
                      <a:lnTo>
                        <a:pt x="2709" y="283"/>
                      </a:lnTo>
                      <a:lnTo>
                        <a:pt x="2481" y="329"/>
                      </a:lnTo>
                      <a:lnTo>
                        <a:pt x="2253" y="375"/>
                      </a:lnTo>
                      <a:lnTo>
                        <a:pt x="2043" y="429"/>
                      </a:lnTo>
                      <a:lnTo>
                        <a:pt x="1834" y="493"/>
                      </a:lnTo>
                      <a:lnTo>
                        <a:pt x="1642" y="557"/>
                      </a:lnTo>
                      <a:lnTo>
                        <a:pt x="1469" y="621"/>
                      </a:lnTo>
                      <a:lnTo>
                        <a:pt x="1296" y="694"/>
                      </a:lnTo>
                      <a:lnTo>
                        <a:pt x="1150" y="767"/>
                      </a:lnTo>
                      <a:lnTo>
                        <a:pt x="1004" y="858"/>
                      </a:lnTo>
                      <a:lnTo>
                        <a:pt x="885" y="940"/>
                      </a:lnTo>
                      <a:lnTo>
                        <a:pt x="776" y="1031"/>
                      </a:lnTo>
                      <a:lnTo>
                        <a:pt x="676" y="1132"/>
                      </a:lnTo>
                      <a:lnTo>
                        <a:pt x="603" y="1241"/>
                      </a:lnTo>
                      <a:lnTo>
                        <a:pt x="539" y="1350"/>
                      </a:lnTo>
                      <a:lnTo>
                        <a:pt x="493" y="1460"/>
                      </a:lnTo>
                      <a:lnTo>
                        <a:pt x="466" y="1587"/>
                      </a:lnTo>
                      <a:lnTo>
                        <a:pt x="466" y="1715"/>
                      </a:lnTo>
                      <a:lnTo>
                        <a:pt x="475" y="1852"/>
                      </a:lnTo>
                      <a:lnTo>
                        <a:pt x="521" y="2153"/>
                      </a:lnTo>
                      <a:lnTo>
                        <a:pt x="557" y="2481"/>
                      </a:lnTo>
                      <a:lnTo>
                        <a:pt x="584" y="2846"/>
                      </a:lnTo>
                      <a:lnTo>
                        <a:pt x="603" y="3238"/>
                      </a:lnTo>
                      <a:lnTo>
                        <a:pt x="612" y="3648"/>
                      </a:lnTo>
                      <a:lnTo>
                        <a:pt x="621" y="4086"/>
                      </a:lnTo>
                      <a:lnTo>
                        <a:pt x="621" y="4542"/>
                      </a:lnTo>
                      <a:lnTo>
                        <a:pt x="621" y="5007"/>
                      </a:lnTo>
                      <a:lnTo>
                        <a:pt x="594" y="5983"/>
                      </a:lnTo>
                      <a:lnTo>
                        <a:pt x="548" y="6977"/>
                      </a:lnTo>
                      <a:lnTo>
                        <a:pt x="493" y="7989"/>
                      </a:lnTo>
                      <a:lnTo>
                        <a:pt x="429" y="8983"/>
                      </a:lnTo>
                      <a:lnTo>
                        <a:pt x="356" y="9949"/>
                      </a:lnTo>
                      <a:lnTo>
                        <a:pt x="284" y="10852"/>
                      </a:lnTo>
                      <a:lnTo>
                        <a:pt x="147" y="12393"/>
                      </a:lnTo>
                      <a:lnTo>
                        <a:pt x="46" y="13451"/>
                      </a:lnTo>
                      <a:lnTo>
                        <a:pt x="1" y="13834"/>
                      </a:lnTo>
                      <a:lnTo>
                        <a:pt x="12895" y="13834"/>
                      </a:lnTo>
                      <a:lnTo>
                        <a:pt x="12758" y="13241"/>
                      </a:lnTo>
                      <a:lnTo>
                        <a:pt x="12621" y="12557"/>
                      </a:lnTo>
                      <a:lnTo>
                        <a:pt x="12448" y="11700"/>
                      </a:lnTo>
                      <a:lnTo>
                        <a:pt x="12265" y="10697"/>
                      </a:lnTo>
                      <a:lnTo>
                        <a:pt x="12174" y="10159"/>
                      </a:lnTo>
                      <a:lnTo>
                        <a:pt x="12083" y="9612"/>
                      </a:lnTo>
                      <a:lnTo>
                        <a:pt x="12001" y="9046"/>
                      </a:lnTo>
                      <a:lnTo>
                        <a:pt x="11928" y="8481"/>
                      </a:lnTo>
                      <a:lnTo>
                        <a:pt x="11855" y="7916"/>
                      </a:lnTo>
                      <a:lnTo>
                        <a:pt x="11800" y="7359"/>
                      </a:lnTo>
                      <a:lnTo>
                        <a:pt x="11791" y="7159"/>
                      </a:lnTo>
                      <a:lnTo>
                        <a:pt x="11791" y="6931"/>
                      </a:lnTo>
                      <a:lnTo>
                        <a:pt x="11791" y="6703"/>
                      </a:lnTo>
                      <a:lnTo>
                        <a:pt x="11809" y="6457"/>
                      </a:lnTo>
                      <a:lnTo>
                        <a:pt x="11828" y="6201"/>
                      </a:lnTo>
                      <a:lnTo>
                        <a:pt x="11855" y="5928"/>
                      </a:lnTo>
                      <a:lnTo>
                        <a:pt x="11937" y="5381"/>
                      </a:lnTo>
                      <a:lnTo>
                        <a:pt x="12037" y="4806"/>
                      </a:lnTo>
                      <a:lnTo>
                        <a:pt x="12156" y="4223"/>
                      </a:lnTo>
                      <a:lnTo>
                        <a:pt x="12284" y="3639"/>
                      </a:lnTo>
                      <a:lnTo>
                        <a:pt x="12411" y="3065"/>
                      </a:lnTo>
                      <a:lnTo>
                        <a:pt x="12548" y="2527"/>
                      </a:lnTo>
                      <a:lnTo>
                        <a:pt x="12685" y="2016"/>
                      </a:lnTo>
                      <a:lnTo>
                        <a:pt x="12931" y="1159"/>
                      </a:lnTo>
                      <a:lnTo>
                        <a:pt x="13104" y="575"/>
                      </a:lnTo>
                      <a:lnTo>
                        <a:pt x="13168" y="356"/>
                      </a:lnTo>
                      <a:lnTo>
                        <a:pt x="12603" y="302"/>
                      </a:lnTo>
                      <a:lnTo>
                        <a:pt x="11955" y="247"/>
                      </a:lnTo>
                      <a:lnTo>
                        <a:pt x="11116" y="174"/>
                      </a:lnTo>
                      <a:lnTo>
                        <a:pt x="10122" y="110"/>
                      </a:lnTo>
                      <a:lnTo>
                        <a:pt x="9019" y="56"/>
                      </a:lnTo>
                      <a:lnTo>
                        <a:pt x="8445" y="37"/>
                      </a:lnTo>
                      <a:lnTo>
                        <a:pt x="7843" y="19"/>
                      </a:lnTo>
                      <a:lnTo>
                        <a:pt x="7241" y="10"/>
                      </a:lnTo>
                      <a:lnTo>
                        <a:pt x="6639" y="1"/>
                      </a:ln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" name="Google Shape;721;p27">
                  <a:extLst>
                    <a:ext uri="{FF2B5EF4-FFF2-40B4-BE49-F238E27FC236}">
                      <a16:creationId xmlns:a16="http://schemas.microsoft.com/office/drawing/2014/main" id="{FE9C5DDD-1878-FC16-4538-3B0410D5B727}"/>
                    </a:ext>
                  </a:extLst>
                </p:cNvPr>
                <p:cNvSpPr/>
                <p:nvPr/>
              </p:nvSpPr>
              <p:spPr>
                <a:xfrm>
                  <a:off x="6994228" y="1798313"/>
                  <a:ext cx="1692579" cy="169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31" h="22141" extrusionOk="0">
                      <a:moveTo>
                        <a:pt x="11061" y="0"/>
                      </a:moveTo>
                      <a:lnTo>
                        <a:pt x="10778" y="9"/>
                      </a:lnTo>
                      <a:lnTo>
                        <a:pt x="10496" y="19"/>
                      </a:lnTo>
                      <a:lnTo>
                        <a:pt x="10213" y="37"/>
                      </a:lnTo>
                      <a:lnTo>
                        <a:pt x="9930" y="64"/>
                      </a:lnTo>
                      <a:lnTo>
                        <a:pt x="9657" y="91"/>
                      </a:lnTo>
                      <a:lnTo>
                        <a:pt x="9374" y="128"/>
                      </a:lnTo>
                      <a:lnTo>
                        <a:pt x="9100" y="174"/>
                      </a:lnTo>
                      <a:lnTo>
                        <a:pt x="8836" y="228"/>
                      </a:lnTo>
                      <a:lnTo>
                        <a:pt x="8562" y="283"/>
                      </a:lnTo>
                      <a:lnTo>
                        <a:pt x="8298" y="356"/>
                      </a:lnTo>
                      <a:lnTo>
                        <a:pt x="8034" y="420"/>
                      </a:lnTo>
                      <a:lnTo>
                        <a:pt x="7769" y="502"/>
                      </a:lnTo>
                      <a:lnTo>
                        <a:pt x="7514" y="584"/>
                      </a:lnTo>
                      <a:lnTo>
                        <a:pt x="7258" y="675"/>
                      </a:lnTo>
                      <a:lnTo>
                        <a:pt x="7003" y="775"/>
                      </a:lnTo>
                      <a:lnTo>
                        <a:pt x="6757" y="876"/>
                      </a:lnTo>
                      <a:lnTo>
                        <a:pt x="6511" y="985"/>
                      </a:lnTo>
                      <a:lnTo>
                        <a:pt x="6264" y="1095"/>
                      </a:lnTo>
                      <a:lnTo>
                        <a:pt x="6027" y="1213"/>
                      </a:lnTo>
                      <a:lnTo>
                        <a:pt x="5790" y="1341"/>
                      </a:lnTo>
                      <a:lnTo>
                        <a:pt x="5553" y="1468"/>
                      </a:lnTo>
                      <a:lnTo>
                        <a:pt x="5325" y="1605"/>
                      </a:lnTo>
                      <a:lnTo>
                        <a:pt x="5097" y="1751"/>
                      </a:lnTo>
                      <a:lnTo>
                        <a:pt x="4878" y="1897"/>
                      </a:lnTo>
                      <a:lnTo>
                        <a:pt x="4660" y="2043"/>
                      </a:lnTo>
                      <a:lnTo>
                        <a:pt x="4441" y="2198"/>
                      </a:lnTo>
                      <a:lnTo>
                        <a:pt x="4231" y="2362"/>
                      </a:lnTo>
                      <a:lnTo>
                        <a:pt x="4021" y="2526"/>
                      </a:lnTo>
                      <a:lnTo>
                        <a:pt x="3821" y="2699"/>
                      </a:lnTo>
                      <a:lnTo>
                        <a:pt x="3620" y="2882"/>
                      </a:lnTo>
                      <a:lnTo>
                        <a:pt x="3429" y="3055"/>
                      </a:lnTo>
                      <a:lnTo>
                        <a:pt x="3237" y="3246"/>
                      </a:lnTo>
                      <a:lnTo>
                        <a:pt x="3055" y="3438"/>
                      </a:lnTo>
                      <a:lnTo>
                        <a:pt x="2872" y="3629"/>
                      </a:lnTo>
                      <a:lnTo>
                        <a:pt x="2699" y="3830"/>
                      </a:lnTo>
                      <a:lnTo>
                        <a:pt x="2526" y="4031"/>
                      </a:lnTo>
                      <a:lnTo>
                        <a:pt x="2353" y="4240"/>
                      </a:lnTo>
                      <a:lnTo>
                        <a:pt x="2198" y="4450"/>
                      </a:lnTo>
                      <a:lnTo>
                        <a:pt x="2043" y="4660"/>
                      </a:lnTo>
                      <a:lnTo>
                        <a:pt x="1888" y="4879"/>
                      </a:lnTo>
                      <a:lnTo>
                        <a:pt x="1742" y="5107"/>
                      </a:lnTo>
                      <a:lnTo>
                        <a:pt x="1596" y="5335"/>
                      </a:lnTo>
                      <a:lnTo>
                        <a:pt x="1459" y="5563"/>
                      </a:lnTo>
                      <a:lnTo>
                        <a:pt x="1331" y="5800"/>
                      </a:lnTo>
                      <a:lnTo>
                        <a:pt x="1204" y="6028"/>
                      </a:lnTo>
                      <a:lnTo>
                        <a:pt x="1085" y="6274"/>
                      </a:lnTo>
                      <a:lnTo>
                        <a:pt x="976" y="6520"/>
                      </a:lnTo>
                      <a:lnTo>
                        <a:pt x="866" y="6766"/>
                      </a:lnTo>
                      <a:lnTo>
                        <a:pt x="766" y="7012"/>
                      </a:lnTo>
                      <a:lnTo>
                        <a:pt x="666" y="7268"/>
                      </a:lnTo>
                      <a:lnTo>
                        <a:pt x="574" y="7523"/>
                      </a:lnTo>
                      <a:lnTo>
                        <a:pt x="492" y="7778"/>
                      </a:lnTo>
                      <a:lnTo>
                        <a:pt x="419" y="8043"/>
                      </a:lnTo>
                      <a:lnTo>
                        <a:pt x="347" y="8307"/>
                      </a:lnTo>
                      <a:lnTo>
                        <a:pt x="283" y="8572"/>
                      </a:lnTo>
                      <a:lnTo>
                        <a:pt x="219" y="8836"/>
                      </a:lnTo>
                      <a:lnTo>
                        <a:pt x="173" y="9110"/>
                      </a:lnTo>
                      <a:lnTo>
                        <a:pt x="128" y="9383"/>
                      </a:lnTo>
                      <a:lnTo>
                        <a:pt x="82" y="9657"/>
                      </a:lnTo>
                      <a:lnTo>
                        <a:pt x="55" y="9940"/>
                      </a:lnTo>
                      <a:lnTo>
                        <a:pt x="27" y="10222"/>
                      </a:lnTo>
                      <a:lnTo>
                        <a:pt x="9" y="10505"/>
                      </a:lnTo>
                      <a:lnTo>
                        <a:pt x="0" y="10788"/>
                      </a:lnTo>
                      <a:lnTo>
                        <a:pt x="0" y="11070"/>
                      </a:lnTo>
                      <a:lnTo>
                        <a:pt x="0" y="11353"/>
                      </a:lnTo>
                      <a:lnTo>
                        <a:pt x="9" y="11636"/>
                      </a:lnTo>
                      <a:lnTo>
                        <a:pt x="27" y="11918"/>
                      </a:lnTo>
                      <a:lnTo>
                        <a:pt x="55" y="12201"/>
                      </a:lnTo>
                      <a:lnTo>
                        <a:pt x="82" y="12484"/>
                      </a:lnTo>
                      <a:lnTo>
                        <a:pt x="128" y="12757"/>
                      </a:lnTo>
                      <a:lnTo>
                        <a:pt x="173" y="13031"/>
                      </a:lnTo>
                      <a:lnTo>
                        <a:pt x="219" y="13304"/>
                      </a:lnTo>
                      <a:lnTo>
                        <a:pt x="283" y="13569"/>
                      </a:lnTo>
                      <a:lnTo>
                        <a:pt x="347" y="13833"/>
                      </a:lnTo>
                      <a:lnTo>
                        <a:pt x="419" y="14098"/>
                      </a:lnTo>
                      <a:lnTo>
                        <a:pt x="492" y="14362"/>
                      </a:lnTo>
                      <a:lnTo>
                        <a:pt x="574" y="14617"/>
                      </a:lnTo>
                      <a:lnTo>
                        <a:pt x="666" y="14873"/>
                      </a:lnTo>
                      <a:lnTo>
                        <a:pt x="766" y="15128"/>
                      </a:lnTo>
                      <a:lnTo>
                        <a:pt x="866" y="15374"/>
                      </a:lnTo>
                      <a:lnTo>
                        <a:pt x="976" y="15630"/>
                      </a:lnTo>
                      <a:lnTo>
                        <a:pt x="1085" y="15867"/>
                      </a:lnTo>
                      <a:lnTo>
                        <a:pt x="1204" y="16113"/>
                      </a:lnTo>
                      <a:lnTo>
                        <a:pt x="1331" y="16350"/>
                      </a:lnTo>
                      <a:lnTo>
                        <a:pt x="1459" y="16578"/>
                      </a:lnTo>
                      <a:lnTo>
                        <a:pt x="1596" y="16806"/>
                      </a:lnTo>
                      <a:lnTo>
                        <a:pt x="1742" y="17034"/>
                      </a:lnTo>
                      <a:lnTo>
                        <a:pt x="1888" y="17262"/>
                      </a:lnTo>
                      <a:lnTo>
                        <a:pt x="2043" y="17481"/>
                      </a:lnTo>
                      <a:lnTo>
                        <a:pt x="2198" y="17690"/>
                      </a:lnTo>
                      <a:lnTo>
                        <a:pt x="2353" y="17900"/>
                      </a:lnTo>
                      <a:lnTo>
                        <a:pt x="2526" y="18110"/>
                      </a:lnTo>
                      <a:lnTo>
                        <a:pt x="2699" y="18310"/>
                      </a:lnTo>
                      <a:lnTo>
                        <a:pt x="2872" y="18511"/>
                      </a:lnTo>
                      <a:lnTo>
                        <a:pt x="3055" y="18702"/>
                      </a:lnTo>
                      <a:lnTo>
                        <a:pt x="3237" y="18894"/>
                      </a:lnTo>
                      <a:lnTo>
                        <a:pt x="3429" y="19085"/>
                      </a:lnTo>
                      <a:lnTo>
                        <a:pt x="3620" y="19259"/>
                      </a:lnTo>
                      <a:lnTo>
                        <a:pt x="3821" y="19441"/>
                      </a:lnTo>
                      <a:lnTo>
                        <a:pt x="4021" y="19614"/>
                      </a:lnTo>
                      <a:lnTo>
                        <a:pt x="4231" y="19778"/>
                      </a:lnTo>
                      <a:lnTo>
                        <a:pt x="4441" y="19943"/>
                      </a:lnTo>
                      <a:lnTo>
                        <a:pt x="4660" y="20098"/>
                      </a:lnTo>
                      <a:lnTo>
                        <a:pt x="4878" y="20244"/>
                      </a:lnTo>
                      <a:lnTo>
                        <a:pt x="5097" y="20399"/>
                      </a:lnTo>
                      <a:lnTo>
                        <a:pt x="5325" y="20535"/>
                      </a:lnTo>
                      <a:lnTo>
                        <a:pt x="5553" y="20672"/>
                      </a:lnTo>
                      <a:lnTo>
                        <a:pt x="5790" y="20800"/>
                      </a:lnTo>
                      <a:lnTo>
                        <a:pt x="6027" y="20927"/>
                      </a:lnTo>
                      <a:lnTo>
                        <a:pt x="6264" y="21046"/>
                      </a:lnTo>
                      <a:lnTo>
                        <a:pt x="6511" y="21164"/>
                      </a:lnTo>
                      <a:lnTo>
                        <a:pt x="6757" y="21265"/>
                      </a:lnTo>
                      <a:lnTo>
                        <a:pt x="7003" y="21374"/>
                      </a:lnTo>
                      <a:lnTo>
                        <a:pt x="7258" y="21465"/>
                      </a:lnTo>
                      <a:lnTo>
                        <a:pt x="7514" y="21557"/>
                      </a:lnTo>
                      <a:lnTo>
                        <a:pt x="7769" y="21639"/>
                      </a:lnTo>
                      <a:lnTo>
                        <a:pt x="8034" y="21721"/>
                      </a:lnTo>
                      <a:lnTo>
                        <a:pt x="8298" y="21794"/>
                      </a:lnTo>
                      <a:lnTo>
                        <a:pt x="8562" y="21857"/>
                      </a:lnTo>
                      <a:lnTo>
                        <a:pt x="8836" y="21912"/>
                      </a:lnTo>
                      <a:lnTo>
                        <a:pt x="9100" y="21967"/>
                      </a:lnTo>
                      <a:lnTo>
                        <a:pt x="9374" y="22013"/>
                      </a:lnTo>
                      <a:lnTo>
                        <a:pt x="9657" y="22049"/>
                      </a:lnTo>
                      <a:lnTo>
                        <a:pt x="9930" y="22076"/>
                      </a:lnTo>
                      <a:lnTo>
                        <a:pt x="10213" y="22104"/>
                      </a:lnTo>
                      <a:lnTo>
                        <a:pt x="10496" y="22122"/>
                      </a:lnTo>
                      <a:lnTo>
                        <a:pt x="10778" y="22131"/>
                      </a:lnTo>
                      <a:lnTo>
                        <a:pt x="11061" y="22140"/>
                      </a:lnTo>
                      <a:lnTo>
                        <a:pt x="11462" y="22131"/>
                      </a:lnTo>
                      <a:lnTo>
                        <a:pt x="11863" y="22113"/>
                      </a:lnTo>
                      <a:lnTo>
                        <a:pt x="12255" y="22076"/>
                      </a:lnTo>
                      <a:lnTo>
                        <a:pt x="12648" y="22022"/>
                      </a:lnTo>
                      <a:lnTo>
                        <a:pt x="13031" y="21967"/>
                      </a:lnTo>
                      <a:lnTo>
                        <a:pt x="13413" y="21885"/>
                      </a:lnTo>
                      <a:lnTo>
                        <a:pt x="13787" y="21803"/>
                      </a:lnTo>
                      <a:lnTo>
                        <a:pt x="14161" y="21702"/>
                      </a:lnTo>
                      <a:lnTo>
                        <a:pt x="14526" y="21584"/>
                      </a:lnTo>
                      <a:lnTo>
                        <a:pt x="14891" y="21456"/>
                      </a:lnTo>
                      <a:lnTo>
                        <a:pt x="15246" y="21319"/>
                      </a:lnTo>
                      <a:lnTo>
                        <a:pt x="15593" y="21174"/>
                      </a:lnTo>
                      <a:lnTo>
                        <a:pt x="15930" y="21009"/>
                      </a:lnTo>
                      <a:lnTo>
                        <a:pt x="16268" y="20836"/>
                      </a:lnTo>
                      <a:lnTo>
                        <a:pt x="16596" y="20654"/>
                      </a:lnTo>
                      <a:lnTo>
                        <a:pt x="16924" y="20462"/>
                      </a:lnTo>
                      <a:lnTo>
                        <a:pt x="17207" y="20271"/>
                      </a:lnTo>
                      <a:lnTo>
                        <a:pt x="17499" y="20079"/>
                      </a:lnTo>
                      <a:lnTo>
                        <a:pt x="17772" y="19870"/>
                      </a:lnTo>
                      <a:lnTo>
                        <a:pt x="18046" y="19660"/>
                      </a:lnTo>
                      <a:lnTo>
                        <a:pt x="18310" y="19441"/>
                      </a:lnTo>
                      <a:lnTo>
                        <a:pt x="18566" y="19213"/>
                      </a:lnTo>
                      <a:lnTo>
                        <a:pt x="18812" y="18976"/>
                      </a:lnTo>
                      <a:lnTo>
                        <a:pt x="19058" y="18730"/>
                      </a:lnTo>
                      <a:lnTo>
                        <a:pt x="19286" y="18475"/>
                      </a:lnTo>
                      <a:lnTo>
                        <a:pt x="19514" y="18219"/>
                      </a:lnTo>
                      <a:lnTo>
                        <a:pt x="19733" y="17946"/>
                      </a:lnTo>
                      <a:lnTo>
                        <a:pt x="19942" y="17672"/>
                      </a:lnTo>
                      <a:lnTo>
                        <a:pt x="20143" y="17399"/>
                      </a:lnTo>
                      <a:lnTo>
                        <a:pt x="20344" y="17107"/>
                      </a:lnTo>
                      <a:lnTo>
                        <a:pt x="20526" y="16815"/>
                      </a:lnTo>
                      <a:lnTo>
                        <a:pt x="20699" y="16514"/>
                      </a:lnTo>
                      <a:lnTo>
                        <a:pt x="20863" y="16213"/>
                      </a:lnTo>
                      <a:lnTo>
                        <a:pt x="21018" y="15903"/>
                      </a:lnTo>
                      <a:lnTo>
                        <a:pt x="21173" y="15584"/>
                      </a:lnTo>
                      <a:lnTo>
                        <a:pt x="21310" y="15265"/>
                      </a:lnTo>
                      <a:lnTo>
                        <a:pt x="21438" y="14946"/>
                      </a:lnTo>
                      <a:lnTo>
                        <a:pt x="21556" y="14608"/>
                      </a:lnTo>
                      <a:lnTo>
                        <a:pt x="21657" y="14271"/>
                      </a:lnTo>
                      <a:lnTo>
                        <a:pt x="21757" y="13933"/>
                      </a:lnTo>
                      <a:lnTo>
                        <a:pt x="21839" y="13587"/>
                      </a:lnTo>
                      <a:lnTo>
                        <a:pt x="21921" y="13240"/>
                      </a:lnTo>
                      <a:lnTo>
                        <a:pt x="21985" y="12885"/>
                      </a:lnTo>
                      <a:lnTo>
                        <a:pt x="22040" y="12529"/>
                      </a:lnTo>
                      <a:lnTo>
                        <a:pt x="22076" y="12174"/>
                      </a:lnTo>
                      <a:lnTo>
                        <a:pt x="22104" y="11809"/>
                      </a:lnTo>
                      <a:lnTo>
                        <a:pt x="22122" y="11444"/>
                      </a:lnTo>
                      <a:lnTo>
                        <a:pt x="22131" y="11070"/>
                      </a:lnTo>
                      <a:lnTo>
                        <a:pt x="22122" y="10578"/>
                      </a:lnTo>
                      <a:lnTo>
                        <a:pt x="22085" y="10095"/>
                      </a:lnTo>
                      <a:lnTo>
                        <a:pt x="22040" y="9611"/>
                      </a:lnTo>
                      <a:lnTo>
                        <a:pt x="21967" y="9137"/>
                      </a:lnTo>
                      <a:lnTo>
                        <a:pt x="21866" y="8672"/>
                      </a:lnTo>
                      <a:lnTo>
                        <a:pt x="21757" y="8216"/>
                      </a:lnTo>
                      <a:lnTo>
                        <a:pt x="21629" y="7760"/>
                      </a:lnTo>
                      <a:lnTo>
                        <a:pt x="21483" y="7322"/>
                      </a:lnTo>
                      <a:lnTo>
                        <a:pt x="21310" y="6885"/>
                      </a:lnTo>
                      <a:lnTo>
                        <a:pt x="21128" y="6456"/>
                      </a:lnTo>
                      <a:lnTo>
                        <a:pt x="20927" y="6046"/>
                      </a:lnTo>
                      <a:lnTo>
                        <a:pt x="20708" y="5636"/>
                      </a:lnTo>
                      <a:lnTo>
                        <a:pt x="20471" y="5243"/>
                      </a:lnTo>
                      <a:lnTo>
                        <a:pt x="20225" y="4851"/>
                      </a:lnTo>
                      <a:lnTo>
                        <a:pt x="19952" y="4478"/>
                      </a:lnTo>
                      <a:lnTo>
                        <a:pt x="19678" y="4122"/>
                      </a:lnTo>
                      <a:lnTo>
                        <a:pt x="19477" y="3885"/>
                      </a:lnTo>
                      <a:lnTo>
                        <a:pt x="19286" y="3657"/>
                      </a:lnTo>
                      <a:lnTo>
                        <a:pt x="19076" y="3438"/>
                      </a:lnTo>
                      <a:lnTo>
                        <a:pt x="18866" y="3219"/>
                      </a:lnTo>
                      <a:lnTo>
                        <a:pt x="18648" y="3009"/>
                      </a:lnTo>
                      <a:lnTo>
                        <a:pt x="18429" y="2809"/>
                      </a:lnTo>
                      <a:lnTo>
                        <a:pt x="18201" y="2608"/>
                      </a:lnTo>
                      <a:lnTo>
                        <a:pt x="17964" y="2417"/>
                      </a:lnTo>
                      <a:lnTo>
                        <a:pt x="17727" y="2234"/>
                      </a:lnTo>
                      <a:lnTo>
                        <a:pt x="17480" y="2052"/>
                      </a:lnTo>
                      <a:lnTo>
                        <a:pt x="17234" y="1879"/>
                      </a:lnTo>
                      <a:lnTo>
                        <a:pt x="16979" y="1715"/>
                      </a:lnTo>
                      <a:lnTo>
                        <a:pt x="16714" y="1550"/>
                      </a:lnTo>
                      <a:lnTo>
                        <a:pt x="16450" y="1405"/>
                      </a:lnTo>
                      <a:lnTo>
                        <a:pt x="16186" y="1259"/>
                      </a:lnTo>
                      <a:lnTo>
                        <a:pt x="15912" y="1122"/>
                      </a:lnTo>
                      <a:lnTo>
                        <a:pt x="15638" y="985"/>
                      </a:lnTo>
                      <a:lnTo>
                        <a:pt x="15356" y="867"/>
                      </a:lnTo>
                      <a:lnTo>
                        <a:pt x="15073" y="748"/>
                      </a:lnTo>
                      <a:lnTo>
                        <a:pt x="14781" y="648"/>
                      </a:lnTo>
                      <a:lnTo>
                        <a:pt x="14489" y="547"/>
                      </a:lnTo>
                      <a:lnTo>
                        <a:pt x="14198" y="456"/>
                      </a:lnTo>
                      <a:lnTo>
                        <a:pt x="13897" y="365"/>
                      </a:lnTo>
                      <a:lnTo>
                        <a:pt x="13596" y="292"/>
                      </a:lnTo>
                      <a:lnTo>
                        <a:pt x="13286" y="228"/>
                      </a:lnTo>
                      <a:lnTo>
                        <a:pt x="12976" y="164"/>
                      </a:lnTo>
                      <a:lnTo>
                        <a:pt x="12666" y="119"/>
                      </a:lnTo>
                      <a:lnTo>
                        <a:pt x="12347" y="73"/>
                      </a:lnTo>
                      <a:lnTo>
                        <a:pt x="12027" y="46"/>
                      </a:lnTo>
                      <a:lnTo>
                        <a:pt x="11708" y="19"/>
                      </a:lnTo>
                      <a:lnTo>
                        <a:pt x="11389" y="9"/>
                      </a:lnTo>
                      <a:lnTo>
                        <a:pt x="11061" y="0"/>
                      </a:ln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9" name="Google Shape;722;p27">
                  <a:extLst>
                    <a:ext uri="{FF2B5EF4-FFF2-40B4-BE49-F238E27FC236}">
                      <a16:creationId xmlns:a16="http://schemas.microsoft.com/office/drawing/2014/main" id="{ABD04B16-58DE-31D9-160C-9F607AD9D4DC}"/>
                    </a:ext>
                  </a:extLst>
                </p:cNvPr>
                <p:cNvSpPr/>
                <p:nvPr/>
              </p:nvSpPr>
              <p:spPr>
                <a:xfrm>
                  <a:off x="6776645" y="1798313"/>
                  <a:ext cx="1839726" cy="1928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55" h="25214" extrusionOk="0">
                      <a:moveTo>
                        <a:pt x="13942" y="0"/>
                      </a:moveTo>
                      <a:lnTo>
                        <a:pt x="13550" y="9"/>
                      </a:lnTo>
                      <a:lnTo>
                        <a:pt x="13158" y="19"/>
                      </a:lnTo>
                      <a:lnTo>
                        <a:pt x="12757" y="37"/>
                      </a:lnTo>
                      <a:lnTo>
                        <a:pt x="12374" y="64"/>
                      </a:lnTo>
                      <a:lnTo>
                        <a:pt x="11936" y="101"/>
                      </a:lnTo>
                      <a:lnTo>
                        <a:pt x="11508" y="146"/>
                      </a:lnTo>
                      <a:lnTo>
                        <a:pt x="11079" y="201"/>
                      </a:lnTo>
                      <a:lnTo>
                        <a:pt x="10660" y="265"/>
                      </a:lnTo>
                      <a:lnTo>
                        <a:pt x="10249" y="338"/>
                      </a:lnTo>
                      <a:lnTo>
                        <a:pt x="9839" y="420"/>
                      </a:lnTo>
                      <a:lnTo>
                        <a:pt x="9438" y="502"/>
                      </a:lnTo>
                      <a:lnTo>
                        <a:pt x="9046" y="593"/>
                      </a:lnTo>
                      <a:lnTo>
                        <a:pt x="8799" y="666"/>
                      </a:lnTo>
                      <a:lnTo>
                        <a:pt x="8544" y="739"/>
                      </a:lnTo>
                      <a:lnTo>
                        <a:pt x="8307" y="812"/>
                      </a:lnTo>
                      <a:lnTo>
                        <a:pt x="8061" y="894"/>
                      </a:lnTo>
                      <a:lnTo>
                        <a:pt x="7833" y="985"/>
                      </a:lnTo>
                      <a:lnTo>
                        <a:pt x="7596" y="1076"/>
                      </a:lnTo>
                      <a:lnTo>
                        <a:pt x="7377" y="1177"/>
                      </a:lnTo>
                      <a:lnTo>
                        <a:pt x="7158" y="1286"/>
                      </a:lnTo>
                      <a:lnTo>
                        <a:pt x="6939" y="1395"/>
                      </a:lnTo>
                      <a:lnTo>
                        <a:pt x="6720" y="1505"/>
                      </a:lnTo>
                      <a:lnTo>
                        <a:pt x="6520" y="1633"/>
                      </a:lnTo>
                      <a:lnTo>
                        <a:pt x="6310" y="1760"/>
                      </a:lnTo>
                      <a:lnTo>
                        <a:pt x="6109" y="1888"/>
                      </a:lnTo>
                      <a:lnTo>
                        <a:pt x="5918" y="2025"/>
                      </a:lnTo>
                      <a:lnTo>
                        <a:pt x="5726" y="2171"/>
                      </a:lnTo>
                      <a:lnTo>
                        <a:pt x="5544" y="2316"/>
                      </a:lnTo>
                      <a:lnTo>
                        <a:pt x="5362" y="2462"/>
                      </a:lnTo>
                      <a:lnTo>
                        <a:pt x="5179" y="2626"/>
                      </a:lnTo>
                      <a:lnTo>
                        <a:pt x="5006" y="2781"/>
                      </a:lnTo>
                      <a:lnTo>
                        <a:pt x="4842" y="2955"/>
                      </a:lnTo>
                      <a:lnTo>
                        <a:pt x="4669" y="3128"/>
                      </a:lnTo>
                      <a:lnTo>
                        <a:pt x="4514" y="3301"/>
                      </a:lnTo>
                      <a:lnTo>
                        <a:pt x="4350" y="3484"/>
                      </a:lnTo>
                      <a:lnTo>
                        <a:pt x="4195" y="3675"/>
                      </a:lnTo>
                      <a:lnTo>
                        <a:pt x="4049" y="3867"/>
                      </a:lnTo>
                      <a:lnTo>
                        <a:pt x="3903" y="4058"/>
                      </a:lnTo>
                      <a:lnTo>
                        <a:pt x="3757" y="4259"/>
                      </a:lnTo>
                      <a:lnTo>
                        <a:pt x="3620" y="4468"/>
                      </a:lnTo>
                      <a:lnTo>
                        <a:pt x="3492" y="4678"/>
                      </a:lnTo>
                      <a:lnTo>
                        <a:pt x="3356" y="4897"/>
                      </a:lnTo>
                      <a:lnTo>
                        <a:pt x="3228" y="5116"/>
                      </a:lnTo>
                      <a:lnTo>
                        <a:pt x="3109" y="5344"/>
                      </a:lnTo>
                      <a:lnTo>
                        <a:pt x="2982" y="5581"/>
                      </a:lnTo>
                      <a:lnTo>
                        <a:pt x="2872" y="5818"/>
                      </a:lnTo>
                      <a:lnTo>
                        <a:pt x="2763" y="6064"/>
                      </a:lnTo>
                      <a:lnTo>
                        <a:pt x="2672" y="6319"/>
                      </a:lnTo>
                      <a:lnTo>
                        <a:pt x="2581" y="6575"/>
                      </a:lnTo>
                      <a:lnTo>
                        <a:pt x="2499" y="6830"/>
                      </a:lnTo>
                      <a:lnTo>
                        <a:pt x="2426" y="7095"/>
                      </a:lnTo>
                      <a:lnTo>
                        <a:pt x="2371" y="7359"/>
                      </a:lnTo>
                      <a:lnTo>
                        <a:pt x="2325" y="7623"/>
                      </a:lnTo>
                      <a:lnTo>
                        <a:pt x="2289" y="7888"/>
                      </a:lnTo>
                      <a:lnTo>
                        <a:pt x="2261" y="8161"/>
                      </a:lnTo>
                      <a:lnTo>
                        <a:pt x="2243" y="8426"/>
                      </a:lnTo>
                      <a:lnTo>
                        <a:pt x="2243" y="8699"/>
                      </a:lnTo>
                      <a:lnTo>
                        <a:pt x="2252" y="8973"/>
                      </a:lnTo>
                      <a:lnTo>
                        <a:pt x="2280" y="9237"/>
                      </a:lnTo>
                      <a:lnTo>
                        <a:pt x="2316" y="9511"/>
                      </a:lnTo>
                      <a:lnTo>
                        <a:pt x="2353" y="9730"/>
                      </a:lnTo>
                      <a:lnTo>
                        <a:pt x="2380" y="9940"/>
                      </a:lnTo>
                      <a:lnTo>
                        <a:pt x="2398" y="10149"/>
                      </a:lnTo>
                      <a:lnTo>
                        <a:pt x="2407" y="10350"/>
                      </a:lnTo>
                      <a:lnTo>
                        <a:pt x="2407" y="10541"/>
                      </a:lnTo>
                      <a:lnTo>
                        <a:pt x="2407" y="10733"/>
                      </a:lnTo>
                      <a:lnTo>
                        <a:pt x="2389" y="10924"/>
                      </a:lnTo>
                      <a:lnTo>
                        <a:pt x="2371" y="11116"/>
                      </a:lnTo>
                      <a:lnTo>
                        <a:pt x="2334" y="11298"/>
                      </a:lnTo>
                      <a:lnTo>
                        <a:pt x="2289" y="11481"/>
                      </a:lnTo>
                      <a:lnTo>
                        <a:pt x="2234" y="11663"/>
                      </a:lnTo>
                      <a:lnTo>
                        <a:pt x="2161" y="11845"/>
                      </a:lnTo>
                      <a:lnTo>
                        <a:pt x="2088" y="12028"/>
                      </a:lnTo>
                      <a:lnTo>
                        <a:pt x="1988" y="12219"/>
                      </a:lnTo>
                      <a:lnTo>
                        <a:pt x="1888" y="12402"/>
                      </a:lnTo>
                      <a:lnTo>
                        <a:pt x="1769" y="12593"/>
                      </a:lnTo>
                      <a:lnTo>
                        <a:pt x="1550" y="12940"/>
                      </a:lnTo>
                      <a:lnTo>
                        <a:pt x="1286" y="13395"/>
                      </a:lnTo>
                      <a:lnTo>
                        <a:pt x="994" y="13906"/>
                      </a:lnTo>
                      <a:lnTo>
                        <a:pt x="711" y="14444"/>
                      </a:lnTo>
                      <a:lnTo>
                        <a:pt x="219" y="15365"/>
                      </a:lnTo>
                      <a:lnTo>
                        <a:pt x="64" y="15666"/>
                      </a:lnTo>
                      <a:lnTo>
                        <a:pt x="9" y="15794"/>
                      </a:lnTo>
                      <a:lnTo>
                        <a:pt x="0" y="15848"/>
                      </a:lnTo>
                      <a:lnTo>
                        <a:pt x="9" y="15912"/>
                      </a:lnTo>
                      <a:lnTo>
                        <a:pt x="27" y="15958"/>
                      </a:lnTo>
                      <a:lnTo>
                        <a:pt x="55" y="16012"/>
                      </a:lnTo>
                      <a:lnTo>
                        <a:pt x="91" y="16058"/>
                      </a:lnTo>
                      <a:lnTo>
                        <a:pt x="137" y="16104"/>
                      </a:lnTo>
                      <a:lnTo>
                        <a:pt x="191" y="16149"/>
                      </a:lnTo>
                      <a:lnTo>
                        <a:pt x="246" y="16195"/>
                      </a:lnTo>
                      <a:lnTo>
                        <a:pt x="383" y="16268"/>
                      </a:lnTo>
                      <a:lnTo>
                        <a:pt x="529" y="16341"/>
                      </a:lnTo>
                      <a:lnTo>
                        <a:pt x="702" y="16405"/>
                      </a:lnTo>
                      <a:lnTo>
                        <a:pt x="875" y="16459"/>
                      </a:lnTo>
                      <a:lnTo>
                        <a:pt x="1240" y="16560"/>
                      </a:lnTo>
                      <a:lnTo>
                        <a:pt x="1587" y="16660"/>
                      </a:lnTo>
                      <a:lnTo>
                        <a:pt x="1742" y="16696"/>
                      </a:lnTo>
                      <a:lnTo>
                        <a:pt x="1878" y="16742"/>
                      </a:lnTo>
                      <a:lnTo>
                        <a:pt x="1988" y="16788"/>
                      </a:lnTo>
                      <a:lnTo>
                        <a:pt x="2061" y="16833"/>
                      </a:lnTo>
                      <a:lnTo>
                        <a:pt x="2143" y="16897"/>
                      </a:lnTo>
                      <a:lnTo>
                        <a:pt x="2198" y="16970"/>
                      </a:lnTo>
                      <a:lnTo>
                        <a:pt x="2252" y="17034"/>
                      </a:lnTo>
                      <a:lnTo>
                        <a:pt x="2298" y="17098"/>
                      </a:lnTo>
                      <a:lnTo>
                        <a:pt x="2325" y="17161"/>
                      </a:lnTo>
                      <a:lnTo>
                        <a:pt x="2343" y="17225"/>
                      </a:lnTo>
                      <a:lnTo>
                        <a:pt x="2362" y="17289"/>
                      </a:lnTo>
                      <a:lnTo>
                        <a:pt x="2362" y="17353"/>
                      </a:lnTo>
                      <a:lnTo>
                        <a:pt x="2362" y="17417"/>
                      </a:lnTo>
                      <a:lnTo>
                        <a:pt x="2353" y="17481"/>
                      </a:lnTo>
                      <a:lnTo>
                        <a:pt x="2343" y="17544"/>
                      </a:lnTo>
                      <a:lnTo>
                        <a:pt x="2316" y="17608"/>
                      </a:lnTo>
                      <a:lnTo>
                        <a:pt x="2261" y="17727"/>
                      </a:lnTo>
                      <a:lnTo>
                        <a:pt x="2198" y="17854"/>
                      </a:lnTo>
                      <a:lnTo>
                        <a:pt x="2033" y="18101"/>
                      </a:lnTo>
                      <a:lnTo>
                        <a:pt x="1951" y="18228"/>
                      </a:lnTo>
                      <a:lnTo>
                        <a:pt x="1869" y="18356"/>
                      </a:lnTo>
                      <a:lnTo>
                        <a:pt x="1805" y="18493"/>
                      </a:lnTo>
                      <a:lnTo>
                        <a:pt x="1751" y="18620"/>
                      </a:lnTo>
                      <a:lnTo>
                        <a:pt x="1733" y="18693"/>
                      </a:lnTo>
                      <a:lnTo>
                        <a:pt x="1723" y="18757"/>
                      </a:lnTo>
                      <a:lnTo>
                        <a:pt x="1714" y="18830"/>
                      </a:lnTo>
                      <a:lnTo>
                        <a:pt x="1714" y="18894"/>
                      </a:lnTo>
                      <a:lnTo>
                        <a:pt x="1733" y="18985"/>
                      </a:lnTo>
                      <a:lnTo>
                        <a:pt x="1760" y="19067"/>
                      </a:lnTo>
                      <a:lnTo>
                        <a:pt x="1805" y="19131"/>
                      </a:lnTo>
                      <a:lnTo>
                        <a:pt x="1869" y="19186"/>
                      </a:lnTo>
                      <a:lnTo>
                        <a:pt x="1933" y="19231"/>
                      </a:lnTo>
                      <a:lnTo>
                        <a:pt x="1997" y="19268"/>
                      </a:lnTo>
                      <a:lnTo>
                        <a:pt x="2134" y="19341"/>
                      </a:lnTo>
                      <a:lnTo>
                        <a:pt x="2198" y="19377"/>
                      </a:lnTo>
                      <a:lnTo>
                        <a:pt x="2252" y="19414"/>
                      </a:lnTo>
                      <a:lnTo>
                        <a:pt x="2298" y="19450"/>
                      </a:lnTo>
                      <a:lnTo>
                        <a:pt x="2316" y="19496"/>
                      </a:lnTo>
                      <a:lnTo>
                        <a:pt x="2325" y="19523"/>
                      </a:lnTo>
                      <a:lnTo>
                        <a:pt x="2325" y="19550"/>
                      </a:lnTo>
                      <a:lnTo>
                        <a:pt x="2307" y="19605"/>
                      </a:lnTo>
                      <a:lnTo>
                        <a:pt x="2271" y="19678"/>
                      </a:lnTo>
                      <a:lnTo>
                        <a:pt x="2198" y="19760"/>
                      </a:lnTo>
                      <a:lnTo>
                        <a:pt x="2052" y="19924"/>
                      </a:lnTo>
                      <a:lnTo>
                        <a:pt x="1997" y="19997"/>
                      </a:lnTo>
                      <a:lnTo>
                        <a:pt x="1961" y="20070"/>
                      </a:lnTo>
                      <a:lnTo>
                        <a:pt x="1951" y="20098"/>
                      </a:lnTo>
                      <a:lnTo>
                        <a:pt x="1951" y="20134"/>
                      </a:lnTo>
                      <a:lnTo>
                        <a:pt x="1951" y="20171"/>
                      </a:lnTo>
                      <a:lnTo>
                        <a:pt x="1961" y="20207"/>
                      </a:lnTo>
                      <a:lnTo>
                        <a:pt x="1979" y="20253"/>
                      </a:lnTo>
                      <a:lnTo>
                        <a:pt x="2006" y="20289"/>
                      </a:lnTo>
                      <a:lnTo>
                        <a:pt x="2079" y="20380"/>
                      </a:lnTo>
                      <a:lnTo>
                        <a:pt x="2152" y="20426"/>
                      </a:lnTo>
                      <a:lnTo>
                        <a:pt x="2225" y="20481"/>
                      </a:lnTo>
                      <a:lnTo>
                        <a:pt x="2280" y="20544"/>
                      </a:lnTo>
                      <a:lnTo>
                        <a:pt x="2325" y="20617"/>
                      </a:lnTo>
                      <a:lnTo>
                        <a:pt x="2371" y="20709"/>
                      </a:lnTo>
                      <a:lnTo>
                        <a:pt x="2407" y="20800"/>
                      </a:lnTo>
                      <a:lnTo>
                        <a:pt x="2426" y="20891"/>
                      </a:lnTo>
                      <a:lnTo>
                        <a:pt x="2453" y="21000"/>
                      </a:lnTo>
                      <a:lnTo>
                        <a:pt x="2462" y="21101"/>
                      </a:lnTo>
                      <a:lnTo>
                        <a:pt x="2471" y="21201"/>
                      </a:lnTo>
                      <a:lnTo>
                        <a:pt x="2471" y="21411"/>
                      </a:lnTo>
                      <a:lnTo>
                        <a:pt x="2462" y="21593"/>
                      </a:lnTo>
                      <a:lnTo>
                        <a:pt x="2435" y="21748"/>
                      </a:lnTo>
                      <a:lnTo>
                        <a:pt x="2435" y="21912"/>
                      </a:lnTo>
                      <a:lnTo>
                        <a:pt x="2416" y="22095"/>
                      </a:lnTo>
                      <a:lnTo>
                        <a:pt x="2371" y="22505"/>
                      </a:lnTo>
                      <a:lnTo>
                        <a:pt x="2334" y="22943"/>
                      </a:lnTo>
                      <a:lnTo>
                        <a:pt x="2325" y="23171"/>
                      </a:lnTo>
                      <a:lnTo>
                        <a:pt x="2316" y="23399"/>
                      </a:lnTo>
                      <a:lnTo>
                        <a:pt x="2334" y="23617"/>
                      </a:lnTo>
                      <a:lnTo>
                        <a:pt x="2353" y="23836"/>
                      </a:lnTo>
                      <a:lnTo>
                        <a:pt x="2398" y="24046"/>
                      </a:lnTo>
                      <a:lnTo>
                        <a:pt x="2426" y="24146"/>
                      </a:lnTo>
                      <a:lnTo>
                        <a:pt x="2462" y="24247"/>
                      </a:lnTo>
                      <a:lnTo>
                        <a:pt x="2508" y="24347"/>
                      </a:lnTo>
                      <a:lnTo>
                        <a:pt x="2553" y="24429"/>
                      </a:lnTo>
                      <a:lnTo>
                        <a:pt x="2608" y="24520"/>
                      </a:lnTo>
                      <a:lnTo>
                        <a:pt x="2663" y="24602"/>
                      </a:lnTo>
                      <a:lnTo>
                        <a:pt x="2736" y="24675"/>
                      </a:lnTo>
                      <a:lnTo>
                        <a:pt x="2809" y="24748"/>
                      </a:lnTo>
                      <a:lnTo>
                        <a:pt x="2900" y="24812"/>
                      </a:lnTo>
                      <a:lnTo>
                        <a:pt x="2991" y="24876"/>
                      </a:lnTo>
                      <a:lnTo>
                        <a:pt x="3091" y="24930"/>
                      </a:lnTo>
                      <a:lnTo>
                        <a:pt x="3201" y="24976"/>
                      </a:lnTo>
                      <a:lnTo>
                        <a:pt x="3337" y="25013"/>
                      </a:lnTo>
                      <a:lnTo>
                        <a:pt x="3492" y="25058"/>
                      </a:lnTo>
                      <a:lnTo>
                        <a:pt x="3666" y="25095"/>
                      </a:lnTo>
                      <a:lnTo>
                        <a:pt x="3848" y="25122"/>
                      </a:lnTo>
                      <a:lnTo>
                        <a:pt x="4049" y="25149"/>
                      </a:lnTo>
                      <a:lnTo>
                        <a:pt x="4268" y="25168"/>
                      </a:lnTo>
                      <a:lnTo>
                        <a:pt x="4495" y="25186"/>
                      </a:lnTo>
                      <a:lnTo>
                        <a:pt x="4742" y="25204"/>
                      </a:lnTo>
                      <a:lnTo>
                        <a:pt x="5261" y="25213"/>
                      </a:lnTo>
                      <a:lnTo>
                        <a:pt x="5836" y="25204"/>
                      </a:lnTo>
                      <a:lnTo>
                        <a:pt x="6456" y="25168"/>
                      </a:lnTo>
                      <a:lnTo>
                        <a:pt x="7113" y="25113"/>
                      </a:lnTo>
                      <a:lnTo>
                        <a:pt x="7796" y="25031"/>
                      </a:lnTo>
                      <a:lnTo>
                        <a:pt x="8152" y="24985"/>
                      </a:lnTo>
                      <a:lnTo>
                        <a:pt x="8508" y="24921"/>
                      </a:lnTo>
                      <a:lnTo>
                        <a:pt x="8882" y="24867"/>
                      </a:lnTo>
                      <a:lnTo>
                        <a:pt x="9246" y="24794"/>
                      </a:lnTo>
                      <a:lnTo>
                        <a:pt x="9629" y="24721"/>
                      </a:lnTo>
                      <a:lnTo>
                        <a:pt x="10003" y="24630"/>
                      </a:lnTo>
                      <a:lnTo>
                        <a:pt x="10395" y="24538"/>
                      </a:lnTo>
                      <a:lnTo>
                        <a:pt x="10778" y="24447"/>
                      </a:lnTo>
                      <a:lnTo>
                        <a:pt x="11170" y="24338"/>
                      </a:lnTo>
                      <a:lnTo>
                        <a:pt x="11553" y="24219"/>
                      </a:lnTo>
                      <a:lnTo>
                        <a:pt x="11945" y="24101"/>
                      </a:lnTo>
                      <a:lnTo>
                        <a:pt x="12337" y="23973"/>
                      </a:lnTo>
                      <a:lnTo>
                        <a:pt x="12730" y="23836"/>
                      </a:lnTo>
                      <a:lnTo>
                        <a:pt x="13122" y="23690"/>
                      </a:lnTo>
                      <a:lnTo>
                        <a:pt x="13514" y="23535"/>
                      </a:lnTo>
                      <a:lnTo>
                        <a:pt x="13897" y="23371"/>
                      </a:lnTo>
                      <a:lnTo>
                        <a:pt x="14280" y="23198"/>
                      </a:lnTo>
                      <a:lnTo>
                        <a:pt x="14663" y="23016"/>
                      </a:lnTo>
                      <a:lnTo>
                        <a:pt x="15037" y="22833"/>
                      </a:lnTo>
                      <a:lnTo>
                        <a:pt x="15410" y="22633"/>
                      </a:lnTo>
                      <a:lnTo>
                        <a:pt x="15775" y="22423"/>
                      </a:lnTo>
                      <a:lnTo>
                        <a:pt x="16140" y="22204"/>
                      </a:lnTo>
                      <a:lnTo>
                        <a:pt x="16496" y="21976"/>
                      </a:lnTo>
                      <a:lnTo>
                        <a:pt x="16842" y="21739"/>
                      </a:lnTo>
                      <a:lnTo>
                        <a:pt x="17189" y="21493"/>
                      </a:lnTo>
                      <a:lnTo>
                        <a:pt x="17517" y="21237"/>
                      </a:lnTo>
                      <a:lnTo>
                        <a:pt x="17845" y="20964"/>
                      </a:lnTo>
                      <a:lnTo>
                        <a:pt x="18155" y="20690"/>
                      </a:lnTo>
                      <a:lnTo>
                        <a:pt x="18456" y="20399"/>
                      </a:lnTo>
                      <a:lnTo>
                        <a:pt x="18757" y="20107"/>
                      </a:lnTo>
                      <a:lnTo>
                        <a:pt x="19040" y="19797"/>
                      </a:lnTo>
                      <a:lnTo>
                        <a:pt x="19304" y="19478"/>
                      </a:lnTo>
                      <a:lnTo>
                        <a:pt x="19569" y="19140"/>
                      </a:lnTo>
                      <a:lnTo>
                        <a:pt x="19815" y="18803"/>
                      </a:lnTo>
                      <a:lnTo>
                        <a:pt x="20043" y="18447"/>
                      </a:lnTo>
                      <a:lnTo>
                        <a:pt x="20262" y="18082"/>
                      </a:lnTo>
                      <a:lnTo>
                        <a:pt x="20462" y="17699"/>
                      </a:lnTo>
                      <a:lnTo>
                        <a:pt x="20645" y="17316"/>
                      </a:lnTo>
                      <a:lnTo>
                        <a:pt x="20818" y="16915"/>
                      </a:lnTo>
                      <a:lnTo>
                        <a:pt x="20973" y="16496"/>
                      </a:lnTo>
                      <a:lnTo>
                        <a:pt x="21110" y="16076"/>
                      </a:lnTo>
                      <a:lnTo>
                        <a:pt x="21228" y="15630"/>
                      </a:lnTo>
                      <a:lnTo>
                        <a:pt x="21328" y="15183"/>
                      </a:lnTo>
                      <a:lnTo>
                        <a:pt x="21411" y="14718"/>
                      </a:lnTo>
                      <a:lnTo>
                        <a:pt x="21456" y="14462"/>
                      </a:lnTo>
                      <a:lnTo>
                        <a:pt x="21520" y="14198"/>
                      </a:lnTo>
                      <a:lnTo>
                        <a:pt x="21593" y="13943"/>
                      </a:lnTo>
                      <a:lnTo>
                        <a:pt x="21684" y="13678"/>
                      </a:lnTo>
                      <a:lnTo>
                        <a:pt x="21775" y="13423"/>
                      </a:lnTo>
                      <a:lnTo>
                        <a:pt x="21885" y="13158"/>
                      </a:lnTo>
                      <a:lnTo>
                        <a:pt x="21994" y="12903"/>
                      </a:lnTo>
                      <a:lnTo>
                        <a:pt x="22113" y="12639"/>
                      </a:lnTo>
                      <a:lnTo>
                        <a:pt x="22368" y="12119"/>
                      </a:lnTo>
                      <a:lnTo>
                        <a:pt x="22642" y="11599"/>
                      </a:lnTo>
                      <a:lnTo>
                        <a:pt x="22906" y="11079"/>
                      </a:lnTo>
                      <a:lnTo>
                        <a:pt x="23170" y="10560"/>
                      </a:lnTo>
                      <a:lnTo>
                        <a:pt x="23417" y="10040"/>
                      </a:lnTo>
                      <a:lnTo>
                        <a:pt x="23535" y="9785"/>
                      </a:lnTo>
                      <a:lnTo>
                        <a:pt x="23635" y="9520"/>
                      </a:lnTo>
                      <a:lnTo>
                        <a:pt x="23736" y="9265"/>
                      </a:lnTo>
                      <a:lnTo>
                        <a:pt x="23818" y="9009"/>
                      </a:lnTo>
                      <a:lnTo>
                        <a:pt x="23891" y="8754"/>
                      </a:lnTo>
                      <a:lnTo>
                        <a:pt x="23955" y="8499"/>
                      </a:lnTo>
                      <a:lnTo>
                        <a:pt x="24000" y="8243"/>
                      </a:lnTo>
                      <a:lnTo>
                        <a:pt x="24037" y="7988"/>
                      </a:lnTo>
                      <a:lnTo>
                        <a:pt x="24055" y="7733"/>
                      </a:lnTo>
                      <a:lnTo>
                        <a:pt x="24055" y="7478"/>
                      </a:lnTo>
                      <a:lnTo>
                        <a:pt x="24028" y="7231"/>
                      </a:lnTo>
                      <a:lnTo>
                        <a:pt x="23991" y="6976"/>
                      </a:lnTo>
                      <a:lnTo>
                        <a:pt x="23927" y="6721"/>
                      </a:lnTo>
                      <a:lnTo>
                        <a:pt x="23891" y="6602"/>
                      </a:lnTo>
                      <a:lnTo>
                        <a:pt x="23845" y="6474"/>
                      </a:lnTo>
                      <a:lnTo>
                        <a:pt x="23754" y="6237"/>
                      </a:lnTo>
                      <a:lnTo>
                        <a:pt x="23654" y="6009"/>
                      </a:lnTo>
                      <a:lnTo>
                        <a:pt x="23544" y="5772"/>
                      </a:lnTo>
                      <a:lnTo>
                        <a:pt x="23435" y="5544"/>
                      </a:lnTo>
                      <a:lnTo>
                        <a:pt x="23325" y="5316"/>
                      </a:lnTo>
                      <a:lnTo>
                        <a:pt x="23198" y="5088"/>
                      </a:lnTo>
                      <a:lnTo>
                        <a:pt x="23070" y="4870"/>
                      </a:lnTo>
                      <a:lnTo>
                        <a:pt x="22942" y="4642"/>
                      </a:lnTo>
                      <a:lnTo>
                        <a:pt x="22806" y="4423"/>
                      </a:lnTo>
                      <a:lnTo>
                        <a:pt x="22660" y="4213"/>
                      </a:lnTo>
                      <a:lnTo>
                        <a:pt x="22514" y="4003"/>
                      </a:lnTo>
                      <a:lnTo>
                        <a:pt x="22368" y="3794"/>
                      </a:lnTo>
                      <a:lnTo>
                        <a:pt x="22204" y="3584"/>
                      </a:lnTo>
                      <a:lnTo>
                        <a:pt x="22049" y="3383"/>
                      </a:lnTo>
                      <a:lnTo>
                        <a:pt x="21885" y="3192"/>
                      </a:lnTo>
                      <a:lnTo>
                        <a:pt x="21711" y="3000"/>
                      </a:lnTo>
                      <a:lnTo>
                        <a:pt x="21538" y="2809"/>
                      </a:lnTo>
                      <a:lnTo>
                        <a:pt x="21356" y="2626"/>
                      </a:lnTo>
                      <a:lnTo>
                        <a:pt x="21173" y="2453"/>
                      </a:lnTo>
                      <a:lnTo>
                        <a:pt x="20982" y="2280"/>
                      </a:lnTo>
                      <a:lnTo>
                        <a:pt x="20790" y="2116"/>
                      </a:lnTo>
                      <a:lnTo>
                        <a:pt x="20590" y="1952"/>
                      </a:lnTo>
                      <a:lnTo>
                        <a:pt x="20389" y="1797"/>
                      </a:lnTo>
                      <a:lnTo>
                        <a:pt x="20189" y="1651"/>
                      </a:lnTo>
                      <a:lnTo>
                        <a:pt x="19979" y="1505"/>
                      </a:lnTo>
                      <a:lnTo>
                        <a:pt x="19760" y="1368"/>
                      </a:lnTo>
                      <a:lnTo>
                        <a:pt x="19550" y="1240"/>
                      </a:lnTo>
                      <a:lnTo>
                        <a:pt x="19322" y="1122"/>
                      </a:lnTo>
                      <a:lnTo>
                        <a:pt x="19103" y="1003"/>
                      </a:lnTo>
                      <a:lnTo>
                        <a:pt x="18876" y="903"/>
                      </a:lnTo>
                      <a:lnTo>
                        <a:pt x="18648" y="803"/>
                      </a:lnTo>
                      <a:lnTo>
                        <a:pt x="18410" y="712"/>
                      </a:lnTo>
                      <a:lnTo>
                        <a:pt x="18073" y="593"/>
                      </a:lnTo>
                      <a:lnTo>
                        <a:pt x="17717" y="484"/>
                      </a:lnTo>
                      <a:lnTo>
                        <a:pt x="17362" y="392"/>
                      </a:lnTo>
                      <a:lnTo>
                        <a:pt x="17006" y="310"/>
                      </a:lnTo>
                      <a:lnTo>
                        <a:pt x="16632" y="237"/>
                      </a:lnTo>
                      <a:lnTo>
                        <a:pt x="16258" y="174"/>
                      </a:lnTo>
                      <a:lnTo>
                        <a:pt x="15885" y="119"/>
                      </a:lnTo>
                      <a:lnTo>
                        <a:pt x="15502" y="82"/>
                      </a:lnTo>
                      <a:lnTo>
                        <a:pt x="15110" y="46"/>
                      </a:lnTo>
                      <a:lnTo>
                        <a:pt x="14727" y="19"/>
                      </a:lnTo>
                      <a:lnTo>
                        <a:pt x="14334" y="9"/>
                      </a:lnTo>
                      <a:lnTo>
                        <a:pt x="13942" y="0"/>
                      </a:ln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6" name="Google Shape;723;p27">
                <a:extLst>
                  <a:ext uri="{FF2B5EF4-FFF2-40B4-BE49-F238E27FC236}">
                    <a16:creationId xmlns:a16="http://schemas.microsoft.com/office/drawing/2014/main" id="{312B33BB-AE16-839F-9F36-0FA17153CE05}"/>
                  </a:ext>
                </a:extLst>
              </p:cNvPr>
              <p:cNvSpPr/>
              <p:nvPr/>
            </p:nvSpPr>
            <p:spPr>
              <a:xfrm flipH="1">
                <a:off x="7136769" y="1963886"/>
                <a:ext cx="1283930" cy="1001055"/>
              </a:xfrm>
              <a:custGeom>
                <a:avLst/>
                <a:gdLst/>
                <a:ahLst/>
                <a:cxnLst/>
                <a:rect l="l" t="t" r="r" b="b"/>
                <a:pathLst>
                  <a:path w="37087" h="28916" extrusionOk="0">
                    <a:moveTo>
                      <a:pt x="13734" y="1"/>
                    </a:moveTo>
                    <a:lnTo>
                      <a:pt x="13515" y="19"/>
                    </a:lnTo>
                    <a:lnTo>
                      <a:pt x="13305" y="37"/>
                    </a:lnTo>
                    <a:lnTo>
                      <a:pt x="13095" y="74"/>
                    </a:lnTo>
                    <a:lnTo>
                      <a:pt x="12895" y="110"/>
                    </a:lnTo>
                    <a:lnTo>
                      <a:pt x="12694" y="156"/>
                    </a:lnTo>
                    <a:lnTo>
                      <a:pt x="12493" y="210"/>
                    </a:lnTo>
                    <a:lnTo>
                      <a:pt x="12293" y="274"/>
                    </a:lnTo>
                    <a:lnTo>
                      <a:pt x="12101" y="347"/>
                    </a:lnTo>
                    <a:lnTo>
                      <a:pt x="11919" y="429"/>
                    </a:lnTo>
                    <a:lnTo>
                      <a:pt x="11737" y="521"/>
                    </a:lnTo>
                    <a:lnTo>
                      <a:pt x="11554" y="612"/>
                    </a:lnTo>
                    <a:lnTo>
                      <a:pt x="11381" y="712"/>
                    </a:lnTo>
                    <a:lnTo>
                      <a:pt x="11208" y="821"/>
                    </a:lnTo>
                    <a:lnTo>
                      <a:pt x="11044" y="940"/>
                    </a:lnTo>
                    <a:lnTo>
                      <a:pt x="10879" y="1059"/>
                    </a:lnTo>
                    <a:lnTo>
                      <a:pt x="10724" y="1186"/>
                    </a:lnTo>
                    <a:lnTo>
                      <a:pt x="10579" y="1314"/>
                    </a:lnTo>
                    <a:lnTo>
                      <a:pt x="10433" y="1460"/>
                    </a:lnTo>
                    <a:lnTo>
                      <a:pt x="10296" y="1606"/>
                    </a:lnTo>
                    <a:lnTo>
                      <a:pt x="10159" y="1752"/>
                    </a:lnTo>
                    <a:lnTo>
                      <a:pt x="10031" y="1907"/>
                    </a:lnTo>
                    <a:lnTo>
                      <a:pt x="9913" y="2071"/>
                    </a:lnTo>
                    <a:lnTo>
                      <a:pt x="9803" y="2235"/>
                    </a:lnTo>
                    <a:lnTo>
                      <a:pt x="9694" y="2408"/>
                    </a:lnTo>
                    <a:lnTo>
                      <a:pt x="9594" y="2581"/>
                    </a:lnTo>
                    <a:lnTo>
                      <a:pt x="9493" y="2764"/>
                    </a:lnTo>
                    <a:lnTo>
                      <a:pt x="9411" y="2946"/>
                    </a:lnTo>
                    <a:lnTo>
                      <a:pt x="9329" y="3138"/>
                    </a:lnTo>
                    <a:lnTo>
                      <a:pt x="9256" y="3329"/>
                    </a:lnTo>
                    <a:lnTo>
                      <a:pt x="9193" y="3521"/>
                    </a:lnTo>
                    <a:lnTo>
                      <a:pt x="9138" y="3721"/>
                    </a:lnTo>
                    <a:lnTo>
                      <a:pt x="8901" y="3739"/>
                    </a:lnTo>
                    <a:lnTo>
                      <a:pt x="8664" y="3767"/>
                    </a:lnTo>
                    <a:lnTo>
                      <a:pt x="8427" y="3803"/>
                    </a:lnTo>
                    <a:lnTo>
                      <a:pt x="8199" y="3849"/>
                    </a:lnTo>
                    <a:lnTo>
                      <a:pt x="7961" y="3894"/>
                    </a:lnTo>
                    <a:lnTo>
                      <a:pt x="7734" y="3949"/>
                    </a:lnTo>
                    <a:lnTo>
                      <a:pt x="7515" y="4013"/>
                    </a:lnTo>
                    <a:lnTo>
                      <a:pt x="7296" y="4086"/>
                    </a:lnTo>
                    <a:lnTo>
                      <a:pt x="7077" y="4168"/>
                    </a:lnTo>
                    <a:lnTo>
                      <a:pt x="6858" y="4259"/>
                    </a:lnTo>
                    <a:lnTo>
                      <a:pt x="6648" y="4350"/>
                    </a:lnTo>
                    <a:lnTo>
                      <a:pt x="6448" y="4451"/>
                    </a:lnTo>
                    <a:lnTo>
                      <a:pt x="6238" y="4551"/>
                    </a:lnTo>
                    <a:lnTo>
                      <a:pt x="6037" y="4669"/>
                    </a:lnTo>
                    <a:lnTo>
                      <a:pt x="5846" y="4788"/>
                    </a:lnTo>
                    <a:lnTo>
                      <a:pt x="5654" y="4907"/>
                    </a:lnTo>
                    <a:lnTo>
                      <a:pt x="5472" y="5043"/>
                    </a:lnTo>
                    <a:lnTo>
                      <a:pt x="5290" y="5180"/>
                    </a:lnTo>
                    <a:lnTo>
                      <a:pt x="5107" y="5317"/>
                    </a:lnTo>
                    <a:lnTo>
                      <a:pt x="4943" y="5472"/>
                    </a:lnTo>
                    <a:lnTo>
                      <a:pt x="4770" y="5627"/>
                    </a:lnTo>
                    <a:lnTo>
                      <a:pt x="4615" y="5782"/>
                    </a:lnTo>
                    <a:lnTo>
                      <a:pt x="4451" y="5946"/>
                    </a:lnTo>
                    <a:lnTo>
                      <a:pt x="4305" y="6119"/>
                    </a:lnTo>
                    <a:lnTo>
                      <a:pt x="4159" y="6293"/>
                    </a:lnTo>
                    <a:lnTo>
                      <a:pt x="4013" y="6466"/>
                    </a:lnTo>
                    <a:lnTo>
                      <a:pt x="3885" y="6648"/>
                    </a:lnTo>
                    <a:lnTo>
                      <a:pt x="3749" y="6840"/>
                    </a:lnTo>
                    <a:lnTo>
                      <a:pt x="3630" y="7031"/>
                    </a:lnTo>
                    <a:lnTo>
                      <a:pt x="3512" y="7232"/>
                    </a:lnTo>
                    <a:lnTo>
                      <a:pt x="3402" y="7423"/>
                    </a:lnTo>
                    <a:lnTo>
                      <a:pt x="3302" y="7633"/>
                    </a:lnTo>
                    <a:lnTo>
                      <a:pt x="3120" y="7697"/>
                    </a:lnTo>
                    <a:lnTo>
                      <a:pt x="2946" y="7779"/>
                    </a:lnTo>
                    <a:lnTo>
                      <a:pt x="2773" y="7852"/>
                    </a:lnTo>
                    <a:lnTo>
                      <a:pt x="2609" y="7943"/>
                    </a:lnTo>
                    <a:lnTo>
                      <a:pt x="2445" y="8034"/>
                    </a:lnTo>
                    <a:lnTo>
                      <a:pt x="2281" y="8135"/>
                    </a:lnTo>
                    <a:lnTo>
                      <a:pt x="2126" y="8244"/>
                    </a:lnTo>
                    <a:lnTo>
                      <a:pt x="1971" y="8353"/>
                    </a:lnTo>
                    <a:lnTo>
                      <a:pt x="1825" y="8463"/>
                    </a:lnTo>
                    <a:lnTo>
                      <a:pt x="1688" y="8590"/>
                    </a:lnTo>
                    <a:lnTo>
                      <a:pt x="1551" y="8718"/>
                    </a:lnTo>
                    <a:lnTo>
                      <a:pt x="1414" y="8846"/>
                    </a:lnTo>
                    <a:lnTo>
                      <a:pt x="1287" y="8983"/>
                    </a:lnTo>
                    <a:lnTo>
                      <a:pt x="1159" y="9128"/>
                    </a:lnTo>
                    <a:lnTo>
                      <a:pt x="1040" y="9274"/>
                    </a:lnTo>
                    <a:lnTo>
                      <a:pt x="931" y="9420"/>
                    </a:lnTo>
                    <a:lnTo>
                      <a:pt x="822" y="9575"/>
                    </a:lnTo>
                    <a:lnTo>
                      <a:pt x="721" y="9730"/>
                    </a:lnTo>
                    <a:lnTo>
                      <a:pt x="630" y="9894"/>
                    </a:lnTo>
                    <a:lnTo>
                      <a:pt x="539" y="10059"/>
                    </a:lnTo>
                    <a:lnTo>
                      <a:pt x="457" y="10232"/>
                    </a:lnTo>
                    <a:lnTo>
                      <a:pt x="384" y="10405"/>
                    </a:lnTo>
                    <a:lnTo>
                      <a:pt x="311" y="10587"/>
                    </a:lnTo>
                    <a:lnTo>
                      <a:pt x="247" y="10761"/>
                    </a:lnTo>
                    <a:lnTo>
                      <a:pt x="192" y="10952"/>
                    </a:lnTo>
                    <a:lnTo>
                      <a:pt x="147" y="11135"/>
                    </a:lnTo>
                    <a:lnTo>
                      <a:pt x="101" y="11326"/>
                    </a:lnTo>
                    <a:lnTo>
                      <a:pt x="65" y="11518"/>
                    </a:lnTo>
                    <a:lnTo>
                      <a:pt x="37" y="11709"/>
                    </a:lnTo>
                    <a:lnTo>
                      <a:pt x="19" y="11910"/>
                    </a:lnTo>
                    <a:lnTo>
                      <a:pt x="10" y="12101"/>
                    </a:lnTo>
                    <a:lnTo>
                      <a:pt x="1" y="12311"/>
                    </a:lnTo>
                    <a:lnTo>
                      <a:pt x="10" y="12566"/>
                    </a:lnTo>
                    <a:lnTo>
                      <a:pt x="28" y="12812"/>
                    </a:lnTo>
                    <a:lnTo>
                      <a:pt x="65" y="13059"/>
                    </a:lnTo>
                    <a:lnTo>
                      <a:pt x="101" y="13305"/>
                    </a:lnTo>
                    <a:lnTo>
                      <a:pt x="165" y="13551"/>
                    </a:lnTo>
                    <a:lnTo>
                      <a:pt x="229" y="13779"/>
                    </a:lnTo>
                    <a:lnTo>
                      <a:pt x="302" y="14016"/>
                    </a:lnTo>
                    <a:lnTo>
                      <a:pt x="393" y="14235"/>
                    </a:lnTo>
                    <a:lnTo>
                      <a:pt x="302" y="14508"/>
                    </a:lnTo>
                    <a:lnTo>
                      <a:pt x="229" y="14791"/>
                    </a:lnTo>
                    <a:lnTo>
                      <a:pt x="165" y="15074"/>
                    </a:lnTo>
                    <a:lnTo>
                      <a:pt x="101" y="15356"/>
                    </a:lnTo>
                    <a:lnTo>
                      <a:pt x="65" y="15648"/>
                    </a:lnTo>
                    <a:lnTo>
                      <a:pt x="28" y="15940"/>
                    </a:lnTo>
                    <a:lnTo>
                      <a:pt x="10" y="16241"/>
                    </a:lnTo>
                    <a:lnTo>
                      <a:pt x="1" y="16542"/>
                    </a:lnTo>
                    <a:lnTo>
                      <a:pt x="10" y="16788"/>
                    </a:lnTo>
                    <a:lnTo>
                      <a:pt x="19" y="17034"/>
                    </a:lnTo>
                    <a:lnTo>
                      <a:pt x="47" y="17271"/>
                    </a:lnTo>
                    <a:lnTo>
                      <a:pt x="74" y="17518"/>
                    </a:lnTo>
                    <a:lnTo>
                      <a:pt x="110" y="17755"/>
                    </a:lnTo>
                    <a:lnTo>
                      <a:pt x="156" y="17992"/>
                    </a:lnTo>
                    <a:lnTo>
                      <a:pt x="211" y="18220"/>
                    </a:lnTo>
                    <a:lnTo>
                      <a:pt x="275" y="18457"/>
                    </a:lnTo>
                    <a:lnTo>
                      <a:pt x="338" y="18676"/>
                    </a:lnTo>
                    <a:lnTo>
                      <a:pt x="411" y="18904"/>
                    </a:lnTo>
                    <a:lnTo>
                      <a:pt x="502" y="19122"/>
                    </a:lnTo>
                    <a:lnTo>
                      <a:pt x="594" y="19341"/>
                    </a:lnTo>
                    <a:lnTo>
                      <a:pt x="685" y="19551"/>
                    </a:lnTo>
                    <a:lnTo>
                      <a:pt x="794" y="19761"/>
                    </a:lnTo>
                    <a:lnTo>
                      <a:pt x="904" y="19961"/>
                    </a:lnTo>
                    <a:lnTo>
                      <a:pt x="1022" y="20162"/>
                    </a:lnTo>
                    <a:lnTo>
                      <a:pt x="1141" y="20363"/>
                    </a:lnTo>
                    <a:lnTo>
                      <a:pt x="1278" y="20554"/>
                    </a:lnTo>
                    <a:lnTo>
                      <a:pt x="1414" y="20736"/>
                    </a:lnTo>
                    <a:lnTo>
                      <a:pt x="1551" y="20919"/>
                    </a:lnTo>
                    <a:lnTo>
                      <a:pt x="1706" y="21092"/>
                    </a:lnTo>
                    <a:lnTo>
                      <a:pt x="1852" y="21265"/>
                    </a:lnTo>
                    <a:lnTo>
                      <a:pt x="2016" y="21439"/>
                    </a:lnTo>
                    <a:lnTo>
                      <a:pt x="2180" y="21594"/>
                    </a:lnTo>
                    <a:lnTo>
                      <a:pt x="2354" y="21749"/>
                    </a:lnTo>
                    <a:lnTo>
                      <a:pt x="2527" y="21904"/>
                    </a:lnTo>
                    <a:lnTo>
                      <a:pt x="2709" y="22049"/>
                    </a:lnTo>
                    <a:lnTo>
                      <a:pt x="2892" y="22186"/>
                    </a:lnTo>
                    <a:lnTo>
                      <a:pt x="3083" y="22323"/>
                    </a:lnTo>
                    <a:lnTo>
                      <a:pt x="3275" y="22442"/>
                    </a:lnTo>
                    <a:lnTo>
                      <a:pt x="3475" y="22569"/>
                    </a:lnTo>
                    <a:lnTo>
                      <a:pt x="3676" y="22679"/>
                    </a:lnTo>
                    <a:lnTo>
                      <a:pt x="3721" y="23007"/>
                    </a:lnTo>
                    <a:lnTo>
                      <a:pt x="3776" y="23326"/>
                    </a:lnTo>
                    <a:lnTo>
                      <a:pt x="3849" y="23645"/>
                    </a:lnTo>
                    <a:lnTo>
                      <a:pt x="3931" y="23955"/>
                    </a:lnTo>
                    <a:lnTo>
                      <a:pt x="4031" y="24256"/>
                    </a:lnTo>
                    <a:lnTo>
                      <a:pt x="4141" y="24557"/>
                    </a:lnTo>
                    <a:lnTo>
                      <a:pt x="4268" y="24849"/>
                    </a:lnTo>
                    <a:lnTo>
                      <a:pt x="4405" y="25132"/>
                    </a:lnTo>
                    <a:lnTo>
                      <a:pt x="4560" y="25414"/>
                    </a:lnTo>
                    <a:lnTo>
                      <a:pt x="4724" y="25679"/>
                    </a:lnTo>
                    <a:lnTo>
                      <a:pt x="4898" y="25943"/>
                    </a:lnTo>
                    <a:lnTo>
                      <a:pt x="5080" y="26198"/>
                    </a:lnTo>
                    <a:lnTo>
                      <a:pt x="5281" y="26435"/>
                    </a:lnTo>
                    <a:lnTo>
                      <a:pt x="5481" y="26673"/>
                    </a:lnTo>
                    <a:lnTo>
                      <a:pt x="5700" y="26901"/>
                    </a:lnTo>
                    <a:lnTo>
                      <a:pt x="5928" y="27110"/>
                    </a:lnTo>
                    <a:lnTo>
                      <a:pt x="6165" y="27320"/>
                    </a:lnTo>
                    <a:lnTo>
                      <a:pt x="6411" y="27511"/>
                    </a:lnTo>
                    <a:lnTo>
                      <a:pt x="6667" y="27694"/>
                    </a:lnTo>
                    <a:lnTo>
                      <a:pt x="6931" y="27867"/>
                    </a:lnTo>
                    <a:lnTo>
                      <a:pt x="7196" y="28031"/>
                    </a:lnTo>
                    <a:lnTo>
                      <a:pt x="7478" y="28177"/>
                    </a:lnTo>
                    <a:lnTo>
                      <a:pt x="7761" y="28314"/>
                    </a:lnTo>
                    <a:lnTo>
                      <a:pt x="8053" y="28442"/>
                    </a:lnTo>
                    <a:lnTo>
                      <a:pt x="8354" y="28551"/>
                    </a:lnTo>
                    <a:lnTo>
                      <a:pt x="8664" y="28642"/>
                    </a:lnTo>
                    <a:lnTo>
                      <a:pt x="8974" y="28724"/>
                    </a:lnTo>
                    <a:lnTo>
                      <a:pt x="9293" y="28797"/>
                    </a:lnTo>
                    <a:lnTo>
                      <a:pt x="9612" y="28852"/>
                    </a:lnTo>
                    <a:lnTo>
                      <a:pt x="9940" y="28888"/>
                    </a:lnTo>
                    <a:lnTo>
                      <a:pt x="10269" y="28916"/>
                    </a:lnTo>
                    <a:lnTo>
                      <a:pt x="10925" y="28916"/>
                    </a:lnTo>
                    <a:lnTo>
                      <a:pt x="11235" y="28888"/>
                    </a:lnTo>
                    <a:lnTo>
                      <a:pt x="11536" y="28861"/>
                    </a:lnTo>
                    <a:lnTo>
                      <a:pt x="11837" y="28815"/>
                    </a:lnTo>
                    <a:lnTo>
                      <a:pt x="12138" y="28752"/>
                    </a:lnTo>
                    <a:lnTo>
                      <a:pt x="12430" y="28679"/>
                    </a:lnTo>
                    <a:lnTo>
                      <a:pt x="12721" y="28597"/>
                    </a:lnTo>
                    <a:lnTo>
                      <a:pt x="13004" y="28496"/>
                    </a:lnTo>
                    <a:lnTo>
                      <a:pt x="13278" y="28387"/>
                    </a:lnTo>
                    <a:lnTo>
                      <a:pt x="13551" y="28268"/>
                    </a:lnTo>
                    <a:lnTo>
                      <a:pt x="13816" y="28141"/>
                    </a:lnTo>
                    <a:lnTo>
                      <a:pt x="14071" y="27995"/>
                    </a:lnTo>
                    <a:lnTo>
                      <a:pt x="14326" y="27849"/>
                    </a:lnTo>
                    <a:lnTo>
                      <a:pt x="14572" y="27685"/>
                    </a:lnTo>
                    <a:lnTo>
                      <a:pt x="14810" y="27511"/>
                    </a:lnTo>
                    <a:lnTo>
                      <a:pt x="15038" y="27329"/>
                    </a:lnTo>
                    <a:lnTo>
                      <a:pt x="15256" y="27147"/>
                    </a:lnTo>
                    <a:lnTo>
                      <a:pt x="15475" y="26946"/>
                    </a:lnTo>
                    <a:lnTo>
                      <a:pt x="15676" y="26736"/>
                    </a:lnTo>
                    <a:lnTo>
                      <a:pt x="15876" y="26518"/>
                    </a:lnTo>
                    <a:lnTo>
                      <a:pt x="16059" y="26290"/>
                    </a:lnTo>
                    <a:lnTo>
                      <a:pt x="16241" y="26062"/>
                    </a:lnTo>
                    <a:lnTo>
                      <a:pt x="16405" y="25825"/>
                    </a:lnTo>
                    <a:lnTo>
                      <a:pt x="16560" y="25569"/>
                    </a:lnTo>
                    <a:lnTo>
                      <a:pt x="16715" y="25323"/>
                    </a:lnTo>
                    <a:lnTo>
                      <a:pt x="16852" y="25059"/>
                    </a:lnTo>
                    <a:lnTo>
                      <a:pt x="16980" y="24794"/>
                    </a:lnTo>
                    <a:lnTo>
                      <a:pt x="17089" y="24521"/>
                    </a:lnTo>
                    <a:lnTo>
                      <a:pt x="17199" y="24238"/>
                    </a:lnTo>
                    <a:lnTo>
                      <a:pt x="17290" y="23955"/>
                    </a:lnTo>
                    <a:lnTo>
                      <a:pt x="17363" y="23663"/>
                    </a:lnTo>
                    <a:lnTo>
                      <a:pt x="17436" y="23372"/>
                    </a:lnTo>
                    <a:lnTo>
                      <a:pt x="17636" y="23527"/>
                    </a:lnTo>
                    <a:lnTo>
                      <a:pt x="17846" y="23682"/>
                    </a:lnTo>
                    <a:lnTo>
                      <a:pt x="18065" y="23818"/>
                    </a:lnTo>
                    <a:lnTo>
                      <a:pt x="18293" y="23955"/>
                    </a:lnTo>
                    <a:lnTo>
                      <a:pt x="18521" y="24083"/>
                    </a:lnTo>
                    <a:lnTo>
                      <a:pt x="18758" y="24192"/>
                    </a:lnTo>
                    <a:lnTo>
                      <a:pt x="18995" y="24302"/>
                    </a:lnTo>
                    <a:lnTo>
                      <a:pt x="19241" y="24393"/>
                    </a:lnTo>
                    <a:lnTo>
                      <a:pt x="19487" y="24475"/>
                    </a:lnTo>
                    <a:lnTo>
                      <a:pt x="19743" y="24557"/>
                    </a:lnTo>
                    <a:lnTo>
                      <a:pt x="20007" y="24621"/>
                    </a:lnTo>
                    <a:lnTo>
                      <a:pt x="20272" y="24666"/>
                    </a:lnTo>
                    <a:lnTo>
                      <a:pt x="20536" y="24712"/>
                    </a:lnTo>
                    <a:lnTo>
                      <a:pt x="20810" y="24739"/>
                    </a:lnTo>
                    <a:lnTo>
                      <a:pt x="21083" y="24758"/>
                    </a:lnTo>
                    <a:lnTo>
                      <a:pt x="21357" y="24767"/>
                    </a:lnTo>
                    <a:lnTo>
                      <a:pt x="21585" y="24758"/>
                    </a:lnTo>
                    <a:lnTo>
                      <a:pt x="21813" y="24749"/>
                    </a:lnTo>
                    <a:lnTo>
                      <a:pt x="22032" y="24730"/>
                    </a:lnTo>
                    <a:lnTo>
                      <a:pt x="22259" y="24703"/>
                    </a:lnTo>
                    <a:lnTo>
                      <a:pt x="22478" y="24666"/>
                    </a:lnTo>
                    <a:lnTo>
                      <a:pt x="22688" y="24621"/>
                    </a:lnTo>
                    <a:lnTo>
                      <a:pt x="22907" y="24575"/>
                    </a:lnTo>
                    <a:lnTo>
                      <a:pt x="23117" y="24511"/>
                    </a:lnTo>
                    <a:lnTo>
                      <a:pt x="23317" y="24448"/>
                    </a:lnTo>
                    <a:lnTo>
                      <a:pt x="23527" y="24375"/>
                    </a:lnTo>
                    <a:lnTo>
                      <a:pt x="23718" y="24302"/>
                    </a:lnTo>
                    <a:lnTo>
                      <a:pt x="23919" y="24220"/>
                    </a:lnTo>
                    <a:lnTo>
                      <a:pt x="24111" y="24128"/>
                    </a:lnTo>
                    <a:lnTo>
                      <a:pt x="24302" y="24028"/>
                    </a:lnTo>
                    <a:lnTo>
                      <a:pt x="24484" y="23919"/>
                    </a:lnTo>
                    <a:lnTo>
                      <a:pt x="24667" y="23809"/>
                    </a:lnTo>
                    <a:lnTo>
                      <a:pt x="24849" y="23700"/>
                    </a:lnTo>
                    <a:lnTo>
                      <a:pt x="25022" y="23572"/>
                    </a:lnTo>
                    <a:lnTo>
                      <a:pt x="25187" y="23445"/>
                    </a:lnTo>
                    <a:lnTo>
                      <a:pt x="25351" y="23317"/>
                    </a:lnTo>
                    <a:lnTo>
                      <a:pt x="25515" y="23171"/>
                    </a:lnTo>
                    <a:lnTo>
                      <a:pt x="25670" y="23034"/>
                    </a:lnTo>
                    <a:lnTo>
                      <a:pt x="25816" y="22879"/>
                    </a:lnTo>
                    <a:lnTo>
                      <a:pt x="25962" y="22733"/>
                    </a:lnTo>
                    <a:lnTo>
                      <a:pt x="26108" y="22569"/>
                    </a:lnTo>
                    <a:lnTo>
                      <a:pt x="26235" y="22405"/>
                    </a:lnTo>
                    <a:lnTo>
                      <a:pt x="26363" y="22241"/>
                    </a:lnTo>
                    <a:lnTo>
                      <a:pt x="26491" y="22068"/>
                    </a:lnTo>
                    <a:lnTo>
                      <a:pt x="26609" y="21885"/>
                    </a:lnTo>
                    <a:lnTo>
                      <a:pt x="26718" y="21712"/>
                    </a:lnTo>
                    <a:lnTo>
                      <a:pt x="26828" y="21521"/>
                    </a:lnTo>
                    <a:lnTo>
                      <a:pt x="26928" y="21338"/>
                    </a:lnTo>
                    <a:lnTo>
                      <a:pt x="27038" y="21347"/>
                    </a:lnTo>
                    <a:lnTo>
                      <a:pt x="27329" y="21347"/>
                    </a:lnTo>
                    <a:lnTo>
                      <a:pt x="27503" y="21329"/>
                    </a:lnTo>
                    <a:lnTo>
                      <a:pt x="27676" y="21311"/>
                    </a:lnTo>
                    <a:lnTo>
                      <a:pt x="27840" y="21283"/>
                    </a:lnTo>
                    <a:lnTo>
                      <a:pt x="28004" y="21247"/>
                    </a:lnTo>
                    <a:lnTo>
                      <a:pt x="28168" y="21201"/>
                    </a:lnTo>
                    <a:lnTo>
                      <a:pt x="28332" y="21156"/>
                    </a:lnTo>
                    <a:lnTo>
                      <a:pt x="28487" y="21101"/>
                    </a:lnTo>
                    <a:lnTo>
                      <a:pt x="28643" y="21037"/>
                    </a:lnTo>
                    <a:lnTo>
                      <a:pt x="28788" y="20964"/>
                    </a:lnTo>
                    <a:lnTo>
                      <a:pt x="28934" y="20891"/>
                    </a:lnTo>
                    <a:lnTo>
                      <a:pt x="29080" y="20800"/>
                    </a:lnTo>
                    <a:lnTo>
                      <a:pt x="29217" y="20718"/>
                    </a:lnTo>
                    <a:lnTo>
                      <a:pt x="29354" y="20618"/>
                    </a:lnTo>
                    <a:lnTo>
                      <a:pt x="29481" y="20518"/>
                    </a:lnTo>
                    <a:lnTo>
                      <a:pt x="29609" y="20417"/>
                    </a:lnTo>
                    <a:lnTo>
                      <a:pt x="29910" y="20463"/>
                    </a:lnTo>
                    <a:lnTo>
                      <a:pt x="30220" y="20508"/>
                    </a:lnTo>
                    <a:lnTo>
                      <a:pt x="30530" y="20527"/>
                    </a:lnTo>
                    <a:lnTo>
                      <a:pt x="30849" y="20536"/>
                    </a:lnTo>
                    <a:lnTo>
                      <a:pt x="31177" y="20527"/>
                    </a:lnTo>
                    <a:lnTo>
                      <a:pt x="31488" y="20508"/>
                    </a:lnTo>
                    <a:lnTo>
                      <a:pt x="31798" y="20463"/>
                    </a:lnTo>
                    <a:lnTo>
                      <a:pt x="32108" y="20408"/>
                    </a:lnTo>
                    <a:lnTo>
                      <a:pt x="32409" y="20344"/>
                    </a:lnTo>
                    <a:lnTo>
                      <a:pt x="32709" y="20262"/>
                    </a:lnTo>
                    <a:lnTo>
                      <a:pt x="32992" y="20162"/>
                    </a:lnTo>
                    <a:lnTo>
                      <a:pt x="33275" y="20052"/>
                    </a:lnTo>
                    <a:lnTo>
                      <a:pt x="33557" y="19925"/>
                    </a:lnTo>
                    <a:lnTo>
                      <a:pt x="33822" y="19788"/>
                    </a:lnTo>
                    <a:lnTo>
                      <a:pt x="34086" y="19633"/>
                    </a:lnTo>
                    <a:lnTo>
                      <a:pt x="34333" y="19478"/>
                    </a:lnTo>
                    <a:lnTo>
                      <a:pt x="34579" y="19305"/>
                    </a:lnTo>
                    <a:lnTo>
                      <a:pt x="34816" y="19113"/>
                    </a:lnTo>
                    <a:lnTo>
                      <a:pt x="35044" y="18922"/>
                    </a:lnTo>
                    <a:lnTo>
                      <a:pt x="35254" y="18712"/>
                    </a:lnTo>
                    <a:lnTo>
                      <a:pt x="35463" y="18493"/>
                    </a:lnTo>
                    <a:lnTo>
                      <a:pt x="35664" y="18274"/>
                    </a:lnTo>
                    <a:lnTo>
                      <a:pt x="35846" y="18037"/>
                    </a:lnTo>
                    <a:lnTo>
                      <a:pt x="36019" y="17791"/>
                    </a:lnTo>
                    <a:lnTo>
                      <a:pt x="36184" y="17536"/>
                    </a:lnTo>
                    <a:lnTo>
                      <a:pt x="36330" y="17280"/>
                    </a:lnTo>
                    <a:lnTo>
                      <a:pt x="36466" y="17007"/>
                    </a:lnTo>
                    <a:lnTo>
                      <a:pt x="36594" y="16733"/>
                    </a:lnTo>
                    <a:lnTo>
                      <a:pt x="36703" y="16451"/>
                    </a:lnTo>
                    <a:lnTo>
                      <a:pt x="36804" y="16159"/>
                    </a:lnTo>
                    <a:lnTo>
                      <a:pt x="36886" y="15867"/>
                    </a:lnTo>
                    <a:lnTo>
                      <a:pt x="36959" y="15566"/>
                    </a:lnTo>
                    <a:lnTo>
                      <a:pt x="37013" y="15256"/>
                    </a:lnTo>
                    <a:lnTo>
                      <a:pt x="37050" y="14946"/>
                    </a:lnTo>
                    <a:lnTo>
                      <a:pt x="37077" y="14627"/>
                    </a:lnTo>
                    <a:lnTo>
                      <a:pt x="37086" y="14308"/>
                    </a:lnTo>
                    <a:lnTo>
                      <a:pt x="37077" y="14007"/>
                    </a:lnTo>
                    <a:lnTo>
                      <a:pt x="37050" y="13715"/>
                    </a:lnTo>
                    <a:lnTo>
                      <a:pt x="37023" y="13423"/>
                    </a:lnTo>
                    <a:lnTo>
                      <a:pt x="36968" y="13141"/>
                    </a:lnTo>
                    <a:lnTo>
                      <a:pt x="36913" y="12858"/>
                    </a:lnTo>
                    <a:lnTo>
                      <a:pt x="36840" y="12575"/>
                    </a:lnTo>
                    <a:lnTo>
                      <a:pt x="36749" y="12302"/>
                    </a:lnTo>
                    <a:lnTo>
                      <a:pt x="36658" y="12037"/>
                    </a:lnTo>
                    <a:lnTo>
                      <a:pt x="36548" y="11782"/>
                    </a:lnTo>
                    <a:lnTo>
                      <a:pt x="36421" y="11527"/>
                    </a:lnTo>
                    <a:lnTo>
                      <a:pt x="36293" y="11271"/>
                    </a:lnTo>
                    <a:lnTo>
                      <a:pt x="36147" y="11034"/>
                    </a:lnTo>
                    <a:lnTo>
                      <a:pt x="36001" y="10797"/>
                    </a:lnTo>
                    <a:lnTo>
                      <a:pt x="35837" y="10569"/>
                    </a:lnTo>
                    <a:lnTo>
                      <a:pt x="35664" y="10350"/>
                    </a:lnTo>
                    <a:lnTo>
                      <a:pt x="35481" y="10141"/>
                    </a:lnTo>
                    <a:lnTo>
                      <a:pt x="35509" y="9858"/>
                    </a:lnTo>
                    <a:lnTo>
                      <a:pt x="35518" y="9712"/>
                    </a:lnTo>
                    <a:lnTo>
                      <a:pt x="35527" y="9566"/>
                    </a:lnTo>
                    <a:lnTo>
                      <a:pt x="35518" y="9347"/>
                    </a:lnTo>
                    <a:lnTo>
                      <a:pt x="35500" y="9128"/>
                    </a:lnTo>
                    <a:lnTo>
                      <a:pt x="35472" y="8910"/>
                    </a:lnTo>
                    <a:lnTo>
                      <a:pt x="35436" y="8700"/>
                    </a:lnTo>
                    <a:lnTo>
                      <a:pt x="35390" y="8490"/>
                    </a:lnTo>
                    <a:lnTo>
                      <a:pt x="35336" y="8290"/>
                    </a:lnTo>
                    <a:lnTo>
                      <a:pt x="35263" y="8089"/>
                    </a:lnTo>
                    <a:lnTo>
                      <a:pt x="35190" y="7888"/>
                    </a:lnTo>
                    <a:lnTo>
                      <a:pt x="35098" y="7697"/>
                    </a:lnTo>
                    <a:lnTo>
                      <a:pt x="35007" y="7514"/>
                    </a:lnTo>
                    <a:lnTo>
                      <a:pt x="34898" y="7332"/>
                    </a:lnTo>
                    <a:lnTo>
                      <a:pt x="34788" y="7159"/>
                    </a:lnTo>
                    <a:lnTo>
                      <a:pt x="34670" y="6995"/>
                    </a:lnTo>
                    <a:lnTo>
                      <a:pt x="34542" y="6831"/>
                    </a:lnTo>
                    <a:lnTo>
                      <a:pt x="34405" y="6676"/>
                    </a:lnTo>
                    <a:lnTo>
                      <a:pt x="34269" y="6530"/>
                    </a:lnTo>
                    <a:lnTo>
                      <a:pt x="34114" y="6384"/>
                    </a:lnTo>
                    <a:lnTo>
                      <a:pt x="33959" y="6247"/>
                    </a:lnTo>
                    <a:lnTo>
                      <a:pt x="33795" y="6119"/>
                    </a:lnTo>
                    <a:lnTo>
                      <a:pt x="33630" y="6001"/>
                    </a:lnTo>
                    <a:lnTo>
                      <a:pt x="33457" y="5891"/>
                    </a:lnTo>
                    <a:lnTo>
                      <a:pt x="33275" y="5782"/>
                    </a:lnTo>
                    <a:lnTo>
                      <a:pt x="33092" y="5691"/>
                    </a:lnTo>
                    <a:lnTo>
                      <a:pt x="32901" y="5600"/>
                    </a:lnTo>
                    <a:lnTo>
                      <a:pt x="32700" y="5527"/>
                    </a:lnTo>
                    <a:lnTo>
                      <a:pt x="32500" y="5463"/>
                    </a:lnTo>
                    <a:lnTo>
                      <a:pt x="32299" y="5399"/>
                    </a:lnTo>
                    <a:lnTo>
                      <a:pt x="32089" y="5353"/>
                    </a:lnTo>
                    <a:lnTo>
                      <a:pt x="31880" y="5317"/>
                    </a:lnTo>
                    <a:lnTo>
                      <a:pt x="31661" y="5290"/>
                    </a:lnTo>
                    <a:lnTo>
                      <a:pt x="31442" y="5271"/>
                    </a:lnTo>
                    <a:lnTo>
                      <a:pt x="31223" y="5262"/>
                    </a:lnTo>
                    <a:lnTo>
                      <a:pt x="30968" y="5271"/>
                    </a:lnTo>
                    <a:lnTo>
                      <a:pt x="30712" y="5299"/>
                    </a:lnTo>
                    <a:lnTo>
                      <a:pt x="30667" y="5125"/>
                    </a:lnTo>
                    <a:lnTo>
                      <a:pt x="30612" y="4961"/>
                    </a:lnTo>
                    <a:lnTo>
                      <a:pt x="30548" y="4788"/>
                    </a:lnTo>
                    <a:lnTo>
                      <a:pt x="30475" y="4633"/>
                    </a:lnTo>
                    <a:lnTo>
                      <a:pt x="30402" y="4469"/>
                    </a:lnTo>
                    <a:lnTo>
                      <a:pt x="30320" y="4314"/>
                    </a:lnTo>
                    <a:lnTo>
                      <a:pt x="30238" y="4159"/>
                    </a:lnTo>
                    <a:lnTo>
                      <a:pt x="30138" y="4013"/>
                    </a:lnTo>
                    <a:lnTo>
                      <a:pt x="30038" y="3867"/>
                    </a:lnTo>
                    <a:lnTo>
                      <a:pt x="29937" y="3730"/>
                    </a:lnTo>
                    <a:lnTo>
                      <a:pt x="29828" y="3593"/>
                    </a:lnTo>
                    <a:lnTo>
                      <a:pt x="29709" y="3466"/>
                    </a:lnTo>
                    <a:lnTo>
                      <a:pt x="29591" y="3338"/>
                    </a:lnTo>
                    <a:lnTo>
                      <a:pt x="29463" y="3220"/>
                    </a:lnTo>
                    <a:lnTo>
                      <a:pt x="29336" y="3101"/>
                    </a:lnTo>
                    <a:lnTo>
                      <a:pt x="29199" y="2992"/>
                    </a:lnTo>
                    <a:lnTo>
                      <a:pt x="29062" y="2891"/>
                    </a:lnTo>
                    <a:lnTo>
                      <a:pt x="28916" y="2791"/>
                    </a:lnTo>
                    <a:lnTo>
                      <a:pt x="28770" y="2691"/>
                    </a:lnTo>
                    <a:lnTo>
                      <a:pt x="28624" y="2609"/>
                    </a:lnTo>
                    <a:lnTo>
                      <a:pt x="28469" y="2527"/>
                    </a:lnTo>
                    <a:lnTo>
                      <a:pt x="28305" y="2454"/>
                    </a:lnTo>
                    <a:lnTo>
                      <a:pt x="28141" y="2381"/>
                    </a:lnTo>
                    <a:lnTo>
                      <a:pt x="27977" y="2317"/>
                    </a:lnTo>
                    <a:lnTo>
                      <a:pt x="27813" y="2262"/>
                    </a:lnTo>
                    <a:lnTo>
                      <a:pt x="27639" y="2217"/>
                    </a:lnTo>
                    <a:lnTo>
                      <a:pt x="27466" y="2171"/>
                    </a:lnTo>
                    <a:lnTo>
                      <a:pt x="27284" y="2134"/>
                    </a:lnTo>
                    <a:lnTo>
                      <a:pt x="27101" y="2107"/>
                    </a:lnTo>
                    <a:lnTo>
                      <a:pt x="26919" y="2089"/>
                    </a:lnTo>
                    <a:lnTo>
                      <a:pt x="26737" y="2080"/>
                    </a:lnTo>
                    <a:lnTo>
                      <a:pt x="26336" y="2080"/>
                    </a:lnTo>
                    <a:lnTo>
                      <a:pt x="26135" y="2098"/>
                    </a:lnTo>
                    <a:lnTo>
                      <a:pt x="25925" y="2125"/>
                    </a:lnTo>
                    <a:lnTo>
                      <a:pt x="25725" y="2162"/>
                    </a:lnTo>
                    <a:lnTo>
                      <a:pt x="25524" y="2207"/>
                    </a:lnTo>
                    <a:lnTo>
                      <a:pt x="25323" y="2253"/>
                    </a:lnTo>
                    <a:lnTo>
                      <a:pt x="25132" y="2317"/>
                    </a:lnTo>
                    <a:lnTo>
                      <a:pt x="24940" y="2390"/>
                    </a:lnTo>
                    <a:lnTo>
                      <a:pt x="24731" y="2244"/>
                    </a:lnTo>
                    <a:lnTo>
                      <a:pt x="24503" y="2107"/>
                    </a:lnTo>
                    <a:lnTo>
                      <a:pt x="24275" y="1970"/>
                    </a:lnTo>
                    <a:lnTo>
                      <a:pt x="24047" y="1852"/>
                    </a:lnTo>
                    <a:lnTo>
                      <a:pt x="23810" y="1733"/>
                    </a:lnTo>
                    <a:lnTo>
                      <a:pt x="23563" y="1633"/>
                    </a:lnTo>
                    <a:lnTo>
                      <a:pt x="23317" y="1533"/>
                    </a:lnTo>
                    <a:lnTo>
                      <a:pt x="23062" y="1451"/>
                    </a:lnTo>
                    <a:lnTo>
                      <a:pt x="22807" y="1369"/>
                    </a:lnTo>
                    <a:lnTo>
                      <a:pt x="22551" y="1305"/>
                    </a:lnTo>
                    <a:lnTo>
                      <a:pt x="22287" y="1250"/>
                    </a:lnTo>
                    <a:lnTo>
                      <a:pt x="22022" y="1195"/>
                    </a:lnTo>
                    <a:lnTo>
                      <a:pt x="21749" y="1159"/>
                    </a:lnTo>
                    <a:lnTo>
                      <a:pt x="21475" y="1131"/>
                    </a:lnTo>
                    <a:lnTo>
                      <a:pt x="21193" y="1113"/>
                    </a:lnTo>
                    <a:lnTo>
                      <a:pt x="20709" y="1113"/>
                    </a:lnTo>
                    <a:lnTo>
                      <a:pt x="20500" y="1122"/>
                    </a:lnTo>
                    <a:lnTo>
                      <a:pt x="20299" y="1141"/>
                    </a:lnTo>
                    <a:lnTo>
                      <a:pt x="20089" y="1159"/>
                    </a:lnTo>
                    <a:lnTo>
                      <a:pt x="19889" y="1186"/>
                    </a:lnTo>
                    <a:lnTo>
                      <a:pt x="19688" y="1223"/>
                    </a:lnTo>
                    <a:lnTo>
                      <a:pt x="19487" y="1259"/>
                    </a:lnTo>
                    <a:lnTo>
                      <a:pt x="19296" y="1305"/>
                    </a:lnTo>
                    <a:lnTo>
                      <a:pt x="19095" y="1350"/>
                    </a:lnTo>
                    <a:lnTo>
                      <a:pt x="18904" y="1405"/>
                    </a:lnTo>
                    <a:lnTo>
                      <a:pt x="18721" y="1469"/>
                    </a:lnTo>
                    <a:lnTo>
                      <a:pt x="18530" y="1533"/>
                    </a:lnTo>
                    <a:lnTo>
                      <a:pt x="18348" y="1606"/>
                    </a:lnTo>
                    <a:lnTo>
                      <a:pt x="18165" y="1679"/>
                    </a:lnTo>
                    <a:lnTo>
                      <a:pt x="17983" y="1761"/>
                    </a:lnTo>
                    <a:lnTo>
                      <a:pt x="17810" y="1843"/>
                    </a:lnTo>
                    <a:lnTo>
                      <a:pt x="17627" y="1633"/>
                    </a:lnTo>
                    <a:lnTo>
                      <a:pt x="17445" y="1441"/>
                    </a:lnTo>
                    <a:lnTo>
                      <a:pt x="17244" y="1250"/>
                    </a:lnTo>
                    <a:lnTo>
                      <a:pt x="17035" y="1077"/>
                    </a:lnTo>
                    <a:lnTo>
                      <a:pt x="16825" y="913"/>
                    </a:lnTo>
                    <a:lnTo>
                      <a:pt x="16597" y="767"/>
                    </a:lnTo>
                    <a:lnTo>
                      <a:pt x="16360" y="621"/>
                    </a:lnTo>
                    <a:lnTo>
                      <a:pt x="16123" y="502"/>
                    </a:lnTo>
                    <a:lnTo>
                      <a:pt x="15867" y="384"/>
                    </a:lnTo>
                    <a:lnTo>
                      <a:pt x="15612" y="283"/>
                    </a:lnTo>
                    <a:lnTo>
                      <a:pt x="15348" y="201"/>
                    </a:lnTo>
                    <a:lnTo>
                      <a:pt x="15083" y="128"/>
                    </a:lnTo>
                    <a:lnTo>
                      <a:pt x="14800" y="74"/>
                    </a:lnTo>
                    <a:lnTo>
                      <a:pt x="14518" y="28"/>
                    </a:lnTo>
                    <a:lnTo>
                      <a:pt x="14235" y="10"/>
                    </a:lnTo>
                    <a:lnTo>
                      <a:pt x="139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724;p27">
                <a:extLst>
                  <a:ext uri="{FF2B5EF4-FFF2-40B4-BE49-F238E27FC236}">
                    <a16:creationId xmlns:a16="http://schemas.microsoft.com/office/drawing/2014/main" id="{92146F21-69F9-C093-970E-56DB071F0100}"/>
                  </a:ext>
                </a:extLst>
              </p:cNvPr>
              <p:cNvSpPr/>
              <p:nvPr/>
            </p:nvSpPr>
            <p:spPr>
              <a:xfrm flipH="1">
                <a:off x="7913660" y="2083221"/>
                <a:ext cx="189126" cy="332450"/>
              </a:xfrm>
              <a:custGeom>
                <a:avLst/>
                <a:gdLst/>
                <a:ahLst/>
                <a:cxnLst/>
                <a:rect l="l" t="t" r="r" b="b"/>
                <a:pathLst>
                  <a:path w="5463" h="9603" extrusionOk="0">
                    <a:moveTo>
                      <a:pt x="0" y="1"/>
                    </a:moveTo>
                    <a:lnTo>
                      <a:pt x="0" y="529"/>
                    </a:lnTo>
                    <a:lnTo>
                      <a:pt x="256" y="539"/>
                    </a:lnTo>
                    <a:lnTo>
                      <a:pt x="511" y="557"/>
                    </a:lnTo>
                    <a:lnTo>
                      <a:pt x="757" y="584"/>
                    </a:lnTo>
                    <a:lnTo>
                      <a:pt x="994" y="630"/>
                    </a:lnTo>
                    <a:lnTo>
                      <a:pt x="1231" y="684"/>
                    </a:lnTo>
                    <a:lnTo>
                      <a:pt x="1468" y="748"/>
                    </a:lnTo>
                    <a:lnTo>
                      <a:pt x="1696" y="830"/>
                    </a:lnTo>
                    <a:lnTo>
                      <a:pt x="1924" y="912"/>
                    </a:lnTo>
                    <a:lnTo>
                      <a:pt x="2143" y="1013"/>
                    </a:lnTo>
                    <a:lnTo>
                      <a:pt x="2353" y="1122"/>
                    </a:lnTo>
                    <a:lnTo>
                      <a:pt x="2563" y="1241"/>
                    </a:lnTo>
                    <a:lnTo>
                      <a:pt x="2754" y="1368"/>
                    </a:lnTo>
                    <a:lnTo>
                      <a:pt x="2955" y="1505"/>
                    </a:lnTo>
                    <a:lnTo>
                      <a:pt x="3137" y="1660"/>
                    </a:lnTo>
                    <a:lnTo>
                      <a:pt x="3320" y="1815"/>
                    </a:lnTo>
                    <a:lnTo>
                      <a:pt x="3493" y="1970"/>
                    </a:lnTo>
                    <a:lnTo>
                      <a:pt x="3648" y="2143"/>
                    </a:lnTo>
                    <a:lnTo>
                      <a:pt x="3803" y="2326"/>
                    </a:lnTo>
                    <a:lnTo>
                      <a:pt x="3958" y="2508"/>
                    </a:lnTo>
                    <a:lnTo>
                      <a:pt x="4095" y="2700"/>
                    </a:lnTo>
                    <a:lnTo>
                      <a:pt x="4222" y="2900"/>
                    </a:lnTo>
                    <a:lnTo>
                      <a:pt x="4341" y="3110"/>
                    </a:lnTo>
                    <a:lnTo>
                      <a:pt x="4450" y="3320"/>
                    </a:lnTo>
                    <a:lnTo>
                      <a:pt x="4551" y="3539"/>
                    </a:lnTo>
                    <a:lnTo>
                      <a:pt x="4633" y="3767"/>
                    </a:lnTo>
                    <a:lnTo>
                      <a:pt x="4715" y="3995"/>
                    </a:lnTo>
                    <a:lnTo>
                      <a:pt x="4779" y="4232"/>
                    </a:lnTo>
                    <a:lnTo>
                      <a:pt x="4833" y="4469"/>
                    </a:lnTo>
                    <a:lnTo>
                      <a:pt x="4879" y="4706"/>
                    </a:lnTo>
                    <a:lnTo>
                      <a:pt x="4906" y="4952"/>
                    </a:lnTo>
                    <a:lnTo>
                      <a:pt x="4924" y="5207"/>
                    </a:lnTo>
                    <a:lnTo>
                      <a:pt x="4934" y="5453"/>
                    </a:lnTo>
                    <a:lnTo>
                      <a:pt x="4924" y="5727"/>
                    </a:lnTo>
                    <a:lnTo>
                      <a:pt x="4906" y="5991"/>
                    </a:lnTo>
                    <a:lnTo>
                      <a:pt x="4870" y="6256"/>
                    </a:lnTo>
                    <a:lnTo>
                      <a:pt x="4815" y="6520"/>
                    </a:lnTo>
                    <a:lnTo>
                      <a:pt x="4751" y="6776"/>
                    </a:lnTo>
                    <a:lnTo>
                      <a:pt x="4678" y="7031"/>
                    </a:lnTo>
                    <a:lnTo>
                      <a:pt x="4587" y="7277"/>
                    </a:lnTo>
                    <a:lnTo>
                      <a:pt x="4487" y="7523"/>
                    </a:lnTo>
                    <a:lnTo>
                      <a:pt x="4368" y="7760"/>
                    </a:lnTo>
                    <a:lnTo>
                      <a:pt x="4231" y="7988"/>
                    </a:lnTo>
                    <a:lnTo>
                      <a:pt x="4095" y="8207"/>
                    </a:lnTo>
                    <a:lnTo>
                      <a:pt x="3940" y="8426"/>
                    </a:lnTo>
                    <a:lnTo>
                      <a:pt x="3775" y="8636"/>
                    </a:lnTo>
                    <a:lnTo>
                      <a:pt x="3593" y="8836"/>
                    </a:lnTo>
                    <a:lnTo>
                      <a:pt x="3411" y="9028"/>
                    </a:lnTo>
                    <a:lnTo>
                      <a:pt x="3210" y="9201"/>
                    </a:lnTo>
                    <a:lnTo>
                      <a:pt x="3548" y="9602"/>
                    </a:lnTo>
                    <a:lnTo>
                      <a:pt x="3766" y="9402"/>
                    </a:lnTo>
                    <a:lnTo>
                      <a:pt x="3976" y="9192"/>
                    </a:lnTo>
                    <a:lnTo>
                      <a:pt x="4177" y="8973"/>
                    </a:lnTo>
                    <a:lnTo>
                      <a:pt x="4359" y="8745"/>
                    </a:lnTo>
                    <a:lnTo>
                      <a:pt x="4532" y="8508"/>
                    </a:lnTo>
                    <a:lnTo>
                      <a:pt x="4687" y="8253"/>
                    </a:lnTo>
                    <a:lnTo>
                      <a:pt x="4833" y="8007"/>
                    </a:lnTo>
                    <a:lnTo>
                      <a:pt x="4961" y="7742"/>
                    </a:lnTo>
                    <a:lnTo>
                      <a:pt x="5070" y="7469"/>
                    </a:lnTo>
                    <a:lnTo>
                      <a:pt x="5180" y="7195"/>
                    </a:lnTo>
                    <a:lnTo>
                      <a:pt x="5262" y="6922"/>
                    </a:lnTo>
                    <a:lnTo>
                      <a:pt x="5335" y="6630"/>
                    </a:lnTo>
                    <a:lnTo>
                      <a:pt x="5389" y="6347"/>
                    </a:lnTo>
                    <a:lnTo>
                      <a:pt x="5426" y="6055"/>
                    </a:lnTo>
                    <a:lnTo>
                      <a:pt x="5453" y="5754"/>
                    </a:lnTo>
                    <a:lnTo>
                      <a:pt x="5462" y="5453"/>
                    </a:lnTo>
                    <a:lnTo>
                      <a:pt x="5453" y="5180"/>
                    </a:lnTo>
                    <a:lnTo>
                      <a:pt x="5435" y="4897"/>
                    </a:lnTo>
                    <a:lnTo>
                      <a:pt x="5399" y="4624"/>
                    </a:lnTo>
                    <a:lnTo>
                      <a:pt x="5353" y="4359"/>
                    </a:lnTo>
                    <a:lnTo>
                      <a:pt x="5289" y="4095"/>
                    </a:lnTo>
                    <a:lnTo>
                      <a:pt x="5216" y="3839"/>
                    </a:lnTo>
                    <a:lnTo>
                      <a:pt x="5125" y="3584"/>
                    </a:lnTo>
                    <a:lnTo>
                      <a:pt x="5034" y="3338"/>
                    </a:lnTo>
                    <a:lnTo>
                      <a:pt x="4924" y="3092"/>
                    </a:lnTo>
                    <a:lnTo>
                      <a:pt x="4797" y="2864"/>
                    </a:lnTo>
                    <a:lnTo>
                      <a:pt x="4669" y="2627"/>
                    </a:lnTo>
                    <a:lnTo>
                      <a:pt x="4523" y="2408"/>
                    </a:lnTo>
                    <a:lnTo>
                      <a:pt x="4377" y="2198"/>
                    </a:lnTo>
                    <a:lnTo>
                      <a:pt x="4213" y="1988"/>
                    </a:lnTo>
                    <a:lnTo>
                      <a:pt x="4040" y="1788"/>
                    </a:lnTo>
                    <a:lnTo>
                      <a:pt x="3858" y="1605"/>
                    </a:lnTo>
                    <a:lnTo>
                      <a:pt x="3666" y="1423"/>
                    </a:lnTo>
                    <a:lnTo>
                      <a:pt x="3475" y="1250"/>
                    </a:lnTo>
                    <a:lnTo>
                      <a:pt x="3265" y="1086"/>
                    </a:lnTo>
                    <a:lnTo>
                      <a:pt x="3055" y="940"/>
                    </a:lnTo>
                    <a:lnTo>
                      <a:pt x="2827" y="794"/>
                    </a:lnTo>
                    <a:lnTo>
                      <a:pt x="2599" y="666"/>
                    </a:lnTo>
                    <a:lnTo>
                      <a:pt x="2371" y="539"/>
                    </a:lnTo>
                    <a:lnTo>
                      <a:pt x="2125" y="429"/>
                    </a:lnTo>
                    <a:lnTo>
                      <a:pt x="1879" y="338"/>
                    </a:lnTo>
                    <a:lnTo>
                      <a:pt x="1624" y="247"/>
                    </a:lnTo>
                    <a:lnTo>
                      <a:pt x="1368" y="174"/>
                    </a:lnTo>
                    <a:lnTo>
                      <a:pt x="1104" y="110"/>
                    </a:lnTo>
                    <a:lnTo>
                      <a:pt x="830" y="64"/>
                    </a:lnTo>
                    <a:lnTo>
                      <a:pt x="566" y="28"/>
                    </a:lnTo>
                    <a:lnTo>
                      <a:pt x="283" y="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725;p27">
                <a:extLst>
                  <a:ext uri="{FF2B5EF4-FFF2-40B4-BE49-F238E27FC236}">
                    <a16:creationId xmlns:a16="http://schemas.microsoft.com/office/drawing/2014/main" id="{4CA05DF6-5943-B93C-B7E6-51E95354C8FE}"/>
                  </a:ext>
                </a:extLst>
              </p:cNvPr>
              <p:cNvSpPr/>
              <p:nvPr/>
            </p:nvSpPr>
            <p:spPr>
              <a:xfrm flipH="1">
                <a:off x="7899775" y="2074393"/>
                <a:ext cx="67577" cy="101677"/>
              </a:xfrm>
              <a:custGeom>
                <a:avLst/>
                <a:gdLst/>
                <a:ahLst/>
                <a:cxnLst/>
                <a:rect l="l" t="t" r="r" b="b"/>
                <a:pathLst>
                  <a:path w="1952" h="2937" extrusionOk="0">
                    <a:moveTo>
                      <a:pt x="1423" y="0"/>
                    </a:moveTo>
                    <a:lnTo>
                      <a:pt x="1414" y="192"/>
                    </a:lnTo>
                    <a:lnTo>
                      <a:pt x="1386" y="374"/>
                    </a:lnTo>
                    <a:lnTo>
                      <a:pt x="1341" y="547"/>
                    </a:lnTo>
                    <a:lnTo>
                      <a:pt x="1295" y="730"/>
                    </a:lnTo>
                    <a:lnTo>
                      <a:pt x="1240" y="903"/>
                    </a:lnTo>
                    <a:lnTo>
                      <a:pt x="1167" y="1076"/>
                    </a:lnTo>
                    <a:lnTo>
                      <a:pt x="1095" y="1240"/>
                    </a:lnTo>
                    <a:lnTo>
                      <a:pt x="1003" y="1405"/>
                    </a:lnTo>
                    <a:lnTo>
                      <a:pt x="912" y="1560"/>
                    </a:lnTo>
                    <a:lnTo>
                      <a:pt x="803" y="1715"/>
                    </a:lnTo>
                    <a:lnTo>
                      <a:pt x="684" y="1860"/>
                    </a:lnTo>
                    <a:lnTo>
                      <a:pt x="566" y="2006"/>
                    </a:lnTo>
                    <a:lnTo>
                      <a:pt x="438" y="2143"/>
                    </a:lnTo>
                    <a:lnTo>
                      <a:pt x="301" y="2271"/>
                    </a:lnTo>
                    <a:lnTo>
                      <a:pt x="155" y="2389"/>
                    </a:lnTo>
                    <a:lnTo>
                      <a:pt x="0" y="2499"/>
                    </a:lnTo>
                    <a:lnTo>
                      <a:pt x="292" y="2936"/>
                    </a:lnTo>
                    <a:lnTo>
                      <a:pt x="474" y="2800"/>
                    </a:lnTo>
                    <a:lnTo>
                      <a:pt x="648" y="2663"/>
                    </a:lnTo>
                    <a:lnTo>
                      <a:pt x="803" y="2517"/>
                    </a:lnTo>
                    <a:lnTo>
                      <a:pt x="958" y="2362"/>
                    </a:lnTo>
                    <a:lnTo>
                      <a:pt x="1095" y="2198"/>
                    </a:lnTo>
                    <a:lnTo>
                      <a:pt x="1231" y="2025"/>
                    </a:lnTo>
                    <a:lnTo>
                      <a:pt x="1350" y="1842"/>
                    </a:lnTo>
                    <a:lnTo>
                      <a:pt x="1459" y="1660"/>
                    </a:lnTo>
                    <a:lnTo>
                      <a:pt x="1560" y="1468"/>
                    </a:lnTo>
                    <a:lnTo>
                      <a:pt x="1651" y="1277"/>
                    </a:lnTo>
                    <a:lnTo>
                      <a:pt x="1733" y="1076"/>
                    </a:lnTo>
                    <a:lnTo>
                      <a:pt x="1797" y="876"/>
                    </a:lnTo>
                    <a:lnTo>
                      <a:pt x="1860" y="666"/>
                    </a:lnTo>
                    <a:lnTo>
                      <a:pt x="1897" y="456"/>
                    </a:lnTo>
                    <a:lnTo>
                      <a:pt x="1933" y="246"/>
                    </a:lnTo>
                    <a:lnTo>
                      <a:pt x="1952" y="37"/>
                    </a:lnTo>
                    <a:lnTo>
                      <a:pt x="142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726;p27">
                <a:extLst>
                  <a:ext uri="{FF2B5EF4-FFF2-40B4-BE49-F238E27FC236}">
                    <a16:creationId xmlns:a16="http://schemas.microsoft.com/office/drawing/2014/main" id="{C617FFBF-A90A-0C7D-A13B-296F65DD27FC}"/>
                  </a:ext>
                </a:extLst>
              </p:cNvPr>
              <p:cNvSpPr/>
              <p:nvPr/>
            </p:nvSpPr>
            <p:spPr>
              <a:xfrm flipH="1">
                <a:off x="8120131" y="2112890"/>
                <a:ext cx="81148" cy="126015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3640" extrusionOk="0">
                    <a:moveTo>
                      <a:pt x="137" y="1"/>
                    </a:moveTo>
                    <a:lnTo>
                      <a:pt x="0" y="511"/>
                    </a:lnTo>
                    <a:lnTo>
                      <a:pt x="119" y="548"/>
                    </a:lnTo>
                    <a:lnTo>
                      <a:pt x="237" y="584"/>
                    </a:lnTo>
                    <a:lnTo>
                      <a:pt x="347" y="630"/>
                    </a:lnTo>
                    <a:lnTo>
                      <a:pt x="456" y="675"/>
                    </a:lnTo>
                    <a:lnTo>
                      <a:pt x="566" y="730"/>
                    </a:lnTo>
                    <a:lnTo>
                      <a:pt x="666" y="794"/>
                    </a:lnTo>
                    <a:lnTo>
                      <a:pt x="766" y="858"/>
                    </a:lnTo>
                    <a:lnTo>
                      <a:pt x="858" y="931"/>
                    </a:lnTo>
                    <a:lnTo>
                      <a:pt x="949" y="1004"/>
                    </a:lnTo>
                    <a:lnTo>
                      <a:pt x="1040" y="1086"/>
                    </a:lnTo>
                    <a:lnTo>
                      <a:pt x="1131" y="1168"/>
                    </a:lnTo>
                    <a:lnTo>
                      <a:pt x="1204" y="1259"/>
                    </a:lnTo>
                    <a:lnTo>
                      <a:pt x="1286" y="1350"/>
                    </a:lnTo>
                    <a:lnTo>
                      <a:pt x="1359" y="1441"/>
                    </a:lnTo>
                    <a:lnTo>
                      <a:pt x="1423" y="1542"/>
                    </a:lnTo>
                    <a:lnTo>
                      <a:pt x="1487" y="1651"/>
                    </a:lnTo>
                    <a:lnTo>
                      <a:pt x="1551" y="1751"/>
                    </a:lnTo>
                    <a:lnTo>
                      <a:pt x="1596" y="1861"/>
                    </a:lnTo>
                    <a:lnTo>
                      <a:pt x="1651" y="1979"/>
                    </a:lnTo>
                    <a:lnTo>
                      <a:pt x="1687" y="2089"/>
                    </a:lnTo>
                    <a:lnTo>
                      <a:pt x="1724" y="2198"/>
                    </a:lnTo>
                    <a:lnTo>
                      <a:pt x="1751" y="2317"/>
                    </a:lnTo>
                    <a:lnTo>
                      <a:pt x="1779" y="2435"/>
                    </a:lnTo>
                    <a:lnTo>
                      <a:pt x="1797" y="2554"/>
                    </a:lnTo>
                    <a:lnTo>
                      <a:pt x="1806" y="2672"/>
                    </a:lnTo>
                    <a:lnTo>
                      <a:pt x="1815" y="2791"/>
                    </a:lnTo>
                    <a:lnTo>
                      <a:pt x="1815" y="2910"/>
                    </a:lnTo>
                    <a:lnTo>
                      <a:pt x="1815" y="3028"/>
                    </a:lnTo>
                    <a:lnTo>
                      <a:pt x="1797" y="3147"/>
                    </a:lnTo>
                    <a:lnTo>
                      <a:pt x="1788" y="3265"/>
                    </a:lnTo>
                    <a:lnTo>
                      <a:pt x="1760" y="3384"/>
                    </a:lnTo>
                    <a:lnTo>
                      <a:pt x="1733" y="3502"/>
                    </a:lnTo>
                    <a:lnTo>
                      <a:pt x="2244" y="3639"/>
                    </a:lnTo>
                    <a:lnTo>
                      <a:pt x="2280" y="3493"/>
                    </a:lnTo>
                    <a:lnTo>
                      <a:pt x="2307" y="3347"/>
                    </a:lnTo>
                    <a:lnTo>
                      <a:pt x="2326" y="3201"/>
                    </a:lnTo>
                    <a:lnTo>
                      <a:pt x="2335" y="3055"/>
                    </a:lnTo>
                    <a:lnTo>
                      <a:pt x="2344" y="2919"/>
                    </a:lnTo>
                    <a:lnTo>
                      <a:pt x="2344" y="2773"/>
                    </a:lnTo>
                    <a:lnTo>
                      <a:pt x="2335" y="2627"/>
                    </a:lnTo>
                    <a:lnTo>
                      <a:pt x="2317" y="2481"/>
                    </a:lnTo>
                    <a:lnTo>
                      <a:pt x="2298" y="2335"/>
                    </a:lnTo>
                    <a:lnTo>
                      <a:pt x="2262" y="2198"/>
                    </a:lnTo>
                    <a:lnTo>
                      <a:pt x="2225" y="2062"/>
                    </a:lnTo>
                    <a:lnTo>
                      <a:pt x="2189" y="1916"/>
                    </a:lnTo>
                    <a:lnTo>
                      <a:pt x="2134" y="1779"/>
                    </a:lnTo>
                    <a:lnTo>
                      <a:pt x="2079" y="1651"/>
                    </a:lnTo>
                    <a:lnTo>
                      <a:pt x="2016" y="1514"/>
                    </a:lnTo>
                    <a:lnTo>
                      <a:pt x="1943" y="1387"/>
                    </a:lnTo>
                    <a:lnTo>
                      <a:pt x="1870" y="1259"/>
                    </a:lnTo>
                    <a:lnTo>
                      <a:pt x="1788" y="1141"/>
                    </a:lnTo>
                    <a:lnTo>
                      <a:pt x="1696" y="1022"/>
                    </a:lnTo>
                    <a:lnTo>
                      <a:pt x="1605" y="913"/>
                    </a:lnTo>
                    <a:lnTo>
                      <a:pt x="1505" y="803"/>
                    </a:lnTo>
                    <a:lnTo>
                      <a:pt x="1405" y="703"/>
                    </a:lnTo>
                    <a:lnTo>
                      <a:pt x="1295" y="603"/>
                    </a:lnTo>
                    <a:lnTo>
                      <a:pt x="1177" y="511"/>
                    </a:lnTo>
                    <a:lnTo>
                      <a:pt x="1067" y="429"/>
                    </a:lnTo>
                    <a:lnTo>
                      <a:pt x="940" y="347"/>
                    </a:lnTo>
                    <a:lnTo>
                      <a:pt x="821" y="274"/>
                    </a:lnTo>
                    <a:lnTo>
                      <a:pt x="693" y="210"/>
                    </a:lnTo>
                    <a:lnTo>
                      <a:pt x="557" y="147"/>
                    </a:lnTo>
                    <a:lnTo>
                      <a:pt x="420" y="92"/>
                    </a:lnTo>
                    <a:lnTo>
                      <a:pt x="283" y="4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727;p27">
                <a:extLst>
                  <a:ext uri="{FF2B5EF4-FFF2-40B4-BE49-F238E27FC236}">
                    <a16:creationId xmlns:a16="http://schemas.microsoft.com/office/drawing/2014/main" id="{10710671-5E2C-9018-3ED8-88E458664682}"/>
                  </a:ext>
                </a:extLst>
              </p:cNvPr>
              <p:cNvSpPr/>
              <p:nvPr/>
            </p:nvSpPr>
            <p:spPr>
              <a:xfrm flipH="1">
                <a:off x="7887762" y="2053552"/>
                <a:ext cx="42340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611" y="0"/>
                    </a:moveTo>
                    <a:lnTo>
                      <a:pt x="547" y="10"/>
                    </a:lnTo>
                    <a:lnTo>
                      <a:pt x="493" y="19"/>
                    </a:lnTo>
                    <a:lnTo>
                      <a:pt x="429" y="28"/>
                    </a:lnTo>
                    <a:lnTo>
                      <a:pt x="374" y="55"/>
                    </a:lnTo>
                    <a:lnTo>
                      <a:pt x="319" y="82"/>
                    </a:lnTo>
                    <a:lnTo>
                      <a:pt x="265" y="110"/>
                    </a:lnTo>
                    <a:lnTo>
                      <a:pt x="219" y="146"/>
                    </a:lnTo>
                    <a:lnTo>
                      <a:pt x="174" y="183"/>
                    </a:lnTo>
                    <a:lnTo>
                      <a:pt x="137" y="228"/>
                    </a:lnTo>
                    <a:lnTo>
                      <a:pt x="101" y="274"/>
                    </a:lnTo>
                    <a:lnTo>
                      <a:pt x="73" y="329"/>
                    </a:lnTo>
                    <a:lnTo>
                      <a:pt x="46" y="383"/>
                    </a:lnTo>
                    <a:lnTo>
                      <a:pt x="28" y="438"/>
                    </a:lnTo>
                    <a:lnTo>
                      <a:pt x="9" y="493"/>
                    </a:lnTo>
                    <a:lnTo>
                      <a:pt x="0" y="557"/>
                    </a:lnTo>
                    <a:lnTo>
                      <a:pt x="0" y="620"/>
                    </a:lnTo>
                    <a:lnTo>
                      <a:pt x="0" y="684"/>
                    </a:lnTo>
                    <a:lnTo>
                      <a:pt x="9" y="748"/>
                    </a:lnTo>
                    <a:lnTo>
                      <a:pt x="28" y="803"/>
                    </a:lnTo>
                    <a:lnTo>
                      <a:pt x="46" y="858"/>
                    </a:lnTo>
                    <a:lnTo>
                      <a:pt x="73" y="912"/>
                    </a:lnTo>
                    <a:lnTo>
                      <a:pt x="101" y="967"/>
                    </a:lnTo>
                    <a:lnTo>
                      <a:pt x="137" y="1013"/>
                    </a:lnTo>
                    <a:lnTo>
                      <a:pt x="174" y="1058"/>
                    </a:lnTo>
                    <a:lnTo>
                      <a:pt x="219" y="1095"/>
                    </a:lnTo>
                    <a:lnTo>
                      <a:pt x="265" y="1131"/>
                    </a:lnTo>
                    <a:lnTo>
                      <a:pt x="319" y="1158"/>
                    </a:lnTo>
                    <a:lnTo>
                      <a:pt x="374" y="1186"/>
                    </a:lnTo>
                    <a:lnTo>
                      <a:pt x="429" y="1204"/>
                    </a:lnTo>
                    <a:lnTo>
                      <a:pt x="493" y="1222"/>
                    </a:lnTo>
                    <a:lnTo>
                      <a:pt x="547" y="1231"/>
                    </a:lnTo>
                    <a:lnTo>
                      <a:pt x="675" y="1231"/>
                    </a:lnTo>
                    <a:lnTo>
                      <a:pt x="739" y="1222"/>
                    </a:lnTo>
                    <a:lnTo>
                      <a:pt x="794" y="1204"/>
                    </a:lnTo>
                    <a:lnTo>
                      <a:pt x="848" y="1186"/>
                    </a:lnTo>
                    <a:lnTo>
                      <a:pt x="903" y="1158"/>
                    </a:lnTo>
                    <a:lnTo>
                      <a:pt x="958" y="1131"/>
                    </a:lnTo>
                    <a:lnTo>
                      <a:pt x="1003" y="1095"/>
                    </a:lnTo>
                    <a:lnTo>
                      <a:pt x="1049" y="1058"/>
                    </a:lnTo>
                    <a:lnTo>
                      <a:pt x="1085" y="1013"/>
                    </a:lnTo>
                    <a:lnTo>
                      <a:pt x="1122" y="967"/>
                    </a:lnTo>
                    <a:lnTo>
                      <a:pt x="1149" y="912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3" y="748"/>
                    </a:lnTo>
                    <a:lnTo>
                      <a:pt x="1222" y="684"/>
                    </a:lnTo>
                    <a:lnTo>
                      <a:pt x="1222" y="620"/>
                    </a:lnTo>
                    <a:lnTo>
                      <a:pt x="1222" y="557"/>
                    </a:lnTo>
                    <a:lnTo>
                      <a:pt x="1213" y="493"/>
                    </a:lnTo>
                    <a:lnTo>
                      <a:pt x="1195" y="438"/>
                    </a:lnTo>
                    <a:lnTo>
                      <a:pt x="1177" y="383"/>
                    </a:lnTo>
                    <a:lnTo>
                      <a:pt x="1149" y="329"/>
                    </a:lnTo>
                    <a:lnTo>
                      <a:pt x="1122" y="274"/>
                    </a:lnTo>
                    <a:lnTo>
                      <a:pt x="1085" y="228"/>
                    </a:lnTo>
                    <a:lnTo>
                      <a:pt x="1049" y="183"/>
                    </a:lnTo>
                    <a:lnTo>
                      <a:pt x="1003" y="146"/>
                    </a:lnTo>
                    <a:lnTo>
                      <a:pt x="958" y="110"/>
                    </a:lnTo>
                    <a:lnTo>
                      <a:pt x="903" y="82"/>
                    </a:lnTo>
                    <a:lnTo>
                      <a:pt x="848" y="55"/>
                    </a:lnTo>
                    <a:lnTo>
                      <a:pt x="794" y="28"/>
                    </a:lnTo>
                    <a:lnTo>
                      <a:pt x="739" y="19"/>
                    </a:lnTo>
                    <a:lnTo>
                      <a:pt x="675" y="1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728;p27">
                <a:extLst>
                  <a:ext uri="{FF2B5EF4-FFF2-40B4-BE49-F238E27FC236}">
                    <a16:creationId xmlns:a16="http://schemas.microsoft.com/office/drawing/2014/main" id="{7651D35B-8F1F-0FB7-5576-DB154D666363}"/>
                  </a:ext>
                </a:extLst>
              </p:cNvPr>
              <p:cNvSpPr/>
              <p:nvPr/>
            </p:nvSpPr>
            <p:spPr>
              <a:xfrm flipH="1">
                <a:off x="8114107" y="2217719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0" y="0"/>
                    </a:moveTo>
                    <a:lnTo>
                      <a:pt x="556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8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2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82" y="328"/>
                    </a:lnTo>
                    <a:lnTo>
                      <a:pt x="55" y="374"/>
                    </a:lnTo>
                    <a:lnTo>
                      <a:pt x="27" y="438"/>
                    </a:lnTo>
                    <a:lnTo>
                      <a:pt x="18" y="492"/>
                    </a:lnTo>
                    <a:lnTo>
                      <a:pt x="9" y="556"/>
                    </a:lnTo>
                    <a:lnTo>
                      <a:pt x="0" y="620"/>
                    </a:lnTo>
                    <a:lnTo>
                      <a:pt x="9" y="684"/>
                    </a:lnTo>
                    <a:lnTo>
                      <a:pt x="18" y="739"/>
                    </a:lnTo>
                    <a:lnTo>
                      <a:pt x="27" y="803"/>
                    </a:lnTo>
                    <a:lnTo>
                      <a:pt x="55" y="857"/>
                    </a:lnTo>
                    <a:lnTo>
                      <a:pt x="82" y="912"/>
                    </a:lnTo>
                    <a:lnTo>
                      <a:pt x="110" y="958"/>
                    </a:lnTo>
                    <a:lnTo>
                      <a:pt x="146" y="1012"/>
                    </a:lnTo>
                    <a:lnTo>
                      <a:pt x="182" y="1049"/>
                    </a:lnTo>
                    <a:lnTo>
                      <a:pt x="228" y="1094"/>
                    </a:lnTo>
                    <a:lnTo>
                      <a:pt x="274" y="1131"/>
                    </a:lnTo>
                    <a:lnTo>
                      <a:pt x="328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6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7" y="1185"/>
                    </a:lnTo>
                    <a:lnTo>
                      <a:pt x="912" y="1158"/>
                    </a:lnTo>
                    <a:lnTo>
                      <a:pt x="958" y="1131"/>
                    </a:lnTo>
                    <a:lnTo>
                      <a:pt x="1012" y="1094"/>
                    </a:lnTo>
                    <a:lnTo>
                      <a:pt x="1049" y="1049"/>
                    </a:lnTo>
                    <a:lnTo>
                      <a:pt x="1094" y="1012"/>
                    </a:lnTo>
                    <a:lnTo>
                      <a:pt x="1131" y="958"/>
                    </a:lnTo>
                    <a:lnTo>
                      <a:pt x="1158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84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8" y="328"/>
                    </a:lnTo>
                    <a:lnTo>
                      <a:pt x="1131" y="274"/>
                    </a:lnTo>
                    <a:lnTo>
                      <a:pt x="1094" y="228"/>
                    </a:lnTo>
                    <a:lnTo>
                      <a:pt x="1049" y="182"/>
                    </a:lnTo>
                    <a:lnTo>
                      <a:pt x="1012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7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729;p27">
                <a:extLst>
                  <a:ext uri="{FF2B5EF4-FFF2-40B4-BE49-F238E27FC236}">
                    <a16:creationId xmlns:a16="http://schemas.microsoft.com/office/drawing/2014/main" id="{8AE0394F-AE04-6973-0E8D-DF2A522252BD}"/>
                  </a:ext>
                </a:extLst>
              </p:cNvPr>
              <p:cNvSpPr/>
              <p:nvPr/>
            </p:nvSpPr>
            <p:spPr>
              <a:xfrm flipH="1">
                <a:off x="7970157" y="2391026"/>
                <a:ext cx="42651" cy="42340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47" y="0"/>
                    </a:moveTo>
                    <a:lnTo>
                      <a:pt x="493" y="9"/>
                    </a:lnTo>
                    <a:lnTo>
                      <a:pt x="429" y="28"/>
                    </a:lnTo>
                    <a:lnTo>
                      <a:pt x="374" y="46"/>
                    </a:lnTo>
                    <a:lnTo>
                      <a:pt x="319" y="73"/>
                    </a:lnTo>
                    <a:lnTo>
                      <a:pt x="274" y="100"/>
                    </a:lnTo>
                    <a:lnTo>
                      <a:pt x="219" y="137"/>
                    </a:lnTo>
                    <a:lnTo>
                      <a:pt x="183" y="173"/>
                    </a:lnTo>
                    <a:lnTo>
                      <a:pt x="137" y="219"/>
                    </a:lnTo>
                    <a:lnTo>
                      <a:pt x="101" y="265"/>
                    </a:lnTo>
                    <a:lnTo>
                      <a:pt x="73" y="319"/>
                    </a:lnTo>
                    <a:lnTo>
                      <a:pt x="46" y="374"/>
                    </a:lnTo>
                    <a:lnTo>
                      <a:pt x="28" y="429"/>
                    </a:lnTo>
                    <a:lnTo>
                      <a:pt x="9" y="483"/>
                    </a:lnTo>
                    <a:lnTo>
                      <a:pt x="0" y="547"/>
                    </a:lnTo>
                    <a:lnTo>
                      <a:pt x="0" y="611"/>
                    </a:lnTo>
                    <a:lnTo>
                      <a:pt x="0" y="675"/>
                    </a:lnTo>
                    <a:lnTo>
                      <a:pt x="9" y="739"/>
                    </a:lnTo>
                    <a:lnTo>
                      <a:pt x="28" y="793"/>
                    </a:lnTo>
                    <a:lnTo>
                      <a:pt x="46" y="848"/>
                    </a:lnTo>
                    <a:lnTo>
                      <a:pt x="73" y="903"/>
                    </a:lnTo>
                    <a:lnTo>
                      <a:pt x="101" y="958"/>
                    </a:lnTo>
                    <a:lnTo>
                      <a:pt x="137" y="1003"/>
                    </a:lnTo>
                    <a:lnTo>
                      <a:pt x="183" y="1049"/>
                    </a:lnTo>
                    <a:lnTo>
                      <a:pt x="219" y="1085"/>
                    </a:lnTo>
                    <a:lnTo>
                      <a:pt x="274" y="1122"/>
                    </a:lnTo>
                    <a:lnTo>
                      <a:pt x="319" y="1149"/>
                    </a:lnTo>
                    <a:lnTo>
                      <a:pt x="374" y="1176"/>
                    </a:lnTo>
                    <a:lnTo>
                      <a:pt x="429" y="1195"/>
                    </a:lnTo>
                    <a:lnTo>
                      <a:pt x="493" y="1213"/>
                    </a:lnTo>
                    <a:lnTo>
                      <a:pt x="547" y="1222"/>
                    </a:lnTo>
                    <a:lnTo>
                      <a:pt x="675" y="1222"/>
                    </a:lnTo>
                    <a:lnTo>
                      <a:pt x="739" y="1213"/>
                    </a:lnTo>
                    <a:lnTo>
                      <a:pt x="794" y="1195"/>
                    </a:lnTo>
                    <a:lnTo>
                      <a:pt x="857" y="1176"/>
                    </a:lnTo>
                    <a:lnTo>
                      <a:pt x="903" y="1149"/>
                    </a:lnTo>
                    <a:lnTo>
                      <a:pt x="958" y="1122"/>
                    </a:lnTo>
                    <a:lnTo>
                      <a:pt x="1003" y="1085"/>
                    </a:lnTo>
                    <a:lnTo>
                      <a:pt x="1049" y="1049"/>
                    </a:lnTo>
                    <a:lnTo>
                      <a:pt x="1085" y="1003"/>
                    </a:lnTo>
                    <a:lnTo>
                      <a:pt x="1122" y="958"/>
                    </a:lnTo>
                    <a:lnTo>
                      <a:pt x="1158" y="903"/>
                    </a:lnTo>
                    <a:lnTo>
                      <a:pt x="1186" y="848"/>
                    </a:lnTo>
                    <a:lnTo>
                      <a:pt x="1204" y="793"/>
                    </a:lnTo>
                    <a:lnTo>
                      <a:pt x="1213" y="739"/>
                    </a:lnTo>
                    <a:lnTo>
                      <a:pt x="1222" y="675"/>
                    </a:lnTo>
                    <a:lnTo>
                      <a:pt x="1231" y="611"/>
                    </a:lnTo>
                    <a:lnTo>
                      <a:pt x="1222" y="547"/>
                    </a:lnTo>
                    <a:lnTo>
                      <a:pt x="1213" y="48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8" y="319"/>
                    </a:lnTo>
                    <a:lnTo>
                      <a:pt x="1122" y="265"/>
                    </a:lnTo>
                    <a:lnTo>
                      <a:pt x="1085" y="219"/>
                    </a:lnTo>
                    <a:lnTo>
                      <a:pt x="1049" y="173"/>
                    </a:lnTo>
                    <a:lnTo>
                      <a:pt x="1003" y="137"/>
                    </a:lnTo>
                    <a:lnTo>
                      <a:pt x="958" y="100"/>
                    </a:lnTo>
                    <a:lnTo>
                      <a:pt x="903" y="73"/>
                    </a:lnTo>
                    <a:lnTo>
                      <a:pt x="857" y="46"/>
                    </a:lnTo>
                    <a:lnTo>
                      <a:pt x="794" y="28"/>
                    </a:lnTo>
                    <a:lnTo>
                      <a:pt x="739" y="9"/>
                    </a:lnTo>
                    <a:lnTo>
                      <a:pt x="67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730;p27">
                <a:extLst>
                  <a:ext uri="{FF2B5EF4-FFF2-40B4-BE49-F238E27FC236}">
                    <a16:creationId xmlns:a16="http://schemas.microsoft.com/office/drawing/2014/main" id="{F7453B5A-E584-4128-866B-D8C7634086F0}"/>
                  </a:ext>
                </a:extLst>
              </p:cNvPr>
              <p:cNvSpPr/>
              <p:nvPr/>
            </p:nvSpPr>
            <p:spPr>
              <a:xfrm flipH="1">
                <a:off x="8202182" y="2447526"/>
                <a:ext cx="215021" cy="80525"/>
              </a:xfrm>
              <a:custGeom>
                <a:avLst/>
                <a:gdLst/>
                <a:ahLst/>
                <a:cxnLst/>
                <a:rect l="l" t="t" r="r" b="b"/>
                <a:pathLst>
                  <a:path w="6211" h="2326" extrusionOk="0">
                    <a:moveTo>
                      <a:pt x="474" y="0"/>
                    </a:moveTo>
                    <a:lnTo>
                      <a:pt x="0" y="237"/>
                    </a:lnTo>
                    <a:lnTo>
                      <a:pt x="110" y="447"/>
                    </a:lnTo>
                    <a:lnTo>
                      <a:pt x="237" y="648"/>
                    </a:lnTo>
                    <a:lnTo>
                      <a:pt x="374" y="839"/>
                    </a:lnTo>
                    <a:lnTo>
                      <a:pt x="520" y="1013"/>
                    </a:lnTo>
                    <a:lnTo>
                      <a:pt x="675" y="1186"/>
                    </a:lnTo>
                    <a:lnTo>
                      <a:pt x="839" y="1350"/>
                    </a:lnTo>
                    <a:lnTo>
                      <a:pt x="1012" y="1496"/>
                    </a:lnTo>
                    <a:lnTo>
                      <a:pt x="1195" y="1633"/>
                    </a:lnTo>
                    <a:lnTo>
                      <a:pt x="1386" y="1760"/>
                    </a:lnTo>
                    <a:lnTo>
                      <a:pt x="1587" y="1879"/>
                    </a:lnTo>
                    <a:lnTo>
                      <a:pt x="1788" y="1979"/>
                    </a:lnTo>
                    <a:lnTo>
                      <a:pt x="2006" y="2070"/>
                    </a:lnTo>
                    <a:lnTo>
                      <a:pt x="2225" y="2152"/>
                    </a:lnTo>
                    <a:lnTo>
                      <a:pt x="2444" y="2216"/>
                    </a:lnTo>
                    <a:lnTo>
                      <a:pt x="2672" y="2262"/>
                    </a:lnTo>
                    <a:lnTo>
                      <a:pt x="2909" y="2298"/>
                    </a:lnTo>
                    <a:lnTo>
                      <a:pt x="3146" y="2326"/>
                    </a:lnTo>
                    <a:lnTo>
                      <a:pt x="3575" y="2326"/>
                    </a:lnTo>
                    <a:lnTo>
                      <a:pt x="3775" y="2307"/>
                    </a:lnTo>
                    <a:lnTo>
                      <a:pt x="3976" y="2280"/>
                    </a:lnTo>
                    <a:lnTo>
                      <a:pt x="4177" y="2244"/>
                    </a:lnTo>
                    <a:lnTo>
                      <a:pt x="4368" y="2198"/>
                    </a:lnTo>
                    <a:lnTo>
                      <a:pt x="4560" y="2143"/>
                    </a:lnTo>
                    <a:lnTo>
                      <a:pt x="4751" y="2070"/>
                    </a:lnTo>
                    <a:lnTo>
                      <a:pt x="4933" y="1997"/>
                    </a:lnTo>
                    <a:lnTo>
                      <a:pt x="5107" y="1906"/>
                    </a:lnTo>
                    <a:lnTo>
                      <a:pt x="5280" y="1815"/>
                    </a:lnTo>
                    <a:lnTo>
                      <a:pt x="5453" y="1706"/>
                    </a:lnTo>
                    <a:lnTo>
                      <a:pt x="5617" y="1587"/>
                    </a:lnTo>
                    <a:lnTo>
                      <a:pt x="5772" y="1468"/>
                    </a:lnTo>
                    <a:lnTo>
                      <a:pt x="5927" y="1332"/>
                    </a:lnTo>
                    <a:lnTo>
                      <a:pt x="6073" y="1195"/>
                    </a:lnTo>
                    <a:lnTo>
                      <a:pt x="6210" y="1040"/>
                    </a:lnTo>
                    <a:lnTo>
                      <a:pt x="5818" y="693"/>
                    </a:lnTo>
                    <a:lnTo>
                      <a:pt x="5681" y="839"/>
                    </a:lnTo>
                    <a:lnTo>
                      <a:pt x="5535" y="976"/>
                    </a:lnTo>
                    <a:lnTo>
                      <a:pt x="5380" y="1104"/>
                    </a:lnTo>
                    <a:lnTo>
                      <a:pt x="5225" y="1222"/>
                    </a:lnTo>
                    <a:lnTo>
                      <a:pt x="5061" y="1332"/>
                    </a:lnTo>
                    <a:lnTo>
                      <a:pt x="4888" y="1432"/>
                    </a:lnTo>
                    <a:lnTo>
                      <a:pt x="4715" y="1514"/>
                    </a:lnTo>
                    <a:lnTo>
                      <a:pt x="4532" y="1587"/>
                    </a:lnTo>
                    <a:lnTo>
                      <a:pt x="4350" y="1660"/>
                    </a:lnTo>
                    <a:lnTo>
                      <a:pt x="4158" y="1706"/>
                    </a:lnTo>
                    <a:lnTo>
                      <a:pt x="3967" y="1751"/>
                    </a:lnTo>
                    <a:lnTo>
                      <a:pt x="3766" y="1779"/>
                    </a:lnTo>
                    <a:lnTo>
                      <a:pt x="3575" y="1797"/>
                    </a:lnTo>
                    <a:lnTo>
                      <a:pt x="3374" y="1806"/>
                    </a:lnTo>
                    <a:lnTo>
                      <a:pt x="3174" y="1797"/>
                    </a:lnTo>
                    <a:lnTo>
                      <a:pt x="2973" y="1779"/>
                    </a:lnTo>
                    <a:lnTo>
                      <a:pt x="2772" y="1751"/>
                    </a:lnTo>
                    <a:lnTo>
                      <a:pt x="2581" y="1706"/>
                    </a:lnTo>
                    <a:lnTo>
                      <a:pt x="2380" y="1651"/>
                    </a:lnTo>
                    <a:lnTo>
                      <a:pt x="2198" y="1578"/>
                    </a:lnTo>
                    <a:lnTo>
                      <a:pt x="2015" y="1505"/>
                    </a:lnTo>
                    <a:lnTo>
                      <a:pt x="1833" y="1414"/>
                    </a:lnTo>
                    <a:lnTo>
                      <a:pt x="1669" y="1313"/>
                    </a:lnTo>
                    <a:lnTo>
                      <a:pt x="1505" y="1204"/>
                    </a:lnTo>
                    <a:lnTo>
                      <a:pt x="1341" y="1086"/>
                    </a:lnTo>
                    <a:lnTo>
                      <a:pt x="1195" y="958"/>
                    </a:lnTo>
                    <a:lnTo>
                      <a:pt x="1049" y="821"/>
                    </a:lnTo>
                    <a:lnTo>
                      <a:pt x="912" y="675"/>
                    </a:lnTo>
                    <a:lnTo>
                      <a:pt x="794" y="520"/>
                    </a:lnTo>
                    <a:lnTo>
                      <a:pt x="675" y="356"/>
                    </a:lnTo>
                    <a:lnTo>
                      <a:pt x="566" y="18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731;p27">
                <a:extLst>
                  <a:ext uri="{FF2B5EF4-FFF2-40B4-BE49-F238E27FC236}">
                    <a16:creationId xmlns:a16="http://schemas.microsoft.com/office/drawing/2014/main" id="{D722C4E7-357E-C9E4-E1EA-6A78CA8E6745}"/>
                  </a:ext>
                </a:extLst>
              </p:cNvPr>
              <p:cNvSpPr/>
              <p:nvPr/>
            </p:nvSpPr>
            <p:spPr>
              <a:xfrm flipH="1">
                <a:off x="8189578" y="2455108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8" y="28"/>
                    </a:lnTo>
                    <a:lnTo>
                      <a:pt x="375" y="46"/>
                    </a:lnTo>
                    <a:lnTo>
                      <a:pt x="320" y="73"/>
                    </a:lnTo>
                    <a:lnTo>
                      <a:pt x="274" y="101"/>
                    </a:lnTo>
                    <a:lnTo>
                      <a:pt x="229" y="137"/>
                    </a:lnTo>
                    <a:lnTo>
                      <a:pt x="183" y="183"/>
                    </a:lnTo>
                    <a:lnTo>
                      <a:pt x="147" y="219"/>
                    </a:lnTo>
                    <a:lnTo>
                      <a:pt x="110" y="274"/>
                    </a:lnTo>
                    <a:lnTo>
                      <a:pt x="74" y="319"/>
                    </a:lnTo>
                    <a:lnTo>
                      <a:pt x="55" y="374"/>
                    </a:lnTo>
                    <a:lnTo>
                      <a:pt x="28" y="429"/>
                    </a:lnTo>
                    <a:lnTo>
                      <a:pt x="19" y="493"/>
                    </a:lnTo>
                    <a:lnTo>
                      <a:pt x="10" y="547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5" y="857"/>
                    </a:lnTo>
                    <a:lnTo>
                      <a:pt x="74" y="903"/>
                    </a:lnTo>
                    <a:lnTo>
                      <a:pt x="110" y="958"/>
                    </a:lnTo>
                    <a:lnTo>
                      <a:pt x="147" y="1003"/>
                    </a:lnTo>
                    <a:lnTo>
                      <a:pt x="183" y="1049"/>
                    </a:lnTo>
                    <a:lnTo>
                      <a:pt x="229" y="1085"/>
                    </a:lnTo>
                    <a:lnTo>
                      <a:pt x="274" y="1122"/>
                    </a:lnTo>
                    <a:lnTo>
                      <a:pt x="320" y="1158"/>
                    </a:lnTo>
                    <a:lnTo>
                      <a:pt x="375" y="1177"/>
                    </a:lnTo>
                    <a:lnTo>
                      <a:pt x="438" y="1204"/>
                    </a:lnTo>
                    <a:lnTo>
                      <a:pt x="493" y="1213"/>
                    </a:lnTo>
                    <a:lnTo>
                      <a:pt x="557" y="1222"/>
                    </a:lnTo>
                    <a:lnTo>
                      <a:pt x="612" y="1231"/>
                    </a:lnTo>
                    <a:lnTo>
                      <a:pt x="676" y="1222"/>
                    </a:lnTo>
                    <a:lnTo>
                      <a:pt x="739" y="1213"/>
                    </a:lnTo>
                    <a:lnTo>
                      <a:pt x="803" y="1204"/>
                    </a:lnTo>
                    <a:lnTo>
                      <a:pt x="858" y="1177"/>
                    </a:lnTo>
                    <a:lnTo>
                      <a:pt x="913" y="1158"/>
                    </a:lnTo>
                    <a:lnTo>
                      <a:pt x="958" y="1122"/>
                    </a:lnTo>
                    <a:lnTo>
                      <a:pt x="1004" y="1085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7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75"/>
                    </a:lnTo>
                    <a:lnTo>
                      <a:pt x="1232" y="611"/>
                    </a:lnTo>
                    <a:lnTo>
                      <a:pt x="1232" y="547"/>
                    </a:lnTo>
                    <a:lnTo>
                      <a:pt x="1223" y="49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2" y="274"/>
                    </a:lnTo>
                    <a:lnTo>
                      <a:pt x="1095" y="219"/>
                    </a:lnTo>
                    <a:lnTo>
                      <a:pt x="1049" y="183"/>
                    </a:lnTo>
                    <a:lnTo>
                      <a:pt x="1004" y="137"/>
                    </a:lnTo>
                    <a:lnTo>
                      <a:pt x="958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39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732;p27">
                <a:extLst>
                  <a:ext uri="{FF2B5EF4-FFF2-40B4-BE49-F238E27FC236}">
                    <a16:creationId xmlns:a16="http://schemas.microsoft.com/office/drawing/2014/main" id="{661CAE5B-AF61-A922-39F9-97EAC5B4CC79}"/>
                  </a:ext>
                </a:extLst>
              </p:cNvPr>
              <p:cNvSpPr/>
              <p:nvPr/>
            </p:nvSpPr>
            <p:spPr>
              <a:xfrm flipH="1">
                <a:off x="7748556" y="2537503"/>
                <a:ext cx="95065" cy="246248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7113" extrusionOk="0">
                    <a:moveTo>
                      <a:pt x="2472" y="0"/>
                    </a:moveTo>
                    <a:lnTo>
                      <a:pt x="2253" y="137"/>
                    </a:lnTo>
                    <a:lnTo>
                      <a:pt x="2043" y="292"/>
                    </a:lnTo>
                    <a:lnTo>
                      <a:pt x="1843" y="447"/>
                    </a:lnTo>
                    <a:lnTo>
                      <a:pt x="1651" y="620"/>
                    </a:lnTo>
                    <a:lnTo>
                      <a:pt x="1469" y="794"/>
                    </a:lnTo>
                    <a:lnTo>
                      <a:pt x="1296" y="976"/>
                    </a:lnTo>
                    <a:lnTo>
                      <a:pt x="1141" y="1167"/>
                    </a:lnTo>
                    <a:lnTo>
                      <a:pt x="986" y="1368"/>
                    </a:lnTo>
                    <a:lnTo>
                      <a:pt x="840" y="1578"/>
                    </a:lnTo>
                    <a:lnTo>
                      <a:pt x="712" y="1787"/>
                    </a:lnTo>
                    <a:lnTo>
                      <a:pt x="584" y="2015"/>
                    </a:lnTo>
                    <a:lnTo>
                      <a:pt x="475" y="2234"/>
                    </a:lnTo>
                    <a:lnTo>
                      <a:pt x="375" y="2471"/>
                    </a:lnTo>
                    <a:lnTo>
                      <a:pt x="283" y="2708"/>
                    </a:lnTo>
                    <a:lnTo>
                      <a:pt x="211" y="2955"/>
                    </a:lnTo>
                    <a:lnTo>
                      <a:pt x="147" y="3201"/>
                    </a:lnTo>
                    <a:lnTo>
                      <a:pt x="92" y="3456"/>
                    </a:lnTo>
                    <a:lnTo>
                      <a:pt x="46" y="3711"/>
                    </a:lnTo>
                    <a:lnTo>
                      <a:pt x="19" y="3958"/>
                    </a:lnTo>
                    <a:lnTo>
                      <a:pt x="1" y="4213"/>
                    </a:lnTo>
                    <a:lnTo>
                      <a:pt x="1" y="4468"/>
                    </a:lnTo>
                    <a:lnTo>
                      <a:pt x="10" y="4724"/>
                    </a:lnTo>
                    <a:lnTo>
                      <a:pt x="28" y="4970"/>
                    </a:lnTo>
                    <a:lnTo>
                      <a:pt x="65" y="5216"/>
                    </a:lnTo>
                    <a:lnTo>
                      <a:pt x="110" y="5471"/>
                    </a:lnTo>
                    <a:lnTo>
                      <a:pt x="165" y="5708"/>
                    </a:lnTo>
                    <a:lnTo>
                      <a:pt x="238" y="5955"/>
                    </a:lnTo>
                    <a:lnTo>
                      <a:pt x="320" y="6192"/>
                    </a:lnTo>
                    <a:lnTo>
                      <a:pt x="411" y="6429"/>
                    </a:lnTo>
                    <a:lnTo>
                      <a:pt x="521" y="6666"/>
                    </a:lnTo>
                    <a:lnTo>
                      <a:pt x="639" y="6894"/>
                    </a:lnTo>
                    <a:lnTo>
                      <a:pt x="767" y="7113"/>
                    </a:lnTo>
                    <a:lnTo>
                      <a:pt x="1214" y="6839"/>
                    </a:lnTo>
                    <a:lnTo>
                      <a:pt x="1095" y="6639"/>
                    </a:lnTo>
                    <a:lnTo>
                      <a:pt x="995" y="6429"/>
                    </a:lnTo>
                    <a:lnTo>
                      <a:pt x="894" y="6228"/>
                    </a:lnTo>
                    <a:lnTo>
                      <a:pt x="812" y="6009"/>
                    </a:lnTo>
                    <a:lnTo>
                      <a:pt x="739" y="5800"/>
                    </a:lnTo>
                    <a:lnTo>
                      <a:pt x="676" y="5581"/>
                    </a:lnTo>
                    <a:lnTo>
                      <a:pt x="621" y="5362"/>
                    </a:lnTo>
                    <a:lnTo>
                      <a:pt x="584" y="5134"/>
                    </a:lnTo>
                    <a:lnTo>
                      <a:pt x="557" y="4915"/>
                    </a:lnTo>
                    <a:lnTo>
                      <a:pt x="530" y="4687"/>
                    </a:lnTo>
                    <a:lnTo>
                      <a:pt x="530" y="4459"/>
                    </a:lnTo>
                    <a:lnTo>
                      <a:pt x="530" y="4231"/>
                    </a:lnTo>
                    <a:lnTo>
                      <a:pt x="548" y="4012"/>
                    </a:lnTo>
                    <a:lnTo>
                      <a:pt x="566" y="3784"/>
                    </a:lnTo>
                    <a:lnTo>
                      <a:pt x="603" y="3556"/>
                    </a:lnTo>
                    <a:lnTo>
                      <a:pt x="657" y="3328"/>
                    </a:lnTo>
                    <a:lnTo>
                      <a:pt x="712" y="3100"/>
                    </a:lnTo>
                    <a:lnTo>
                      <a:pt x="785" y="2882"/>
                    </a:lnTo>
                    <a:lnTo>
                      <a:pt x="867" y="2672"/>
                    </a:lnTo>
                    <a:lnTo>
                      <a:pt x="958" y="2462"/>
                    </a:lnTo>
                    <a:lnTo>
                      <a:pt x="1059" y="2252"/>
                    </a:lnTo>
                    <a:lnTo>
                      <a:pt x="1168" y="2052"/>
                    </a:lnTo>
                    <a:lnTo>
                      <a:pt x="1286" y="1860"/>
                    </a:lnTo>
                    <a:lnTo>
                      <a:pt x="1414" y="1678"/>
                    </a:lnTo>
                    <a:lnTo>
                      <a:pt x="1551" y="1496"/>
                    </a:lnTo>
                    <a:lnTo>
                      <a:pt x="1697" y="1322"/>
                    </a:lnTo>
                    <a:lnTo>
                      <a:pt x="1852" y="1158"/>
                    </a:lnTo>
                    <a:lnTo>
                      <a:pt x="2007" y="1003"/>
                    </a:lnTo>
                    <a:lnTo>
                      <a:pt x="2180" y="848"/>
                    </a:lnTo>
                    <a:lnTo>
                      <a:pt x="2362" y="711"/>
                    </a:lnTo>
                    <a:lnTo>
                      <a:pt x="2545" y="575"/>
                    </a:lnTo>
                    <a:lnTo>
                      <a:pt x="2745" y="447"/>
                    </a:lnTo>
                    <a:lnTo>
                      <a:pt x="247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733;p27">
                <a:extLst>
                  <a:ext uri="{FF2B5EF4-FFF2-40B4-BE49-F238E27FC236}">
                    <a16:creationId xmlns:a16="http://schemas.microsoft.com/office/drawing/2014/main" id="{8DE901F9-3B88-1A11-DE51-AFA93D83D0FD}"/>
                  </a:ext>
                </a:extLst>
              </p:cNvPr>
              <p:cNvSpPr/>
              <p:nvPr/>
            </p:nvSpPr>
            <p:spPr>
              <a:xfrm flipH="1">
                <a:off x="7732146" y="2523932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0"/>
                    </a:moveTo>
                    <a:lnTo>
                      <a:pt x="520" y="9"/>
                    </a:lnTo>
                    <a:lnTo>
                      <a:pt x="466" y="18"/>
                    </a:lnTo>
                    <a:lnTo>
                      <a:pt x="411" y="37"/>
                    </a:lnTo>
                    <a:lnTo>
                      <a:pt x="347" y="64"/>
                    </a:lnTo>
                    <a:lnTo>
                      <a:pt x="292" y="91"/>
                    </a:lnTo>
                    <a:lnTo>
                      <a:pt x="247" y="128"/>
                    </a:lnTo>
                    <a:lnTo>
                      <a:pt x="192" y="164"/>
                    </a:lnTo>
                    <a:lnTo>
                      <a:pt x="156" y="210"/>
                    </a:lnTo>
                    <a:lnTo>
                      <a:pt x="119" y="255"/>
                    </a:lnTo>
                    <a:lnTo>
                      <a:pt x="83" y="310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4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1"/>
                    </a:lnTo>
                    <a:lnTo>
                      <a:pt x="19" y="766"/>
                    </a:lnTo>
                    <a:lnTo>
                      <a:pt x="37" y="821"/>
                    </a:lnTo>
                    <a:lnTo>
                      <a:pt x="64" y="885"/>
                    </a:lnTo>
                    <a:lnTo>
                      <a:pt x="92" y="939"/>
                    </a:lnTo>
                    <a:lnTo>
                      <a:pt x="128" y="985"/>
                    </a:lnTo>
                    <a:lnTo>
                      <a:pt x="165" y="1040"/>
                    </a:lnTo>
                    <a:lnTo>
                      <a:pt x="210" y="1076"/>
                    </a:lnTo>
                    <a:lnTo>
                      <a:pt x="256" y="1113"/>
                    </a:lnTo>
                    <a:lnTo>
                      <a:pt x="311" y="1149"/>
                    </a:lnTo>
                    <a:lnTo>
                      <a:pt x="365" y="1176"/>
                    </a:lnTo>
                    <a:lnTo>
                      <a:pt x="420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93" y="1231"/>
                    </a:lnTo>
                    <a:lnTo>
                      <a:pt x="648" y="1231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30" y="1195"/>
                    </a:lnTo>
                    <a:lnTo>
                      <a:pt x="885" y="1167"/>
                    </a:lnTo>
                    <a:lnTo>
                      <a:pt x="940" y="1140"/>
                    </a:lnTo>
                    <a:lnTo>
                      <a:pt x="995" y="1103"/>
                    </a:lnTo>
                    <a:lnTo>
                      <a:pt x="1040" y="1067"/>
                    </a:lnTo>
                    <a:lnTo>
                      <a:pt x="1077" y="1021"/>
                    </a:lnTo>
                    <a:lnTo>
                      <a:pt x="1113" y="976"/>
                    </a:lnTo>
                    <a:lnTo>
                      <a:pt x="1150" y="921"/>
                    </a:lnTo>
                    <a:lnTo>
                      <a:pt x="1177" y="866"/>
                    </a:lnTo>
                    <a:lnTo>
                      <a:pt x="1195" y="812"/>
                    </a:lnTo>
                    <a:lnTo>
                      <a:pt x="1213" y="757"/>
                    </a:lnTo>
                    <a:lnTo>
                      <a:pt x="1223" y="702"/>
                    </a:lnTo>
                    <a:lnTo>
                      <a:pt x="1232" y="638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3" y="465"/>
                    </a:lnTo>
                    <a:lnTo>
                      <a:pt x="1195" y="401"/>
                    </a:lnTo>
                    <a:lnTo>
                      <a:pt x="1168" y="347"/>
                    </a:lnTo>
                    <a:lnTo>
                      <a:pt x="1140" y="292"/>
                    </a:lnTo>
                    <a:lnTo>
                      <a:pt x="1104" y="237"/>
                    </a:lnTo>
                    <a:lnTo>
                      <a:pt x="1068" y="192"/>
                    </a:lnTo>
                    <a:lnTo>
                      <a:pt x="1022" y="155"/>
                    </a:lnTo>
                    <a:lnTo>
                      <a:pt x="976" y="119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7" y="18"/>
                    </a:lnTo>
                    <a:lnTo>
                      <a:pt x="703" y="9"/>
                    </a:lnTo>
                    <a:lnTo>
                      <a:pt x="63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734;p27">
                <a:extLst>
                  <a:ext uri="{FF2B5EF4-FFF2-40B4-BE49-F238E27FC236}">
                    <a16:creationId xmlns:a16="http://schemas.microsoft.com/office/drawing/2014/main" id="{5FA1A7BD-9679-6B6C-CAD1-509AB0D1708C}"/>
                  </a:ext>
                </a:extLst>
              </p:cNvPr>
              <p:cNvSpPr/>
              <p:nvPr/>
            </p:nvSpPr>
            <p:spPr>
              <a:xfrm flipH="1">
                <a:off x="7875472" y="2578527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1" y="10"/>
                    </a:lnTo>
                    <a:lnTo>
                      <a:pt x="466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65"/>
                    </a:lnTo>
                    <a:lnTo>
                      <a:pt x="156" y="210"/>
                    </a:lnTo>
                    <a:lnTo>
                      <a:pt x="119" y="256"/>
                    </a:lnTo>
                    <a:lnTo>
                      <a:pt x="83" y="311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5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8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56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84" y="1232"/>
                    </a:lnTo>
                    <a:lnTo>
                      <a:pt x="648" y="1232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21" y="1195"/>
                    </a:lnTo>
                    <a:lnTo>
                      <a:pt x="885" y="1168"/>
                    </a:lnTo>
                    <a:lnTo>
                      <a:pt x="940" y="1140"/>
                    </a:lnTo>
                    <a:lnTo>
                      <a:pt x="986" y="1104"/>
                    </a:lnTo>
                    <a:lnTo>
                      <a:pt x="1040" y="1067"/>
                    </a:lnTo>
                    <a:lnTo>
                      <a:pt x="1077" y="1022"/>
                    </a:lnTo>
                    <a:lnTo>
                      <a:pt x="1113" y="976"/>
                    </a:lnTo>
                    <a:lnTo>
                      <a:pt x="1150" y="922"/>
                    </a:lnTo>
                    <a:lnTo>
                      <a:pt x="1177" y="867"/>
                    </a:lnTo>
                    <a:lnTo>
                      <a:pt x="1195" y="812"/>
                    </a:lnTo>
                    <a:lnTo>
                      <a:pt x="1214" y="757"/>
                    </a:lnTo>
                    <a:lnTo>
                      <a:pt x="1223" y="703"/>
                    </a:lnTo>
                    <a:lnTo>
                      <a:pt x="1232" y="639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4" y="466"/>
                    </a:lnTo>
                    <a:lnTo>
                      <a:pt x="1195" y="411"/>
                    </a:lnTo>
                    <a:lnTo>
                      <a:pt x="1168" y="347"/>
                    </a:lnTo>
                    <a:lnTo>
                      <a:pt x="1141" y="292"/>
                    </a:lnTo>
                    <a:lnTo>
                      <a:pt x="1104" y="247"/>
                    </a:lnTo>
                    <a:lnTo>
                      <a:pt x="1068" y="192"/>
                    </a:lnTo>
                    <a:lnTo>
                      <a:pt x="1022" y="156"/>
                    </a:lnTo>
                    <a:lnTo>
                      <a:pt x="976" y="119"/>
                    </a:lnTo>
                    <a:lnTo>
                      <a:pt x="922" y="83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8" y="19"/>
                    </a:lnTo>
                    <a:lnTo>
                      <a:pt x="703" y="10"/>
                    </a:lnTo>
                    <a:lnTo>
                      <a:pt x="63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735;p27">
                <a:extLst>
                  <a:ext uri="{FF2B5EF4-FFF2-40B4-BE49-F238E27FC236}">
                    <a16:creationId xmlns:a16="http://schemas.microsoft.com/office/drawing/2014/main" id="{F333F70E-B54D-3621-F3EC-4F766697247A}"/>
                  </a:ext>
                </a:extLst>
              </p:cNvPr>
              <p:cNvSpPr/>
              <p:nvPr/>
            </p:nvSpPr>
            <p:spPr>
              <a:xfrm flipH="1">
                <a:off x="7618178" y="2272626"/>
                <a:ext cx="101054" cy="126326"/>
              </a:xfrm>
              <a:custGeom>
                <a:avLst/>
                <a:gdLst/>
                <a:ahLst/>
                <a:cxnLst/>
                <a:rect l="l" t="t" r="r" b="b"/>
                <a:pathLst>
                  <a:path w="2919" h="3649" extrusionOk="0">
                    <a:moveTo>
                      <a:pt x="2873" y="1"/>
                    </a:moveTo>
                    <a:lnTo>
                      <a:pt x="2709" y="19"/>
                    </a:lnTo>
                    <a:lnTo>
                      <a:pt x="2554" y="46"/>
                    </a:lnTo>
                    <a:lnTo>
                      <a:pt x="2399" y="83"/>
                    </a:lnTo>
                    <a:lnTo>
                      <a:pt x="2244" y="128"/>
                    </a:lnTo>
                    <a:lnTo>
                      <a:pt x="2098" y="183"/>
                    </a:lnTo>
                    <a:lnTo>
                      <a:pt x="1952" y="247"/>
                    </a:lnTo>
                    <a:lnTo>
                      <a:pt x="1806" y="311"/>
                    </a:lnTo>
                    <a:lnTo>
                      <a:pt x="1669" y="393"/>
                    </a:lnTo>
                    <a:lnTo>
                      <a:pt x="1532" y="475"/>
                    </a:lnTo>
                    <a:lnTo>
                      <a:pt x="1405" y="557"/>
                    </a:lnTo>
                    <a:lnTo>
                      <a:pt x="1277" y="657"/>
                    </a:lnTo>
                    <a:lnTo>
                      <a:pt x="1159" y="758"/>
                    </a:lnTo>
                    <a:lnTo>
                      <a:pt x="1040" y="858"/>
                    </a:lnTo>
                    <a:lnTo>
                      <a:pt x="931" y="976"/>
                    </a:lnTo>
                    <a:lnTo>
                      <a:pt x="830" y="1086"/>
                    </a:lnTo>
                    <a:lnTo>
                      <a:pt x="730" y="1213"/>
                    </a:lnTo>
                    <a:lnTo>
                      <a:pt x="630" y="1341"/>
                    </a:lnTo>
                    <a:lnTo>
                      <a:pt x="539" y="1469"/>
                    </a:lnTo>
                    <a:lnTo>
                      <a:pt x="456" y="1606"/>
                    </a:lnTo>
                    <a:lnTo>
                      <a:pt x="383" y="1742"/>
                    </a:lnTo>
                    <a:lnTo>
                      <a:pt x="311" y="1888"/>
                    </a:lnTo>
                    <a:lnTo>
                      <a:pt x="247" y="2034"/>
                    </a:lnTo>
                    <a:lnTo>
                      <a:pt x="192" y="2189"/>
                    </a:lnTo>
                    <a:lnTo>
                      <a:pt x="137" y="2335"/>
                    </a:lnTo>
                    <a:lnTo>
                      <a:pt x="101" y="2499"/>
                    </a:lnTo>
                    <a:lnTo>
                      <a:pt x="64" y="2654"/>
                    </a:lnTo>
                    <a:lnTo>
                      <a:pt x="37" y="2818"/>
                    </a:lnTo>
                    <a:lnTo>
                      <a:pt x="10" y="2973"/>
                    </a:lnTo>
                    <a:lnTo>
                      <a:pt x="1" y="3137"/>
                    </a:lnTo>
                    <a:lnTo>
                      <a:pt x="1" y="3311"/>
                    </a:lnTo>
                    <a:lnTo>
                      <a:pt x="1" y="3475"/>
                    </a:lnTo>
                    <a:lnTo>
                      <a:pt x="19" y="3648"/>
                    </a:lnTo>
                    <a:lnTo>
                      <a:pt x="539" y="3593"/>
                    </a:lnTo>
                    <a:lnTo>
                      <a:pt x="529" y="3448"/>
                    </a:lnTo>
                    <a:lnTo>
                      <a:pt x="520" y="3311"/>
                    </a:lnTo>
                    <a:lnTo>
                      <a:pt x="529" y="3165"/>
                    </a:lnTo>
                    <a:lnTo>
                      <a:pt x="539" y="3028"/>
                    </a:lnTo>
                    <a:lnTo>
                      <a:pt x="557" y="2891"/>
                    </a:lnTo>
                    <a:lnTo>
                      <a:pt x="575" y="2755"/>
                    </a:lnTo>
                    <a:lnTo>
                      <a:pt x="602" y="2627"/>
                    </a:lnTo>
                    <a:lnTo>
                      <a:pt x="639" y="2490"/>
                    </a:lnTo>
                    <a:lnTo>
                      <a:pt x="684" y="2362"/>
                    </a:lnTo>
                    <a:lnTo>
                      <a:pt x="730" y="2235"/>
                    </a:lnTo>
                    <a:lnTo>
                      <a:pt x="785" y="2116"/>
                    </a:lnTo>
                    <a:lnTo>
                      <a:pt x="839" y="1989"/>
                    </a:lnTo>
                    <a:lnTo>
                      <a:pt x="903" y="1870"/>
                    </a:lnTo>
                    <a:lnTo>
                      <a:pt x="976" y="1761"/>
                    </a:lnTo>
                    <a:lnTo>
                      <a:pt x="1049" y="1651"/>
                    </a:lnTo>
                    <a:lnTo>
                      <a:pt x="1131" y="1542"/>
                    </a:lnTo>
                    <a:lnTo>
                      <a:pt x="1213" y="1441"/>
                    </a:lnTo>
                    <a:lnTo>
                      <a:pt x="1304" y="1341"/>
                    </a:lnTo>
                    <a:lnTo>
                      <a:pt x="1396" y="1250"/>
                    </a:lnTo>
                    <a:lnTo>
                      <a:pt x="1496" y="1159"/>
                    </a:lnTo>
                    <a:lnTo>
                      <a:pt x="1596" y="1077"/>
                    </a:lnTo>
                    <a:lnTo>
                      <a:pt x="1697" y="995"/>
                    </a:lnTo>
                    <a:lnTo>
                      <a:pt x="1806" y="922"/>
                    </a:lnTo>
                    <a:lnTo>
                      <a:pt x="1915" y="849"/>
                    </a:lnTo>
                    <a:lnTo>
                      <a:pt x="2034" y="785"/>
                    </a:lnTo>
                    <a:lnTo>
                      <a:pt x="2153" y="730"/>
                    </a:lnTo>
                    <a:lnTo>
                      <a:pt x="2271" y="675"/>
                    </a:lnTo>
                    <a:lnTo>
                      <a:pt x="2399" y="639"/>
                    </a:lnTo>
                    <a:lnTo>
                      <a:pt x="2526" y="593"/>
                    </a:lnTo>
                    <a:lnTo>
                      <a:pt x="2654" y="566"/>
                    </a:lnTo>
                    <a:lnTo>
                      <a:pt x="2791" y="539"/>
                    </a:lnTo>
                    <a:lnTo>
                      <a:pt x="2918" y="520"/>
                    </a:lnTo>
                    <a:lnTo>
                      <a:pt x="287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736;p27">
                <a:extLst>
                  <a:ext uri="{FF2B5EF4-FFF2-40B4-BE49-F238E27FC236}">
                    <a16:creationId xmlns:a16="http://schemas.microsoft.com/office/drawing/2014/main" id="{962A19FD-DA01-DDBC-5470-51F369858820}"/>
                  </a:ext>
                </a:extLst>
              </p:cNvPr>
              <p:cNvSpPr/>
              <p:nvPr/>
            </p:nvSpPr>
            <p:spPr>
              <a:xfrm flipH="1">
                <a:off x="7599552" y="2260336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1" y="0"/>
                    </a:moveTo>
                    <a:lnTo>
                      <a:pt x="557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9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3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73" y="319"/>
                    </a:lnTo>
                    <a:lnTo>
                      <a:pt x="55" y="374"/>
                    </a:lnTo>
                    <a:lnTo>
                      <a:pt x="28" y="438"/>
                    </a:lnTo>
                    <a:lnTo>
                      <a:pt x="19" y="492"/>
                    </a:lnTo>
                    <a:lnTo>
                      <a:pt x="10" y="556"/>
                    </a:lnTo>
                    <a:lnTo>
                      <a:pt x="0" y="620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803"/>
                    </a:lnTo>
                    <a:lnTo>
                      <a:pt x="55" y="857"/>
                    </a:lnTo>
                    <a:lnTo>
                      <a:pt x="73" y="912"/>
                    </a:lnTo>
                    <a:lnTo>
                      <a:pt x="110" y="958"/>
                    </a:lnTo>
                    <a:lnTo>
                      <a:pt x="146" y="1003"/>
                    </a:lnTo>
                    <a:lnTo>
                      <a:pt x="183" y="1049"/>
                    </a:lnTo>
                    <a:lnTo>
                      <a:pt x="228" y="1094"/>
                    </a:lnTo>
                    <a:lnTo>
                      <a:pt x="274" y="1122"/>
                    </a:lnTo>
                    <a:lnTo>
                      <a:pt x="329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7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8" y="1185"/>
                    </a:lnTo>
                    <a:lnTo>
                      <a:pt x="912" y="1158"/>
                    </a:lnTo>
                    <a:lnTo>
                      <a:pt x="958" y="1122"/>
                    </a:lnTo>
                    <a:lnTo>
                      <a:pt x="1013" y="1094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31" y="958"/>
                    </a:lnTo>
                    <a:lnTo>
                      <a:pt x="1159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75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31" y="274"/>
                    </a:lnTo>
                    <a:lnTo>
                      <a:pt x="1095" y="228"/>
                    </a:lnTo>
                    <a:lnTo>
                      <a:pt x="1049" y="182"/>
                    </a:lnTo>
                    <a:lnTo>
                      <a:pt x="1013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8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737;p27">
                <a:extLst>
                  <a:ext uri="{FF2B5EF4-FFF2-40B4-BE49-F238E27FC236}">
                    <a16:creationId xmlns:a16="http://schemas.microsoft.com/office/drawing/2014/main" id="{6B025D3B-B9A2-B7A5-01A8-8A707848B7BB}"/>
                  </a:ext>
                </a:extLst>
              </p:cNvPr>
              <p:cNvSpPr/>
              <p:nvPr/>
            </p:nvSpPr>
            <p:spPr>
              <a:xfrm flipH="1">
                <a:off x="7362475" y="2516039"/>
                <a:ext cx="56534" cy="158176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4569" extrusionOk="0">
                    <a:moveTo>
                      <a:pt x="1341" y="0"/>
                    </a:moveTo>
                    <a:lnTo>
                      <a:pt x="1204" y="91"/>
                    </a:lnTo>
                    <a:lnTo>
                      <a:pt x="1085" y="192"/>
                    </a:lnTo>
                    <a:lnTo>
                      <a:pt x="967" y="301"/>
                    </a:lnTo>
                    <a:lnTo>
                      <a:pt x="848" y="410"/>
                    </a:lnTo>
                    <a:lnTo>
                      <a:pt x="748" y="529"/>
                    </a:lnTo>
                    <a:lnTo>
                      <a:pt x="648" y="657"/>
                    </a:lnTo>
                    <a:lnTo>
                      <a:pt x="557" y="784"/>
                    </a:lnTo>
                    <a:lnTo>
                      <a:pt x="474" y="912"/>
                    </a:lnTo>
                    <a:lnTo>
                      <a:pt x="392" y="1049"/>
                    </a:lnTo>
                    <a:lnTo>
                      <a:pt x="329" y="1195"/>
                    </a:lnTo>
                    <a:lnTo>
                      <a:pt x="256" y="1331"/>
                    </a:lnTo>
                    <a:lnTo>
                      <a:pt x="201" y="1477"/>
                    </a:lnTo>
                    <a:lnTo>
                      <a:pt x="155" y="1632"/>
                    </a:lnTo>
                    <a:lnTo>
                      <a:pt x="110" y="1778"/>
                    </a:lnTo>
                    <a:lnTo>
                      <a:pt x="73" y="1933"/>
                    </a:lnTo>
                    <a:lnTo>
                      <a:pt x="46" y="2088"/>
                    </a:lnTo>
                    <a:lnTo>
                      <a:pt x="19" y="2243"/>
                    </a:lnTo>
                    <a:lnTo>
                      <a:pt x="9" y="2407"/>
                    </a:lnTo>
                    <a:lnTo>
                      <a:pt x="0" y="2562"/>
                    </a:lnTo>
                    <a:lnTo>
                      <a:pt x="0" y="2727"/>
                    </a:lnTo>
                    <a:lnTo>
                      <a:pt x="9" y="2882"/>
                    </a:lnTo>
                    <a:lnTo>
                      <a:pt x="19" y="3046"/>
                    </a:lnTo>
                    <a:lnTo>
                      <a:pt x="46" y="3201"/>
                    </a:lnTo>
                    <a:lnTo>
                      <a:pt x="73" y="3356"/>
                    </a:lnTo>
                    <a:lnTo>
                      <a:pt x="110" y="3520"/>
                    </a:lnTo>
                    <a:lnTo>
                      <a:pt x="155" y="3675"/>
                    </a:lnTo>
                    <a:lnTo>
                      <a:pt x="210" y="3830"/>
                    </a:lnTo>
                    <a:lnTo>
                      <a:pt x="274" y="3985"/>
                    </a:lnTo>
                    <a:lnTo>
                      <a:pt x="338" y="4131"/>
                    </a:lnTo>
                    <a:lnTo>
                      <a:pt x="420" y="4277"/>
                    </a:lnTo>
                    <a:lnTo>
                      <a:pt x="502" y="4423"/>
                    </a:lnTo>
                    <a:lnTo>
                      <a:pt x="593" y="4569"/>
                    </a:lnTo>
                    <a:lnTo>
                      <a:pt x="1031" y="4268"/>
                    </a:lnTo>
                    <a:lnTo>
                      <a:pt x="949" y="4149"/>
                    </a:lnTo>
                    <a:lnTo>
                      <a:pt x="876" y="4021"/>
                    </a:lnTo>
                    <a:lnTo>
                      <a:pt x="812" y="3903"/>
                    </a:lnTo>
                    <a:lnTo>
                      <a:pt x="757" y="3775"/>
                    </a:lnTo>
                    <a:lnTo>
                      <a:pt x="702" y="3648"/>
                    </a:lnTo>
                    <a:lnTo>
                      <a:pt x="657" y="3520"/>
                    </a:lnTo>
                    <a:lnTo>
                      <a:pt x="620" y="3383"/>
                    </a:lnTo>
                    <a:lnTo>
                      <a:pt x="584" y="3255"/>
                    </a:lnTo>
                    <a:lnTo>
                      <a:pt x="566" y="3119"/>
                    </a:lnTo>
                    <a:lnTo>
                      <a:pt x="547" y="2982"/>
                    </a:lnTo>
                    <a:lnTo>
                      <a:pt x="529" y="2854"/>
                    </a:lnTo>
                    <a:lnTo>
                      <a:pt x="520" y="2717"/>
                    </a:lnTo>
                    <a:lnTo>
                      <a:pt x="520" y="2581"/>
                    </a:lnTo>
                    <a:lnTo>
                      <a:pt x="529" y="2453"/>
                    </a:lnTo>
                    <a:lnTo>
                      <a:pt x="538" y="2316"/>
                    </a:lnTo>
                    <a:lnTo>
                      <a:pt x="557" y="2189"/>
                    </a:lnTo>
                    <a:lnTo>
                      <a:pt x="584" y="2052"/>
                    </a:lnTo>
                    <a:lnTo>
                      <a:pt x="611" y="1924"/>
                    </a:lnTo>
                    <a:lnTo>
                      <a:pt x="648" y="1796"/>
                    </a:lnTo>
                    <a:lnTo>
                      <a:pt x="693" y="1669"/>
                    </a:lnTo>
                    <a:lnTo>
                      <a:pt x="739" y="1550"/>
                    </a:lnTo>
                    <a:lnTo>
                      <a:pt x="794" y="1432"/>
                    </a:lnTo>
                    <a:lnTo>
                      <a:pt x="848" y="1313"/>
                    </a:lnTo>
                    <a:lnTo>
                      <a:pt x="912" y="1195"/>
                    </a:lnTo>
                    <a:lnTo>
                      <a:pt x="985" y="1085"/>
                    </a:lnTo>
                    <a:lnTo>
                      <a:pt x="1058" y="985"/>
                    </a:lnTo>
                    <a:lnTo>
                      <a:pt x="1140" y="876"/>
                    </a:lnTo>
                    <a:lnTo>
                      <a:pt x="1231" y="775"/>
                    </a:lnTo>
                    <a:lnTo>
                      <a:pt x="1323" y="684"/>
                    </a:lnTo>
                    <a:lnTo>
                      <a:pt x="1423" y="593"/>
                    </a:lnTo>
                    <a:lnTo>
                      <a:pt x="1523" y="511"/>
                    </a:lnTo>
                    <a:lnTo>
                      <a:pt x="1633" y="429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738;p27">
                <a:extLst>
                  <a:ext uri="{FF2B5EF4-FFF2-40B4-BE49-F238E27FC236}">
                    <a16:creationId xmlns:a16="http://schemas.microsoft.com/office/drawing/2014/main" id="{C70391D4-0A75-CFA2-E3FD-B17CDE1565B1}"/>
                  </a:ext>
                </a:extLst>
              </p:cNvPr>
              <p:cNvSpPr/>
              <p:nvPr/>
            </p:nvSpPr>
            <p:spPr>
              <a:xfrm flipH="1">
                <a:off x="7347969" y="2503091"/>
                <a:ext cx="42651" cy="42340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9" y="28"/>
                    </a:lnTo>
                    <a:lnTo>
                      <a:pt x="384" y="46"/>
                    </a:lnTo>
                    <a:lnTo>
                      <a:pt x="320" y="73"/>
                    </a:lnTo>
                    <a:lnTo>
                      <a:pt x="275" y="110"/>
                    </a:lnTo>
                    <a:lnTo>
                      <a:pt x="220" y="146"/>
                    </a:lnTo>
                    <a:lnTo>
                      <a:pt x="174" y="183"/>
                    </a:lnTo>
                    <a:lnTo>
                      <a:pt x="138" y="228"/>
                    </a:lnTo>
                    <a:lnTo>
                      <a:pt x="101" y="283"/>
                    </a:lnTo>
                    <a:lnTo>
                      <a:pt x="74" y="329"/>
                    </a:lnTo>
                    <a:lnTo>
                      <a:pt x="47" y="383"/>
                    </a:lnTo>
                    <a:lnTo>
                      <a:pt x="28" y="438"/>
                    </a:lnTo>
                    <a:lnTo>
                      <a:pt x="19" y="502"/>
                    </a:lnTo>
                    <a:lnTo>
                      <a:pt x="10" y="556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6" y="848"/>
                    </a:lnTo>
                    <a:lnTo>
                      <a:pt x="83" y="912"/>
                    </a:lnTo>
                    <a:lnTo>
                      <a:pt x="110" y="958"/>
                    </a:lnTo>
                    <a:lnTo>
                      <a:pt x="156" y="1012"/>
                    </a:lnTo>
                    <a:lnTo>
                      <a:pt x="192" y="1058"/>
                    </a:lnTo>
                    <a:lnTo>
                      <a:pt x="238" y="1094"/>
                    </a:lnTo>
                    <a:lnTo>
                      <a:pt x="284" y="1131"/>
                    </a:lnTo>
                    <a:lnTo>
                      <a:pt x="338" y="1158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3" y="1213"/>
                    </a:lnTo>
                    <a:lnTo>
                      <a:pt x="566" y="1222"/>
                    </a:lnTo>
                    <a:lnTo>
                      <a:pt x="685" y="1222"/>
                    </a:lnTo>
                    <a:lnTo>
                      <a:pt x="740" y="1213"/>
                    </a:lnTo>
                    <a:lnTo>
                      <a:pt x="803" y="1195"/>
                    </a:lnTo>
                    <a:lnTo>
                      <a:pt x="858" y="1177"/>
                    </a:lnTo>
                    <a:lnTo>
                      <a:pt x="913" y="1149"/>
                    </a:lnTo>
                    <a:lnTo>
                      <a:pt x="968" y="1113"/>
                    </a:lnTo>
                    <a:lnTo>
                      <a:pt x="1022" y="1076"/>
                    </a:lnTo>
                    <a:lnTo>
                      <a:pt x="1068" y="1040"/>
                    </a:lnTo>
                    <a:lnTo>
                      <a:pt x="1104" y="994"/>
                    </a:lnTo>
                    <a:lnTo>
                      <a:pt x="1141" y="939"/>
                    </a:lnTo>
                    <a:lnTo>
                      <a:pt x="1168" y="894"/>
                    </a:lnTo>
                    <a:lnTo>
                      <a:pt x="1196" y="839"/>
                    </a:lnTo>
                    <a:lnTo>
                      <a:pt x="1214" y="784"/>
                    </a:lnTo>
                    <a:lnTo>
                      <a:pt x="1223" y="721"/>
                    </a:lnTo>
                    <a:lnTo>
                      <a:pt x="1232" y="666"/>
                    </a:lnTo>
                    <a:lnTo>
                      <a:pt x="1232" y="602"/>
                    </a:lnTo>
                    <a:lnTo>
                      <a:pt x="1232" y="547"/>
                    </a:lnTo>
                    <a:lnTo>
                      <a:pt x="1223" y="484"/>
                    </a:lnTo>
                    <a:lnTo>
                      <a:pt x="1205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3" y="265"/>
                    </a:lnTo>
                    <a:lnTo>
                      <a:pt x="1086" y="210"/>
                    </a:lnTo>
                    <a:lnTo>
                      <a:pt x="1050" y="164"/>
                    </a:lnTo>
                    <a:lnTo>
                      <a:pt x="1004" y="128"/>
                    </a:lnTo>
                    <a:lnTo>
                      <a:pt x="949" y="91"/>
                    </a:lnTo>
                    <a:lnTo>
                      <a:pt x="904" y="64"/>
                    </a:lnTo>
                    <a:lnTo>
                      <a:pt x="849" y="37"/>
                    </a:lnTo>
                    <a:lnTo>
                      <a:pt x="794" y="18"/>
                    </a:lnTo>
                    <a:lnTo>
                      <a:pt x="730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739;p27">
                <a:extLst>
                  <a:ext uri="{FF2B5EF4-FFF2-40B4-BE49-F238E27FC236}">
                    <a16:creationId xmlns:a16="http://schemas.microsoft.com/office/drawing/2014/main" id="{309B1BC6-5F44-192D-10CD-BEFEE3225755}"/>
                  </a:ext>
                </a:extLst>
              </p:cNvPr>
              <p:cNvSpPr/>
              <p:nvPr/>
            </p:nvSpPr>
            <p:spPr>
              <a:xfrm flipH="1">
                <a:off x="7495070" y="2080382"/>
                <a:ext cx="159769" cy="64115"/>
              </a:xfrm>
              <a:custGeom>
                <a:avLst/>
                <a:gdLst/>
                <a:ahLst/>
                <a:cxnLst/>
                <a:rect l="l" t="t" r="r" b="b"/>
                <a:pathLst>
                  <a:path w="4615" h="1852" extrusionOk="0">
                    <a:moveTo>
                      <a:pt x="2745" y="1"/>
                    </a:moveTo>
                    <a:lnTo>
                      <a:pt x="2581" y="10"/>
                    </a:lnTo>
                    <a:lnTo>
                      <a:pt x="2417" y="28"/>
                    </a:lnTo>
                    <a:lnTo>
                      <a:pt x="2253" y="55"/>
                    </a:lnTo>
                    <a:lnTo>
                      <a:pt x="2089" y="92"/>
                    </a:lnTo>
                    <a:lnTo>
                      <a:pt x="1925" y="128"/>
                    </a:lnTo>
                    <a:lnTo>
                      <a:pt x="1770" y="183"/>
                    </a:lnTo>
                    <a:lnTo>
                      <a:pt x="1615" y="238"/>
                    </a:lnTo>
                    <a:lnTo>
                      <a:pt x="1460" y="301"/>
                    </a:lnTo>
                    <a:lnTo>
                      <a:pt x="1314" y="374"/>
                    </a:lnTo>
                    <a:lnTo>
                      <a:pt x="1177" y="447"/>
                    </a:lnTo>
                    <a:lnTo>
                      <a:pt x="1031" y="529"/>
                    </a:lnTo>
                    <a:lnTo>
                      <a:pt x="903" y="621"/>
                    </a:lnTo>
                    <a:lnTo>
                      <a:pt x="767" y="721"/>
                    </a:lnTo>
                    <a:lnTo>
                      <a:pt x="639" y="821"/>
                    </a:lnTo>
                    <a:lnTo>
                      <a:pt x="520" y="931"/>
                    </a:lnTo>
                    <a:lnTo>
                      <a:pt x="411" y="1049"/>
                    </a:lnTo>
                    <a:lnTo>
                      <a:pt x="302" y="1177"/>
                    </a:lnTo>
                    <a:lnTo>
                      <a:pt x="192" y="1304"/>
                    </a:lnTo>
                    <a:lnTo>
                      <a:pt x="92" y="1432"/>
                    </a:lnTo>
                    <a:lnTo>
                      <a:pt x="1" y="1569"/>
                    </a:lnTo>
                    <a:lnTo>
                      <a:pt x="448" y="1852"/>
                    </a:lnTo>
                    <a:lnTo>
                      <a:pt x="530" y="1733"/>
                    </a:lnTo>
                    <a:lnTo>
                      <a:pt x="612" y="1624"/>
                    </a:lnTo>
                    <a:lnTo>
                      <a:pt x="694" y="1514"/>
                    </a:lnTo>
                    <a:lnTo>
                      <a:pt x="794" y="1414"/>
                    </a:lnTo>
                    <a:lnTo>
                      <a:pt x="885" y="1314"/>
                    </a:lnTo>
                    <a:lnTo>
                      <a:pt x="986" y="1222"/>
                    </a:lnTo>
                    <a:lnTo>
                      <a:pt x="1095" y="1131"/>
                    </a:lnTo>
                    <a:lnTo>
                      <a:pt x="1204" y="1049"/>
                    </a:lnTo>
                    <a:lnTo>
                      <a:pt x="1314" y="976"/>
                    </a:lnTo>
                    <a:lnTo>
                      <a:pt x="1432" y="903"/>
                    </a:lnTo>
                    <a:lnTo>
                      <a:pt x="1560" y="839"/>
                    </a:lnTo>
                    <a:lnTo>
                      <a:pt x="1679" y="776"/>
                    </a:lnTo>
                    <a:lnTo>
                      <a:pt x="1806" y="721"/>
                    </a:lnTo>
                    <a:lnTo>
                      <a:pt x="1943" y="675"/>
                    </a:lnTo>
                    <a:lnTo>
                      <a:pt x="2071" y="639"/>
                    </a:lnTo>
                    <a:lnTo>
                      <a:pt x="2207" y="602"/>
                    </a:lnTo>
                    <a:lnTo>
                      <a:pt x="2344" y="575"/>
                    </a:lnTo>
                    <a:lnTo>
                      <a:pt x="2481" y="548"/>
                    </a:lnTo>
                    <a:lnTo>
                      <a:pt x="2627" y="538"/>
                    </a:lnTo>
                    <a:lnTo>
                      <a:pt x="2764" y="529"/>
                    </a:lnTo>
                    <a:lnTo>
                      <a:pt x="2900" y="529"/>
                    </a:lnTo>
                    <a:lnTo>
                      <a:pt x="3037" y="538"/>
                    </a:lnTo>
                    <a:lnTo>
                      <a:pt x="3174" y="548"/>
                    </a:lnTo>
                    <a:lnTo>
                      <a:pt x="3311" y="566"/>
                    </a:lnTo>
                    <a:lnTo>
                      <a:pt x="3438" y="593"/>
                    </a:lnTo>
                    <a:lnTo>
                      <a:pt x="3575" y="630"/>
                    </a:lnTo>
                    <a:lnTo>
                      <a:pt x="3703" y="666"/>
                    </a:lnTo>
                    <a:lnTo>
                      <a:pt x="3840" y="712"/>
                    </a:lnTo>
                    <a:lnTo>
                      <a:pt x="3967" y="766"/>
                    </a:lnTo>
                    <a:lnTo>
                      <a:pt x="4095" y="821"/>
                    </a:lnTo>
                    <a:lnTo>
                      <a:pt x="4214" y="885"/>
                    </a:lnTo>
                    <a:lnTo>
                      <a:pt x="4332" y="958"/>
                    </a:lnTo>
                    <a:lnTo>
                      <a:pt x="4615" y="520"/>
                    </a:lnTo>
                    <a:lnTo>
                      <a:pt x="4469" y="429"/>
                    </a:lnTo>
                    <a:lnTo>
                      <a:pt x="4323" y="356"/>
                    </a:lnTo>
                    <a:lnTo>
                      <a:pt x="4177" y="283"/>
                    </a:lnTo>
                    <a:lnTo>
                      <a:pt x="4022" y="219"/>
                    </a:lnTo>
                    <a:lnTo>
                      <a:pt x="3867" y="165"/>
                    </a:lnTo>
                    <a:lnTo>
                      <a:pt x="3712" y="119"/>
                    </a:lnTo>
                    <a:lnTo>
                      <a:pt x="3557" y="83"/>
                    </a:lnTo>
                    <a:lnTo>
                      <a:pt x="3393" y="46"/>
                    </a:lnTo>
                    <a:lnTo>
                      <a:pt x="3238" y="28"/>
                    </a:lnTo>
                    <a:lnTo>
                      <a:pt x="3074" y="10"/>
                    </a:lnTo>
                    <a:lnTo>
                      <a:pt x="291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740;p27">
                <a:extLst>
                  <a:ext uri="{FF2B5EF4-FFF2-40B4-BE49-F238E27FC236}">
                    <a16:creationId xmlns:a16="http://schemas.microsoft.com/office/drawing/2014/main" id="{2F8CBA46-E4DA-10F8-F11A-D30162565D08}"/>
                  </a:ext>
                </a:extLst>
              </p:cNvPr>
              <p:cNvSpPr/>
              <p:nvPr/>
            </p:nvSpPr>
            <p:spPr>
              <a:xfrm flipH="1">
                <a:off x="7622920" y="2113513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1"/>
                    </a:moveTo>
                    <a:lnTo>
                      <a:pt x="539" y="10"/>
                    </a:lnTo>
                    <a:lnTo>
                      <a:pt x="475" y="19"/>
                    </a:lnTo>
                    <a:lnTo>
                      <a:pt x="420" y="37"/>
                    </a:lnTo>
                    <a:lnTo>
                      <a:pt x="356" y="56"/>
                    </a:lnTo>
                    <a:lnTo>
                      <a:pt x="302" y="92"/>
                    </a:lnTo>
                    <a:lnTo>
                      <a:pt x="256" y="119"/>
                    </a:lnTo>
                    <a:lnTo>
                      <a:pt x="210" y="156"/>
                    </a:lnTo>
                    <a:lnTo>
                      <a:pt x="165" y="202"/>
                    </a:lnTo>
                    <a:lnTo>
                      <a:pt x="128" y="247"/>
                    </a:lnTo>
                    <a:lnTo>
                      <a:pt x="92" y="293"/>
                    </a:lnTo>
                    <a:lnTo>
                      <a:pt x="65" y="347"/>
                    </a:lnTo>
                    <a:lnTo>
                      <a:pt x="37" y="393"/>
                    </a:lnTo>
                    <a:lnTo>
                      <a:pt x="19" y="457"/>
                    </a:lnTo>
                    <a:lnTo>
                      <a:pt x="10" y="512"/>
                    </a:lnTo>
                    <a:lnTo>
                      <a:pt x="1" y="575"/>
                    </a:lnTo>
                    <a:lnTo>
                      <a:pt x="1" y="630"/>
                    </a:lnTo>
                    <a:lnTo>
                      <a:pt x="1" y="694"/>
                    </a:lnTo>
                    <a:lnTo>
                      <a:pt x="19" y="758"/>
                    </a:lnTo>
                    <a:lnTo>
                      <a:pt x="28" y="813"/>
                    </a:lnTo>
                    <a:lnTo>
                      <a:pt x="55" y="876"/>
                    </a:lnTo>
                    <a:lnTo>
                      <a:pt x="83" y="931"/>
                    </a:lnTo>
                    <a:lnTo>
                      <a:pt x="119" y="977"/>
                    </a:lnTo>
                    <a:lnTo>
                      <a:pt x="156" y="1022"/>
                    </a:lnTo>
                    <a:lnTo>
                      <a:pt x="192" y="1068"/>
                    </a:lnTo>
                    <a:lnTo>
                      <a:pt x="238" y="1104"/>
                    </a:lnTo>
                    <a:lnTo>
                      <a:pt x="283" y="1141"/>
                    </a:lnTo>
                    <a:lnTo>
                      <a:pt x="338" y="1168"/>
                    </a:lnTo>
                    <a:lnTo>
                      <a:pt x="393" y="1195"/>
                    </a:lnTo>
                    <a:lnTo>
                      <a:pt x="447" y="1214"/>
                    </a:lnTo>
                    <a:lnTo>
                      <a:pt x="502" y="1223"/>
                    </a:lnTo>
                    <a:lnTo>
                      <a:pt x="566" y="1232"/>
                    </a:lnTo>
                    <a:lnTo>
                      <a:pt x="685" y="1232"/>
                    </a:lnTo>
                    <a:lnTo>
                      <a:pt x="748" y="1223"/>
                    </a:lnTo>
                    <a:lnTo>
                      <a:pt x="812" y="1205"/>
                    </a:lnTo>
                    <a:lnTo>
                      <a:pt x="867" y="1177"/>
                    </a:lnTo>
                    <a:lnTo>
                      <a:pt x="922" y="1150"/>
                    </a:lnTo>
                    <a:lnTo>
                      <a:pt x="976" y="1123"/>
                    </a:lnTo>
                    <a:lnTo>
                      <a:pt x="1022" y="1086"/>
                    </a:lnTo>
                    <a:lnTo>
                      <a:pt x="1068" y="1040"/>
                    </a:lnTo>
                    <a:lnTo>
                      <a:pt x="1104" y="995"/>
                    </a:lnTo>
                    <a:lnTo>
                      <a:pt x="1131" y="949"/>
                    </a:lnTo>
                    <a:lnTo>
                      <a:pt x="1168" y="895"/>
                    </a:lnTo>
                    <a:lnTo>
                      <a:pt x="1186" y="840"/>
                    </a:lnTo>
                    <a:lnTo>
                      <a:pt x="1204" y="785"/>
                    </a:lnTo>
                    <a:lnTo>
                      <a:pt x="1223" y="730"/>
                    </a:lnTo>
                    <a:lnTo>
                      <a:pt x="1232" y="667"/>
                    </a:lnTo>
                    <a:lnTo>
                      <a:pt x="1232" y="603"/>
                    </a:lnTo>
                    <a:lnTo>
                      <a:pt x="1223" y="548"/>
                    </a:lnTo>
                    <a:lnTo>
                      <a:pt x="1213" y="484"/>
                    </a:lnTo>
                    <a:lnTo>
                      <a:pt x="1195" y="420"/>
                    </a:lnTo>
                    <a:lnTo>
                      <a:pt x="1177" y="366"/>
                    </a:lnTo>
                    <a:lnTo>
                      <a:pt x="1150" y="311"/>
                    </a:lnTo>
                    <a:lnTo>
                      <a:pt x="1113" y="256"/>
                    </a:lnTo>
                    <a:lnTo>
                      <a:pt x="1077" y="211"/>
                    </a:lnTo>
                    <a:lnTo>
                      <a:pt x="1031" y="174"/>
                    </a:lnTo>
                    <a:lnTo>
                      <a:pt x="995" y="138"/>
                    </a:lnTo>
                    <a:lnTo>
                      <a:pt x="940" y="101"/>
                    </a:lnTo>
                    <a:lnTo>
                      <a:pt x="894" y="74"/>
                    </a:lnTo>
                    <a:lnTo>
                      <a:pt x="840" y="47"/>
                    </a:lnTo>
                    <a:lnTo>
                      <a:pt x="776" y="28"/>
                    </a:lnTo>
                    <a:lnTo>
                      <a:pt x="721" y="10"/>
                    </a:lnTo>
                    <a:lnTo>
                      <a:pt x="666" y="10"/>
                    </a:lnTo>
                    <a:lnTo>
                      <a:pt x="60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741;p27">
                <a:extLst>
                  <a:ext uri="{FF2B5EF4-FFF2-40B4-BE49-F238E27FC236}">
                    <a16:creationId xmlns:a16="http://schemas.microsoft.com/office/drawing/2014/main" id="{99DA2676-444D-F361-20E3-26DACC80E3B8}"/>
                  </a:ext>
                </a:extLst>
              </p:cNvPr>
              <p:cNvSpPr/>
              <p:nvPr/>
            </p:nvSpPr>
            <p:spPr>
              <a:xfrm flipH="1">
                <a:off x="7433826" y="2217719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0"/>
                    </a:moveTo>
                    <a:lnTo>
                      <a:pt x="539" y="9"/>
                    </a:lnTo>
                    <a:lnTo>
                      <a:pt x="475" y="18"/>
                    </a:lnTo>
                    <a:lnTo>
                      <a:pt x="420" y="37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201"/>
                    </a:lnTo>
                    <a:lnTo>
                      <a:pt x="128" y="237"/>
                    </a:lnTo>
                    <a:lnTo>
                      <a:pt x="92" y="292"/>
                    </a:lnTo>
                    <a:lnTo>
                      <a:pt x="65" y="337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5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57"/>
                    </a:lnTo>
                    <a:lnTo>
                      <a:pt x="28" y="812"/>
                    </a:lnTo>
                    <a:lnTo>
                      <a:pt x="55" y="875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1"/>
                    </a:lnTo>
                    <a:lnTo>
                      <a:pt x="192" y="1067"/>
                    </a:lnTo>
                    <a:lnTo>
                      <a:pt x="238" y="1103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95"/>
                    </a:lnTo>
                    <a:lnTo>
                      <a:pt x="448" y="1213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85" y="1231"/>
                    </a:lnTo>
                    <a:lnTo>
                      <a:pt x="748" y="1213"/>
                    </a:lnTo>
                    <a:lnTo>
                      <a:pt x="812" y="1204"/>
                    </a:lnTo>
                    <a:lnTo>
                      <a:pt x="867" y="1176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48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30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47"/>
                    </a:lnTo>
                    <a:lnTo>
                      <a:pt x="1213" y="483"/>
                    </a:lnTo>
                    <a:lnTo>
                      <a:pt x="1195" y="420"/>
                    </a:lnTo>
                    <a:lnTo>
                      <a:pt x="1177" y="365"/>
                    </a:lnTo>
                    <a:lnTo>
                      <a:pt x="1150" y="310"/>
                    </a:lnTo>
                    <a:lnTo>
                      <a:pt x="1113" y="255"/>
                    </a:lnTo>
                    <a:lnTo>
                      <a:pt x="1077" y="210"/>
                    </a:lnTo>
                    <a:lnTo>
                      <a:pt x="1031" y="173"/>
                    </a:lnTo>
                    <a:lnTo>
                      <a:pt x="986" y="128"/>
                    </a:lnTo>
                    <a:lnTo>
                      <a:pt x="940" y="100"/>
                    </a:lnTo>
                    <a:lnTo>
                      <a:pt x="894" y="64"/>
                    </a:lnTo>
                    <a:lnTo>
                      <a:pt x="840" y="46"/>
                    </a:lnTo>
                    <a:lnTo>
                      <a:pt x="776" y="27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742;p27">
                <a:extLst>
                  <a:ext uri="{FF2B5EF4-FFF2-40B4-BE49-F238E27FC236}">
                    <a16:creationId xmlns:a16="http://schemas.microsoft.com/office/drawing/2014/main" id="{D2E226B7-2BB0-F584-45F9-7174BB06A4A0}"/>
                  </a:ext>
                </a:extLst>
              </p:cNvPr>
              <p:cNvSpPr/>
              <p:nvPr/>
            </p:nvSpPr>
            <p:spPr>
              <a:xfrm flipH="1">
                <a:off x="7433826" y="2361980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39" y="0"/>
                    </a:moveTo>
                    <a:lnTo>
                      <a:pt x="475" y="19"/>
                    </a:lnTo>
                    <a:lnTo>
                      <a:pt x="420" y="28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192"/>
                    </a:lnTo>
                    <a:lnTo>
                      <a:pt x="128" y="237"/>
                    </a:lnTo>
                    <a:lnTo>
                      <a:pt x="92" y="283"/>
                    </a:lnTo>
                    <a:lnTo>
                      <a:pt x="65" y="338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6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48"/>
                    </a:lnTo>
                    <a:lnTo>
                      <a:pt x="28" y="812"/>
                    </a:lnTo>
                    <a:lnTo>
                      <a:pt x="55" y="867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2"/>
                    </a:lnTo>
                    <a:lnTo>
                      <a:pt x="192" y="1067"/>
                    </a:lnTo>
                    <a:lnTo>
                      <a:pt x="238" y="1104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30" y="1231"/>
                    </a:lnTo>
                    <a:lnTo>
                      <a:pt x="685" y="1222"/>
                    </a:lnTo>
                    <a:lnTo>
                      <a:pt x="748" y="1213"/>
                    </a:lnTo>
                    <a:lnTo>
                      <a:pt x="812" y="1195"/>
                    </a:lnTo>
                    <a:lnTo>
                      <a:pt x="867" y="1177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39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21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38"/>
                    </a:lnTo>
                    <a:lnTo>
                      <a:pt x="1213" y="474"/>
                    </a:lnTo>
                    <a:lnTo>
                      <a:pt x="1195" y="420"/>
                    </a:lnTo>
                    <a:lnTo>
                      <a:pt x="1177" y="356"/>
                    </a:lnTo>
                    <a:lnTo>
                      <a:pt x="1150" y="310"/>
                    </a:lnTo>
                    <a:lnTo>
                      <a:pt x="1113" y="256"/>
                    </a:lnTo>
                    <a:lnTo>
                      <a:pt x="1077" y="210"/>
                    </a:lnTo>
                    <a:lnTo>
                      <a:pt x="1031" y="164"/>
                    </a:lnTo>
                    <a:lnTo>
                      <a:pt x="986" y="128"/>
                    </a:lnTo>
                    <a:lnTo>
                      <a:pt x="940" y="91"/>
                    </a:lnTo>
                    <a:lnTo>
                      <a:pt x="894" y="64"/>
                    </a:lnTo>
                    <a:lnTo>
                      <a:pt x="840" y="37"/>
                    </a:lnTo>
                    <a:lnTo>
                      <a:pt x="776" y="19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743;p27">
                <a:extLst>
                  <a:ext uri="{FF2B5EF4-FFF2-40B4-BE49-F238E27FC236}">
                    <a16:creationId xmlns:a16="http://schemas.microsoft.com/office/drawing/2014/main" id="{DBBC2A99-12C3-3E38-BB50-94F11C7DD189}"/>
                  </a:ext>
                </a:extLst>
              </p:cNvPr>
              <p:cNvSpPr/>
              <p:nvPr/>
            </p:nvSpPr>
            <p:spPr>
              <a:xfrm flipH="1">
                <a:off x="8074986" y="2503091"/>
                <a:ext cx="42340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566" y="0"/>
                    </a:moveTo>
                    <a:lnTo>
                      <a:pt x="502" y="9"/>
                    </a:lnTo>
                    <a:lnTo>
                      <a:pt x="448" y="18"/>
                    </a:lnTo>
                    <a:lnTo>
                      <a:pt x="393" y="37"/>
                    </a:lnTo>
                    <a:lnTo>
                      <a:pt x="338" y="64"/>
                    </a:lnTo>
                    <a:lnTo>
                      <a:pt x="284" y="91"/>
                    </a:lnTo>
                    <a:lnTo>
                      <a:pt x="238" y="128"/>
                    </a:lnTo>
                    <a:lnTo>
                      <a:pt x="192" y="164"/>
                    </a:lnTo>
                    <a:lnTo>
                      <a:pt x="147" y="210"/>
                    </a:lnTo>
                    <a:lnTo>
                      <a:pt x="110" y="256"/>
                    </a:lnTo>
                    <a:lnTo>
                      <a:pt x="83" y="301"/>
                    </a:lnTo>
                    <a:lnTo>
                      <a:pt x="56" y="356"/>
                    </a:lnTo>
                    <a:lnTo>
                      <a:pt x="28" y="420"/>
                    </a:lnTo>
                    <a:lnTo>
                      <a:pt x="10" y="474"/>
                    </a:lnTo>
                    <a:lnTo>
                      <a:pt x="1" y="538"/>
                    </a:lnTo>
                    <a:lnTo>
                      <a:pt x="1" y="602"/>
                    </a:lnTo>
                    <a:lnTo>
                      <a:pt x="1" y="657"/>
                    </a:lnTo>
                    <a:lnTo>
                      <a:pt x="10" y="721"/>
                    </a:lnTo>
                    <a:lnTo>
                      <a:pt x="19" y="775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39"/>
                    </a:lnTo>
                    <a:lnTo>
                      <a:pt x="119" y="985"/>
                    </a:lnTo>
                    <a:lnTo>
                      <a:pt x="165" y="1031"/>
                    </a:lnTo>
                    <a:lnTo>
                      <a:pt x="202" y="1076"/>
                    </a:lnTo>
                    <a:lnTo>
                      <a:pt x="247" y="1113"/>
                    </a:lnTo>
                    <a:lnTo>
                      <a:pt x="302" y="1149"/>
                    </a:lnTo>
                    <a:lnTo>
                      <a:pt x="357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9" y="1222"/>
                    </a:lnTo>
                    <a:lnTo>
                      <a:pt x="594" y="1231"/>
                    </a:lnTo>
                    <a:lnTo>
                      <a:pt x="657" y="1231"/>
                    </a:lnTo>
                    <a:lnTo>
                      <a:pt x="721" y="1222"/>
                    </a:lnTo>
                    <a:lnTo>
                      <a:pt x="776" y="1204"/>
                    </a:lnTo>
                    <a:lnTo>
                      <a:pt x="831" y="1186"/>
                    </a:lnTo>
                    <a:lnTo>
                      <a:pt x="885" y="1167"/>
                    </a:lnTo>
                    <a:lnTo>
                      <a:pt x="940" y="1131"/>
                    </a:lnTo>
                    <a:lnTo>
                      <a:pt x="986" y="1104"/>
                    </a:lnTo>
                    <a:lnTo>
                      <a:pt x="1031" y="1067"/>
                    </a:lnTo>
                    <a:lnTo>
                      <a:pt x="1068" y="1022"/>
                    </a:lnTo>
                    <a:lnTo>
                      <a:pt x="1113" y="976"/>
                    </a:lnTo>
                    <a:lnTo>
                      <a:pt x="1141" y="921"/>
                    </a:lnTo>
                    <a:lnTo>
                      <a:pt x="1168" y="867"/>
                    </a:lnTo>
                    <a:lnTo>
                      <a:pt x="1195" y="812"/>
                    </a:lnTo>
                    <a:lnTo>
                      <a:pt x="1214" y="748"/>
                    </a:lnTo>
                    <a:lnTo>
                      <a:pt x="1223" y="684"/>
                    </a:lnTo>
                    <a:lnTo>
                      <a:pt x="1223" y="629"/>
                    </a:lnTo>
                    <a:lnTo>
                      <a:pt x="1223" y="566"/>
                    </a:lnTo>
                    <a:lnTo>
                      <a:pt x="1214" y="502"/>
                    </a:lnTo>
                    <a:lnTo>
                      <a:pt x="1205" y="447"/>
                    </a:lnTo>
                    <a:lnTo>
                      <a:pt x="1186" y="392"/>
                    </a:lnTo>
                    <a:lnTo>
                      <a:pt x="1159" y="338"/>
                    </a:lnTo>
                    <a:lnTo>
                      <a:pt x="1132" y="283"/>
                    </a:lnTo>
                    <a:lnTo>
                      <a:pt x="1095" y="237"/>
                    </a:lnTo>
                    <a:lnTo>
                      <a:pt x="1059" y="192"/>
                    </a:lnTo>
                    <a:lnTo>
                      <a:pt x="1013" y="146"/>
                    </a:lnTo>
                    <a:lnTo>
                      <a:pt x="968" y="110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03" y="28"/>
                    </a:lnTo>
                    <a:lnTo>
                      <a:pt x="749" y="9"/>
                    </a:lnTo>
                    <a:lnTo>
                      <a:pt x="68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744;p27">
                <a:extLst>
                  <a:ext uri="{FF2B5EF4-FFF2-40B4-BE49-F238E27FC236}">
                    <a16:creationId xmlns:a16="http://schemas.microsoft.com/office/drawing/2014/main" id="{F24DAB69-692A-4F92-39F1-2A8188093138}"/>
                  </a:ext>
                </a:extLst>
              </p:cNvPr>
              <p:cNvSpPr/>
              <p:nvPr/>
            </p:nvSpPr>
            <p:spPr>
              <a:xfrm flipH="1">
                <a:off x="8084753" y="2518220"/>
                <a:ext cx="311956" cy="203978"/>
              </a:xfrm>
              <a:custGeom>
                <a:avLst/>
                <a:gdLst/>
                <a:ahLst/>
                <a:cxnLst/>
                <a:rect l="l" t="t" r="r" b="b"/>
                <a:pathLst>
                  <a:path w="9011" h="5892" extrusionOk="0">
                    <a:moveTo>
                      <a:pt x="8955" y="1"/>
                    </a:moveTo>
                    <a:lnTo>
                      <a:pt x="8436" y="74"/>
                    </a:lnTo>
                    <a:lnTo>
                      <a:pt x="8472" y="357"/>
                    </a:lnTo>
                    <a:lnTo>
                      <a:pt x="8481" y="648"/>
                    </a:lnTo>
                    <a:lnTo>
                      <a:pt x="8481" y="931"/>
                    </a:lnTo>
                    <a:lnTo>
                      <a:pt x="8454" y="1214"/>
                    </a:lnTo>
                    <a:lnTo>
                      <a:pt x="8417" y="1496"/>
                    </a:lnTo>
                    <a:lnTo>
                      <a:pt x="8363" y="1770"/>
                    </a:lnTo>
                    <a:lnTo>
                      <a:pt x="8290" y="2044"/>
                    </a:lnTo>
                    <a:lnTo>
                      <a:pt x="8208" y="2308"/>
                    </a:lnTo>
                    <a:lnTo>
                      <a:pt x="8098" y="2572"/>
                    </a:lnTo>
                    <a:lnTo>
                      <a:pt x="7980" y="2828"/>
                    </a:lnTo>
                    <a:lnTo>
                      <a:pt x="7843" y="3074"/>
                    </a:lnTo>
                    <a:lnTo>
                      <a:pt x="7697" y="3311"/>
                    </a:lnTo>
                    <a:lnTo>
                      <a:pt x="7533" y="3539"/>
                    </a:lnTo>
                    <a:lnTo>
                      <a:pt x="7351" y="3758"/>
                    </a:lnTo>
                    <a:lnTo>
                      <a:pt x="7150" y="3977"/>
                    </a:lnTo>
                    <a:lnTo>
                      <a:pt x="6949" y="4168"/>
                    </a:lnTo>
                    <a:lnTo>
                      <a:pt x="6767" y="4323"/>
                    </a:lnTo>
                    <a:lnTo>
                      <a:pt x="6585" y="4460"/>
                    </a:lnTo>
                    <a:lnTo>
                      <a:pt x="6402" y="4597"/>
                    </a:lnTo>
                    <a:lnTo>
                      <a:pt x="6211" y="4715"/>
                    </a:lnTo>
                    <a:lnTo>
                      <a:pt x="6010" y="4825"/>
                    </a:lnTo>
                    <a:lnTo>
                      <a:pt x="5810" y="4934"/>
                    </a:lnTo>
                    <a:lnTo>
                      <a:pt x="5600" y="5025"/>
                    </a:lnTo>
                    <a:lnTo>
                      <a:pt x="5390" y="5098"/>
                    </a:lnTo>
                    <a:lnTo>
                      <a:pt x="5180" y="5171"/>
                    </a:lnTo>
                    <a:lnTo>
                      <a:pt x="4961" y="5235"/>
                    </a:lnTo>
                    <a:lnTo>
                      <a:pt x="4734" y="5281"/>
                    </a:lnTo>
                    <a:lnTo>
                      <a:pt x="4515" y="5317"/>
                    </a:lnTo>
                    <a:lnTo>
                      <a:pt x="4287" y="5344"/>
                    </a:lnTo>
                    <a:lnTo>
                      <a:pt x="4059" y="5363"/>
                    </a:lnTo>
                    <a:lnTo>
                      <a:pt x="3594" y="5363"/>
                    </a:lnTo>
                    <a:lnTo>
                      <a:pt x="3366" y="5344"/>
                    </a:lnTo>
                    <a:lnTo>
                      <a:pt x="3138" y="5317"/>
                    </a:lnTo>
                    <a:lnTo>
                      <a:pt x="2910" y="5271"/>
                    </a:lnTo>
                    <a:lnTo>
                      <a:pt x="2691" y="5226"/>
                    </a:lnTo>
                    <a:lnTo>
                      <a:pt x="2472" y="5162"/>
                    </a:lnTo>
                    <a:lnTo>
                      <a:pt x="2253" y="5089"/>
                    </a:lnTo>
                    <a:lnTo>
                      <a:pt x="2044" y="5007"/>
                    </a:lnTo>
                    <a:lnTo>
                      <a:pt x="1834" y="4916"/>
                    </a:lnTo>
                    <a:lnTo>
                      <a:pt x="1633" y="4816"/>
                    </a:lnTo>
                    <a:lnTo>
                      <a:pt x="1442" y="4706"/>
                    </a:lnTo>
                    <a:lnTo>
                      <a:pt x="1250" y="4578"/>
                    </a:lnTo>
                    <a:lnTo>
                      <a:pt x="1068" y="4451"/>
                    </a:lnTo>
                    <a:lnTo>
                      <a:pt x="885" y="4305"/>
                    </a:lnTo>
                    <a:lnTo>
                      <a:pt x="712" y="4159"/>
                    </a:lnTo>
                    <a:lnTo>
                      <a:pt x="548" y="3995"/>
                    </a:lnTo>
                    <a:lnTo>
                      <a:pt x="384" y="3831"/>
                    </a:lnTo>
                    <a:lnTo>
                      <a:pt x="1" y="4186"/>
                    </a:lnTo>
                    <a:lnTo>
                      <a:pt x="174" y="4369"/>
                    </a:lnTo>
                    <a:lnTo>
                      <a:pt x="357" y="4551"/>
                    </a:lnTo>
                    <a:lnTo>
                      <a:pt x="548" y="4715"/>
                    </a:lnTo>
                    <a:lnTo>
                      <a:pt x="749" y="4870"/>
                    </a:lnTo>
                    <a:lnTo>
                      <a:pt x="958" y="5016"/>
                    </a:lnTo>
                    <a:lnTo>
                      <a:pt x="1168" y="5153"/>
                    </a:lnTo>
                    <a:lnTo>
                      <a:pt x="1387" y="5281"/>
                    </a:lnTo>
                    <a:lnTo>
                      <a:pt x="1615" y="5390"/>
                    </a:lnTo>
                    <a:lnTo>
                      <a:pt x="1843" y="5499"/>
                    </a:lnTo>
                    <a:lnTo>
                      <a:pt x="2071" y="5591"/>
                    </a:lnTo>
                    <a:lnTo>
                      <a:pt x="2317" y="5664"/>
                    </a:lnTo>
                    <a:lnTo>
                      <a:pt x="2554" y="5737"/>
                    </a:lnTo>
                    <a:lnTo>
                      <a:pt x="2809" y="5791"/>
                    </a:lnTo>
                    <a:lnTo>
                      <a:pt x="3056" y="5837"/>
                    </a:lnTo>
                    <a:lnTo>
                      <a:pt x="3311" y="5864"/>
                    </a:lnTo>
                    <a:lnTo>
                      <a:pt x="3566" y="5882"/>
                    </a:lnTo>
                    <a:lnTo>
                      <a:pt x="3840" y="5892"/>
                    </a:lnTo>
                    <a:lnTo>
                      <a:pt x="4086" y="5892"/>
                    </a:lnTo>
                    <a:lnTo>
                      <a:pt x="4323" y="5873"/>
                    </a:lnTo>
                    <a:lnTo>
                      <a:pt x="4560" y="5846"/>
                    </a:lnTo>
                    <a:lnTo>
                      <a:pt x="4788" y="5809"/>
                    </a:lnTo>
                    <a:lnTo>
                      <a:pt x="5016" y="5755"/>
                    </a:lnTo>
                    <a:lnTo>
                      <a:pt x="5244" y="5700"/>
                    </a:lnTo>
                    <a:lnTo>
                      <a:pt x="5472" y="5627"/>
                    </a:lnTo>
                    <a:lnTo>
                      <a:pt x="5691" y="5554"/>
                    </a:lnTo>
                    <a:lnTo>
                      <a:pt x="5910" y="5463"/>
                    </a:lnTo>
                    <a:lnTo>
                      <a:pt x="6120" y="5363"/>
                    </a:lnTo>
                    <a:lnTo>
                      <a:pt x="6329" y="5253"/>
                    </a:lnTo>
                    <a:lnTo>
                      <a:pt x="6539" y="5135"/>
                    </a:lnTo>
                    <a:lnTo>
                      <a:pt x="6730" y="5007"/>
                    </a:lnTo>
                    <a:lnTo>
                      <a:pt x="6931" y="4870"/>
                    </a:lnTo>
                    <a:lnTo>
                      <a:pt x="7113" y="4715"/>
                    </a:lnTo>
                    <a:lnTo>
                      <a:pt x="7296" y="4560"/>
                    </a:lnTo>
                    <a:lnTo>
                      <a:pt x="7533" y="4341"/>
                    </a:lnTo>
                    <a:lnTo>
                      <a:pt x="7752" y="4104"/>
                    </a:lnTo>
                    <a:lnTo>
                      <a:pt x="7943" y="3858"/>
                    </a:lnTo>
                    <a:lnTo>
                      <a:pt x="8135" y="3603"/>
                    </a:lnTo>
                    <a:lnTo>
                      <a:pt x="8299" y="3338"/>
                    </a:lnTo>
                    <a:lnTo>
                      <a:pt x="8445" y="3065"/>
                    </a:lnTo>
                    <a:lnTo>
                      <a:pt x="8582" y="2782"/>
                    </a:lnTo>
                    <a:lnTo>
                      <a:pt x="8700" y="2490"/>
                    </a:lnTo>
                    <a:lnTo>
                      <a:pt x="8791" y="2189"/>
                    </a:lnTo>
                    <a:lnTo>
                      <a:pt x="8873" y="1888"/>
                    </a:lnTo>
                    <a:lnTo>
                      <a:pt x="8937" y="1578"/>
                    </a:lnTo>
                    <a:lnTo>
                      <a:pt x="8983" y="1268"/>
                    </a:lnTo>
                    <a:lnTo>
                      <a:pt x="9001" y="958"/>
                    </a:lnTo>
                    <a:lnTo>
                      <a:pt x="9010" y="639"/>
                    </a:lnTo>
                    <a:lnTo>
                      <a:pt x="8992" y="320"/>
                    </a:lnTo>
                    <a:lnTo>
                      <a:pt x="895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745;p27">
                <a:extLst>
                  <a:ext uri="{FF2B5EF4-FFF2-40B4-BE49-F238E27FC236}">
                    <a16:creationId xmlns:a16="http://schemas.microsoft.com/office/drawing/2014/main" id="{48983C4A-CFAA-69EA-CE69-8A3E95DD1663}"/>
                  </a:ext>
                </a:extLst>
              </p:cNvPr>
              <p:cNvSpPr/>
              <p:nvPr/>
            </p:nvSpPr>
            <p:spPr>
              <a:xfrm flipH="1">
                <a:off x="8007098" y="2659988"/>
                <a:ext cx="145263" cy="43897"/>
              </a:xfrm>
              <a:custGeom>
                <a:avLst/>
                <a:gdLst/>
                <a:ahLst/>
                <a:cxnLst/>
                <a:rect l="l" t="t" r="r" b="b"/>
                <a:pathLst>
                  <a:path w="4196" h="1268" extrusionOk="0">
                    <a:moveTo>
                      <a:pt x="375" y="0"/>
                    </a:moveTo>
                    <a:lnTo>
                      <a:pt x="1" y="365"/>
                    </a:lnTo>
                    <a:lnTo>
                      <a:pt x="101" y="465"/>
                    </a:lnTo>
                    <a:lnTo>
                      <a:pt x="210" y="566"/>
                    </a:lnTo>
                    <a:lnTo>
                      <a:pt x="329" y="657"/>
                    </a:lnTo>
                    <a:lnTo>
                      <a:pt x="448" y="748"/>
                    </a:lnTo>
                    <a:lnTo>
                      <a:pt x="566" y="821"/>
                    </a:lnTo>
                    <a:lnTo>
                      <a:pt x="685" y="894"/>
                    </a:lnTo>
                    <a:lnTo>
                      <a:pt x="812" y="967"/>
                    </a:lnTo>
                    <a:lnTo>
                      <a:pt x="949" y="1021"/>
                    </a:lnTo>
                    <a:lnTo>
                      <a:pt x="1086" y="1076"/>
                    </a:lnTo>
                    <a:lnTo>
                      <a:pt x="1214" y="1131"/>
                    </a:lnTo>
                    <a:lnTo>
                      <a:pt x="1359" y="1167"/>
                    </a:lnTo>
                    <a:lnTo>
                      <a:pt x="1496" y="1204"/>
                    </a:lnTo>
                    <a:lnTo>
                      <a:pt x="1642" y="1231"/>
                    </a:lnTo>
                    <a:lnTo>
                      <a:pt x="1788" y="1249"/>
                    </a:lnTo>
                    <a:lnTo>
                      <a:pt x="1934" y="1268"/>
                    </a:lnTo>
                    <a:lnTo>
                      <a:pt x="2280" y="1268"/>
                    </a:lnTo>
                    <a:lnTo>
                      <a:pt x="2426" y="1259"/>
                    </a:lnTo>
                    <a:lnTo>
                      <a:pt x="2563" y="1240"/>
                    </a:lnTo>
                    <a:lnTo>
                      <a:pt x="2700" y="1213"/>
                    </a:lnTo>
                    <a:lnTo>
                      <a:pt x="2846" y="1186"/>
                    </a:lnTo>
                    <a:lnTo>
                      <a:pt x="2983" y="1149"/>
                    </a:lnTo>
                    <a:lnTo>
                      <a:pt x="3110" y="1104"/>
                    </a:lnTo>
                    <a:lnTo>
                      <a:pt x="3247" y="1058"/>
                    </a:lnTo>
                    <a:lnTo>
                      <a:pt x="3375" y="1003"/>
                    </a:lnTo>
                    <a:lnTo>
                      <a:pt x="3502" y="939"/>
                    </a:lnTo>
                    <a:lnTo>
                      <a:pt x="3630" y="866"/>
                    </a:lnTo>
                    <a:lnTo>
                      <a:pt x="3749" y="794"/>
                    </a:lnTo>
                    <a:lnTo>
                      <a:pt x="3867" y="711"/>
                    </a:lnTo>
                    <a:lnTo>
                      <a:pt x="3976" y="629"/>
                    </a:lnTo>
                    <a:lnTo>
                      <a:pt x="4086" y="538"/>
                    </a:lnTo>
                    <a:lnTo>
                      <a:pt x="4195" y="438"/>
                    </a:lnTo>
                    <a:lnTo>
                      <a:pt x="3831" y="64"/>
                    </a:lnTo>
                    <a:lnTo>
                      <a:pt x="3739" y="146"/>
                    </a:lnTo>
                    <a:lnTo>
                      <a:pt x="3648" y="219"/>
                    </a:lnTo>
                    <a:lnTo>
                      <a:pt x="3548" y="292"/>
                    </a:lnTo>
                    <a:lnTo>
                      <a:pt x="3448" y="356"/>
                    </a:lnTo>
                    <a:lnTo>
                      <a:pt x="3347" y="420"/>
                    </a:lnTo>
                    <a:lnTo>
                      <a:pt x="3247" y="483"/>
                    </a:lnTo>
                    <a:lnTo>
                      <a:pt x="3138" y="529"/>
                    </a:lnTo>
                    <a:lnTo>
                      <a:pt x="3028" y="575"/>
                    </a:lnTo>
                    <a:lnTo>
                      <a:pt x="2919" y="620"/>
                    </a:lnTo>
                    <a:lnTo>
                      <a:pt x="2800" y="657"/>
                    </a:lnTo>
                    <a:lnTo>
                      <a:pt x="2691" y="684"/>
                    </a:lnTo>
                    <a:lnTo>
                      <a:pt x="2572" y="711"/>
                    </a:lnTo>
                    <a:lnTo>
                      <a:pt x="2454" y="730"/>
                    </a:lnTo>
                    <a:lnTo>
                      <a:pt x="2335" y="739"/>
                    </a:lnTo>
                    <a:lnTo>
                      <a:pt x="2217" y="748"/>
                    </a:lnTo>
                    <a:lnTo>
                      <a:pt x="2089" y="748"/>
                    </a:lnTo>
                    <a:lnTo>
                      <a:pt x="1970" y="739"/>
                    </a:lnTo>
                    <a:lnTo>
                      <a:pt x="1852" y="730"/>
                    </a:lnTo>
                    <a:lnTo>
                      <a:pt x="1724" y="711"/>
                    </a:lnTo>
                    <a:lnTo>
                      <a:pt x="1606" y="693"/>
                    </a:lnTo>
                    <a:lnTo>
                      <a:pt x="1496" y="666"/>
                    </a:lnTo>
                    <a:lnTo>
                      <a:pt x="1378" y="629"/>
                    </a:lnTo>
                    <a:lnTo>
                      <a:pt x="1268" y="593"/>
                    </a:lnTo>
                    <a:lnTo>
                      <a:pt x="1159" y="547"/>
                    </a:lnTo>
                    <a:lnTo>
                      <a:pt x="1049" y="493"/>
                    </a:lnTo>
                    <a:lnTo>
                      <a:pt x="940" y="438"/>
                    </a:lnTo>
                    <a:lnTo>
                      <a:pt x="840" y="374"/>
                    </a:lnTo>
                    <a:lnTo>
                      <a:pt x="739" y="310"/>
                    </a:lnTo>
                    <a:lnTo>
                      <a:pt x="648" y="237"/>
                    </a:lnTo>
                    <a:lnTo>
                      <a:pt x="548" y="164"/>
                    </a:lnTo>
                    <a:lnTo>
                      <a:pt x="466" y="82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746;p27">
                <a:extLst>
                  <a:ext uri="{FF2B5EF4-FFF2-40B4-BE49-F238E27FC236}">
                    <a16:creationId xmlns:a16="http://schemas.microsoft.com/office/drawing/2014/main" id="{F325796D-5415-CEB8-CFE3-9ABA3FF76AAD}"/>
                  </a:ext>
                </a:extLst>
              </p:cNvPr>
              <p:cNvSpPr/>
              <p:nvPr/>
            </p:nvSpPr>
            <p:spPr>
              <a:xfrm flipH="1">
                <a:off x="7995118" y="2650191"/>
                <a:ext cx="42651" cy="42340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75" y="1"/>
                    </a:moveTo>
                    <a:lnTo>
                      <a:pt x="511" y="10"/>
                    </a:lnTo>
                    <a:lnTo>
                      <a:pt x="457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74"/>
                    </a:lnTo>
                    <a:lnTo>
                      <a:pt x="147" y="219"/>
                    </a:lnTo>
                    <a:lnTo>
                      <a:pt x="110" y="265"/>
                    </a:lnTo>
                    <a:lnTo>
                      <a:pt x="83" y="320"/>
                    </a:lnTo>
                    <a:lnTo>
                      <a:pt x="56" y="374"/>
                    </a:lnTo>
                    <a:lnTo>
                      <a:pt x="37" y="429"/>
                    </a:lnTo>
                    <a:lnTo>
                      <a:pt x="19" y="484"/>
                    </a:lnTo>
                    <a:lnTo>
                      <a:pt x="10" y="539"/>
                    </a:lnTo>
                    <a:lnTo>
                      <a:pt x="1" y="602"/>
                    </a:lnTo>
                    <a:lnTo>
                      <a:pt x="10" y="657"/>
                    </a:lnTo>
                    <a:lnTo>
                      <a:pt x="10" y="721"/>
                    </a:lnTo>
                    <a:lnTo>
                      <a:pt x="28" y="776"/>
                    </a:lnTo>
                    <a:lnTo>
                      <a:pt x="46" y="830"/>
                    </a:lnTo>
                    <a:lnTo>
                      <a:pt x="74" y="885"/>
                    </a:lnTo>
                    <a:lnTo>
                      <a:pt x="101" y="940"/>
                    </a:lnTo>
                    <a:lnTo>
                      <a:pt x="138" y="994"/>
                    </a:lnTo>
                    <a:lnTo>
                      <a:pt x="174" y="1040"/>
                    </a:lnTo>
                    <a:lnTo>
                      <a:pt x="220" y="1086"/>
                    </a:lnTo>
                    <a:lnTo>
                      <a:pt x="274" y="1122"/>
                    </a:lnTo>
                    <a:lnTo>
                      <a:pt x="320" y="1149"/>
                    </a:lnTo>
                    <a:lnTo>
                      <a:pt x="375" y="1177"/>
                    </a:lnTo>
                    <a:lnTo>
                      <a:pt x="439" y="1195"/>
                    </a:lnTo>
                    <a:lnTo>
                      <a:pt x="493" y="1213"/>
                    </a:lnTo>
                    <a:lnTo>
                      <a:pt x="548" y="1222"/>
                    </a:lnTo>
                    <a:lnTo>
                      <a:pt x="666" y="1222"/>
                    </a:lnTo>
                    <a:lnTo>
                      <a:pt x="730" y="1213"/>
                    </a:lnTo>
                    <a:lnTo>
                      <a:pt x="785" y="1204"/>
                    </a:lnTo>
                    <a:lnTo>
                      <a:pt x="840" y="1186"/>
                    </a:lnTo>
                    <a:lnTo>
                      <a:pt x="894" y="1159"/>
                    </a:lnTo>
                    <a:lnTo>
                      <a:pt x="949" y="1131"/>
                    </a:lnTo>
                    <a:lnTo>
                      <a:pt x="995" y="1095"/>
                    </a:lnTo>
                    <a:lnTo>
                      <a:pt x="1049" y="1058"/>
                    </a:lnTo>
                    <a:lnTo>
                      <a:pt x="1086" y="101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8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84"/>
                    </a:lnTo>
                    <a:lnTo>
                      <a:pt x="1232" y="621"/>
                    </a:lnTo>
                    <a:lnTo>
                      <a:pt x="1232" y="566"/>
                    </a:lnTo>
                    <a:lnTo>
                      <a:pt x="1223" y="502"/>
                    </a:lnTo>
                    <a:lnTo>
                      <a:pt x="1214" y="447"/>
                    </a:lnTo>
                    <a:lnTo>
                      <a:pt x="1195" y="393"/>
                    </a:lnTo>
                    <a:lnTo>
                      <a:pt x="1168" y="338"/>
                    </a:lnTo>
                    <a:lnTo>
                      <a:pt x="1141" y="283"/>
                    </a:lnTo>
                    <a:lnTo>
                      <a:pt x="1104" y="228"/>
                    </a:lnTo>
                    <a:lnTo>
                      <a:pt x="1059" y="183"/>
                    </a:lnTo>
                    <a:lnTo>
                      <a:pt x="1013" y="146"/>
                    </a:lnTo>
                    <a:lnTo>
                      <a:pt x="967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747;p27">
                <a:extLst>
                  <a:ext uri="{FF2B5EF4-FFF2-40B4-BE49-F238E27FC236}">
                    <a16:creationId xmlns:a16="http://schemas.microsoft.com/office/drawing/2014/main" id="{F86479B0-94C8-520D-9CB8-049CE8A65F25}"/>
                  </a:ext>
                </a:extLst>
              </p:cNvPr>
              <p:cNvSpPr/>
              <p:nvPr/>
            </p:nvSpPr>
            <p:spPr>
              <a:xfrm flipH="1">
                <a:off x="7878005" y="2757824"/>
                <a:ext cx="475428" cy="376348"/>
              </a:xfrm>
              <a:custGeom>
                <a:avLst/>
                <a:gdLst/>
                <a:ahLst/>
                <a:cxnLst/>
                <a:rect l="l" t="t" r="r" b="b"/>
                <a:pathLst>
                  <a:path w="13733" h="10871" extrusionOk="0">
                    <a:moveTo>
                      <a:pt x="4888" y="1"/>
                    </a:moveTo>
                    <a:lnTo>
                      <a:pt x="4860" y="37"/>
                    </a:lnTo>
                    <a:lnTo>
                      <a:pt x="4806" y="129"/>
                    </a:lnTo>
                    <a:lnTo>
                      <a:pt x="4623" y="466"/>
                    </a:lnTo>
                    <a:lnTo>
                      <a:pt x="4368" y="986"/>
                    </a:lnTo>
                    <a:lnTo>
                      <a:pt x="4040" y="1661"/>
                    </a:lnTo>
                    <a:lnTo>
                      <a:pt x="3256" y="3329"/>
                    </a:lnTo>
                    <a:lnTo>
                      <a:pt x="2371" y="5244"/>
                    </a:lnTo>
                    <a:lnTo>
                      <a:pt x="730" y="8819"/>
                    </a:lnTo>
                    <a:lnTo>
                      <a:pt x="0" y="10442"/>
                    </a:lnTo>
                    <a:lnTo>
                      <a:pt x="3301" y="10870"/>
                    </a:lnTo>
                    <a:lnTo>
                      <a:pt x="3365" y="10651"/>
                    </a:lnTo>
                    <a:lnTo>
                      <a:pt x="3438" y="10396"/>
                    </a:lnTo>
                    <a:lnTo>
                      <a:pt x="3547" y="10077"/>
                    </a:lnTo>
                    <a:lnTo>
                      <a:pt x="3702" y="9703"/>
                    </a:lnTo>
                    <a:lnTo>
                      <a:pt x="3794" y="9493"/>
                    </a:lnTo>
                    <a:lnTo>
                      <a:pt x="3894" y="9275"/>
                    </a:lnTo>
                    <a:lnTo>
                      <a:pt x="4003" y="9056"/>
                    </a:lnTo>
                    <a:lnTo>
                      <a:pt x="4122" y="8837"/>
                    </a:lnTo>
                    <a:lnTo>
                      <a:pt x="4259" y="8609"/>
                    </a:lnTo>
                    <a:lnTo>
                      <a:pt x="4405" y="8372"/>
                    </a:lnTo>
                    <a:lnTo>
                      <a:pt x="4560" y="8153"/>
                    </a:lnTo>
                    <a:lnTo>
                      <a:pt x="4724" y="7925"/>
                    </a:lnTo>
                    <a:lnTo>
                      <a:pt x="4906" y="7706"/>
                    </a:lnTo>
                    <a:lnTo>
                      <a:pt x="5107" y="7496"/>
                    </a:lnTo>
                    <a:lnTo>
                      <a:pt x="5316" y="7296"/>
                    </a:lnTo>
                    <a:lnTo>
                      <a:pt x="5535" y="7104"/>
                    </a:lnTo>
                    <a:lnTo>
                      <a:pt x="5772" y="6922"/>
                    </a:lnTo>
                    <a:lnTo>
                      <a:pt x="6028" y="6758"/>
                    </a:lnTo>
                    <a:lnTo>
                      <a:pt x="6155" y="6685"/>
                    </a:lnTo>
                    <a:lnTo>
                      <a:pt x="6292" y="6612"/>
                    </a:lnTo>
                    <a:lnTo>
                      <a:pt x="6429" y="6548"/>
                    </a:lnTo>
                    <a:lnTo>
                      <a:pt x="6566" y="6484"/>
                    </a:lnTo>
                    <a:lnTo>
                      <a:pt x="6712" y="6430"/>
                    </a:lnTo>
                    <a:lnTo>
                      <a:pt x="6867" y="6384"/>
                    </a:lnTo>
                    <a:lnTo>
                      <a:pt x="7022" y="6338"/>
                    </a:lnTo>
                    <a:lnTo>
                      <a:pt x="7177" y="6302"/>
                    </a:lnTo>
                    <a:lnTo>
                      <a:pt x="7341" y="6265"/>
                    </a:lnTo>
                    <a:lnTo>
                      <a:pt x="7505" y="6238"/>
                    </a:lnTo>
                    <a:lnTo>
                      <a:pt x="7678" y="6220"/>
                    </a:lnTo>
                    <a:lnTo>
                      <a:pt x="7851" y="6211"/>
                    </a:lnTo>
                    <a:lnTo>
                      <a:pt x="8025" y="6202"/>
                    </a:lnTo>
                    <a:lnTo>
                      <a:pt x="8207" y="6202"/>
                    </a:lnTo>
                    <a:lnTo>
                      <a:pt x="8398" y="6211"/>
                    </a:lnTo>
                    <a:lnTo>
                      <a:pt x="8590" y="6229"/>
                    </a:lnTo>
                    <a:lnTo>
                      <a:pt x="8781" y="6247"/>
                    </a:lnTo>
                    <a:lnTo>
                      <a:pt x="8973" y="6256"/>
                    </a:lnTo>
                    <a:lnTo>
                      <a:pt x="9164" y="6256"/>
                    </a:lnTo>
                    <a:lnTo>
                      <a:pt x="9347" y="6247"/>
                    </a:lnTo>
                    <a:lnTo>
                      <a:pt x="9520" y="6238"/>
                    </a:lnTo>
                    <a:lnTo>
                      <a:pt x="9693" y="6211"/>
                    </a:lnTo>
                    <a:lnTo>
                      <a:pt x="9867" y="6183"/>
                    </a:lnTo>
                    <a:lnTo>
                      <a:pt x="10031" y="6147"/>
                    </a:lnTo>
                    <a:lnTo>
                      <a:pt x="10186" y="6101"/>
                    </a:lnTo>
                    <a:lnTo>
                      <a:pt x="10350" y="6047"/>
                    </a:lnTo>
                    <a:lnTo>
                      <a:pt x="10496" y="5992"/>
                    </a:lnTo>
                    <a:lnTo>
                      <a:pt x="10651" y="5928"/>
                    </a:lnTo>
                    <a:lnTo>
                      <a:pt x="10788" y="5855"/>
                    </a:lnTo>
                    <a:lnTo>
                      <a:pt x="10933" y="5782"/>
                    </a:lnTo>
                    <a:lnTo>
                      <a:pt x="11070" y="5700"/>
                    </a:lnTo>
                    <a:lnTo>
                      <a:pt x="11198" y="5618"/>
                    </a:lnTo>
                    <a:lnTo>
                      <a:pt x="11326" y="5527"/>
                    </a:lnTo>
                    <a:lnTo>
                      <a:pt x="11453" y="5426"/>
                    </a:lnTo>
                    <a:lnTo>
                      <a:pt x="11572" y="5326"/>
                    </a:lnTo>
                    <a:lnTo>
                      <a:pt x="11690" y="5226"/>
                    </a:lnTo>
                    <a:lnTo>
                      <a:pt x="11909" y="5007"/>
                    </a:lnTo>
                    <a:lnTo>
                      <a:pt x="12119" y="4779"/>
                    </a:lnTo>
                    <a:lnTo>
                      <a:pt x="12310" y="4542"/>
                    </a:lnTo>
                    <a:lnTo>
                      <a:pt x="12493" y="4296"/>
                    </a:lnTo>
                    <a:lnTo>
                      <a:pt x="12657" y="4050"/>
                    </a:lnTo>
                    <a:lnTo>
                      <a:pt x="12803" y="3794"/>
                    </a:lnTo>
                    <a:lnTo>
                      <a:pt x="12949" y="3530"/>
                    </a:lnTo>
                    <a:lnTo>
                      <a:pt x="13076" y="3275"/>
                    </a:lnTo>
                    <a:lnTo>
                      <a:pt x="13186" y="3028"/>
                    </a:lnTo>
                    <a:lnTo>
                      <a:pt x="13286" y="2773"/>
                    </a:lnTo>
                    <a:lnTo>
                      <a:pt x="13377" y="2536"/>
                    </a:lnTo>
                    <a:lnTo>
                      <a:pt x="13459" y="2308"/>
                    </a:lnTo>
                    <a:lnTo>
                      <a:pt x="13532" y="2089"/>
                    </a:lnTo>
                    <a:lnTo>
                      <a:pt x="13587" y="1879"/>
                    </a:lnTo>
                    <a:lnTo>
                      <a:pt x="13633" y="1688"/>
                    </a:lnTo>
                    <a:lnTo>
                      <a:pt x="13669" y="1515"/>
                    </a:lnTo>
                    <a:lnTo>
                      <a:pt x="13705" y="1369"/>
                    </a:lnTo>
                    <a:lnTo>
                      <a:pt x="13724" y="1241"/>
                    </a:lnTo>
                    <a:lnTo>
                      <a:pt x="13733" y="1132"/>
                    </a:lnTo>
                    <a:lnTo>
                      <a:pt x="13733" y="1059"/>
                    </a:lnTo>
                    <a:lnTo>
                      <a:pt x="13724" y="1013"/>
                    </a:lnTo>
                    <a:lnTo>
                      <a:pt x="13724" y="995"/>
                    </a:lnTo>
                    <a:lnTo>
                      <a:pt x="13715" y="995"/>
                    </a:lnTo>
                    <a:lnTo>
                      <a:pt x="13277" y="949"/>
                    </a:lnTo>
                    <a:lnTo>
                      <a:pt x="12256" y="840"/>
                    </a:lnTo>
                    <a:lnTo>
                      <a:pt x="9228" y="493"/>
                    </a:lnTo>
                    <a:lnTo>
                      <a:pt x="488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748;p27">
                <a:extLst>
                  <a:ext uri="{FF2B5EF4-FFF2-40B4-BE49-F238E27FC236}">
                    <a16:creationId xmlns:a16="http://schemas.microsoft.com/office/drawing/2014/main" id="{A4A29E02-EBD6-5594-DCC1-F5028C21D62F}"/>
                  </a:ext>
                </a:extLst>
              </p:cNvPr>
              <p:cNvSpPr/>
              <p:nvPr/>
            </p:nvSpPr>
            <p:spPr>
              <a:xfrm flipH="1">
                <a:off x="7446119" y="1993244"/>
                <a:ext cx="264596" cy="250368"/>
              </a:xfrm>
              <a:custGeom>
                <a:avLst/>
                <a:gdLst/>
                <a:ahLst/>
                <a:cxnLst/>
                <a:rect l="l" t="t" r="r" b="b"/>
                <a:pathLst>
                  <a:path w="7643" h="7232" extrusionOk="0">
                    <a:moveTo>
                      <a:pt x="201" y="1"/>
                    </a:moveTo>
                    <a:lnTo>
                      <a:pt x="1" y="10"/>
                    </a:lnTo>
                    <a:lnTo>
                      <a:pt x="28" y="539"/>
                    </a:lnTo>
                    <a:lnTo>
                      <a:pt x="411" y="521"/>
                    </a:lnTo>
                    <a:lnTo>
                      <a:pt x="748" y="530"/>
                    </a:lnTo>
                    <a:lnTo>
                      <a:pt x="1095" y="557"/>
                    </a:lnTo>
                    <a:lnTo>
                      <a:pt x="1432" y="603"/>
                    </a:lnTo>
                    <a:lnTo>
                      <a:pt x="1761" y="657"/>
                    </a:lnTo>
                    <a:lnTo>
                      <a:pt x="2080" y="739"/>
                    </a:lnTo>
                    <a:lnTo>
                      <a:pt x="2399" y="831"/>
                    </a:lnTo>
                    <a:lnTo>
                      <a:pt x="2709" y="931"/>
                    </a:lnTo>
                    <a:lnTo>
                      <a:pt x="3019" y="1049"/>
                    </a:lnTo>
                    <a:lnTo>
                      <a:pt x="3311" y="1186"/>
                    </a:lnTo>
                    <a:lnTo>
                      <a:pt x="3603" y="1332"/>
                    </a:lnTo>
                    <a:lnTo>
                      <a:pt x="3885" y="1496"/>
                    </a:lnTo>
                    <a:lnTo>
                      <a:pt x="4159" y="1669"/>
                    </a:lnTo>
                    <a:lnTo>
                      <a:pt x="4423" y="1861"/>
                    </a:lnTo>
                    <a:lnTo>
                      <a:pt x="4669" y="2062"/>
                    </a:lnTo>
                    <a:lnTo>
                      <a:pt x="4916" y="2271"/>
                    </a:lnTo>
                    <a:lnTo>
                      <a:pt x="5153" y="2490"/>
                    </a:lnTo>
                    <a:lnTo>
                      <a:pt x="5372" y="2727"/>
                    </a:lnTo>
                    <a:lnTo>
                      <a:pt x="5581" y="2964"/>
                    </a:lnTo>
                    <a:lnTo>
                      <a:pt x="5782" y="3220"/>
                    </a:lnTo>
                    <a:lnTo>
                      <a:pt x="5973" y="3484"/>
                    </a:lnTo>
                    <a:lnTo>
                      <a:pt x="6147" y="3758"/>
                    </a:lnTo>
                    <a:lnTo>
                      <a:pt x="6302" y="4040"/>
                    </a:lnTo>
                    <a:lnTo>
                      <a:pt x="6457" y="4323"/>
                    </a:lnTo>
                    <a:lnTo>
                      <a:pt x="6584" y="4624"/>
                    </a:lnTo>
                    <a:lnTo>
                      <a:pt x="6712" y="4925"/>
                    </a:lnTo>
                    <a:lnTo>
                      <a:pt x="6812" y="5244"/>
                    </a:lnTo>
                    <a:lnTo>
                      <a:pt x="6904" y="5554"/>
                    </a:lnTo>
                    <a:lnTo>
                      <a:pt x="6976" y="5882"/>
                    </a:lnTo>
                    <a:lnTo>
                      <a:pt x="7040" y="6211"/>
                    </a:lnTo>
                    <a:lnTo>
                      <a:pt x="7077" y="6548"/>
                    </a:lnTo>
                    <a:lnTo>
                      <a:pt x="7104" y="6885"/>
                    </a:lnTo>
                    <a:lnTo>
                      <a:pt x="7113" y="7232"/>
                    </a:lnTo>
                    <a:lnTo>
                      <a:pt x="7642" y="7232"/>
                    </a:lnTo>
                    <a:lnTo>
                      <a:pt x="7633" y="6858"/>
                    </a:lnTo>
                    <a:lnTo>
                      <a:pt x="7606" y="6493"/>
                    </a:lnTo>
                    <a:lnTo>
                      <a:pt x="7560" y="6128"/>
                    </a:lnTo>
                    <a:lnTo>
                      <a:pt x="7496" y="5773"/>
                    </a:lnTo>
                    <a:lnTo>
                      <a:pt x="7414" y="5426"/>
                    </a:lnTo>
                    <a:lnTo>
                      <a:pt x="7314" y="5080"/>
                    </a:lnTo>
                    <a:lnTo>
                      <a:pt x="7204" y="4742"/>
                    </a:lnTo>
                    <a:lnTo>
                      <a:pt x="7068" y="4414"/>
                    </a:lnTo>
                    <a:lnTo>
                      <a:pt x="6931" y="4095"/>
                    </a:lnTo>
                    <a:lnTo>
                      <a:pt x="6767" y="3785"/>
                    </a:lnTo>
                    <a:lnTo>
                      <a:pt x="6593" y="3484"/>
                    </a:lnTo>
                    <a:lnTo>
                      <a:pt x="6402" y="3192"/>
                    </a:lnTo>
                    <a:lnTo>
                      <a:pt x="6201" y="2910"/>
                    </a:lnTo>
                    <a:lnTo>
                      <a:pt x="5992" y="2636"/>
                    </a:lnTo>
                    <a:lnTo>
                      <a:pt x="5764" y="2372"/>
                    </a:lnTo>
                    <a:lnTo>
                      <a:pt x="5517" y="2116"/>
                    </a:lnTo>
                    <a:lnTo>
                      <a:pt x="5271" y="1879"/>
                    </a:lnTo>
                    <a:lnTo>
                      <a:pt x="5007" y="1651"/>
                    </a:lnTo>
                    <a:lnTo>
                      <a:pt x="4733" y="1442"/>
                    </a:lnTo>
                    <a:lnTo>
                      <a:pt x="4451" y="1232"/>
                    </a:lnTo>
                    <a:lnTo>
                      <a:pt x="4159" y="1049"/>
                    </a:lnTo>
                    <a:lnTo>
                      <a:pt x="3849" y="876"/>
                    </a:lnTo>
                    <a:lnTo>
                      <a:pt x="3539" y="712"/>
                    </a:lnTo>
                    <a:lnTo>
                      <a:pt x="3220" y="566"/>
                    </a:lnTo>
                    <a:lnTo>
                      <a:pt x="2891" y="438"/>
                    </a:lnTo>
                    <a:lnTo>
                      <a:pt x="2554" y="320"/>
                    </a:lnTo>
                    <a:lnTo>
                      <a:pt x="2217" y="229"/>
                    </a:lnTo>
                    <a:lnTo>
                      <a:pt x="1861" y="147"/>
                    </a:lnTo>
                    <a:lnTo>
                      <a:pt x="1505" y="83"/>
                    </a:lnTo>
                    <a:lnTo>
                      <a:pt x="1150" y="37"/>
                    </a:lnTo>
                    <a:lnTo>
                      <a:pt x="776" y="10"/>
                    </a:lnTo>
                    <a:lnTo>
                      <a:pt x="4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749;p27">
                <a:extLst>
                  <a:ext uri="{FF2B5EF4-FFF2-40B4-BE49-F238E27FC236}">
                    <a16:creationId xmlns:a16="http://schemas.microsoft.com/office/drawing/2014/main" id="{819309D1-E76B-3121-C592-464B3F0C952C}"/>
                  </a:ext>
                </a:extLst>
              </p:cNvPr>
              <p:cNvSpPr/>
              <p:nvPr/>
            </p:nvSpPr>
            <p:spPr>
              <a:xfrm flipH="1">
                <a:off x="7181589" y="2295060"/>
                <a:ext cx="283187" cy="158176"/>
              </a:xfrm>
              <a:custGeom>
                <a:avLst/>
                <a:gdLst/>
                <a:ahLst/>
                <a:cxnLst/>
                <a:rect l="l" t="t" r="r" b="b"/>
                <a:pathLst>
                  <a:path w="8180" h="4569" extrusionOk="0">
                    <a:moveTo>
                      <a:pt x="7651" y="0"/>
                    </a:moveTo>
                    <a:lnTo>
                      <a:pt x="7642" y="210"/>
                    </a:lnTo>
                    <a:lnTo>
                      <a:pt x="7623" y="410"/>
                    </a:lnTo>
                    <a:lnTo>
                      <a:pt x="7605" y="611"/>
                    </a:lnTo>
                    <a:lnTo>
                      <a:pt x="7569" y="812"/>
                    </a:lnTo>
                    <a:lnTo>
                      <a:pt x="7523" y="1003"/>
                    </a:lnTo>
                    <a:lnTo>
                      <a:pt x="7468" y="1195"/>
                    </a:lnTo>
                    <a:lnTo>
                      <a:pt x="7404" y="1386"/>
                    </a:lnTo>
                    <a:lnTo>
                      <a:pt x="7331" y="1569"/>
                    </a:lnTo>
                    <a:lnTo>
                      <a:pt x="7249" y="1751"/>
                    </a:lnTo>
                    <a:lnTo>
                      <a:pt x="7158" y="1924"/>
                    </a:lnTo>
                    <a:lnTo>
                      <a:pt x="7067" y="2088"/>
                    </a:lnTo>
                    <a:lnTo>
                      <a:pt x="6958" y="2252"/>
                    </a:lnTo>
                    <a:lnTo>
                      <a:pt x="6848" y="2417"/>
                    </a:lnTo>
                    <a:lnTo>
                      <a:pt x="6730" y="2572"/>
                    </a:lnTo>
                    <a:lnTo>
                      <a:pt x="6602" y="2717"/>
                    </a:lnTo>
                    <a:lnTo>
                      <a:pt x="6465" y="2854"/>
                    </a:lnTo>
                    <a:lnTo>
                      <a:pt x="6328" y="2991"/>
                    </a:lnTo>
                    <a:lnTo>
                      <a:pt x="6183" y="3119"/>
                    </a:lnTo>
                    <a:lnTo>
                      <a:pt x="6028" y="3237"/>
                    </a:lnTo>
                    <a:lnTo>
                      <a:pt x="5863" y="3347"/>
                    </a:lnTo>
                    <a:lnTo>
                      <a:pt x="5699" y="3456"/>
                    </a:lnTo>
                    <a:lnTo>
                      <a:pt x="5535" y="3547"/>
                    </a:lnTo>
                    <a:lnTo>
                      <a:pt x="5362" y="3638"/>
                    </a:lnTo>
                    <a:lnTo>
                      <a:pt x="5179" y="3721"/>
                    </a:lnTo>
                    <a:lnTo>
                      <a:pt x="4997" y="3793"/>
                    </a:lnTo>
                    <a:lnTo>
                      <a:pt x="4815" y="3857"/>
                    </a:lnTo>
                    <a:lnTo>
                      <a:pt x="4623" y="3912"/>
                    </a:lnTo>
                    <a:lnTo>
                      <a:pt x="4423" y="3958"/>
                    </a:lnTo>
                    <a:lnTo>
                      <a:pt x="4222" y="3994"/>
                    </a:lnTo>
                    <a:lnTo>
                      <a:pt x="4021" y="4021"/>
                    </a:lnTo>
                    <a:lnTo>
                      <a:pt x="3821" y="4031"/>
                    </a:lnTo>
                    <a:lnTo>
                      <a:pt x="3611" y="4040"/>
                    </a:lnTo>
                    <a:lnTo>
                      <a:pt x="3374" y="4031"/>
                    </a:lnTo>
                    <a:lnTo>
                      <a:pt x="3146" y="4012"/>
                    </a:lnTo>
                    <a:lnTo>
                      <a:pt x="2918" y="3976"/>
                    </a:lnTo>
                    <a:lnTo>
                      <a:pt x="2690" y="3930"/>
                    </a:lnTo>
                    <a:lnTo>
                      <a:pt x="2471" y="3876"/>
                    </a:lnTo>
                    <a:lnTo>
                      <a:pt x="2252" y="3803"/>
                    </a:lnTo>
                    <a:lnTo>
                      <a:pt x="2043" y="3721"/>
                    </a:lnTo>
                    <a:lnTo>
                      <a:pt x="1833" y="3629"/>
                    </a:lnTo>
                    <a:lnTo>
                      <a:pt x="1632" y="3520"/>
                    </a:lnTo>
                    <a:lnTo>
                      <a:pt x="1432" y="3401"/>
                    </a:lnTo>
                    <a:lnTo>
                      <a:pt x="1249" y="3274"/>
                    </a:lnTo>
                    <a:lnTo>
                      <a:pt x="1067" y="3137"/>
                    </a:lnTo>
                    <a:lnTo>
                      <a:pt x="894" y="2982"/>
                    </a:lnTo>
                    <a:lnTo>
                      <a:pt x="720" y="2827"/>
                    </a:lnTo>
                    <a:lnTo>
                      <a:pt x="565" y="2654"/>
                    </a:lnTo>
                    <a:lnTo>
                      <a:pt x="420" y="2471"/>
                    </a:lnTo>
                    <a:lnTo>
                      <a:pt x="0" y="2790"/>
                    </a:lnTo>
                    <a:lnTo>
                      <a:pt x="173" y="3000"/>
                    </a:lnTo>
                    <a:lnTo>
                      <a:pt x="347" y="3192"/>
                    </a:lnTo>
                    <a:lnTo>
                      <a:pt x="538" y="3374"/>
                    </a:lnTo>
                    <a:lnTo>
                      <a:pt x="730" y="3547"/>
                    </a:lnTo>
                    <a:lnTo>
                      <a:pt x="939" y="3702"/>
                    </a:lnTo>
                    <a:lnTo>
                      <a:pt x="1149" y="3848"/>
                    </a:lnTo>
                    <a:lnTo>
                      <a:pt x="1368" y="3985"/>
                    </a:lnTo>
                    <a:lnTo>
                      <a:pt x="1596" y="4103"/>
                    </a:lnTo>
                    <a:lnTo>
                      <a:pt x="1833" y="4204"/>
                    </a:lnTo>
                    <a:lnTo>
                      <a:pt x="2070" y="4304"/>
                    </a:lnTo>
                    <a:lnTo>
                      <a:pt x="2316" y="4377"/>
                    </a:lnTo>
                    <a:lnTo>
                      <a:pt x="2572" y="4450"/>
                    </a:lnTo>
                    <a:lnTo>
                      <a:pt x="2827" y="4496"/>
                    </a:lnTo>
                    <a:lnTo>
                      <a:pt x="3082" y="4532"/>
                    </a:lnTo>
                    <a:lnTo>
                      <a:pt x="3347" y="4559"/>
                    </a:lnTo>
                    <a:lnTo>
                      <a:pt x="3611" y="4569"/>
                    </a:lnTo>
                    <a:lnTo>
                      <a:pt x="3848" y="4559"/>
                    </a:lnTo>
                    <a:lnTo>
                      <a:pt x="4076" y="4541"/>
                    </a:lnTo>
                    <a:lnTo>
                      <a:pt x="4304" y="4514"/>
                    </a:lnTo>
                    <a:lnTo>
                      <a:pt x="4532" y="4468"/>
                    </a:lnTo>
                    <a:lnTo>
                      <a:pt x="4751" y="4423"/>
                    </a:lnTo>
                    <a:lnTo>
                      <a:pt x="4970" y="4359"/>
                    </a:lnTo>
                    <a:lnTo>
                      <a:pt x="5179" y="4286"/>
                    </a:lnTo>
                    <a:lnTo>
                      <a:pt x="5389" y="4204"/>
                    </a:lnTo>
                    <a:lnTo>
                      <a:pt x="5590" y="4113"/>
                    </a:lnTo>
                    <a:lnTo>
                      <a:pt x="5781" y="4012"/>
                    </a:lnTo>
                    <a:lnTo>
                      <a:pt x="5973" y="3903"/>
                    </a:lnTo>
                    <a:lnTo>
                      <a:pt x="6164" y="3784"/>
                    </a:lnTo>
                    <a:lnTo>
                      <a:pt x="6338" y="3657"/>
                    </a:lnTo>
                    <a:lnTo>
                      <a:pt x="6511" y="3520"/>
                    </a:lnTo>
                    <a:lnTo>
                      <a:pt x="6675" y="3374"/>
                    </a:lnTo>
                    <a:lnTo>
                      <a:pt x="6839" y="3228"/>
                    </a:lnTo>
                    <a:lnTo>
                      <a:pt x="6985" y="3064"/>
                    </a:lnTo>
                    <a:lnTo>
                      <a:pt x="7131" y="2900"/>
                    </a:lnTo>
                    <a:lnTo>
                      <a:pt x="7268" y="2727"/>
                    </a:lnTo>
                    <a:lnTo>
                      <a:pt x="7395" y="2553"/>
                    </a:lnTo>
                    <a:lnTo>
                      <a:pt x="7514" y="2362"/>
                    </a:lnTo>
                    <a:lnTo>
                      <a:pt x="7623" y="2170"/>
                    </a:lnTo>
                    <a:lnTo>
                      <a:pt x="7724" y="1979"/>
                    </a:lnTo>
                    <a:lnTo>
                      <a:pt x="7815" y="1778"/>
                    </a:lnTo>
                    <a:lnTo>
                      <a:pt x="7897" y="1569"/>
                    </a:lnTo>
                    <a:lnTo>
                      <a:pt x="7970" y="1359"/>
                    </a:lnTo>
                    <a:lnTo>
                      <a:pt x="8034" y="1140"/>
                    </a:lnTo>
                    <a:lnTo>
                      <a:pt x="8079" y="921"/>
                    </a:lnTo>
                    <a:lnTo>
                      <a:pt x="8125" y="693"/>
                    </a:lnTo>
                    <a:lnTo>
                      <a:pt x="8152" y="465"/>
                    </a:lnTo>
                    <a:lnTo>
                      <a:pt x="8170" y="237"/>
                    </a:lnTo>
                    <a:lnTo>
                      <a:pt x="818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750;p27">
                <a:extLst>
                  <a:ext uri="{FF2B5EF4-FFF2-40B4-BE49-F238E27FC236}">
                    <a16:creationId xmlns:a16="http://schemas.microsoft.com/office/drawing/2014/main" id="{787FC67E-502C-9070-6C3C-C451101D16BD}"/>
                  </a:ext>
                </a:extLst>
              </p:cNvPr>
              <p:cNvSpPr/>
              <p:nvPr/>
            </p:nvSpPr>
            <p:spPr>
              <a:xfrm flipH="1">
                <a:off x="7456542" y="2380917"/>
                <a:ext cx="449256" cy="449568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2986" extrusionOk="0">
                    <a:moveTo>
                      <a:pt x="6484" y="0"/>
                    </a:moveTo>
                    <a:lnTo>
                      <a:pt x="6155" y="9"/>
                    </a:lnTo>
                    <a:lnTo>
                      <a:pt x="5827" y="37"/>
                    </a:lnTo>
                    <a:lnTo>
                      <a:pt x="5499" y="73"/>
                    </a:lnTo>
                    <a:lnTo>
                      <a:pt x="5180" y="128"/>
                    </a:lnTo>
                    <a:lnTo>
                      <a:pt x="4870" y="201"/>
                    </a:lnTo>
                    <a:lnTo>
                      <a:pt x="4560" y="292"/>
                    </a:lnTo>
                    <a:lnTo>
                      <a:pt x="4259" y="392"/>
                    </a:lnTo>
                    <a:lnTo>
                      <a:pt x="3967" y="511"/>
                    </a:lnTo>
                    <a:lnTo>
                      <a:pt x="3675" y="639"/>
                    </a:lnTo>
                    <a:lnTo>
                      <a:pt x="3393" y="785"/>
                    </a:lnTo>
                    <a:lnTo>
                      <a:pt x="3128" y="940"/>
                    </a:lnTo>
                    <a:lnTo>
                      <a:pt x="2864" y="1113"/>
                    </a:lnTo>
                    <a:lnTo>
                      <a:pt x="2608" y="1286"/>
                    </a:lnTo>
                    <a:lnTo>
                      <a:pt x="2362" y="1487"/>
                    </a:lnTo>
                    <a:lnTo>
                      <a:pt x="2125" y="1687"/>
                    </a:lnTo>
                    <a:lnTo>
                      <a:pt x="1897" y="1906"/>
                    </a:lnTo>
                    <a:lnTo>
                      <a:pt x="1687" y="2125"/>
                    </a:lnTo>
                    <a:lnTo>
                      <a:pt x="1478" y="2362"/>
                    </a:lnTo>
                    <a:lnTo>
                      <a:pt x="1286" y="2608"/>
                    </a:lnTo>
                    <a:lnTo>
                      <a:pt x="1104" y="2864"/>
                    </a:lnTo>
                    <a:lnTo>
                      <a:pt x="940" y="3128"/>
                    </a:lnTo>
                    <a:lnTo>
                      <a:pt x="785" y="3402"/>
                    </a:lnTo>
                    <a:lnTo>
                      <a:pt x="639" y="3675"/>
                    </a:lnTo>
                    <a:lnTo>
                      <a:pt x="511" y="3967"/>
                    </a:lnTo>
                    <a:lnTo>
                      <a:pt x="393" y="4259"/>
                    </a:lnTo>
                    <a:lnTo>
                      <a:pt x="292" y="4560"/>
                    </a:lnTo>
                    <a:lnTo>
                      <a:pt x="201" y="4870"/>
                    </a:lnTo>
                    <a:lnTo>
                      <a:pt x="128" y="5180"/>
                    </a:lnTo>
                    <a:lnTo>
                      <a:pt x="73" y="5499"/>
                    </a:lnTo>
                    <a:lnTo>
                      <a:pt x="28" y="5827"/>
                    </a:lnTo>
                    <a:lnTo>
                      <a:pt x="10" y="6155"/>
                    </a:lnTo>
                    <a:lnTo>
                      <a:pt x="0" y="6493"/>
                    </a:lnTo>
                    <a:lnTo>
                      <a:pt x="520" y="6493"/>
                    </a:lnTo>
                    <a:lnTo>
                      <a:pt x="529" y="6183"/>
                    </a:lnTo>
                    <a:lnTo>
                      <a:pt x="557" y="5882"/>
                    </a:lnTo>
                    <a:lnTo>
                      <a:pt x="593" y="5581"/>
                    </a:lnTo>
                    <a:lnTo>
                      <a:pt x="648" y="5289"/>
                    </a:lnTo>
                    <a:lnTo>
                      <a:pt x="712" y="4997"/>
                    </a:lnTo>
                    <a:lnTo>
                      <a:pt x="794" y="4715"/>
                    </a:lnTo>
                    <a:lnTo>
                      <a:pt x="885" y="4441"/>
                    </a:lnTo>
                    <a:lnTo>
                      <a:pt x="994" y="4168"/>
                    </a:lnTo>
                    <a:lnTo>
                      <a:pt x="1113" y="3903"/>
                    </a:lnTo>
                    <a:lnTo>
                      <a:pt x="1241" y="3648"/>
                    </a:lnTo>
                    <a:lnTo>
                      <a:pt x="1386" y="3402"/>
                    </a:lnTo>
                    <a:lnTo>
                      <a:pt x="1541" y="3155"/>
                    </a:lnTo>
                    <a:lnTo>
                      <a:pt x="1706" y="2918"/>
                    </a:lnTo>
                    <a:lnTo>
                      <a:pt x="1888" y="2699"/>
                    </a:lnTo>
                    <a:lnTo>
                      <a:pt x="2070" y="2481"/>
                    </a:lnTo>
                    <a:lnTo>
                      <a:pt x="2271" y="2271"/>
                    </a:lnTo>
                    <a:lnTo>
                      <a:pt x="2481" y="2079"/>
                    </a:lnTo>
                    <a:lnTo>
                      <a:pt x="2690" y="1888"/>
                    </a:lnTo>
                    <a:lnTo>
                      <a:pt x="2918" y="1715"/>
                    </a:lnTo>
                    <a:lnTo>
                      <a:pt x="3155" y="1541"/>
                    </a:lnTo>
                    <a:lnTo>
                      <a:pt x="3393" y="1386"/>
                    </a:lnTo>
                    <a:lnTo>
                      <a:pt x="3648" y="1250"/>
                    </a:lnTo>
                    <a:lnTo>
                      <a:pt x="3903" y="1113"/>
                    </a:lnTo>
                    <a:lnTo>
                      <a:pt x="4168" y="994"/>
                    </a:lnTo>
                    <a:lnTo>
                      <a:pt x="4441" y="885"/>
                    </a:lnTo>
                    <a:lnTo>
                      <a:pt x="4715" y="794"/>
                    </a:lnTo>
                    <a:lnTo>
                      <a:pt x="4997" y="712"/>
                    </a:lnTo>
                    <a:lnTo>
                      <a:pt x="5289" y="648"/>
                    </a:lnTo>
                    <a:lnTo>
                      <a:pt x="5581" y="593"/>
                    </a:lnTo>
                    <a:lnTo>
                      <a:pt x="5882" y="557"/>
                    </a:lnTo>
                    <a:lnTo>
                      <a:pt x="6183" y="529"/>
                    </a:lnTo>
                    <a:lnTo>
                      <a:pt x="6484" y="520"/>
                    </a:lnTo>
                    <a:lnTo>
                      <a:pt x="6794" y="529"/>
                    </a:lnTo>
                    <a:lnTo>
                      <a:pt x="7095" y="557"/>
                    </a:lnTo>
                    <a:lnTo>
                      <a:pt x="7396" y="593"/>
                    </a:lnTo>
                    <a:lnTo>
                      <a:pt x="7687" y="648"/>
                    </a:lnTo>
                    <a:lnTo>
                      <a:pt x="7979" y="712"/>
                    </a:lnTo>
                    <a:lnTo>
                      <a:pt x="8262" y="794"/>
                    </a:lnTo>
                    <a:lnTo>
                      <a:pt x="8535" y="885"/>
                    </a:lnTo>
                    <a:lnTo>
                      <a:pt x="8809" y="994"/>
                    </a:lnTo>
                    <a:lnTo>
                      <a:pt x="9073" y="1113"/>
                    </a:lnTo>
                    <a:lnTo>
                      <a:pt x="9329" y="1250"/>
                    </a:lnTo>
                    <a:lnTo>
                      <a:pt x="9584" y="1386"/>
                    </a:lnTo>
                    <a:lnTo>
                      <a:pt x="9821" y="1541"/>
                    </a:lnTo>
                    <a:lnTo>
                      <a:pt x="10058" y="1715"/>
                    </a:lnTo>
                    <a:lnTo>
                      <a:pt x="10277" y="1888"/>
                    </a:lnTo>
                    <a:lnTo>
                      <a:pt x="10496" y="2079"/>
                    </a:lnTo>
                    <a:lnTo>
                      <a:pt x="10706" y="2271"/>
                    </a:lnTo>
                    <a:lnTo>
                      <a:pt x="10906" y="2481"/>
                    </a:lnTo>
                    <a:lnTo>
                      <a:pt x="11089" y="2699"/>
                    </a:lnTo>
                    <a:lnTo>
                      <a:pt x="11271" y="2918"/>
                    </a:lnTo>
                    <a:lnTo>
                      <a:pt x="11435" y="3155"/>
                    </a:lnTo>
                    <a:lnTo>
                      <a:pt x="11590" y="3402"/>
                    </a:lnTo>
                    <a:lnTo>
                      <a:pt x="11736" y="3648"/>
                    </a:lnTo>
                    <a:lnTo>
                      <a:pt x="11864" y="3903"/>
                    </a:lnTo>
                    <a:lnTo>
                      <a:pt x="11982" y="4168"/>
                    </a:lnTo>
                    <a:lnTo>
                      <a:pt x="12092" y="4441"/>
                    </a:lnTo>
                    <a:lnTo>
                      <a:pt x="12183" y="4715"/>
                    </a:lnTo>
                    <a:lnTo>
                      <a:pt x="12265" y="4997"/>
                    </a:lnTo>
                    <a:lnTo>
                      <a:pt x="12338" y="5289"/>
                    </a:lnTo>
                    <a:lnTo>
                      <a:pt x="12383" y="5581"/>
                    </a:lnTo>
                    <a:lnTo>
                      <a:pt x="12420" y="5882"/>
                    </a:lnTo>
                    <a:lnTo>
                      <a:pt x="12447" y="6183"/>
                    </a:lnTo>
                    <a:lnTo>
                      <a:pt x="12456" y="6493"/>
                    </a:lnTo>
                    <a:lnTo>
                      <a:pt x="12447" y="6794"/>
                    </a:lnTo>
                    <a:lnTo>
                      <a:pt x="12420" y="7095"/>
                    </a:lnTo>
                    <a:lnTo>
                      <a:pt x="12383" y="7396"/>
                    </a:lnTo>
                    <a:lnTo>
                      <a:pt x="12338" y="7687"/>
                    </a:lnTo>
                    <a:lnTo>
                      <a:pt x="12265" y="7979"/>
                    </a:lnTo>
                    <a:lnTo>
                      <a:pt x="12183" y="8262"/>
                    </a:lnTo>
                    <a:lnTo>
                      <a:pt x="12092" y="8535"/>
                    </a:lnTo>
                    <a:lnTo>
                      <a:pt x="11982" y="8809"/>
                    </a:lnTo>
                    <a:lnTo>
                      <a:pt x="11864" y="9073"/>
                    </a:lnTo>
                    <a:lnTo>
                      <a:pt x="11736" y="9329"/>
                    </a:lnTo>
                    <a:lnTo>
                      <a:pt x="11590" y="9584"/>
                    </a:lnTo>
                    <a:lnTo>
                      <a:pt x="11435" y="9821"/>
                    </a:lnTo>
                    <a:lnTo>
                      <a:pt x="11271" y="10058"/>
                    </a:lnTo>
                    <a:lnTo>
                      <a:pt x="11089" y="10286"/>
                    </a:lnTo>
                    <a:lnTo>
                      <a:pt x="10906" y="10496"/>
                    </a:lnTo>
                    <a:lnTo>
                      <a:pt x="10706" y="10706"/>
                    </a:lnTo>
                    <a:lnTo>
                      <a:pt x="10496" y="10906"/>
                    </a:lnTo>
                    <a:lnTo>
                      <a:pt x="10277" y="11089"/>
                    </a:lnTo>
                    <a:lnTo>
                      <a:pt x="10058" y="11271"/>
                    </a:lnTo>
                    <a:lnTo>
                      <a:pt x="9821" y="11435"/>
                    </a:lnTo>
                    <a:lnTo>
                      <a:pt x="9584" y="11590"/>
                    </a:lnTo>
                    <a:lnTo>
                      <a:pt x="9329" y="11736"/>
                    </a:lnTo>
                    <a:lnTo>
                      <a:pt x="9073" y="11864"/>
                    </a:lnTo>
                    <a:lnTo>
                      <a:pt x="8809" y="11982"/>
                    </a:lnTo>
                    <a:lnTo>
                      <a:pt x="8535" y="12092"/>
                    </a:lnTo>
                    <a:lnTo>
                      <a:pt x="8262" y="12192"/>
                    </a:lnTo>
                    <a:lnTo>
                      <a:pt x="7979" y="12265"/>
                    </a:lnTo>
                    <a:lnTo>
                      <a:pt x="7687" y="12338"/>
                    </a:lnTo>
                    <a:lnTo>
                      <a:pt x="7396" y="12383"/>
                    </a:lnTo>
                    <a:lnTo>
                      <a:pt x="7095" y="12429"/>
                    </a:lnTo>
                    <a:lnTo>
                      <a:pt x="6794" y="12447"/>
                    </a:lnTo>
                    <a:lnTo>
                      <a:pt x="6484" y="12456"/>
                    </a:lnTo>
                    <a:lnTo>
                      <a:pt x="6484" y="12985"/>
                    </a:lnTo>
                    <a:lnTo>
                      <a:pt x="6821" y="12976"/>
                    </a:lnTo>
                    <a:lnTo>
                      <a:pt x="7149" y="12949"/>
                    </a:lnTo>
                    <a:lnTo>
                      <a:pt x="7478" y="12903"/>
                    </a:lnTo>
                    <a:lnTo>
                      <a:pt x="7797" y="12848"/>
                    </a:lnTo>
                    <a:lnTo>
                      <a:pt x="8107" y="12775"/>
                    </a:lnTo>
                    <a:lnTo>
                      <a:pt x="8417" y="12693"/>
                    </a:lnTo>
                    <a:lnTo>
                      <a:pt x="8718" y="12584"/>
                    </a:lnTo>
                    <a:lnTo>
                      <a:pt x="9010" y="12475"/>
                    </a:lnTo>
                    <a:lnTo>
                      <a:pt x="9301" y="12338"/>
                    </a:lnTo>
                    <a:lnTo>
                      <a:pt x="9584" y="12201"/>
                    </a:lnTo>
                    <a:lnTo>
                      <a:pt x="9849" y="12037"/>
                    </a:lnTo>
                    <a:lnTo>
                      <a:pt x="10113" y="11873"/>
                    </a:lnTo>
                    <a:lnTo>
                      <a:pt x="10368" y="11690"/>
                    </a:lnTo>
                    <a:lnTo>
                      <a:pt x="10614" y="11499"/>
                    </a:lnTo>
                    <a:lnTo>
                      <a:pt x="10852" y="11289"/>
                    </a:lnTo>
                    <a:lnTo>
                      <a:pt x="11080" y="11079"/>
                    </a:lnTo>
                    <a:lnTo>
                      <a:pt x="11289" y="10851"/>
                    </a:lnTo>
                    <a:lnTo>
                      <a:pt x="11499" y="10614"/>
                    </a:lnTo>
                    <a:lnTo>
                      <a:pt x="11690" y="10368"/>
                    </a:lnTo>
                    <a:lnTo>
                      <a:pt x="11873" y="10113"/>
                    </a:lnTo>
                    <a:lnTo>
                      <a:pt x="12037" y="9848"/>
                    </a:lnTo>
                    <a:lnTo>
                      <a:pt x="12192" y="9584"/>
                    </a:lnTo>
                    <a:lnTo>
                      <a:pt x="12338" y="9301"/>
                    </a:lnTo>
                    <a:lnTo>
                      <a:pt x="12466" y="9010"/>
                    </a:lnTo>
                    <a:lnTo>
                      <a:pt x="12584" y="8718"/>
                    </a:lnTo>
                    <a:lnTo>
                      <a:pt x="12684" y="8417"/>
                    </a:lnTo>
                    <a:lnTo>
                      <a:pt x="12776" y="8107"/>
                    </a:lnTo>
                    <a:lnTo>
                      <a:pt x="12849" y="7797"/>
                    </a:lnTo>
                    <a:lnTo>
                      <a:pt x="12903" y="7478"/>
                    </a:lnTo>
                    <a:lnTo>
                      <a:pt x="12949" y="7149"/>
                    </a:lnTo>
                    <a:lnTo>
                      <a:pt x="12967" y="6821"/>
                    </a:lnTo>
                    <a:lnTo>
                      <a:pt x="12976" y="6493"/>
                    </a:lnTo>
                    <a:lnTo>
                      <a:pt x="12967" y="6155"/>
                    </a:lnTo>
                    <a:lnTo>
                      <a:pt x="12949" y="5827"/>
                    </a:lnTo>
                    <a:lnTo>
                      <a:pt x="12903" y="5499"/>
                    </a:lnTo>
                    <a:lnTo>
                      <a:pt x="12849" y="5180"/>
                    </a:lnTo>
                    <a:lnTo>
                      <a:pt x="12776" y="4870"/>
                    </a:lnTo>
                    <a:lnTo>
                      <a:pt x="12684" y="4560"/>
                    </a:lnTo>
                    <a:lnTo>
                      <a:pt x="12584" y="4259"/>
                    </a:lnTo>
                    <a:lnTo>
                      <a:pt x="12466" y="3967"/>
                    </a:lnTo>
                    <a:lnTo>
                      <a:pt x="12338" y="3675"/>
                    </a:lnTo>
                    <a:lnTo>
                      <a:pt x="12192" y="3402"/>
                    </a:lnTo>
                    <a:lnTo>
                      <a:pt x="12037" y="3128"/>
                    </a:lnTo>
                    <a:lnTo>
                      <a:pt x="11873" y="2864"/>
                    </a:lnTo>
                    <a:lnTo>
                      <a:pt x="11690" y="2608"/>
                    </a:lnTo>
                    <a:lnTo>
                      <a:pt x="11499" y="2362"/>
                    </a:lnTo>
                    <a:lnTo>
                      <a:pt x="11289" y="2125"/>
                    </a:lnTo>
                    <a:lnTo>
                      <a:pt x="11080" y="1906"/>
                    </a:lnTo>
                    <a:lnTo>
                      <a:pt x="10852" y="1687"/>
                    </a:lnTo>
                    <a:lnTo>
                      <a:pt x="10614" y="1487"/>
                    </a:lnTo>
                    <a:lnTo>
                      <a:pt x="10368" y="1286"/>
                    </a:lnTo>
                    <a:lnTo>
                      <a:pt x="10113" y="1113"/>
                    </a:lnTo>
                    <a:lnTo>
                      <a:pt x="9849" y="940"/>
                    </a:lnTo>
                    <a:lnTo>
                      <a:pt x="9584" y="785"/>
                    </a:lnTo>
                    <a:lnTo>
                      <a:pt x="9301" y="639"/>
                    </a:lnTo>
                    <a:lnTo>
                      <a:pt x="9010" y="511"/>
                    </a:lnTo>
                    <a:lnTo>
                      <a:pt x="8718" y="392"/>
                    </a:lnTo>
                    <a:lnTo>
                      <a:pt x="8417" y="292"/>
                    </a:lnTo>
                    <a:lnTo>
                      <a:pt x="8107" y="201"/>
                    </a:lnTo>
                    <a:lnTo>
                      <a:pt x="7797" y="128"/>
                    </a:lnTo>
                    <a:lnTo>
                      <a:pt x="7478" y="73"/>
                    </a:lnTo>
                    <a:lnTo>
                      <a:pt x="7149" y="37"/>
                    </a:lnTo>
                    <a:lnTo>
                      <a:pt x="6821" y="9"/>
                    </a:lnTo>
                    <a:lnTo>
                      <a:pt x="648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751;p27">
                <a:extLst>
                  <a:ext uri="{FF2B5EF4-FFF2-40B4-BE49-F238E27FC236}">
                    <a16:creationId xmlns:a16="http://schemas.microsoft.com/office/drawing/2014/main" id="{AD1B4FD4-0754-AC89-0D75-6CF7CC9EBFA2}"/>
                  </a:ext>
                </a:extLst>
              </p:cNvPr>
              <p:cNvSpPr/>
              <p:nvPr/>
            </p:nvSpPr>
            <p:spPr>
              <a:xfrm flipH="1">
                <a:off x="7788334" y="2014708"/>
                <a:ext cx="90010" cy="294265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8500" extrusionOk="0">
                    <a:moveTo>
                      <a:pt x="2317" y="1"/>
                    </a:moveTo>
                    <a:lnTo>
                      <a:pt x="2098" y="156"/>
                    </a:lnTo>
                    <a:lnTo>
                      <a:pt x="1888" y="311"/>
                    </a:lnTo>
                    <a:lnTo>
                      <a:pt x="1697" y="484"/>
                    </a:lnTo>
                    <a:lnTo>
                      <a:pt x="1505" y="666"/>
                    </a:lnTo>
                    <a:lnTo>
                      <a:pt x="1323" y="858"/>
                    </a:lnTo>
                    <a:lnTo>
                      <a:pt x="1159" y="1059"/>
                    </a:lnTo>
                    <a:lnTo>
                      <a:pt x="995" y="1268"/>
                    </a:lnTo>
                    <a:lnTo>
                      <a:pt x="849" y="1487"/>
                    </a:lnTo>
                    <a:lnTo>
                      <a:pt x="712" y="1715"/>
                    </a:lnTo>
                    <a:lnTo>
                      <a:pt x="584" y="1952"/>
                    </a:lnTo>
                    <a:lnTo>
                      <a:pt x="475" y="2198"/>
                    </a:lnTo>
                    <a:lnTo>
                      <a:pt x="365" y="2445"/>
                    </a:lnTo>
                    <a:lnTo>
                      <a:pt x="274" y="2700"/>
                    </a:lnTo>
                    <a:lnTo>
                      <a:pt x="201" y="2964"/>
                    </a:lnTo>
                    <a:lnTo>
                      <a:pt x="128" y="3229"/>
                    </a:lnTo>
                    <a:lnTo>
                      <a:pt x="74" y="3502"/>
                    </a:lnTo>
                    <a:lnTo>
                      <a:pt x="37" y="3776"/>
                    </a:lnTo>
                    <a:lnTo>
                      <a:pt x="10" y="4049"/>
                    </a:lnTo>
                    <a:lnTo>
                      <a:pt x="1" y="4323"/>
                    </a:lnTo>
                    <a:lnTo>
                      <a:pt x="1" y="4587"/>
                    </a:lnTo>
                    <a:lnTo>
                      <a:pt x="19" y="4861"/>
                    </a:lnTo>
                    <a:lnTo>
                      <a:pt x="46" y="5125"/>
                    </a:lnTo>
                    <a:lnTo>
                      <a:pt x="83" y="5381"/>
                    </a:lnTo>
                    <a:lnTo>
                      <a:pt x="138" y="5645"/>
                    </a:lnTo>
                    <a:lnTo>
                      <a:pt x="210" y="5901"/>
                    </a:lnTo>
                    <a:lnTo>
                      <a:pt x="283" y="6147"/>
                    </a:lnTo>
                    <a:lnTo>
                      <a:pt x="375" y="6393"/>
                    </a:lnTo>
                    <a:lnTo>
                      <a:pt x="484" y="6630"/>
                    </a:lnTo>
                    <a:lnTo>
                      <a:pt x="603" y="6867"/>
                    </a:lnTo>
                    <a:lnTo>
                      <a:pt x="730" y="7086"/>
                    </a:lnTo>
                    <a:lnTo>
                      <a:pt x="867" y="7305"/>
                    </a:lnTo>
                    <a:lnTo>
                      <a:pt x="1022" y="7515"/>
                    </a:lnTo>
                    <a:lnTo>
                      <a:pt x="1131" y="7651"/>
                    </a:lnTo>
                    <a:lnTo>
                      <a:pt x="1250" y="7788"/>
                    </a:lnTo>
                    <a:lnTo>
                      <a:pt x="1369" y="7916"/>
                    </a:lnTo>
                    <a:lnTo>
                      <a:pt x="1487" y="8043"/>
                    </a:lnTo>
                    <a:lnTo>
                      <a:pt x="1615" y="8162"/>
                    </a:lnTo>
                    <a:lnTo>
                      <a:pt x="1752" y="8280"/>
                    </a:lnTo>
                    <a:lnTo>
                      <a:pt x="1888" y="8399"/>
                    </a:lnTo>
                    <a:lnTo>
                      <a:pt x="2025" y="8499"/>
                    </a:lnTo>
                    <a:lnTo>
                      <a:pt x="2344" y="8080"/>
                    </a:lnTo>
                    <a:lnTo>
                      <a:pt x="2089" y="7879"/>
                    </a:lnTo>
                    <a:lnTo>
                      <a:pt x="1861" y="7670"/>
                    </a:lnTo>
                    <a:lnTo>
                      <a:pt x="1642" y="7442"/>
                    </a:lnTo>
                    <a:lnTo>
                      <a:pt x="1533" y="7323"/>
                    </a:lnTo>
                    <a:lnTo>
                      <a:pt x="1441" y="7195"/>
                    </a:lnTo>
                    <a:lnTo>
                      <a:pt x="1305" y="7013"/>
                    </a:lnTo>
                    <a:lnTo>
                      <a:pt x="1177" y="6812"/>
                    </a:lnTo>
                    <a:lnTo>
                      <a:pt x="1058" y="6612"/>
                    </a:lnTo>
                    <a:lnTo>
                      <a:pt x="958" y="6402"/>
                    </a:lnTo>
                    <a:lnTo>
                      <a:pt x="858" y="6192"/>
                    </a:lnTo>
                    <a:lnTo>
                      <a:pt x="776" y="5974"/>
                    </a:lnTo>
                    <a:lnTo>
                      <a:pt x="712" y="5746"/>
                    </a:lnTo>
                    <a:lnTo>
                      <a:pt x="648" y="5518"/>
                    </a:lnTo>
                    <a:lnTo>
                      <a:pt x="603" y="5280"/>
                    </a:lnTo>
                    <a:lnTo>
                      <a:pt x="566" y="5053"/>
                    </a:lnTo>
                    <a:lnTo>
                      <a:pt x="539" y="4806"/>
                    </a:lnTo>
                    <a:lnTo>
                      <a:pt x="530" y="4569"/>
                    </a:lnTo>
                    <a:lnTo>
                      <a:pt x="530" y="4323"/>
                    </a:lnTo>
                    <a:lnTo>
                      <a:pt x="539" y="4086"/>
                    </a:lnTo>
                    <a:lnTo>
                      <a:pt x="557" y="3840"/>
                    </a:lnTo>
                    <a:lnTo>
                      <a:pt x="593" y="3594"/>
                    </a:lnTo>
                    <a:lnTo>
                      <a:pt x="648" y="3347"/>
                    </a:lnTo>
                    <a:lnTo>
                      <a:pt x="703" y="3101"/>
                    </a:lnTo>
                    <a:lnTo>
                      <a:pt x="776" y="2873"/>
                    </a:lnTo>
                    <a:lnTo>
                      <a:pt x="858" y="2636"/>
                    </a:lnTo>
                    <a:lnTo>
                      <a:pt x="949" y="2417"/>
                    </a:lnTo>
                    <a:lnTo>
                      <a:pt x="1049" y="2198"/>
                    </a:lnTo>
                    <a:lnTo>
                      <a:pt x="1168" y="1980"/>
                    </a:lnTo>
                    <a:lnTo>
                      <a:pt x="1286" y="1779"/>
                    </a:lnTo>
                    <a:lnTo>
                      <a:pt x="1423" y="1578"/>
                    </a:lnTo>
                    <a:lnTo>
                      <a:pt x="1560" y="1387"/>
                    </a:lnTo>
                    <a:lnTo>
                      <a:pt x="1715" y="1214"/>
                    </a:lnTo>
                    <a:lnTo>
                      <a:pt x="1879" y="1040"/>
                    </a:lnTo>
                    <a:lnTo>
                      <a:pt x="2043" y="876"/>
                    </a:lnTo>
                    <a:lnTo>
                      <a:pt x="2226" y="721"/>
                    </a:lnTo>
                    <a:lnTo>
                      <a:pt x="2408" y="575"/>
                    </a:lnTo>
                    <a:lnTo>
                      <a:pt x="2600" y="448"/>
                    </a:lnTo>
                    <a:lnTo>
                      <a:pt x="23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752;p27">
                <a:extLst>
                  <a:ext uri="{FF2B5EF4-FFF2-40B4-BE49-F238E27FC236}">
                    <a16:creationId xmlns:a16="http://schemas.microsoft.com/office/drawing/2014/main" id="{BC34B2F0-C006-4AB1-0019-B0AA1F7C8B27}"/>
                  </a:ext>
                </a:extLst>
              </p:cNvPr>
              <p:cNvSpPr/>
              <p:nvPr/>
            </p:nvSpPr>
            <p:spPr>
              <a:xfrm flipH="1">
                <a:off x="7781375" y="2280520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9" y="10"/>
                    </a:lnTo>
                    <a:lnTo>
                      <a:pt x="465" y="19"/>
                    </a:lnTo>
                    <a:lnTo>
                      <a:pt x="410" y="37"/>
                    </a:lnTo>
                    <a:lnTo>
                      <a:pt x="356" y="55"/>
                    </a:lnTo>
                    <a:lnTo>
                      <a:pt x="301" y="83"/>
                    </a:lnTo>
                    <a:lnTo>
                      <a:pt x="255" y="119"/>
                    </a:lnTo>
                    <a:lnTo>
                      <a:pt x="210" y="156"/>
                    </a:lnTo>
                    <a:lnTo>
                      <a:pt x="164" y="201"/>
                    </a:lnTo>
                    <a:lnTo>
                      <a:pt x="119" y="247"/>
                    </a:lnTo>
                    <a:lnTo>
                      <a:pt x="91" y="302"/>
                    </a:lnTo>
                    <a:lnTo>
                      <a:pt x="55" y="356"/>
                    </a:lnTo>
                    <a:lnTo>
                      <a:pt x="37" y="411"/>
                    </a:lnTo>
                    <a:lnTo>
                      <a:pt x="18" y="466"/>
                    </a:lnTo>
                    <a:lnTo>
                      <a:pt x="9" y="530"/>
                    </a:lnTo>
                    <a:lnTo>
                      <a:pt x="0" y="584"/>
                    </a:lnTo>
                    <a:lnTo>
                      <a:pt x="0" y="648"/>
                    </a:lnTo>
                    <a:lnTo>
                      <a:pt x="9" y="703"/>
                    </a:lnTo>
                    <a:lnTo>
                      <a:pt x="18" y="767"/>
                    </a:lnTo>
                    <a:lnTo>
                      <a:pt x="37" y="821"/>
                    </a:lnTo>
                    <a:lnTo>
                      <a:pt x="55" y="876"/>
                    </a:lnTo>
                    <a:lnTo>
                      <a:pt x="91" y="931"/>
                    </a:lnTo>
                    <a:lnTo>
                      <a:pt x="119" y="976"/>
                    </a:lnTo>
                    <a:lnTo>
                      <a:pt x="155" y="1022"/>
                    </a:lnTo>
                    <a:lnTo>
                      <a:pt x="201" y="1068"/>
                    </a:lnTo>
                    <a:lnTo>
                      <a:pt x="246" y="1113"/>
                    </a:lnTo>
                    <a:lnTo>
                      <a:pt x="301" y="1140"/>
                    </a:lnTo>
                    <a:lnTo>
                      <a:pt x="356" y="1177"/>
                    </a:lnTo>
                    <a:lnTo>
                      <a:pt x="410" y="1195"/>
                    </a:lnTo>
                    <a:lnTo>
                      <a:pt x="474" y="1213"/>
                    </a:lnTo>
                    <a:lnTo>
                      <a:pt x="529" y="1223"/>
                    </a:lnTo>
                    <a:lnTo>
                      <a:pt x="593" y="1232"/>
                    </a:lnTo>
                    <a:lnTo>
                      <a:pt x="648" y="1232"/>
                    </a:lnTo>
                    <a:lnTo>
                      <a:pt x="711" y="1223"/>
                    </a:lnTo>
                    <a:lnTo>
                      <a:pt x="766" y="1213"/>
                    </a:lnTo>
                    <a:lnTo>
                      <a:pt x="821" y="1195"/>
                    </a:lnTo>
                    <a:lnTo>
                      <a:pt x="876" y="1177"/>
                    </a:lnTo>
                    <a:lnTo>
                      <a:pt x="930" y="1150"/>
                    </a:lnTo>
                    <a:lnTo>
                      <a:pt x="976" y="1113"/>
                    </a:lnTo>
                    <a:lnTo>
                      <a:pt x="1031" y="1077"/>
                    </a:lnTo>
                    <a:lnTo>
                      <a:pt x="1067" y="1031"/>
                    </a:lnTo>
                    <a:lnTo>
                      <a:pt x="1113" y="985"/>
                    </a:lnTo>
                    <a:lnTo>
                      <a:pt x="1149" y="931"/>
                    </a:lnTo>
                    <a:lnTo>
                      <a:pt x="1176" y="876"/>
                    </a:lnTo>
                    <a:lnTo>
                      <a:pt x="1195" y="821"/>
                    </a:lnTo>
                    <a:lnTo>
                      <a:pt x="1213" y="758"/>
                    </a:lnTo>
                    <a:lnTo>
                      <a:pt x="1222" y="703"/>
                    </a:lnTo>
                    <a:lnTo>
                      <a:pt x="1231" y="639"/>
                    </a:lnTo>
                    <a:lnTo>
                      <a:pt x="1231" y="584"/>
                    </a:lnTo>
                    <a:lnTo>
                      <a:pt x="1222" y="530"/>
                    </a:lnTo>
                    <a:lnTo>
                      <a:pt x="1213" y="466"/>
                    </a:lnTo>
                    <a:lnTo>
                      <a:pt x="1195" y="411"/>
                    </a:lnTo>
                    <a:lnTo>
                      <a:pt x="1176" y="356"/>
                    </a:lnTo>
                    <a:lnTo>
                      <a:pt x="1149" y="302"/>
                    </a:lnTo>
                    <a:lnTo>
                      <a:pt x="1113" y="256"/>
                    </a:lnTo>
                    <a:lnTo>
                      <a:pt x="1076" y="201"/>
                    </a:lnTo>
                    <a:lnTo>
                      <a:pt x="1031" y="165"/>
                    </a:lnTo>
                    <a:lnTo>
                      <a:pt x="985" y="119"/>
                    </a:lnTo>
                    <a:lnTo>
                      <a:pt x="930" y="83"/>
                    </a:lnTo>
                    <a:lnTo>
                      <a:pt x="876" y="55"/>
                    </a:lnTo>
                    <a:lnTo>
                      <a:pt x="821" y="37"/>
                    </a:lnTo>
                    <a:lnTo>
                      <a:pt x="766" y="19"/>
                    </a:lnTo>
                    <a:lnTo>
                      <a:pt x="702" y="10"/>
                    </a:lnTo>
                    <a:lnTo>
                      <a:pt x="64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753;p27">
                <a:extLst>
                  <a:ext uri="{FF2B5EF4-FFF2-40B4-BE49-F238E27FC236}">
                    <a16:creationId xmlns:a16="http://schemas.microsoft.com/office/drawing/2014/main" id="{C622254D-3E81-DA70-3652-DD4927D7C86D}"/>
                  </a:ext>
                </a:extLst>
              </p:cNvPr>
              <p:cNvSpPr/>
              <p:nvPr/>
            </p:nvSpPr>
            <p:spPr>
              <a:xfrm flipH="1">
                <a:off x="7127942" y="1954747"/>
                <a:ext cx="1301586" cy="1019680"/>
              </a:xfrm>
              <a:custGeom>
                <a:avLst/>
                <a:gdLst/>
                <a:ahLst/>
                <a:cxnLst/>
                <a:rect l="l" t="t" r="r" b="b"/>
                <a:pathLst>
                  <a:path w="37597" h="29454" extrusionOk="0">
                    <a:moveTo>
                      <a:pt x="14198" y="520"/>
                    </a:moveTo>
                    <a:lnTo>
                      <a:pt x="14463" y="529"/>
                    </a:lnTo>
                    <a:lnTo>
                      <a:pt x="14727" y="557"/>
                    </a:lnTo>
                    <a:lnTo>
                      <a:pt x="14992" y="593"/>
                    </a:lnTo>
                    <a:lnTo>
                      <a:pt x="15247" y="639"/>
                    </a:lnTo>
                    <a:lnTo>
                      <a:pt x="15502" y="702"/>
                    </a:lnTo>
                    <a:lnTo>
                      <a:pt x="15748" y="785"/>
                    </a:lnTo>
                    <a:lnTo>
                      <a:pt x="15986" y="876"/>
                    </a:lnTo>
                    <a:lnTo>
                      <a:pt x="16223" y="985"/>
                    </a:lnTo>
                    <a:lnTo>
                      <a:pt x="16460" y="1095"/>
                    </a:lnTo>
                    <a:lnTo>
                      <a:pt x="16679" y="1231"/>
                    </a:lnTo>
                    <a:lnTo>
                      <a:pt x="16897" y="1377"/>
                    </a:lnTo>
                    <a:lnTo>
                      <a:pt x="17107" y="1532"/>
                    </a:lnTo>
                    <a:lnTo>
                      <a:pt x="17308" y="1696"/>
                    </a:lnTo>
                    <a:lnTo>
                      <a:pt x="17499" y="1879"/>
                    </a:lnTo>
                    <a:lnTo>
                      <a:pt x="17682" y="2070"/>
                    </a:lnTo>
                    <a:lnTo>
                      <a:pt x="17855" y="2271"/>
                    </a:lnTo>
                    <a:lnTo>
                      <a:pt x="17992" y="2435"/>
                    </a:lnTo>
                    <a:lnTo>
                      <a:pt x="18183" y="2344"/>
                    </a:lnTo>
                    <a:lnTo>
                      <a:pt x="18356" y="2253"/>
                    </a:lnTo>
                    <a:lnTo>
                      <a:pt x="18530" y="2180"/>
                    </a:lnTo>
                    <a:lnTo>
                      <a:pt x="18712" y="2098"/>
                    </a:lnTo>
                    <a:lnTo>
                      <a:pt x="18894" y="2034"/>
                    </a:lnTo>
                    <a:lnTo>
                      <a:pt x="19077" y="1970"/>
                    </a:lnTo>
                    <a:lnTo>
                      <a:pt x="19259" y="1915"/>
                    </a:lnTo>
                    <a:lnTo>
                      <a:pt x="19442" y="1860"/>
                    </a:lnTo>
                    <a:lnTo>
                      <a:pt x="19633" y="1815"/>
                    </a:lnTo>
                    <a:lnTo>
                      <a:pt x="19824" y="1769"/>
                    </a:lnTo>
                    <a:lnTo>
                      <a:pt x="20007" y="1733"/>
                    </a:lnTo>
                    <a:lnTo>
                      <a:pt x="20198" y="1705"/>
                    </a:lnTo>
                    <a:lnTo>
                      <a:pt x="20390" y="1678"/>
                    </a:lnTo>
                    <a:lnTo>
                      <a:pt x="20581" y="1660"/>
                    </a:lnTo>
                    <a:lnTo>
                      <a:pt x="20782" y="1651"/>
                    </a:lnTo>
                    <a:lnTo>
                      <a:pt x="20973" y="1642"/>
                    </a:lnTo>
                    <a:lnTo>
                      <a:pt x="21174" y="1633"/>
                    </a:lnTo>
                    <a:lnTo>
                      <a:pt x="21429" y="1642"/>
                    </a:lnTo>
                    <a:lnTo>
                      <a:pt x="21694" y="1660"/>
                    </a:lnTo>
                    <a:lnTo>
                      <a:pt x="21949" y="1678"/>
                    </a:lnTo>
                    <a:lnTo>
                      <a:pt x="22204" y="1715"/>
                    </a:lnTo>
                    <a:lnTo>
                      <a:pt x="22460" y="1760"/>
                    </a:lnTo>
                    <a:lnTo>
                      <a:pt x="22715" y="1815"/>
                    </a:lnTo>
                    <a:lnTo>
                      <a:pt x="22961" y="1879"/>
                    </a:lnTo>
                    <a:lnTo>
                      <a:pt x="23207" y="1952"/>
                    </a:lnTo>
                    <a:lnTo>
                      <a:pt x="23445" y="2034"/>
                    </a:lnTo>
                    <a:lnTo>
                      <a:pt x="23691" y="2125"/>
                    </a:lnTo>
                    <a:lnTo>
                      <a:pt x="23928" y="2225"/>
                    </a:lnTo>
                    <a:lnTo>
                      <a:pt x="24156" y="2335"/>
                    </a:lnTo>
                    <a:lnTo>
                      <a:pt x="24384" y="2453"/>
                    </a:lnTo>
                    <a:lnTo>
                      <a:pt x="24612" y="2590"/>
                    </a:lnTo>
                    <a:lnTo>
                      <a:pt x="24831" y="2727"/>
                    </a:lnTo>
                    <a:lnTo>
                      <a:pt x="25040" y="2873"/>
                    </a:lnTo>
                    <a:lnTo>
                      <a:pt x="25159" y="2955"/>
                    </a:lnTo>
                    <a:lnTo>
                      <a:pt x="25296" y="2900"/>
                    </a:lnTo>
                    <a:lnTo>
                      <a:pt x="25478" y="2827"/>
                    </a:lnTo>
                    <a:lnTo>
                      <a:pt x="25660" y="2772"/>
                    </a:lnTo>
                    <a:lnTo>
                      <a:pt x="25852" y="2718"/>
                    </a:lnTo>
                    <a:lnTo>
                      <a:pt x="26034" y="2681"/>
                    </a:lnTo>
                    <a:lnTo>
                      <a:pt x="26226" y="2645"/>
                    </a:lnTo>
                    <a:lnTo>
                      <a:pt x="26417" y="2626"/>
                    </a:lnTo>
                    <a:lnTo>
                      <a:pt x="26609" y="2608"/>
                    </a:lnTo>
                    <a:lnTo>
                      <a:pt x="26983" y="2608"/>
                    </a:lnTo>
                    <a:lnTo>
                      <a:pt x="27147" y="2617"/>
                    </a:lnTo>
                    <a:lnTo>
                      <a:pt x="27320" y="2636"/>
                    </a:lnTo>
                    <a:lnTo>
                      <a:pt x="27484" y="2663"/>
                    </a:lnTo>
                    <a:lnTo>
                      <a:pt x="27648" y="2690"/>
                    </a:lnTo>
                    <a:lnTo>
                      <a:pt x="27812" y="2736"/>
                    </a:lnTo>
                    <a:lnTo>
                      <a:pt x="27967" y="2772"/>
                    </a:lnTo>
                    <a:lnTo>
                      <a:pt x="28132" y="2827"/>
                    </a:lnTo>
                    <a:lnTo>
                      <a:pt x="28287" y="2882"/>
                    </a:lnTo>
                    <a:lnTo>
                      <a:pt x="28432" y="2946"/>
                    </a:lnTo>
                    <a:lnTo>
                      <a:pt x="28587" y="3019"/>
                    </a:lnTo>
                    <a:lnTo>
                      <a:pt x="28724" y="3092"/>
                    </a:lnTo>
                    <a:lnTo>
                      <a:pt x="28870" y="3174"/>
                    </a:lnTo>
                    <a:lnTo>
                      <a:pt x="29007" y="3256"/>
                    </a:lnTo>
                    <a:lnTo>
                      <a:pt x="29144" y="3356"/>
                    </a:lnTo>
                    <a:lnTo>
                      <a:pt x="29271" y="3447"/>
                    </a:lnTo>
                    <a:lnTo>
                      <a:pt x="29399" y="3547"/>
                    </a:lnTo>
                    <a:lnTo>
                      <a:pt x="29527" y="3657"/>
                    </a:lnTo>
                    <a:lnTo>
                      <a:pt x="29645" y="3775"/>
                    </a:lnTo>
                    <a:lnTo>
                      <a:pt x="29755" y="3894"/>
                    </a:lnTo>
                    <a:lnTo>
                      <a:pt x="29864" y="4012"/>
                    </a:lnTo>
                    <a:lnTo>
                      <a:pt x="29974" y="4140"/>
                    </a:lnTo>
                    <a:lnTo>
                      <a:pt x="30074" y="4268"/>
                    </a:lnTo>
                    <a:lnTo>
                      <a:pt x="30165" y="4405"/>
                    </a:lnTo>
                    <a:lnTo>
                      <a:pt x="30256" y="4541"/>
                    </a:lnTo>
                    <a:lnTo>
                      <a:pt x="30338" y="4687"/>
                    </a:lnTo>
                    <a:lnTo>
                      <a:pt x="30420" y="4833"/>
                    </a:lnTo>
                    <a:lnTo>
                      <a:pt x="30484" y="4988"/>
                    </a:lnTo>
                    <a:lnTo>
                      <a:pt x="30557" y="5143"/>
                    </a:lnTo>
                    <a:lnTo>
                      <a:pt x="30612" y="5298"/>
                    </a:lnTo>
                    <a:lnTo>
                      <a:pt x="30667" y="5462"/>
                    </a:lnTo>
                    <a:lnTo>
                      <a:pt x="30712" y="5626"/>
                    </a:lnTo>
                    <a:lnTo>
                      <a:pt x="30767" y="5854"/>
                    </a:lnTo>
                    <a:lnTo>
                      <a:pt x="30995" y="5827"/>
                    </a:lnTo>
                    <a:lnTo>
                      <a:pt x="31250" y="5800"/>
                    </a:lnTo>
                    <a:lnTo>
                      <a:pt x="31478" y="5791"/>
                    </a:lnTo>
                    <a:lnTo>
                      <a:pt x="31688" y="5800"/>
                    </a:lnTo>
                    <a:lnTo>
                      <a:pt x="31888" y="5818"/>
                    </a:lnTo>
                    <a:lnTo>
                      <a:pt x="32089" y="5836"/>
                    </a:lnTo>
                    <a:lnTo>
                      <a:pt x="32290" y="5873"/>
                    </a:lnTo>
                    <a:lnTo>
                      <a:pt x="32490" y="5918"/>
                    </a:lnTo>
                    <a:lnTo>
                      <a:pt x="32682" y="5973"/>
                    </a:lnTo>
                    <a:lnTo>
                      <a:pt x="32864" y="6037"/>
                    </a:lnTo>
                    <a:lnTo>
                      <a:pt x="33046" y="6110"/>
                    </a:lnTo>
                    <a:lnTo>
                      <a:pt x="33229" y="6192"/>
                    </a:lnTo>
                    <a:lnTo>
                      <a:pt x="33402" y="6283"/>
                    </a:lnTo>
                    <a:lnTo>
                      <a:pt x="33566" y="6374"/>
                    </a:lnTo>
                    <a:lnTo>
                      <a:pt x="33730" y="6484"/>
                    </a:lnTo>
                    <a:lnTo>
                      <a:pt x="33895" y="6593"/>
                    </a:lnTo>
                    <a:lnTo>
                      <a:pt x="34050" y="6712"/>
                    </a:lnTo>
                    <a:lnTo>
                      <a:pt x="34195" y="6839"/>
                    </a:lnTo>
                    <a:lnTo>
                      <a:pt x="34332" y="6976"/>
                    </a:lnTo>
                    <a:lnTo>
                      <a:pt x="34469" y="7113"/>
                    </a:lnTo>
                    <a:lnTo>
                      <a:pt x="34597" y="7259"/>
                    </a:lnTo>
                    <a:lnTo>
                      <a:pt x="34715" y="7414"/>
                    </a:lnTo>
                    <a:lnTo>
                      <a:pt x="34825" y="7578"/>
                    </a:lnTo>
                    <a:lnTo>
                      <a:pt x="34934" y="7733"/>
                    </a:lnTo>
                    <a:lnTo>
                      <a:pt x="35025" y="7906"/>
                    </a:lnTo>
                    <a:lnTo>
                      <a:pt x="35116" y="8079"/>
                    </a:lnTo>
                    <a:lnTo>
                      <a:pt x="35198" y="8262"/>
                    </a:lnTo>
                    <a:lnTo>
                      <a:pt x="35271" y="8444"/>
                    </a:lnTo>
                    <a:lnTo>
                      <a:pt x="35335" y="8626"/>
                    </a:lnTo>
                    <a:lnTo>
                      <a:pt x="35390" y="8818"/>
                    </a:lnTo>
                    <a:lnTo>
                      <a:pt x="35436" y="9019"/>
                    </a:lnTo>
                    <a:lnTo>
                      <a:pt x="35472" y="9219"/>
                    </a:lnTo>
                    <a:lnTo>
                      <a:pt x="35490" y="9420"/>
                    </a:lnTo>
                    <a:lnTo>
                      <a:pt x="35509" y="9620"/>
                    </a:lnTo>
                    <a:lnTo>
                      <a:pt x="35518" y="9830"/>
                    </a:lnTo>
                    <a:lnTo>
                      <a:pt x="35509" y="10085"/>
                    </a:lnTo>
                    <a:lnTo>
                      <a:pt x="35472" y="10368"/>
                    </a:lnTo>
                    <a:lnTo>
                      <a:pt x="35463" y="10496"/>
                    </a:lnTo>
                    <a:lnTo>
                      <a:pt x="35545" y="10578"/>
                    </a:lnTo>
                    <a:lnTo>
                      <a:pt x="35718" y="10788"/>
                    </a:lnTo>
                    <a:lnTo>
                      <a:pt x="35891" y="11006"/>
                    </a:lnTo>
                    <a:lnTo>
                      <a:pt x="36047" y="11234"/>
                    </a:lnTo>
                    <a:lnTo>
                      <a:pt x="36202" y="11462"/>
                    </a:lnTo>
                    <a:lnTo>
                      <a:pt x="36338" y="11699"/>
                    </a:lnTo>
                    <a:lnTo>
                      <a:pt x="36457" y="11937"/>
                    </a:lnTo>
                    <a:lnTo>
                      <a:pt x="36575" y="12183"/>
                    </a:lnTo>
                    <a:lnTo>
                      <a:pt x="36676" y="12438"/>
                    </a:lnTo>
                    <a:lnTo>
                      <a:pt x="36767" y="12693"/>
                    </a:lnTo>
                    <a:lnTo>
                      <a:pt x="36849" y="12949"/>
                    </a:lnTo>
                    <a:lnTo>
                      <a:pt x="36913" y="13213"/>
                    </a:lnTo>
                    <a:lnTo>
                      <a:pt x="36977" y="13478"/>
                    </a:lnTo>
                    <a:lnTo>
                      <a:pt x="37013" y="13751"/>
                    </a:lnTo>
                    <a:lnTo>
                      <a:pt x="37050" y="14025"/>
                    </a:lnTo>
                    <a:lnTo>
                      <a:pt x="37068" y="14298"/>
                    </a:lnTo>
                    <a:lnTo>
                      <a:pt x="37077" y="14572"/>
                    </a:lnTo>
                    <a:lnTo>
                      <a:pt x="37068" y="14882"/>
                    </a:lnTo>
                    <a:lnTo>
                      <a:pt x="37040" y="15183"/>
                    </a:lnTo>
                    <a:lnTo>
                      <a:pt x="37004" y="15484"/>
                    </a:lnTo>
                    <a:lnTo>
                      <a:pt x="36949" y="15775"/>
                    </a:lnTo>
                    <a:lnTo>
                      <a:pt x="36885" y="16058"/>
                    </a:lnTo>
                    <a:lnTo>
                      <a:pt x="36803" y="16341"/>
                    </a:lnTo>
                    <a:lnTo>
                      <a:pt x="36712" y="16623"/>
                    </a:lnTo>
                    <a:lnTo>
                      <a:pt x="36603" y="16897"/>
                    </a:lnTo>
                    <a:lnTo>
                      <a:pt x="36484" y="17152"/>
                    </a:lnTo>
                    <a:lnTo>
                      <a:pt x="36357" y="17417"/>
                    </a:lnTo>
                    <a:lnTo>
                      <a:pt x="36211" y="17663"/>
                    </a:lnTo>
                    <a:lnTo>
                      <a:pt x="36056" y="17909"/>
                    </a:lnTo>
                    <a:lnTo>
                      <a:pt x="35882" y="18137"/>
                    </a:lnTo>
                    <a:lnTo>
                      <a:pt x="35709" y="18365"/>
                    </a:lnTo>
                    <a:lnTo>
                      <a:pt x="35518" y="18584"/>
                    </a:lnTo>
                    <a:lnTo>
                      <a:pt x="35326" y="18794"/>
                    </a:lnTo>
                    <a:lnTo>
                      <a:pt x="35116" y="18985"/>
                    </a:lnTo>
                    <a:lnTo>
                      <a:pt x="34898" y="19177"/>
                    </a:lnTo>
                    <a:lnTo>
                      <a:pt x="34679" y="19350"/>
                    </a:lnTo>
                    <a:lnTo>
                      <a:pt x="34442" y="19523"/>
                    </a:lnTo>
                    <a:lnTo>
                      <a:pt x="34195" y="19678"/>
                    </a:lnTo>
                    <a:lnTo>
                      <a:pt x="33949" y="19815"/>
                    </a:lnTo>
                    <a:lnTo>
                      <a:pt x="33694" y="19952"/>
                    </a:lnTo>
                    <a:lnTo>
                      <a:pt x="33429" y="20070"/>
                    </a:lnTo>
                    <a:lnTo>
                      <a:pt x="33156" y="20180"/>
                    </a:lnTo>
                    <a:lnTo>
                      <a:pt x="32882" y="20271"/>
                    </a:lnTo>
                    <a:lnTo>
                      <a:pt x="32600" y="20353"/>
                    </a:lnTo>
                    <a:lnTo>
                      <a:pt x="32308" y="20417"/>
                    </a:lnTo>
                    <a:lnTo>
                      <a:pt x="32016" y="20471"/>
                    </a:lnTo>
                    <a:lnTo>
                      <a:pt x="31715" y="20508"/>
                    </a:lnTo>
                    <a:lnTo>
                      <a:pt x="31414" y="20535"/>
                    </a:lnTo>
                    <a:lnTo>
                      <a:pt x="30803" y="20535"/>
                    </a:lnTo>
                    <a:lnTo>
                      <a:pt x="30502" y="20508"/>
                    </a:lnTo>
                    <a:lnTo>
                      <a:pt x="30211" y="20471"/>
                    </a:lnTo>
                    <a:lnTo>
                      <a:pt x="29919" y="20417"/>
                    </a:lnTo>
                    <a:lnTo>
                      <a:pt x="29782" y="20399"/>
                    </a:lnTo>
                    <a:lnTo>
                      <a:pt x="29682" y="20481"/>
                    </a:lnTo>
                    <a:lnTo>
                      <a:pt x="29563" y="20581"/>
                    </a:lnTo>
                    <a:lnTo>
                      <a:pt x="29445" y="20681"/>
                    </a:lnTo>
                    <a:lnTo>
                      <a:pt x="29317" y="20772"/>
                    </a:lnTo>
                    <a:lnTo>
                      <a:pt x="29180" y="20854"/>
                    </a:lnTo>
                    <a:lnTo>
                      <a:pt x="29043" y="20927"/>
                    </a:lnTo>
                    <a:lnTo>
                      <a:pt x="28907" y="21000"/>
                    </a:lnTo>
                    <a:lnTo>
                      <a:pt x="28770" y="21064"/>
                    </a:lnTo>
                    <a:lnTo>
                      <a:pt x="28624" y="21128"/>
                    </a:lnTo>
                    <a:lnTo>
                      <a:pt x="28478" y="21174"/>
                    </a:lnTo>
                    <a:lnTo>
                      <a:pt x="28332" y="21219"/>
                    </a:lnTo>
                    <a:lnTo>
                      <a:pt x="28186" y="21265"/>
                    </a:lnTo>
                    <a:lnTo>
                      <a:pt x="28031" y="21292"/>
                    </a:lnTo>
                    <a:lnTo>
                      <a:pt x="27876" y="21320"/>
                    </a:lnTo>
                    <a:lnTo>
                      <a:pt x="27721" y="21338"/>
                    </a:lnTo>
                    <a:lnTo>
                      <a:pt x="27566" y="21347"/>
                    </a:lnTo>
                    <a:lnTo>
                      <a:pt x="27411" y="21347"/>
                    </a:lnTo>
                    <a:lnTo>
                      <a:pt x="27247" y="21338"/>
                    </a:lnTo>
                    <a:lnTo>
                      <a:pt x="27019" y="21329"/>
                    </a:lnTo>
                    <a:lnTo>
                      <a:pt x="26946" y="21484"/>
                    </a:lnTo>
                    <a:lnTo>
                      <a:pt x="26846" y="21666"/>
                    </a:lnTo>
                    <a:lnTo>
                      <a:pt x="26746" y="21848"/>
                    </a:lnTo>
                    <a:lnTo>
                      <a:pt x="26627" y="22031"/>
                    </a:lnTo>
                    <a:lnTo>
                      <a:pt x="26518" y="22204"/>
                    </a:lnTo>
                    <a:lnTo>
                      <a:pt x="26390" y="22377"/>
                    </a:lnTo>
                    <a:lnTo>
                      <a:pt x="26271" y="22541"/>
                    </a:lnTo>
                    <a:lnTo>
                      <a:pt x="26135" y="22696"/>
                    </a:lnTo>
                    <a:lnTo>
                      <a:pt x="25998" y="22851"/>
                    </a:lnTo>
                    <a:lnTo>
                      <a:pt x="25861" y="22997"/>
                    </a:lnTo>
                    <a:lnTo>
                      <a:pt x="25715" y="23143"/>
                    </a:lnTo>
                    <a:lnTo>
                      <a:pt x="25560" y="23280"/>
                    </a:lnTo>
                    <a:lnTo>
                      <a:pt x="25405" y="23408"/>
                    </a:lnTo>
                    <a:lnTo>
                      <a:pt x="25250" y="23535"/>
                    </a:lnTo>
                    <a:lnTo>
                      <a:pt x="25086" y="23663"/>
                    </a:lnTo>
                    <a:lnTo>
                      <a:pt x="24922" y="23772"/>
                    </a:lnTo>
                    <a:lnTo>
                      <a:pt x="24749" y="23882"/>
                    </a:lnTo>
                    <a:lnTo>
                      <a:pt x="24575" y="23991"/>
                    </a:lnTo>
                    <a:lnTo>
                      <a:pt x="24393" y="24082"/>
                    </a:lnTo>
                    <a:lnTo>
                      <a:pt x="24211" y="24174"/>
                    </a:lnTo>
                    <a:lnTo>
                      <a:pt x="24028" y="24265"/>
                    </a:lnTo>
                    <a:lnTo>
                      <a:pt x="23837" y="24338"/>
                    </a:lnTo>
                    <a:lnTo>
                      <a:pt x="23654" y="24411"/>
                    </a:lnTo>
                    <a:lnTo>
                      <a:pt x="23454" y="24475"/>
                    </a:lnTo>
                    <a:lnTo>
                      <a:pt x="23262" y="24538"/>
                    </a:lnTo>
                    <a:lnTo>
                      <a:pt x="23062" y="24593"/>
                    </a:lnTo>
                    <a:lnTo>
                      <a:pt x="22861" y="24639"/>
                    </a:lnTo>
                    <a:lnTo>
                      <a:pt x="22660" y="24675"/>
                    </a:lnTo>
                    <a:lnTo>
                      <a:pt x="22451" y="24712"/>
                    </a:lnTo>
                    <a:lnTo>
                      <a:pt x="22250" y="24730"/>
                    </a:lnTo>
                    <a:lnTo>
                      <a:pt x="22040" y="24748"/>
                    </a:lnTo>
                    <a:lnTo>
                      <a:pt x="21831" y="24766"/>
                    </a:lnTo>
                    <a:lnTo>
                      <a:pt x="21612" y="24766"/>
                    </a:lnTo>
                    <a:lnTo>
                      <a:pt x="21356" y="24757"/>
                    </a:lnTo>
                    <a:lnTo>
                      <a:pt x="21101" y="24748"/>
                    </a:lnTo>
                    <a:lnTo>
                      <a:pt x="20855" y="24721"/>
                    </a:lnTo>
                    <a:lnTo>
                      <a:pt x="20600" y="24675"/>
                    </a:lnTo>
                    <a:lnTo>
                      <a:pt x="20353" y="24630"/>
                    </a:lnTo>
                    <a:lnTo>
                      <a:pt x="20107" y="24566"/>
                    </a:lnTo>
                    <a:lnTo>
                      <a:pt x="19861" y="24502"/>
                    </a:lnTo>
                    <a:lnTo>
                      <a:pt x="19624" y="24420"/>
                    </a:lnTo>
                    <a:lnTo>
                      <a:pt x="19387" y="24329"/>
                    </a:lnTo>
                    <a:lnTo>
                      <a:pt x="19150" y="24228"/>
                    </a:lnTo>
                    <a:lnTo>
                      <a:pt x="18922" y="24119"/>
                    </a:lnTo>
                    <a:lnTo>
                      <a:pt x="18694" y="24000"/>
                    </a:lnTo>
                    <a:lnTo>
                      <a:pt x="18475" y="23873"/>
                    </a:lnTo>
                    <a:lnTo>
                      <a:pt x="18265" y="23736"/>
                    </a:lnTo>
                    <a:lnTo>
                      <a:pt x="18055" y="23590"/>
                    </a:lnTo>
                    <a:lnTo>
                      <a:pt x="17855" y="23426"/>
                    </a:lnTo>
                    <a:lnTo>
                      <a:pt x="17517" y="23161"/>
                    </a:lnTo>
                    <a:lnTo>
                      <a:pt x="17435" y="23581"/>
                    </a:lnTo>
                    <a:lnTo>
                      <a:pt x="17362" y="23864"/>
                    </a:lnTo>
                    <a:lnTo>
                      <a:pt x="17290" y="24146"/>
                    </a:lnTo>
                    <a:lnTo>
                      <a:pt x="17198" y="24429"/>
                    </a:lnTo>
                    <a:lnTo>
                      <a:pt x="17098" y="24703"/>
                    </a:lnTo>
                    <a:lnTo>
                      <a:pt x="16979" y="24967"/>
                    </a:lnTo>
                    <a:lnTo>
                      <a:pt x="16861" y="25222"/>
                    </a:lnTo>
                    <a:lnTo>
                      <a:pt x="16724" y="25478"/>
                    </a:lnTo>
                    <a:lnTo>
                      <a:pt x="16578" y="25724"/>
                    </a:lnTo>
                    <a:lnTo>
                      <a:pt x="16423" y="25961"/>
                    </a:lnTo>
                    <a:lnTo>
                      <a:pt x="16259" y="26189"/>
                    </a:lnTo>
                    <a:lnTo>
                      <a:pt x="16086" y="26417"/>
                    </a:lnTo>
                    <a:lnTo>
                      <a:pt x="15903" y="26627"/>
                    </a:lnTo>
                    <a:lnTo>
                      <a:pt x="15712" y="26836"/>
                    </a:lnTo>
                    <a:lnTo>
                      <a:pt x="15521" y="27037"/>
                    </a:lnTo>
                    <a:lnTo>
                      <a:pt x="15311" y="27228"/>
                    </a:lnTo>
                    <a:lnTo>
                      <a:pt x="15092" y="27411"/>
                    </a:lnTo>
                    <a:lnTo>
                      <a:pt x="14873" y="27584"/>
                    </a:lnTo>
                    <a:lnTo>
                      <a:pt x="14645" y="27748"/>
                    </a:lnTo>
                    <a:lnTo>
                      <a:pt x="14408" y="27903"/>
                    </a:lnTo>
                    <a:lnTo>
                      <a:pt x="14162" y="28049"/>
                    </a:lnTo>
                    <a:lnTo>
                      <a:pt x="13916" y="28186"/>
                    </a:lnTo>
                    <a:lnTo>
                      <a:pt x="13660" y="28304"/>
                    </a:lnTo>
                    <a:lnTo>
                      <a:pt x="13405" y="28423"/>
                    </a:lnTo>
                    <a:lnTo>
                      <a:pt x="13131" y="28523"/>
                    </a:lnTo>
                    <a:lnTo>
                      <a:pt x="12867" y="28614"/>
                    </a:lnTo>
                    <a:lnTo>
                      <a:pt x="12593" y="28696"/>
                    </a:lnTo>
                    <a:lnTo>
                      <a:pt x="12311" y="28760"/>
                    </a:lnTo>
                    <a:lnTo>
                      <a:pt x="12028" y="28824"/>
                    </a:lnTo>
                    <a:lnTo>
                      <a:pt x="11745" y="28861"/>
                    </a:lnTo>
                    <a:lnTo>
                      <a:pt x="11454" y="28897"/>
                    </a:lnTo>
                    <a:lnTo>
                      <a:pt x="11162" y="28915"/>
                    </a:lnTo>
                    <a:lnTo>
                      <a:pt x="10861" y="28924"/>
                    </a:lnTo>
                    <a:lnTo>
                      <a:pt x="10542" y="28915"/>
                    </a:lnTo>
                    <a:lnTo>
                      <a:pt x="10223" y="28888"/>
                    </a:lnTo>
                    <a:lnTo>
                      <a:pt x="9913" y="28851"/>
                    </a:lnTo>
                    <a:lnTo>
                      <a:pt x="9603" y="28806"/>
                    </a:lnTo>
                    <a:lnTo>
                      <a:pt x="9302" y="28742"/>
                    </a:lnTo>
                    <a:lnTo>
                      <a:pt x="9001" y="28660"/>
                    </a:lnTo>
                    <a:lnTo>
                      <a:pt x="8709" y="28569"/>
                    </a:lnTo>
                    <a:lnTo>
                      <a:pt x="8417" y="28468"/>
                    </a:lnTo>
                    <a:lnTo>
                      <a:pt x="8134" y="28350"/>
                    </a:lnTo>
                    <a:lnTo>
                      <a:pt x="7861" y="28222"/>
                    </a:lnTo>
                    <a:lnTo>
                      <a:pt x="7596" y="28076"/>
                    </a:lnTo>
                    <a:lnTo>
                      <a:pt x="7332" y="27921"/>
                    </a:lnTo>
                    <a:lnTo>
                      <a:pt x="7077" y="27757"/>
                    </a:lnTo>
                    <a:lnTo>
                      <a:pt x="6830" y="27584"/>
                    </a:lnTo>
                    <a:lnTo>
                      <a:pt x="6593" y="27402"/>
                    </a:lnTo>
                    <a:lnTo>
                      <a:pt x="6365" y="27201"/>
                    </a:lnTo>
                    <a:lnTo>
                      <a:pt x="6147" y="27000"/>
                    </a:lnTo>
                    <a:lnTo>
                      <a:pt x="5937" y="26782"/>
                    </a:lnTo>
                    <a:lnTo>
                      <a:pt x="5736" y="26554"/>
                    </a:lnTo>
                    <a:lnTo>
                      <a:pt x="5554" y="26316"/>
                    </a:lnTo>
                    <a:lnTo>
                      <a:pt x="5371" y="26079"/>
                    </a:lnTo>
                    <a:lnTo>
                      <a:pt x="5207" y="25824"/>
                    </a:lnTo>
                    <a:lnTo>
                      <a:pt x="5043" y="25569"/>
                    </a:lnTo>
                    <a:lnTo>
                      <a:pt x="4897" y="25295"/>
                    </a:lnTo>
                    <a:lnTo>
                      <a:pt x="4770" y="25022"/>
                    </a:lnTo>
                    <a:lnTo>
                      <a:pt x="4642" y="24739"/>
                    </a:lnTo>
                    <a:lnTo>
                      <a:pt x="4533" y="24447"/>
                    </a:lnTo>
                    <a:lnTo>
                      <a:pt x="4441" y="24155"/>
                    </a:lnTo>
                    <a:lnTo>
                      <a:pt x="4359" y="23854"/>
                    </a:lnTo>
                    <a:lnTo>
                      <a:pt x="4286" y="23544"/>
                    </a:lnTo>
                    <a:lnTo>
                      <a:pt x="4232" y="23234"/>
                    </a:lnTo>
                    <a:lnTo>
                      <a:pt x="4195" y="22915"/>
                    </a:lnTo>
                    <a:lnTo>
                      <a:pt x="4177" y="22778"/>
                    </a:lnTo>
                    <a:lnTo>
                      <a:pt x="4058" y="22706"/>
                    </a:lnTo>
                    <a:lnTo>
                      <a:pt x="3858" y="22596"/>
                    </a:lnTo>
                    <a:lnTo>
                      <a:pt x="3657" y="22478"/>
                    </a:lnTo>
                    <a:lnTo>
                      <a:pt x="3466" y="22350"/>
                    </a:lnTo>
                    <a:lnTo>
                      <a:pt x="3274" y="22222"/>
                    </a:lnTo>
                    <a:lnTo>
                      <a:pt x="3101" y="22085"/>
                    </a:lnTo>
                    <a:lnTo>
                      <a:pt x="2919" y="21940"/>
                    </a:lnTo>
                    <a:lnTo>
                      <a:pt x="2754" y="21794"/>
                    </a:lnTo>
                    <a:lnTo>
                      <a:pt x="2581" y="21639"/>
                    </a:lnTo>
                    <a:lnTo>
                      <a:pt x="2426" y="21484"/>
                    </a:lnTo>
                    <a:lnTo>
                      <a:pt x="2271" y="21320"/>
                    </a:lnTo>
                    <a:lnTo>
                      <a:pt x="2125" y="21146"/>
                    </a:lnTo>
                    <a:lnTo>
                      <a:pt x="1979" y="20973"/>
                    </a:lnTo>
                    <a:lnTo>
                      <a:pt x="1843" y="20800"/>
                    </a:lnTo>
                    <a:lnTo>
                      <a:pt x="1715" y="20617"/>
                    </a:lnTo>
                    <a:lnTo>
                      <a:pt x="1587" y="20435"/>
                    </a:lnTo>
                    <a:lnTo>
                      <a:pt x="1469" y="20244"/>
                    </a:lnTo>
                    <a:lnTo>
                      <a:pt x="1359" y="20052"/>
                    </a:lnTo>
                    <a:lnTo>
                      <a:pt x="1259" y="19851"/>
                    </a:lnTo>
                    <a:lnTo>
                      <a:pt x="1159" y="19651"/>
                    </a:lnTo>
                    <a:lnTo>
                      <a:pt x="1068" y="19450"/>
                    </a:lnTo>
                    <a:lnTo>
                      <a:pt x="985" y="19240"/>
                    </a:lnTo>
                    <a:lnTo>
                      <a:pt x="903" y="19031"/>
                    </a:lnTo>
                    <a:lnTo>
                      <a:pt x="830" y="18821"/>
                    </a:lnTo>
                    <a:lnTo>
                      <a:pt x="767" y="18602"/>
                    </a:lnTo>
                    <a:lnTo>
                      <a:pt x="712" y="18383"/>
                    </a:lnTo>
                    <a:lnTo>
                      <a:pt x="666" y="18164"/>
                    </a:lnTo>
                    <a:lnTo>
                      <a:pt x="621" y="17946"/>
                    </a:lnTo>
                    <a:lnTo>
                      <a:pt x="584" y="17718"/>
                    </a:lnTo>
                    <a:lnTo>
                      <a:pt x="557" y="17490"/>
                    </a:lnTo>
                    <a:lnTo>
                      <a:pt x="539" y="17262"/>
                    </a:lnTo>
                    <a:lnTo>
                      <a:pt x="530" y="17034"/>
                    </a:lnTo>
                    <a:lnTo>
                      <a:pt x="520" y="16806"/>
                    </a:lnTo>
                    <a:lnTo>
                      <a:pt x="530" y="16523"/>
                    </a:lnTo>
                    <a:lnTo>
                      <a:pt x="548" y="16240"/>
                    </a:lnTo>
                    <a:lnTo>
                      <a:pt x="575" y="15958"/>
                    </a:lnTo>
                    <a:lnTo>
                      <a:pt x="621" y="15675"/>
                    </a:lnTo>
                    <a:lnTo>
                      <a:pt x="666" y="15402"/>
                    </a:lnTo>
                    <a:lnTo>
                      <a:pt x="730" y="15128"/>
                    </a:lnTo>
                    <a:lnTo>
                      <a:pt x="812" y="14854"/>
                    </a:lnTo>
                    <a:lnTo>
                      <a:pt x="894" y="14590"/>
                    </a:lnTo>
                    <a:lnTo>
                      <a:pt x="931" y="14490"/>
                    </a:lnTo>
                    <a:lnTo>
                      <a:pt x="894" y="14399"/>
                    </a:lnTo>
                    <a:lnTo>
                      <a:pt x="803" y="14180"/>
                    </a:lnTo>
                    <a:lnTo>
                      <a:pt x="730" y="13961"/>
                    </a:lnTo>
                    <a:lnTo>
                      <a:pt x="666" y="13733"/>
                    </a:lnTo>
                    <a:lnTo>
                      <a:pt x="621" y="13505"/>
                    </a:lnTo>
                    <a:lnTo>
                      <a:pt x="575" y="13277"/>
                    </a:lnTo>
                    <a:lnTo>
                      <a:pt x="548" y="13040"/>
                    </a:lnTo>
                    <a:lnTo>
                      <a:pt x="530" y="12812"/>
                    </a:lnTo>
                    <a:lnTo>
                      <a:pt x="520" y="12575"/>
                    </a:lnTo>
                    <a:lnTo>
                      <a:pt x="530" y="12383"/>
                    </a:lnTo>
                    <a:lnTo>
                      <a:pt x="539" y="12201"/>
                    </a:lnTo>
                    <a:lnTo>
                      <a:pt x="557" y="12019"/>
                    </a:lnTo>
                    <a:lnTo>
                      <a:pt x="584" y="11836"/>
                    </a:lnTo>
                    <a:lnTo>
                      <a:pt x="612" y="11663"/>
                    </a:lnTo>
                    <a:lnTo>
                      <a:pt x="648" y="11481"/>
                    </a:lnTo>
                    <a:lnTo>
                      <a:pt x="694" y="11307"/>
                    </a:lnTo>
                    <a:lnTo>
                      <a:pt x="748" y="11143"/>
                    </a:lnTo>
                    <a:lnTo>
                      <a:pt x="803" y="10970"/>
                    </a:lnTo>
                    <a:lnTo>
                      <a:pt x="867" y="10806"/>
                    </a:lnTo>
                    <a:lnTo>
                      <a:pt x="940" y="10642"/>
                    </a:lnTo>
                    <a:lnTo>
                      <a:pt x="1022" y="10478"/>
                    </a:lnTo>
                    <a:lnTo>
                      <a:pt x="1104" y="10323"/>
                    </a:lnTo>
                    <a:lnTo>
                      <a:pt x="1186" y="10168"/>
                    </a:lnTo>
                    <a:lnTo>
                      <a:pt x="1286" y="10012"/>
                    </a:lnTo>
                    <a:lnTo>
                      <a:pt x="1387" y="9867"/>
                    </a:lnTo>
                    <a:lnTo>
                      <a:pt x="1487" y="9721"/>
                    </a:lnTo>
                    <a:lnTo>
                      <a:pt x="1596" y="9584"/>
                    </a:lnTo>
                    <a:lnTo>
                      <a:pt x="1715" y="9447"/>
                    </a:lnTo>
                    <a:lnTo>
                      <a:pt x="1833" y="9319"/>
                    </a:lnTo>
                    <a:lnTo>
                      <a:pt x="1961" y="9192"/>
                    </a:lnTo>
                    <a:lnTo>
                      <a:pt x="2089" y="9073"/>
                    </a:lnTo>
                    <a:lnTo>
                      <a:pt x="2226" y="8955"/>
                    </a:lnTo>
                    <a:lnTo>
                      <a:pt x="2371" y="8836"/>
                    </a:lnTo>
                    <a:lnTo>
                      <a:pt x="2517" y="8736"/>
                    </a:lnTo>
                    <a:lnTo>
                      <a:pt x="2663" y="8636"/>
                    </a:lnTo>
                    <a:lnTo>
                      <a:pt x="2818" y="8535"/>
                    </a:lnTo>
                    <a:lnTo>
                      <a:pt x="2973" y="8444"/>
                    </a:lnTo>
                    <a:lnTo>
                      <a:pt x="3137" y="8362"/>
                    </a:lnTo>
                    <a:lnTo>
                      <a:pt x="3302" y="8280"/>
                    </a:lnTo>
                    <a:lnTo>
                      <a:pt x="3475" y="8207"/>
                    </a:lnTo>
                    <a:lnTo>
                      <a:pt x="3639" y="8143"/>
                    </a:lnTo>
                    <a:lnTo>
                      <a:pt x="3748" y="8107"/>
                    </a:lnTo>
                    <a:lnTo>
                      <a:pt x="3794" y="8016"/>
                    </a:lnTo>
                    <a:lnTo>
                      <a:pt x="3894" y="7815"/>
                    </a:lnTo>
                    <a:lnTo>
                      <a:pt x="4004" y="7614"/>
                    </a:lnTo>
                    <a:lnTo>
                      <a:pt x="4113" y="7423"/>
                    </a:lnTo>
                    <a:lnTo>
                      <a:pt x="4241" y="7231"/>
                    </a:lnTo>
                    <a:lnTo>
                      <a:pt x="4359" y="7049"/>
                    </a:lnTo>
                    <a:lnTo>
                      <a:pt x="4496" y="6876"/>
                    </a:lnTo>
                    <a:lnTo>
                      <a:pt x="4633" y="6702"/>
                    </a:lnTo>
                    <a:lnTo>
                      <a:pt x="4779" y="6529"/>
                    </a:lnTo>
                    <a:lnTo>
                      <a:pt x="4925" y="6365"/>
                    </a:lnTo>
                    <a:lnTo>
                      <a:pt x="5080" y="6210"/>
                    </a:lnTo>
                    <a:lnTo>
                      <a:pt x="5235" y="6055"/>
                    </a:lnTo>
                    <a:lnTo>
                      <a:pt x="5399" y="5909"/>
                    </a:lnTo>
                    <a:lnTo>
                      <a:pt x="5563" y="5763"/>
                    </a:lnTo>
                    <a:lnTo>
                      <a:pt x="5736" y="5626"/>
                    </a:lnTo>
                    <a:lnTo>
                      <a:pt x="5919" y="5499"/>
                    </a:lnTo>
                    <a:lnTo>
                      <a:pt x="6092" y="5371"/>
                    </a:lnTo>
                    <a:lnTo>
                      <a:pt x="6283" y="5253"/>
                    </a:lnTo>
                    <a:lnTo>
                      <a:pt x="6466" y="5143"/>
                    </a:lnTo>
                    <a:lnTo>
                      <a:pt x="6657" y="5034"/>
                    </a:lnTo>
                    <a:lnTo>
                      <a:pt x="6858" y="4933"/>
                    </a:lnTo>
                    <a:lnTo>
                      <a:pt x="7049" y="4842"/>
                    </a:lnTo>
                    <a:lnTo>
                      <a:pt x="7250" y="4751"/>
                    </a:lnTo>
                    <a:lnTo>
                      <a:pt x="7460" y="4669"/>
                    </a:lnTo>
                    <a:lnTo>
                      <a:pt x="7669" y="4596"/>
                    </a:lnTo>
                    <a:lnTo>
                      <a:pt x="7879" y="4523"/>
                    </a:lnTo>
                    <a:lnTo>
                      <a:pt x="8089" y="4468"/>
                    </a:lnTo>
                    <a:lnTo>
                      <a:pt x="8308" y="4414"/>
                    </a:lnTo>
                    <a:lnTo>
                      <a:pt x="8527" y="4368"/>
                    </a:lnTo>
                    <a:lnTo>
                      <a:pt x="8745" y="4323"/>
                    </a:lnTo>
                    <a:lnTo>
                      <a:pt x="8964" y="4295"/>
                    </a:lnTo>
                    <a:lnTo>
                      <a:pt x="9183" y="4268"/>
                    </a:lnTo>
                    <a:lnTo>
                      <a:pt x="9411" y="4250"/>
                    </a:lnTo>
                    <a:lnTo>
                      <a:pt x="9603" y="4240"/>
                    </a:lnTo>
                    <a:lnTo>
                      <a:pt x="9648" y="4049"/>
                    </a:lnTo>
                    <a:lnTo>
                      <a:pt x="9703" y="3857"/>
                    </a:lnTo>
                    <a:lnTo>
                      <a:pt x="9767" y="3675"/>
                    </a:lnTo>
                    <a:lnTo>
                      <a:pt x="9830" y="3484"/>
                    </a:lnTo>
                    <a:lnTo>
                      <a:pt x="9913" y="3301"/>
                    </a:lnTo>
                    <a:lnTo>
                      <a:pt x="9995" y="3128"/>
                    </a:lnTo>
                    <a:lnTo>
                      <a:pt x="10086" y="2955"/>
                    </a:lnTo>
                    <a:lnTo>
                      <a:pt x="10186" y="2791"/>
                    </a:lnTo>
                    <a:lnTo>
                      <a:pt x="10286" y="2626"/>
                    </a:lnTo>
                    <a:lnTo>
                      <a:pt x="10396" y="2471"/>
                    </a:lnTo>
                    <a:lnTo>
                      <a:pt x="10514" y="2316"/>
                    </a:lnTo>
                    <a:lnTo>
                      <a:pt x="10633" y="2161"/>
                    </a:lnTo>
                    <a:lnTo>
                      <a:pt x="10761" y="2025"/>
                    </a:lnTo>
                    <a:lnTo>
                      <a:pt x="10897" y="1888"/>
                    </a:lnTo>
                    <a:lnTo>
                      <a:pt x="11034" y="1751"/>
                    </a:lnTo>
                    <a:lnTo>
                      <a:pt x="11171" y="1633"/>
                    </a:lnTo>
                    <a:lnTo>
                      <a:pt x="11326" y="1505"/>
                    </a:lnTo>
                    <a:lnTo>
                      <a:pt x="11472" y="1395"/>
                    </a:lnTo>
                    <a:lnTo>
                      <a:pt x="11636" y="1286"/>
                    </a:lnTo>
                    <a:lnTo>
                      <a:pt x="11791" y="1186"/>
                    </a:lnTo>
                    <a:lnTo>
                      <a:pt x="11964" y="1095"/>
                    </a:lnTo>
                    <a:lnTo>
                      <a:pt x="12128" y="1003"/>
                    </a:lnTo>
                    <a:lnTo>
                      <a:pt x="12302" y="921"/>
                    </a:lnTo>
                    <a:lnTo>
                      <a:pt x="12484" y="848"/>
                    </a:lnTo>
                    <a:lnTo>
                      <a:pt x="12657" y="785"/>
                    </a:lnTo>
                    <a:lnTo>
                      <a:pt x="12840" y="721"/>
                    </a:lnTo>
                    <a:lnTo>
                      <a:pt x="13031" y="675"/>
                    </a:lnTo>
                    <a:lnTo>
                      <a:pt x="13223" y="629"/>
                    </a:lnTo>
                    <a:lnTo>
                      <a:pt x="13414" y="593"/>
                    </a:lnTo>
                    <a:lnTo>
                      <a:pt x="13606" y="557"/>
                    </a:lnTo>
                    <a:lnTo>
                      <a:pt x="13797" y="538"/>
                    </a:lnTo>
                    <a:lnTo>
                      <a:pt x="13998" y="529"/>
                    </a:lnTo>
                    <a:lnTo>
                      <a:pt x="14198" y="520"/>
                    </a:lnTo>
                    <a:close/>
                    <a:moveTo>
                      <a:pt x="13979" y="0"/>
                    </a:moveTo>
                    <a:lnTo>
                      <a:pt x="13770" y="19"/>
                    </a:lnTo>
                    <a:lnTo>
                      <a:pt x="13560" y="37"/>
                    </a:lnTo>
                    <a:lnTo>
                      <a:pt x="13350" y="73"/>
                    </a:lnTo>
                    <a:lnTo>
                      <a:pt x="13141" y="110"/>
                    </a:lnTo>
                    <a:lnTo>
                      <a:pt x="12931" y="155"/>
                    </a:lnTo>
                    <a:lnTo>
                      <a:pt x="12730" y="210"/>
                    </a:lnTo>
                    <a:lnTo>
                      <a:pt x="12530" y="274"/>
                    </a:lnTo>
                    <a:lnTo>
                      <a:pt x="12338" y="347"/>
                    </a:lnTo>
                    <a:lnTo>
                      <a:pt x="12147" y="420"/>
                    </a:lnTo>
                    <a:lnTo>
                      <a:pt x="11955" y="511"/>
                    </a:lnTo>
                    <a:lnTo>
                      <a:pt x="11773" y="602"/>
                    </a:lnTo>
                    <a:lnTo>
                      <a:pt x="11590" y="702"/>
                    </a:lnTo>
                    <a:lnTo>
                      <a:pt x="11408" y="803"/>
                    </a:lnTo>
                    <a:lnTo>
                      <a:pt x="11244" y="921"/>
                    </a:lnTo>
                    <a:lnTo>
                      <a:pt x="11071" y="1040"/>
                    </a:lnTo>
                    <a:lnTo>
                      <a:pt x="10906" y="1167"/>
                    </a:lnTo>
                    <a:lnTo>
                      <a:pt x="10751" y="1295"/>
                    </a:lnTo>
                    <a:lnTo>
                      <a:pt x="10596" y="1441"/>
                    </a:lnTo>
                    <a:lnTo>
                      <a:pt x="10451" y="1587"/>
                    </a:lnTo>
                    <a:lnTo>
                      <a:pt x="10314" y="1733"/>
                    </a:lnTo>
                    <a:lnTo>
                      <a:pt x="10177" y="1888"/>
                    </a:lnTo>
                    <a:lnTo>
                      <a:pt x="10049" y="2052"/>
                    </a:lnTo>
                    <a:lnTo>
                      <a:pt x="9922" y="2225"/>
                    </a:lnTo>
                    <a:lnTo>
                      <a:pt x="9812" y="2398"/>
                    </a:lnTo>
                    <a:lnTo>
                      <a:pt x="9703" y="2572"/>
                    </a:lnTo>
                    <a:lnTo>
                      <a:pt x="9593" y="2754"/>
                    </a:lnTo>
                    <a:lnTo>
                      <a:pt x="9502" y="2946"/>
                    </a:lnTo>
                    <a:lnTo>
                      <a:pt x="9411" y="3137"/>
                    </a:lnTo>
                    <a:lnTo>
                      <a:pt x="9329" y="3329"/>
                    </a:lnTo>
                    <a:lnTo>
                      <a:pt x="9256" y="3529"/>
                    </a:lnTo>
                    <a:lnTo>
                      <a:pt x="9192" y="3739"/>
                    </a:lnTo>
                    <a:lnTo>
                      <a:pt x="8964" y="3766"/>
                    </a:lnTo>
                    <a:lnTo>
                      <a:pt x="8727" y="3794"/>
                    </a:lnTo>
                    <a:lnTo>
                      <a:pt x="8499" y="3830"/>
                    </a:lnTo>
                    <a:lnTo>
                      <a:pt x="8271" y="3876"/>
                    </a:lnTo>
                    <a:lnTo>
                      <a:pt x="8052" y="3930"/>
                    </a:lnTo>
                    <a:lnTo>
                      <a:pt x="7824" y="3994"/>
                    </a:lnTo>
                    <a:lnTo>
                      <a:pt x="7606" y="4058"/>
                    </a:lnTo>
                    <a:lnTo>
                      <a:pt x="7396" y="4131"/>
                    </a:lnTo>
                    <a:lnTo>
                      <a:pt x="7177" y="4213"/>
                    </a:lnTo>
                    <a:lnTo>
                      <a:pt x="6967" y="4304"/>
                    </a:lnTo>
                    <a:lnTo>
                      <a:pt x="6758" y="4395"/>
                    </a:lnTo>
                    <a:lnTo>
                      <a:pt x="6557" y="4496"/>
                    </a:lnTo>
                    <a:lnTo>
                      <a:pt x="6356" y="4596"/>
                    </a:lnTo>
                    <a:lnTo>
                      <a:pt x="6156" y="4715"/>
                    </a:lnTo>
                    <a:lnTo>
                      <a:pt x="5964" y="4833"/>
                    </a:lnTo>
                    <a:lnTo>
                      <a:pt x="5773" y="4952"/>
                    </a:lnTo>
                    <a:lnTo>
                      <a:pt x="5581" y="5088"/>
                    </a:lnTo>
                    <a:lnTo>
                      <a:pt x="5399" y="5225"/>
                    </a:lnTo>
                    <a:lnTo>
                      <a:pt x="5226" y="5362"/>
                    </a:lnTo>
                    <a:lnTo>
                      <a:pt x="5052" y="5508"/>
                    </a:lnTo>
                    <a:lnTo>
                      <a:pt x="4879" y="5663"/>
                    </a:lnTo>
                    <a:lnTo>
                      <a:pt x="4715" y="5827"/>
                    </a:lnTo>
                    <a:lnTo>
                      <a:pt x="4560" y="5991"/>
                    </a:lnTo>
                    <a:lnTo>
                      <a:pt x="4405" y="6155"/>
                    </a:lnTo>
                    <a:lnTo>
                      <a:pt x="4250" y="6329"/>
                    </a:lnTo>
                    <a:lnTo>
                      <a:pt x="4113" y="6511"/>
                    </a:lnTo>
                    <a:lnTo>
                      <a:pt x="3967" y="6693"/>
                    </a:lnTo>
                    <a:lnTo>
                      <a:pt x="3840" y="6885"/>
                    </a:lnTo>
                    <a:lnTo>
                      <a:pt x="3712" y="7076"/>
                    </a:lnTo>
                    <a:lnTo>
                      <a:pt x="3593" y="7277"/>
                    </a:lnTo>
                    <a:lnTo>
                      <a:pt x="3475" y="7478"/>
                    </a:lnTo>
                    <a:lnTo>
                      <a:pt x="3365" y="7687"/>
                    </a:lnTo>
                    <a:lnTo>
                      <a:pt x="3183" y="7760"/>
                    </a:lnTo>
                    <a:lnTo>
                      <a:pt x="2992" y="7842"/>
                    </a:lnTo>
                    <a:lnTo>
                      <a:pt x="2818" y="7933"/>
                    </a:lnTo>
                    <a:lnTo>
                      <a:pt x="2645" y="8034"/>
                    </a:lnTo>
                    <a:lnTo>
                      <a:pt x="2472" y="8134"/>
                    </a:lnTo>
                    <a:lnTo>
                      <a:pt x="2308" y="8243"/>
                    </a:lnTo>
                    <a:lnTo>
                      <a:pt x="2144" y="8353"/>
                    </a:lnTo>
                    <a:lnTo>
                      <a:pt x="1988" y="8471"/>
                    </a:lnTo>
                    <a:lnTo>
                      <a:pt x="1833" y="8599"/>
                    </a:lnTo>
                    <a:lnTo>
                      <a:pt x="1688" y="8727"/>
                    </a:lnTo>
                    <a:lnTo>
                      <a:pt x="1551" y="8864"/>
                    </a:lnTo>
                    <a:lnTo>
                      <a:pt x="1414" y="9000"/>
                    </a:lnTo>
                    <a:lnTo>
                      <a:pt x="1286" y="9146"/>
                    </a:lnTo>
                    <a:lnTo>
                      <a:pt x="1159" y="9292"/>
                    </a:lnTo>
                    <a:lnTo>
                      <a:pt x="1040" y="9447"/>
                    </a:lnTo>
                    <a:lnTo>
                      <a:pt x="922" y="9611"/>
                    </a:lnTo>
                    <a:lnTo>
                      <a:pt x="821" y="9766"/>
                    </a:lnTo>
                    <a:lnTo>
                      <a:pt x="712" y="9940"/>
                    </a:lnTo>
                    <a:lnTo>
                      <a:pt x="621" y="10104"/>
                    </a:lnTo>
                    <a:lnTo>
                      <a:pt x="530" y="10277"/>
                    </a:lnTo>
                    <a:lnTo>
                      <a:pt x="447" y="10459"/>
                    </a:lnTo>
                    <a:lnTo>
                      <a:pt x="374" y="10633"/>
                    </a:lnTo>
                    <a:lnTo>
                      <a:pt x="302" y="10815"/>
                    </a:lnTo>
                    <a:lnTo>
                      <a:pt x="238" y="11006"/>
                    </a:lnTo>
                    <a:lnTo>
                      <a:pt x="183" y="11189"/>
                    </a:lnTo>
                    <a:lnTo>
                      <a:pt x="137" y="11380"/>
                    </a:lnTo>
                    <a:lnTo>
                      <a:pt x="92" y="11572"/>
                    </a:lnTo>
                    <a:lnTo>
                      <a:pt x="55" y="11772"/>
                    </a:lnTo>
                    <a:lnTo>
                      <a:pt x="37" y="11973"/>
                    </a:lnTo>
                    <a:lnTo>
                      <a:pt x="10" y="12164"/>
                    </a:lnTo>
                    <a:lnTo>
                      <a:pt x="1" y="12365"/>
                    </a:lnTo>
                    <a:lnTo>
                      <a:pt x="1" y="12575"/>
                    </a:lnTo>
                    <a:lnTo>
                      <a:pt x="1" y="12821"/>
                    </a:lnTo>
                    <a:lnTo>
                      <a:pt x="19" y="13067"/>
                    </a:lnTo>
                    <a:lnTo>
                      <a:pt x="46" y="13313"/>
                    </a:lnTo>
                    <a:lnTo>
                      <a:pt x="92" y="13560"/>
                    </a:lnTo>
                    <a:lnTo>
                      <a:pt x="147" y="13806"/>
                    </a:lnTo>
                    <a:lnTo>
                      <a:pt x="210" y="14043"/>
                    </a:lnTo>
                    <a:lnTo>
                      <a:pt x="283" y="14280"/>
                    </a:lnTo>
                    <a:lnTo>
                      <a:pt x="365" y="14508"/>
                    </a:lnTo>
                    <a:lnTo>
                      <a:pt x="283" y="14791"/>
                    </a:lnTo>
                    <a:lnTo>
                      <a:pt x="210" y="15073"/>
                    </a:lnTo>
                    <a:lnTo>
                      <a:pt x="147" y="15356"/>
                    </a:lnTo>
                    <a:lnTo>
                      <a:pt x="92" y="15639"/>
                    </a:lnTo>
                    <a:lnTo>
                      <a:pt x="46" y="15930"/>
                    </a:lnTo>
                    <a:lnTo>
                      <a:pt x="19" y="16222"/>
                    </a:lnTo>
                    <a:lnTo>
                      <a:pt x="1" y="16514"/>
                    </a:lnTo>
                    <a:lnTo>
                      <a:pt x="1" y="16806"/>
                    </a:lnTo>
                    <a:lnTo>
                      <a:pt x="1" y="17043"/>
                    </a:lnTo>
                    <a:lnTo>
                      <a:pt x="10" y="17289"/>
                    </a:lnTo>
                    <a:lnTo>
                      <a:pt x="37" y="17535"/>
                    </a:lnTo>
                    <a:lnTo>
                      <a:pt x="64" y="17772"/>
                    </a:lnTo>
                    <a:lnTo>
                      <a:pt x="101" y="18009"/>
                    </a:lnTo>
                    <a:lnTo>
                      <a:pt x="147" y="18247"/>
                    </a:lnTo>
                    <a:lnTo>
                      <a:pt x="192" y="18484"/>
                    </a:lnTo>
                    <a:lnTo>
                      <a:pt x="256" y="18712"/>
                    </a:lnTo>
                    <a:lnTo>
                      <a:pt x="320" y="18940"/>
                    </a:lnTo>
                    <a:lnTo>
                      <a:pt x="393" y="19168"/>
                    </a:lnTo>
                    <a:lnTo>
                      <a:pt x="475" y="19386"/>
                    </a:lnTo>
                    <a:lnTo>
                      <a:pt x="566" y="19605"/>
                    </a:lnTo>
                    <a:lnTo>
                      <a:pt x="657" y="19824"/>
                    </a:lnTo>
                    <a:lnTo>
                      <a:pt x="757" y="20043"/>
                    </a:lnTo>
                    <a:lnTo>
                      <a:pt x="867" y="20253"/>
                    </a:lnTo>
                    <a:lnTo>
                      <a:pt x="985" y="20453"/>
                    </a:lnTo>
                    <a:lnTo>
                      <a:pt x="1113" y="20654"/>
                    </a:lnTo>
                    <a:lnTo>
                      <a:pt x="1241" y="20854"/>
                    </a:lnTo>
                    <a:lnTo>
                      <a:pt x="1378" y="21046"/>
                    </a:lnTo>
                    <a:lnTo>
                      <a:pt x="1514" y="21237"/>
                    </a:lnTo>
                    <a:lnTo>
                      <a:pt x="1669" y="21420"/>
                    </a:lnTo>
                    <a:lnTo>
                      <a:pt x="1824" y="21602"/>
                    </a:lnTo>
                    <a:lnTo>
                      <a:pt x="1979" y="21775"/>
                    </a:lnTo>
                    <a:lnTo>
                      <a:pt x="2153" y="21949"/>
                    </a:lnTo>
                    <a:lnTo>
                      <a:pt x="2317" y="22113"/>
                    </a:lnTo>
                    <a:lnTo>
                      <a:pt x="2499" y="22277"/>
                    </a:lnTo>
                    <a:lnTo>
                      <a:pt x="2681" y="22423"/>
                    </a:lnTo>
                    <a:lnTo>
                      <a:pt x="2873" y="22578"/>
                    </a:lnTo>
                    <a:lnTo>
                      <a:pt x="3064" y="22715"/>
                    </a:lnTo>
                    <a:lnTo>
                      <a:pt x="3265" y="22851"/>
                    </a:lnTo>
                    <a:lnTo>
                      <a:pt x="3475" y="22979"/>
                    </a:lnTo>
                    <a:lnTo>
                      <a:pt x="3685" y="23107"/>
                    </a:lnTo>
                    <a:lnTo>
                      <a:pt x="3730" y="23426"/>
                    </a:lnTo>
                    <a:lnTo>
                      <a:pt x="3794" y="23745"/>
                    </a:lnTo>
                    <a:lnTo>
                      <a:pt x="3867" y="24055"/>
                    </a:lnTo>
                    <a:lnTo>
                      <a:pt x="3958" y="24365"/>
                    </a:lnTo>
                    <a:lnTo>
                      <a:pt x="4058" y="24666"/>
                    </a:lnTo>
                    <a:lnTo>
                      <a:pt x="4177" y="24967"/>
                    </a:lnTo>
                    <a:lnTo>
                      <a:pt x="4305" y="25259"/>
                    </a:lnTo>
                    <a:lnTo>
                      <a:pt x="4441" y="25541"/>
                    </a:lnTo>
                    <a:lnTo>
                      <a:pt x="4596" y="25824"/>
                    </a:lnTo>
                    <a:lnTo>
                      <a:pt x="4761" y="26098"/>
                    </a:lnTo>
                    <a:lnTo>
                      <a:pt x="4943" y="26362"/>
                    </a:lnTo>
                    <a:lnTo>
                      <a:pt x="5134" y="26627"/>
                    </a:lnTo>
                    <a:lnTo>
                      <a:pt x="5335" y="26873"/>
                    </a:lnTo>
                    <a:lnTo>
                      <a:pt x="5545" y="27119"/>
                    </a:lnTo>
                    <a:lnTo>
                      <a:pt x="5773" y="27347"/>
                    </a:lnTo>
                    <a:lnTo>
                      <a:pt x="6010" y="27575"/>
                    </a:lnTo>
                    <a:lnTo>
                      <a:pt x="6265" y="27794"/>
                    </a:lnTo>
                    <a:lnTo>
                      <a:pt x="6520" y="28003"/>
                    </a:lnTo>
                    <a:lnTo>
                      <a:pt x="6794" y="28195"/>
                    </a:lnTo>
                    <a:lnTo>
                      <a:pt x="7077" y="28377"/>
                    </a:lnTo>
                    <a:lnTo>
                      <a:pt x="7359" y="28541"/>
                    </a:lnTo>
                    <a:lnTo>
                      <a:pt x="7651" y="28696"/>
                    </a:lnTo>
                    <a:lnTo>
                      <a:pt x="7952" y="28842"/>
                    </a:lnTo>
                    <a:lnTo>
                      <a:pt x="8262" y="28961"/>
                    </a:lnTo>
                    <a:lnTo>
                      <a:pt x="8572" y="29079"/>
                    </a:lnTo>
                    <a:lnTo>
                      <a:pt x="8891" y="29171"/>
                    </a:lnTo>
                    <a:lnTo>
                      <a:pt x="9210" y="29253"/>
                    </a:lnTo>
                    <a:lnTo>
                      <a:pt x="9530" y="29326"/>
                    </a:lnTo>
                    <a:lnTo>
                      <a:pt x="9858" y="29380"/>
                    </a:lnTo>
                    <a:lnTo>
                      <a:pt x="10195" y="29417"/>
                    </a:lnTo>
                    <a:lnTo>
                      <a:pt x="10524" y="29444"/>
                    </a:lnTo>
                    <a:lnTo>
                      <a:pt x="10861" y="29453"/>
                    </a:lnTo>
                    <a:lnTo>
                      <a:pt x="11171" y="29444"/>
                    </a:lnTo>
                    <a:lnTo>
                      <a:pt x="11472" y="29426"/>
                    </a:lnTo>
                    <a:lnTo>
                      <a:pt x="11773" y="29389"/>
                    </a:lnTo>
                    <a:lnTo>
                      <a:pt x="12074" y="29344"/>
                    </a:lnTo>
                    <a:lnTo>
                      <a:pt x="12365" y="29289"/>
                    </a:lnTo>
                    <a:lnTo>
                      <a:pt x="12657" y="29225"/>
                    </a:lnTo>
                    <a:lnTo>
                      <a:pt x="12940" y="29143"/>
                    </a:lnTo>
                    <a:lnTo>
                      <a:pt x="13223" y="29052"/>
                    </a:lnTo>
                    <a:lnTo>
                      <a:pt x="13496" y="28952"/>
                    </a:lnTo>
                    <a:lnTo>
                      <a:pt x="13770" y="28833"/>
                    </a:lnTo>
                    <a:lnTo>
                      <a:pt x="14034" y="28715"/>
                    </a:lnTo>
                    <a:lnTo>
                      <a:pt x="14289" y="28578"/>
                    </a:lnTo>
                    <a:lnTo>
                      <a:pt x="14545" y="28432"/>
                    </a:lnTo>
                    <a:lnTo>
                      <a:pt x="14800" y="28277"/>
                    </a:lnTo>
                    <a:lnTo>
                      <a:pt x="15037" y="28113"/>
                    </a:lnTo>
                    <a:lnTo>
                      <a:pt x="15274" y="27940"/>
                    </a:lnTo>
                    <a:lnTo>
                      <a:pt x="15502" y="27757"/>
                    </a:lnTo>
                    <a:lnTo>
                      <a:pt x="15721" y="27566"/>
                    </a:lnTo>
                    <a:lnTo>
                      <a:pt x="15931" y="27365"/>
                    </a:lnTo>
                    <a:lnTo>
                      <a:pt x="16141" y="27155"/>
                    </a:lnTo>
                    <a:lnTo>
                      <a:pt x="16332" y="26946"/>
                    </a:lnTo>
                    <a:lnTo>
                      <a:pt x="16524" y="26718"/>
                    </a:lnTo>
                    <a:lnTo>
                      <a:pt x="16697" y="26481"/>
                    </a:lnTo>
                    <a:lnTo>
                      <a:pt x="16870" y="26244"/>
                    </a:lnTo>
                    <a:lnTo>
                      <a:pt x="17025" y="25997"/>
                    </a:lnTo>
                    <a:lnTo>
                      <a:pt x="17180" y="25742"/>
                    </a:lnTo>
                    <a:lnTo>
                      <a:pt x="17317" y="25487"/>
                    </a:lnTo>
                    <a:lnTo>
                      <a:pt x="17445" y="25213"/>
                    </a:lnTo>
                    <a:lnTo>
                      <a:pt x="17563" y="24940"/>
                    </a:lnTo>
                    <a:lnTo>
                      <a:pt x="17673" y="24666"/>
                    </a:lnTo>
                    <a:lnTo>
                      <a:pt x="17764" y="24374"/>
                    </a:lnTo>
                    <a:lnTo>
                      <a:pt x="17855" y="24082"/>
                    </a:lnTo>
                    <a:lnTo>
                      <a:pt x="18065" y="24228"/>
                    </a:lnTo>
                    <a:lnTo>
                      <a:pt x="18274" y="24365"/>
                    </a:lnTo>
                    <a:lnTo>
                      <a:pt x="18493" y="24484"/>
                    </a:lnTo>
                    <a:lnTo>
                      <a:pt x="18712" y="24602"/>
                    </a:lnTo>
                    <a:lnTo>
                      <a:pt x="18940" y="24712"/>
                    </a:lnTo>
                    <a:lnTo>
                      <a:pt x="19168" y="24812"/>
                    </a:lnTo>
                    <a:lnTo>
                      <a:pt x="19405" y="24903"/>
                    </a:lnTo>
                    <a:lnTo>
                      <a:pt x="19642" y="24985"/>
                    </a:lnTo>
                    <a:lnTo>
                      <a:pt x="19879" y="25058"/>
                    </a:lnTo>
                    <a:lnTo>
                      <a:pt x="20125" y="25113"/>
                    </a:lnTo>
                    <a:lnTo>
                      <a:pt x="20362" y="25168"/>
                    </a:lnTo>
                    <a:lnTo>
                      <a:pt x="20618" y="25213"/>
                    </a:lnTo>
                    <a:lnTo>
                      <a:pt x="20864" y="25250"/>
                    </a:lnTo>
                    <a:lnTo>
                      <a:pt x="21110" y="25268"/>
                    </a:lnTo>
                    <a:lnTo>
                      <a:pt x="21366" y="25286"/>
                    </a:lnTo>
                    <a:lnTo>
                      <a:pt x="21612" y="25295"/>
                    </a:lnTo>
                    <a:lnTo>
                      <a:pt x="21840" y="25286"/>
                    </a:lnTo>
                    <a:lnTo>
                      <a:pt x="22068" y="25277"/>
                    </a:lnTo>
                    <a:lnTo>
                      <a:pt x="22287" y="25259"/>
                    </a:lnTo>
                    <a:lnTo>
                      <a:pt x="22505" y="25231"/>
                    </a:lnTo>
                    <a:lnTo>
                      <a:pt x="22724" y="25195"/>
                    </a:lnTo>
                    <a:lnTo>
                      <a:pt x="22943" y="25158"/>
                    </a:lnTo>
                    <a:lnTo>
                      <a:pt x="23153" y="25113"/>
                    </a:lnTo>
                    <a:lnTo>
                      <a:pt x="23363" y="25058"/>
                    </a:lnTo>
                    <a:lnTo>
                      <a:pt x="23572" y="24994"/>
                    </a:lnTo>
                    <a:lnTo>
                      <a:pt x="23782" y="24921"/>
                    </a:lnTo>
                    <a:lnTo>
                      <a:pt x="23983" y="24848"/>
                    </a:lnTo>
                    <a:lnTo>
                      <a:pt x="24183" y="24766"/>
                    </a:lnTo>
                    <a:lnTo>
                      <a:pt x="24384" y="24675"/>
                    </a:lnTo>
                    <a:lnTo>
                      <a:pt x="24575" y="24584"/>
                    </a:lnTo>
                    <a:lnTo>
                      <a:pt x="24767" y="24484"/>
                    </a:lnTo>
                    <a:lnTo>
                      <a:pt x="24949" y="24374"/>
                    </a:lnTo>
                    <a:lnTo>
                      <a:pt x="25132" y="24265"/>
                    </a:lnTo>
                    <a:lnTo>
                      <a:pt x="25314" y="24137"/>
                    </a:lnTo>
                    <a:lnTo>
                      <a:pt x="25487" y="24019"/>
                    </a:lnTo>
                    <a:lnTo>
                      <a:pt x="25660" y="23882"/>
                    </a:lnTo>
                    <a:lnTo>
                      <a:pt x="25825" y="23745"/>
                    </a:lnTo>
                    <a:lnTo>
                      <a:pt x="25989" y="23599"/>
                    </a:lnTo>
                    <a:lnTo>
                      <a:pt x="26144" y="23453"/>
                    </a:lnTo>
                    <a:lnTo>
                      <a:pt x="26299" y="23298"/>
                    </a:lnTo>
                    <a:lnTo>
                      <a:pt x="26445" y="23143"/>
                    </a:lnTo>
                    <a:lnTo>
                      <a:pt x="26591" y="22970"/>
                    </a:lnTo>
                    <a:lnTo>
                      <a:pt x="26727" y="22806"/>
                    </a:lnTo>
                    <a:lnTo>
                      <a:pt x="26864" y="22623"/>
                    </a:lnTo>
                    <a:lnTo>
                      <a:pt x="26983" y="22450"/>
                    </a:lnTo>
                    <a:lnTo>
                      <a:pt x="27110" y="22259"/>
                    </a:lnTo>
                    <a:lnTo>
                      <a:pt x="27220" y="22067"/>
                    </a:lnTo>
                    <a:lnTo>
                      <a:pt x="27329" y="21876"/>
                    </a:lnTo>
                    <a:lnTo>
                      <a:pt x="27411" y="21876"/>
                    </a:lnTo>
                    <a:lnTo>
                      <a:pt x="27584" y="21867"/>
                    </a:lnTo>
                    <a:lnTo>
                      <a:pt x="27758" y="21858"/>
                    </a:lnTo>
                    <a:lnTo>
                      <a:pt x="27922" y="21839"/>
                    </a:lnTo>
                    <a:lnTo>
                      <a:pt x="28095" y="21812"/>
                    </a:lnTo>
                    <a:lnTo>
                      <a:pt x="28259" y="21785"/>
                    </a:lnTo>
                    <a:lnTo>
                      <a:pt x="28423" y="21739"/>
                    </a:lnTo>
                    <a:lnTo>
                      <a:pt x="28587" y="21693"/>
                    </a:lnTo>
                    <a:lnTo>
                      <a:pt x="28752" y="21639"/>
                    </a:lnTo>
                    <a:lnTo>
                      <a:pt x="28916" y="21575"/>
                    </a:lnTo>
                    <a:lnTo>
                      <a:pt x="29071" y="21511"/>
                    </a:lnTo>
                    <a:lnTo>
                      <a:pt x="29217" y="21429"/>
                    </a:lnTo>
                    <a:lnTo>
                      <a:pt x="29372" y="21356"/>
                    </a:lnTo>
                    <a:lnTo>
                      <a:pt x="29518" y="21265"/>
                    </a:lnTo>
                    <a:lnTo>
                      <a:pt x="29663" y="21165"/>
                    </a:lnTo>
                    <a:lnTo>
                      <a:pt x="29800" y="21064"/>
                    </a:lnTo>
                    <a:lnTo>
                      <a:pt x="29937" y="20955"/>
                    </a:lnTo>
                    <a:lnTo>
                      <a:pt x="30229" y="21009"/>
                    </a:lnTo>
                    <a:lnTo>
                      <a:pt x="30521" y="21037"/>
                    </a:lnTo>
                    <a:lnTo>
                      <a:pt x="30812" y="21055"/>
                    </a:lnTo>
                    <a:lnTo>
                      <a:pt x="31104" y="21064"/>
                    </a:lnTo>
                    <a:lnTo>
                      <a:pt x="31442" y="21055"/>
                    </a:lnTo>
                    <a:lnTo>
                      <a:pt x="31770" y="21028"/>
                    </a:lnTo>
                    <a:lnTo>
                      <a:pt x="32098" y="20991"/>
                    </a:lnTo>
                    <a:lnTo>
                      <a:pt x="32417" y="20937"/>
                    </a:lnTo>
                    <a:lnTo>
                      <a:pt x="32727" y="20864"/>
                    </a:lnTo>
                    <a:lnTo>
                      <a:pt x="33037" y="20772"/>
                    </a:lnTo>
                    <a:lnTo>
                      <a:pt x="33338" y="20672"/>
                    </a:lnTo>
                    <a:lnTo>
                      <a:pt x="33630" y="20554"/>
                    </a:lnTo>
                    <a:lnTo>
                      <a:pt x="33922" y="20426"/>
                    </a:lnTo>
                    <a:lnTo>
                      <a:pt x="34195" y="20280"/>
                    </a:lnTo>
                    <a:lnTo>
                      <a:pt x="34469" y="20125"/>
                    </a:lnTo>
                    <a:lnTo>
                      <a:pt x="34733" y="19952"/>
                    </a:lnTo>
                    <a:lnTo>
                      <a:pt x="34989" y="19769"/>
                    </a:lnTo>
                    <a:lnTo>
                      <a:pt x="35235" y="19578"/>
                    </a:lnTo>
                    <a:lnTo>
                      <a:pt x="35472" y="19377"/>
                    </a:lnTo>
                    <a:lnTo>
                      <a:pt x="35700" y="19158"/>
                    </a:lnTo>
                    <a:lnTo>
                      <a:pt x="35910" y="18940"/>
                    </a:lnTo>
                    <a:lnTo>
                      <a:pt x="36110" y="18702"/>
                    </a:lnTo>
                    <a:lnTo>
                      <a:pt x="36311" y="18456"/>
                    </a:lnTo>
                    <a:lnTo>
                      <a:pt x="36493" y="18201"/>
                    </a:lnTo>
                    <a:lnTo>
                      <a:pt x="36657" y="17937"/>
                    </a:lnTo>
                    <a:lnTo>
                      <a:pt x="36812" y="17663"/>
                    </a:lnTo>
                    <a:lnTo>
                      <a:pt x="36958" y="17380"/>
                    </a:lnTo>
                    <a:lnTo>
                      <a:pt x="37086" y="17098"/>
                    </a:lnTo>
                    <a:lnTo>
                      <a:pt x="37205" y="16806"/>
                    </a:lnTo>
                    <a:lnTo>
                      <a:pt x="37305" y="16505"/>
                    </a:lnTo>
                    <a:lnTo>
                      <a:pt x="37396" y="16195"/>
                    </a:lnTo>
                    <a:lnTo>
                      <a:pt x="37469" y="15876"/>
                    </a:lnTo>
                    <a:lnTo>
                      <a:pt x="37524" y="15557"/>
                    </a:lnTo>
                    <a:lnTo>
                      <a:pt x="37569" y="15237"/>
                    </a:lnTo>
                    <a:lnTo>
                      <a:pt x="37588" y="14909"/>
                    </a:lnTo>
                    <a:lnTo>
                      <a:pt x="37597" y="14572"/>
                    </a:lnTo>
                    <a:lnTo>
                      <a:pt x="37597" y="14280"/>
                    </a:lnTo>
                    <a:lnTo>
                      <a:pt x="37569" y="13988"/>
                    </a:lnTo>
                    <a:lnTo>
                      <a:pt x="37542" y="13696"/>
                    </a:lnTo>
                    <a:lnTo>
                      <a:pt x="37496" y="13414"/>
                    </a:lnTo>
                    <a:lnTo>
                      <a:pt x="37442" y="13131"/>
                    </a:lnTo>
                    <a:lnTo>
                      <a:pt x="37369" y="12848"/>
                    </a:lnTo>
                    <a:lnTo>
                      <a:pt x="37287" y="12575"/>
                    </a:lnTo>
                    <a:lnTo>
                      <a:pt x="37186" y="12301"/>
                    </a:lnTo>
                    <a:lnTo>
                      <a:pt x="37086" y="12037"/>
                    </a:lnTo>
                    <a:lnTo>
                      <a:pt x="36967" y="11772"/>
                    </a:lnTo>
                    <a:lnTo>
                      <a:pt x="36831" y="11517"/>
                    </a:lnTo>
                    <a:lnTo>
                      <a:pt x="36694" y="11262"/>
                    </a:lnTo>
                    <a:lnTo>
                      <a:pt x="36539" y="11016"/>
                    </a:lnTo>
                    <a:lnTo>
                      <a:pt x="36375" y="10778"/>
                    </a:lnTo>
                    <a:lnTo>
                      <a:pt x="36202" y="10541"/>
                    </a:lnTo>
                    <a:lnTo>
                      <a:pt x="36010" y="10323"/>
                    </a:lnTo>
                    <a:lnTo>
                      <a:pt x="36037" y="10067"/>
                    </a:lnTo>
                    <a:lnTo>
                      <a:pt x="36047" y="9830"/>
                    </a:lnTo>
                    <a:lnTo>
                      <a:pt x="36037" y="9593"/>
                    </a:lnTo>
                    <a:lnTo>
                      <a:pt x="36019" y="9365"/>
                    </a:lnTo>
                    <a:lnTo>
                      <a:pt x="35992" y="9137"/>
                    </a:lnTo>
                    <a:lnTo>
                      <a:pt x="35946" y="8909"/>
                    </a:lnTo>
                    <a:lnTo>
                      <a:pt x="35901" y="8690"/>
                    </a:lnTo>
                    <a:lnTo>
                      <a:pt x="35837" y="8471"/>
                    </a:lnTo>
                    <a:lnTo>
                      <a:pt x="35764" y="8262"/>
                    </a:lnTo>
                    <a:lnTo>
                      <a:pt x="35682" y="8052"/>
                    </a:lnTo>
                    <a:lnTo>
                      <a:pt x="35591" y="7851"/>
                    </a:lnTo>
                    <a:lnTo>
                      <a:pt x="35490" y="7660"/>
                    </a:lnTo>
                    <a:lnTo>
                      <a:pt x="35381" y="7468"/>
                    </a:lnTo>
                    <a:lnTo>
                      <a:pt x="35262" y="7277"/>
                    </a:lnTo>
                    <a:lnTo>
                      <a:pt x="35135" y="7104"/>
                    </a:lnTo>
                    <a:lnTo>
                      <a:pt x="34998" y="6930"/>
                    </a:lnTo>
                    <a:lnTo>
                      <a:pt x="34852" y="6766"/>
                    </a:lnTo>
                    <a:lnTo>
                      <a:pt x="34706" y="6602"/>
                    </a:lnTo>
                    <a:lnTo>
                      <a:pt x="34542" y="6456"/>
                    </a:lnTo>
                    <a:lnTo>
                      <a:pt x="34378" y="6310"/>
                    </a:lnTo>
                    <a:lnTo>
                      <a:pt x="34205" y="6174"/>
                    </a:lnTo>
                    <a:lnTo>
                      <a:pt x="34031" y="6046"/>
                    </a:lnTo>
                    <a:lnTo>
                      <a:pt x="33840" y="5927"/>
                    </a:lnTo>
                    <a:lnTo>
                      <a:pt x="33648" y="5818"/>
                    </a:lnTo>
                    <a:lnTo>
                      <a:pt x="33457" y="5718"/>
                    </a:lnTo>
                    <a:lnTo>
                      <a:pt x="33256" y="5626"/>
                    </a:lnTo>
                    <a:lnTo>
                      <a:pt x="33046" y="5544"/>
                    </a:lnTo>
                    <a:lnTo>
                      <a:pt x="32837" y="5471"/>
                    </a:lnTo>
                    <a:lnTo>
                      <a:pt x="32618" y="5408"/>
                    </a:lnTo>
                    <a:lnTo>
                      <a:pt x="32399" y="5362"/>
                    </a:lnTo>
                    <a:lnTo>
                      <a:pt x="32171" y="5316"/>
                    </a:lnTo>
                    <a:lnTo>
                      <a:pt x="31943" y="5289"/>
                    </a:lnTo>
                    <a:lnTo>
                      <a:pt x="31715" y="5271"/>
                    </a:lnTo>
                    <a:lnTo>
                      <a:pt x="31323" y="5271"/>
                    </a:lnTo>
                    <a:lnTo>
                      <a:pt x="31159" y="5280"/>
                    </a:lnTo>
                    <a:lnTo>
                      <a:pt x="31104" y="5107"/>
                    </a:lnTo>
                    <a:lnTo>
                      <a:pt x="31031" y="4933"/>
                    </a:lnTo>
                    <a:lnTo>
                      <a:pt x="30958" y="4760"/>
                    </a:lnTo>
                    <a:lnTo>
                      <a:pt x="30885" y="4596"/>
                    </a:lnTo>
                    <a:lnTo>
                      <a:pt x="30803" y="4441"/>
                    </a:lnTo>
                    <a:lnTo>
                      <a:pt x="30712" y="4277"/>
                    </a:lnTo>
                    <a:lnTo>
                      <a:pt x="30612" y="4131"/>
                    </a:lnTo>
                    <a:lnTo>
                      <a:pt x="30512" y="3976"/>
                    </a:lnTo>
                    <a:lnTo>
                      <a:pt x="30402" y="3839"/>
                    </a:lnTo>
                    <a:lnTo>
                      <a:pt x="30293" y="3693"/>
                    </a:lnTo>
                    <a:lnTo>
                      <a:pt x="30174" y="3566"/>
                    </a:lnTo>
                    <a:lnTo>
                      <a:pt x="30046" y="3438"/>
                    </a:lnTo>
                    <a:lnTo>
                      <a:pt x="29919" y="3310"/>
                    </a:lnTo>
                    <a:lnTo>
                      <a:pt x="29791" y="3192"/>
                    </a:lnTo>
                    <a:lnTo>
                      <a:pt x="29654" y="3073"/>
                    </a:lnTo>
                    <a:lnTo>
                      <a:pt x="29508" y="2973"/>
                    </a:lnTo>
                    <a:lnTo>
                      <a:pt x="29363" y="2864"/>
                    </a:lnTo>
                    <a:lnTo>
                      <a:pt x="29217" y="2772"/>
                    </a:lnTo>
                    <a:lnTo>
                      <a:pt x="29062" y="2681"/>
                    </a:lnTo>
                    <a:lnTo>
                      <a:pt x="28907" y="2590"/>
                    </a:lnTo>
                    <a:lnTo>
                      <a:pt x="28742" y="2517"/>
                    </a:lnTo>
                    <a:lnTo>
                      <a:pt x="28587" y="2444"/>
                    </a:lnTo>
                    <a:lnTo>
                      <a:pt x="28414" y="2371"/>
                    </a:lnTo>
                    <a:lnTo>
                      <a:pt x="28250" y="2316"/>
                    </a:lnTo>
                    <a:lnTo>
                      <a:pt x="28077" y="2262"/>
                    </a:lnTo>
                    <a:lnTo>
                      <a:pt x="27904" y="2216"/>
                    </a:lnTo>
                    <a:lnTo>
                      <a:pt x="27721" y="2171"/>
                    </a:lnTo>
                    <a:lnTo>
                      <a:pt x="27548" y="2143"/>
                    </a:lnTo>
                    <a:lnTo>
                      <a:pt x="27366" y="2116"/>
                    </a:lnTo>
                    <a:lnTo>
                      <a:pt x="27183" y="2098"/>
                    </a:lnTo>
                    <a:lnTo>
                      <a:pt x="26992" y="2079"/>
                    </a:lnTo>
                    <a:lnTo>
                      <a:pt x="26809" y="2079"/>
                    </a:lnTo>
                    <a:lnTo>
                      <a:pt x="26609" y="2088"/>
                    </a:lnTo>
                    <a:lnTo>
                      <a:pt x="26408" y="2098"/>
                    </a:lnTo>
                    <a:lnTo>
                      <a:pt x="26208" y="2116"/>
                    </a:lnTo>
                    <a:lnTo>
                      <a:pt x="26007" y="2152"/>
                    </a:lnTo>
                    <a:lnTo>
                      <a:pt x="25815" y="2189"/>
                    </a:lnTo>
                    <a:lnTo>
                      <a:pt x="25615" y="2234"/>
                    </a:lnTo>
                    <a:lnTo>
                      <a:pt x="25423" y="2298"/>
                    </a:lnTo>
                    <a:lnTo>
                      <a:pt x="25232" y="2362"/>
                    </a:lnTo>
                    <a:lnTo>
                      <a:pt x="25004" y="2207"/>
                    </a:lnTo>
                    <a:lnTo>
                      <a:pt x="24776" y="2070"/>
                    </a:lnTo>
                    <a:lnTo>
                      <a:pt x="24539" y="1943"/>
                    </a:lnTo>
                    <a:lnTo>
                      <a:pt x="24293" y="1824"/>
                    </a:lnTo>
                    <a:lnTo>
                      <a:pt x="24056" y="1705"/>
                    </a:lnTo>
                    <a:lnTo>
                      <a:pt x="23800" y="1605"/>
                    </a:lnTo>
                    <a:lnTo>
                      <a:pt x="23554" y="1514"/>
                    </a:lnTo>
                    <a:lnTo>
                      <a:pt x="23299" y="1432"/>
                    </a:lnTo>
                    <a:lnTo>
                      <a:pt x="23043" y="1359"/>
                    </a:lnTo>
                    <a:lnTo>
                      <a:pt x="22779" y="1286"/>
                    </a:lnTo>
                    <a:lnTo>
                      <a:pt x="22514" y="1231"/>
                    </a:lnTo>
                    <a:lnTo>
                      <a:pt x="22250" y="1195"/>
                    </a:lnTo>
                    <a:lnTo>
                      <a:pt x="21986" y="1158"/>
                    </a:lnTo>
                    <a:lnTo>
                      <a:pt x="21712" y="1131"/>
                    </a:lnTo>
                    <a:lnTo>
                      <a:pt x="21448" y="1113"/>
                    </a:lnTo>
                    <a:lnTo>
                      <a:pt x="21174" y="1113"/>
                    </a:lnTo>
                    <a:lnTo>
                      <a:pt x="20773" y="1122"/>
                    </a:lnTo>
                    <a:lnTo>
                      <a:pt x="20381" y="1149"/>
                    </a:lnTo>
                    <a:lnTo>
                      <a:pt x="19998" y="1204"/>
                    </a:lnTo>
                    <a:lnTo>
                      <a:pt x="19615" y="1277"/>
                    </a:lnTo>
                    <a:lnTo>
                      <a:pt x="19232" y="1377"/>
                    </a:lnTo>
                    <a:lnTo>
                      <a:pt x="18858" y="1487"/>
                    </a:lnTo>
                    <a:lnTo>
                      <a:pt x="18493" y="1623"/>
                    </a:lnTo>
                    <a:lnTo>
                      <a:pt x="18128" y="1778"/>
                    </a:lnTo>
                    <a:lnTo>
                      <a:pt x="17937" y="1578"/>
                    </a:lnTo>
                    <a:lnTo>
                      <a:pt x="17736" y="1377"/>
                    </a:lnTo>
                    <a:lnTo>
                      <a:pt x="17527" y="1195"/>
                    </a:lnTo>
                    <a:lnTo>
                      <a:pt x="17308" y="1022"/>
                    </a:lnTo>
                    <a:lnTo>
                      <a:pt x="17080" y="867"/>
                    </a:lnTo>
                    <a:lnTo>
                      <a:pt x="16852" y="721"/>
                    </a:lnTo>
                    <a:lnTo>
                      <a:pt x="16606" y="584"/>
                    </a:lnTo>
                    <a:lnTo>
                      <a:pt x="16359" y="465"/>
                    </a:lnTo>
                    <a:lnTo>
                      <a:pt x="16104" y="356"/>
                    </a:lnTo>
                    <a:lnTo>
                      <a:pt x="15849" y="265"/>
                    </a:lnTo>
                    <a:lnTo>
                      <a:pt x="15584" y="183"/>
                    </a:lnTo>
                    <a:lnTo>
                      <a:pt x="15311" y="119"/>
                    </a:lnTo>
                    <a:lnTo>
                      <a:pt x="15037" y="64"/>
                    </a:lnTo>
                    <a:lnTo>
                      <a:pt x="14764" y="28"/>
                    </a:lnTo>
                    <a:lnTo>
                      <a:pt x="14481" y="9"/>
                    </a:lnTo>
                    <a:lnTo>
                      <a:pt x="1419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754;p27">
                <a:extLst>
                  <a:ext uri="{FF2B5EF4-FFF2-40B4-BE49-F238E27FC236}">
                    <a16:creationId xmlns:a16="http://schemas.microsoft.com/office/drawing/2014/main" id="{1C4D52BD-023B-FDBC-D24A-30BA0BABEB9C}"/>
                  </a:ext>
                </a:extLst>
              </p:cNvPr>
              <p:cNvSpPr/>
              <p:nvPr/>
            </p:nvSpPr>
            <p:spPr>
              <a:xfrm flipH="1">
                <a:off x="8024789" y="2866426"/>
                <a:ext cx="146509" cy="85268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2463" extrusionOk="0">
                    <a:moveTo>
                      <a:pt x="3739" y="1"/>
                    </a:moveTo>
                    <a:lnTo>
                      <a:pt x="3685" y="138"/>
                    </a:lnTo>
                    <a:lnTo>
                      <a:pt x="3630" y="265"/>
                    </a:lnTo>
                    <a:lnTo>
                      <a:pt x="3575" y="393"/>
                    </a:lnTo>
                    <a:lnTo>
                      <a:pt x="3511" y="511"/>
                    </a:lnTo>
                    <a:lnTo>
                      <a:pt x="3438" y="630"/>
                    </a:lnTo>
                    <a:lnTo>
                      <a:pt x="3356" y="748"/>
                    </a:lnTo>
                    <a:lnTo>
                      <a:pt x="3274" y="858"/>
                    </a:lnTo>
                    <a:lnTo>
                      <a:pt x="3192" y="958"/>
                    </a:lnTo>
                    <a:lnTo>
                      <a:pt x="3101" y="1058"/>
                    </a:lnTo>
                    <a:lnTo>
                      <a:pt x="3001" y="1159"/>
                    </a:lnTo>
                    <a:lnTo>
                      <a:pt x="2900" y="1250"/>
                    </a:lnTo>
                    <a:lnTo>
                      <a:pt x="2791" y="1341"/>
                    </a:lnTo>
                    <a:lnTo>
                      <a:pt x="2682" y="1423"/>
                    </a:lnTo>
                    <a:lnTo>
                      <a:pt x="2563" y="1496"/>
                    </a:lnTo>
                    <a:lnTo>
                      <a:pt x="2444" y="1569"/>
                    </a:lnTo>
                    <a:lnTo>
                      <a:pt x="2317" y="1633"/>
                    </a:lnTo>
                    <a:lnTo>
                      <a:pt x="2189" y="1697"/>
                    </a:lnTo>
                    <a:lnTo>
                      <a:pt x="2061" y="1751"/>
                    </a:lnTo>
                    <a:lnTo>
                      <a:pt x="1934" y="1797"/>
                    </a:lnTo>
                    <a:lnTo>
                      <a:pt x="1797" y="1834"/>
                    </a:lnTo>
                    <a:lnTo>
                      <a:pt x="1669" y="1870"/>
                    </a:lnTo>
                    <a:lnTo>
                      <a:pt x="1533" y="1897"/>
                    </a:lnTo>
                    <a:lnTo>
                      <a:pt x="1396" y="1916"/>
                    </a:lnTo>
                    <a:lnTo>
                      <a:pt x="1259" y="1925"/>
                    </a:lnTo>
                    <a:lnTo>
                      <a:pt x="1122" y="1934"/>
                    </a:lnTo>
                    <a:lnTo>
                      <a:pt x="985" y="1934"/>
                    </a:lnTo>
                    <a:lnTo>
                      <a:pt x="849" y="1925"/>
                    </a:lnTo>
                    <a:lnTo>
                      <a:pt x="712" y="1907"/>
                    </a:lnTo>
                    <a:lnTo>
                      <a:pt x="575" y="1888"/>
                    </a:lnTo>
                    <a:lnTo>
                      <a:pt x="438" y="1861"/>
                    </a:lnTo>
                    <a:lnTo>
                      <a:pt x="302" y="1824"/>
                    </a:lnTo>
                    <a:lnTo>
                      <a:pt x="165" y="1788"/>
                    </a:lnTo>
                    <a:lnTo>
                      <a:pt x="1" y="2280"/>
                    </a:lnTo>
                    <a:lnTo>
                      <a:pt x="128" y="2326"/>
                    </a:lnTo>
                    <a:lnTo>
                      <a:pt x="265" y="2362"/>
                    </a:lnTo>
                    <a:lnTo>
                      <a:pt x="393" y="2390"/>
                    </a:lnTo>
                    <a:lnTo>
                      <a:pt x="530" y="2417"/>
                    </a:lnTo>
                    <a:lnTo>
                      <a:pt x="794" y="2445"/>
                    </a:lnTo>
                    <a:lnTo>
                      <a:pt x="1068" y="2463"/>
                    </a:lnTo>
                    <a:lnTo>
                      <a:pt x="1259" y="2454"/>
                    </a:lnTo>
                    <a:lnTo>
                      <a:pt x="1451" y="2435"/>
                    </a:lnTo>
                    <a:lnTo>
                      <a:pt x="1633" y="2408"/>
                    </a:lnTo>
                    <a:lnTo>
                      <a:pt x="1824" y="2372"/>
                    </a:lnTo>
                    <a:lnTo>
                      <a:pt x="2016" y="2317"/>
                    </a:lnTo>
                    <a:lnTo>
                      <a:pt x="2198" y="2262"/>
                    </a:lnTo>
                    <a:lnTo>
                      <a:pt x="2381" y="2189"/>
                    </a:lnTo>
                    <a:lnTo>
                      <a:pt x="2554" y="2107"/>
                    </a:lnTo>
                    <a:lnTo>
                      <a:pt x="2700" y="2025"/>
                    </a:lnTo>
                    <a:lnTo>
                      <a:pt x="2846" y="1943"/>
                    </a:lnTo>
                    <a:lnTo>
                      <a:pt x="2982" y="1852"/>
                    </a:lnTo>
                    <a:lnTo>
                      <a:pt x="3119" y="1751"/>
                    </a:lnTo>
                    <a:lnTo>
                      <a:pt x="3238" y="1651"/>
                    </a:lnTo>
                    <a:lnTo>
                      <a:pt x="3365" y="1542"/>
                    </a:lnTo>
                    <a:lnTo>
                      <a:pt x="3475" y="1423"/>
                    </a:lnTo>
                    <a:lnTo>
                      <a:pt x="3584" y="1305"/>
                    </a:lnTo>
                    <a:lnTo>
                      <a:pt x="3694" y="1177"/>
                    </a:lnTo>
                    <a:lnTo>
                      <a:pt x="3785" y="1049"/>
                    </a:lnTo>
                    <a:lnTo>
                      <a:pt x="3876" y="913"/>
                    </a:lnTo>
                    <a:lnTo>
                      <a:pt x="3967" y="776"/>
                    </a:lnTo>
                    <a:lnTo>
                      <a:pt x="4040" y="630"/>
                    </a:lnTo>
                    <a:lnTo>
                      <a:pt x="4113" y="484"/>
                    </a:lnTo>
                    <a:lnTo>
                      <a:pt x="4177" y="329"/>
                    </a:lnTo>
                    <a:lnTo>
                      <a:pt x="4232" y="174"/>
                    </a:lnTo>
                    <a:lnTo>
                      <a:pt x="373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755;p27">
                <a:extLst>
                  <a:ext uri="{FF2B5EF4-FFF2-40B4-BE49-F238E27FC236}">
                    <a16:creationId xmlns:a16="http://schemas.microsoft.com/office/drawing/2014/main" id="{3EF45E28-7B27-112A-3AAF-B417DA081A31}"/>
                  </a:ext>
                </a:extLst>
              </p:cNvPr>
              <p:cNvSpPr/>
              <p:nvPr/>
            </p:nvSpPr>
            <p:spPr>
              <a:xfrm flipH="1">
                <a:off x="8013432" y="2853479"/>
                <a:ext cx="42651" cy="42340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12" y="1"/>
                    </a:moveTo>
                    <a:lnTo>
                      <a:pt x="457" y="19"/>
                    </a:lnTo>
                    <a:lnTo>
                      <a:pt x="393" y="37"/>
                    </a:lnTo>
                    <a:lnTo>
                      <a:pt x="338" y="65"/>
                    </a:lnTo>
                    <a:lnTo>
                      <a:pt x="284" y="92"/>
                    </a:lnTo>
                    <a:lnTo>
                      <a:pt x="238" y="129"/>
                    </a:lnTo>
                    <a:lnTo>
                      <a:pt x="183" y="165"/>
                    </a:lnTo>
                    <a:lnTo>
                      <a:pt x="147" y="211"/>
                    </a:lnTo>
                    <a:lnTo>
                      <a:pt x="110" y="256"/>
                    </a:lnTo>
                    <a:lnTo>
                      <a:pt x="74" y="311"/>
                    </a:lnTo>
                    <a:lnTo>
                      <a:pt x="47" y="356"/>
                    </a:lnTo>
                    <a:lnTo>
                      <a:pt x="28" y="411"/>
                    </a:lnTo>
                    <a:lnTo>
                      <a:pt x="10" y="475"/>
                    </a:lnTo>
                    <a:lnTo>
                      <a:pt x="1" y="530"/>
                    </a:lnTo>
                    <a:lnTo>
                      <a:pt x="1" y="594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1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9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66" y="1177"/>
                    </a:lnTo>
                    <a:lnTo>
                      <a:pt x="420" y="1195"/>
                    </a:lnTo>
                    <a:lnTo>
                      <a:pt x="475" y="1214"/>
                    </a:lnTo>
                    <a:lnTo>
                      <a:pt x="530" y="1223"/>
                    </a:lnTo>
                    <a:lnTo>
                      <a:pt x="712" y="1223"/>
                    </a:lnTo>
                    <a:lnTo>
                      <a:pt x="767" y="1205"/>
                    </a:lnTo>
                    <a:lnTo>
                      <a:pt x="831" y="1186"/>
                    </a:lnTo>
                    <a:lnTo>
                      <a:pt x="885" y="1159"/>
                    </a:lnTo>
                    <a:lnTo>
                      <a:pt x="940" y="1132"/>
                    </a:lnTo>
                    <a:lnTo>
                      <a:pt x="995" y="1095"/>
                    </a:lnTo>
                    <a:lnTo>
                      <a:pt x="1040" y="1059"/>
                    </a:lnTo>
                    <a:lnTo>
                      <a:pt x="1077" y="1013"/>
                    </a:lnTo>
                    <a:lnTo>
                      <a:pt x="1113" y="967"/>
                    </a:lnTo>
                    <a:lnTo>
                      <a:pt x="1150" y="913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4" y="749"/>
                    </a:lnTo>
                    <a:lnTo>
                      <a:pt x="1223" y="694"/>
                    </a:lnTo>
                    <a:lnTo>
                      <a:pt x="1232" y="630"/>
                    </a:lnTo>
                    <a:lnTo>
                      <a:pt x="1223" y="575"/>
                    </a:lnTo>
                    <a:lnTo>
                      <a:pt x="1223" y="512"/>
                    </a:lnTo>
                    <a:lnTo>
                      <a:pt x="1205" y="457"/>
                    </a:lnTo>
                    <a:lnTo>
                      <a:pt x="1186" y="393"/>
                    </a:lnTo>
                    <a:lnTo>
                      <a:pt x="1168" y="338"/>
                    </a:lnTo>
                    <a:lnTo>
                      <a:pt x="1132" y="284"/>
                    </a:lnTo>
                    <a:lnTo>
                      <a:pt x="1095" y="229"/>
                    </a:lnTo>
                    <a:lnTo>
                      <a:pt x="1059" y="183"/>
                    </a:lnTo>
                    <a:lnTo>
                      <a:pt x="1013" y="147"/>
                    </a:lnTo>
                    <a:lnTo>
                      <a:pt x="968" y="110"/>
                    </a:lnTo>
                    <a:lnTo>
                      <a:pt x="913" y="74"/>
                    </a:lnTo>
                    <a:lnTo>
                      <a:pt x="867" y="46"/>
                    </a:lnTo>
                    <a:lnTo>
                      <a:pt x="81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0" name="Google Shape;756;p27">
              <a:extLst>
                <a:ext uri="{FF2B5EF4-FFF2-40B4-BE49-F238E27FC236}">
                  <a16:creationId xmlns:a16="http://schemas.microsoft.com/office/drawing/2014/main" id="{30EF7C85-0049-7B0B-7D34-EF827F322893}"/>
                </a:ext>
              </a:extLst>
            </p:cNvPr>
            <p:cNvGrpSpPr/>
            <p:nvPr/>
          </p:nvGrpSpPr>
          <p:grpSpPr>
            <a:xfrm>
              <a:off x="4160100" y="2368975"/>
              <a:ext cx="681300" cy="681000"/>
              <a:chOff x="4231376" y="2368975"/>
              <a:chExt cx="681300" cy="681000"/>
            </a:xfrm>
          </p:grpSpPr>
          <p:sp>
            <p:nvSpPr>
              <p:cNvPr id="571" name="Google Shape;757;p27">
                <a:extLst>
                  <a:ext uri="{FF2B5EF4-FFF2-40B4-BE49-F238E27FC236}">
                    <a16:creationId xmlns:a16="http://schemas.microsoft.com/office/drawing/2014/main" id="{A5C86ACE-5259-05F6-65EF-7982F436D4E6}"/>
                  </a:ext>
                </a:extLst>
              </p:cNvPr>
              <p:cNvSpPr/>
              <p:nvPr/>
            </p:nvSpPr>
            <p:spPr>
              <a:xfrm>
                <a:off x="4231376" y="2368975"/>
                <a:ext cx="681300" cy="681000"/>
              </a:xfrm>
              <a:prstGeom prst="ellipse">
                <a:avLst/>
              </a:prstGeom>
              <a:solidFill>
                <a:srgbClr val="61C5FF">
                  <a:alpha val="2509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758;p27">
                <a:extLst>
                  <a:ext uri="{FF2B5EF4-FFF2-40B4-BE49-F238E27FC236}">
                    <a16:creationId xmlns:a16="http://schemas.microsoft.com/office/drawing/2014/main" id="{4AA189BF-F662-F3AC-A0D6-69B0B50741D5}"/>
                  </a:ext>
                </a:extLst>
              </p:cNvPr>
              <p:cNvSpPr/>
              <p:nvPr/>
            </p:nvSpPr>
            <p:spPr>
              <a:xfrm>
                <a:off x="4386244" y="2523775"/>
                <a:ext cx="371700" cy="371400"/>
              </a:xfrm>
              <a:prstGeom prst="ellipse">
                <a:avLst/>
              </a:prstGeom>
              <a:solidFill>
                <a:srgbClr val="61C5FF">
                  <a:alpha val="5019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73" name="Google Shape;759;p27">
              <a:extLst>
                <a:ext uri="{FF2B5EF4-FFF2-40B4-BE49-F238E27FC236}">
                  <a16:creationId xmlns:a16="http://schemas.microsoft.com/office/drawing/2014/main" id="{C06D2006-6F2D-DEB4-DA7B-2E953F525622}"/>
                </a:ext>
              </a:extLst>
            </p:cNvPr>
            <p:cNvCxnSpPr>
              <a:stCxn id="571" idx="2"/>
              <a:endCxn id="12" idx="6"/>
            </p:cNvCxnSpPr>
            <p:nvPr/>
          </p:nvCxnSpPr>
          <p:spPr>
            <a:xfrm flipH="1">
              <a:off x="2599200" y="2709475"/>
              <a:ext cx="1560900" cy="914700"/>
            </a:xfrm>
            <a:prstGeom prst="curvedConnector3">
              <a:avLst>
                <a:gd name="adj1" fmla="val 49996"/>
              </a:avLst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triangle" w="med" len="med"/>
              <a:tailEnd type="none" w="med" len="med"/>
            </a:ln>
          </p:spPr>
        </p:cxn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5DD0FDAD-68AD-019D-D17B-696E6A7F0020}"/>
              </a:ext>
            </a:extLst>
          </p:cNvPr>
          <p:cNvSpPr/>
          <p:nvPr/>
        </p:nvSpPr>
        <p:spPr>
          <a:xfrm>
            <a:off x="125932" y="1221112"/>
            <a:ext cx="5692699" cy="824204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3866CA7-FB79-8CD2-E53B-A87D56809C2A}"/>
              </a:ext>
            </a:extLst>
          </p:cNvPr>
          <p:cNvSpPr/>
          <p:nvPr/>
        </p:nvSpPr>
        <p:spPr>
          <a:xfrm>
            <a:off x="5295043" y="2026745"/>
            <a:ext cx="526748" cy="553138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>
          <a:extLst>
            <a:ext uri="{FF2B5EF4-FFF2-40B4-BE49-F238E27FC236}">
              <a16:creationId xmlns:a16="http://schemas.microsoft.com/office/drawing/2014/main" id="{10837A50-6AB8-8D1A-2D95-3E5BCCB6A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">
            <a:extLst>
              <a:ext uri="{FF2B5EF4-FFF2-40B4-BE49-F238E27FC236}">
                <a16:creationId xmlns:a16="http://schemas.microsoft.com/office/drawing/2014/main" id="{77ABE368-726A-D03D-80C3-1BCD7E240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Why develop a predictive model?</a:t>
            </a:r>
            <a:endParaRPr dirty="0"/>
          </a:p>
        </p:txBody>
      </p:sp>
      <p:grpSp>
        <p:nvGrpSpPr>
          <p:cNvPr id="493" name="Google Shape;493;p23">
            <a:extLst>
              <a:ext uri="{FF2B5EF4-FFF2-40B4-BE49-F238E27FC236}">
                <a16:creationId xmlns:a16="http://schemas.microsoft.com/office/drawing/2014/main" id="{5B521A4B-F018-AE04-2759-878558977B5D}"/>
              </a:ext>
            </a:extLst>
          </p:cNvPr>
          <p:cNvGrpSpPr/>
          <p:nvPr/>
        </p:nvGrpSpPr>
        <p:grpSpPr>
          <a:xfrm flipH="1">
            <a:off x="5917432" y="1983027"/>
            <a:ext cx="2898920" cy="1854809"/>
            <a:chOff x="1615800" y="1453351"/>
            <a:chExt cx="3805707" cy="2437413"/>
          </a:xfrm>
        </p:grpSpPr>
        <p:sp>
          <p:nvSpPr>
            <p:cNvPr id="494" name="Google Shape;494;p23">
              <a:extLst>
                <a:ext uri="{FF2B5EF4-FFF2-40B4-BE49-F238E27FC236}">
                  <a16:creationId xmlns:a16="http://schemas.microsoft.com/office/drawing/2014/main" id="{4FE3196F-B11C-3939-8AD5-44E44C78964D}"/>
                </a:ext>
              </a:extLst>
            </p:cNvPr>
            <p:cNvSpPr/>
            <p:nvPr/>
          </p:nvSpPr>
          <p:spPr>
            <a:xfrm>
              <a:off x="3617261" y="3753326"/>
              <a:ext cx="1184905" cy="115102"/>
            </a:xfrm>
            <a:custGeom>
              <a:avLst/>
              <a:gdLst/>
              <a:ahLst/>
              <a:cxnLst/>
              <a:rect l="l" t="t" r="r" b="b"/>
              <a:pathLst>
                <a:path w="15493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493" y="1505"/>
                  </a:lnTo>
                  <a:lnTo>
                    <a:pt x="15493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3">
              <a:extLst>
                <a:ext uri="{FF2B5EF4-FFF2-40B4-BE49-F238E27FC236}">
                  <a16:creationId xmlns:a16="http://schemas.microsoft.com/office/drawing/2014/main" id="{CA416F27-CF6F-E747-7624-CD29A8216D96}"/>
                </a:ext>
              </a:extLst>
            </p:cNvPr>
            <p:cNvSpPr/>
            <p:nvPr/>
          </p:nvSpPr>
          <p:spPr>
            <a:xfrm>
              <a:off x="3894804" y="2961760"/>
              <a:ext cx="629813" cy="791644"/>
            </a:xfrm>
            <a:custGeom>
              <a:avLst/>
              <a:gdLst/>
              <a:ahLst/>
              <a:cxnLst/>
              <a:rect l="l" t="t" r="r" b="b"/>
              <a:pathLst>
                <a:path w="8235" h="10351" extrusionOk="0">
                  <a:moveTo>
                    <a:pt x="1" y="1"/>
                  </a:moveTo>
                  <a:lnTo>
                    <a:pt x="1" y="10350"/>
                  </a:lnTo>
                  <a:lnTo>
                    <a:pt x="8235" y="1035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3">
              <a:extLst>
                <a:ext uri="{FF2B5EF4-FFF2-40B4-BE49-F238E27FC236}">
                  <a16:creationId xmlns:a16="http://schemas.microsoft.com/office/drawing/2014/main" id="{66C924BD-C429-DD36-8425-840C9402E93F}"/>
                </a:ext>
              </a:extLst>
            </p:cNvPr>
            <p:cNvSpPr/>
            <p:nvPr/>
          </p:nvSpPr>
          <p:spPr>
            <a:xfrm>
              <a:off x="2998009" y="1790167"/>
              <a:ext cx="2423498" cy="1601950"/>
            </a:xfrm>
            <a:custGeom>
              <a:avLst/>
              <a:gdLst/>
              <a:ahLst/>
              <a:cxnLst/>
              <a:rect l="l" t="t" r="r" b="b"/>
              <a:pathLst>
                <a:path w="31688" h="2094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9" y="119"/>
                  </a:lnTo>
                  <a:lnTo>
                    <a:pt x="265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55" y="429"/>
                  </a:lnTo>
                  <a:lnTo>
                    <a:pt x="37" y="493"/>
                  </a:lnTo>
                  <a:lnTo>
                    <a:pt x="18" y="566"/>
                  </a:lnTo>
                  <a:lnTo>
                    <a:pt x="9" y="630"/>
                  </a:lnTo>
                  <a:lnTo>
                    <a:pt x="0" y="703"/>
                  </a:lnTo>
                  <a:lnTo>
                    <a:pt x="0" y="20244"/>
                  </a:lnTo>
                  <a:lnTo>
                    <a:pt x="9" y="20308"/>
                  </a:lnTo>
                  <a:lnTo>
                    <a:pt x="18" y="20381"/>
                  </a:lnTo>
                  <a:lnTo>
                    <a:pt x="37" y="20454"/>
                  </a:lnTo>
                  <a:lnTo>
                    <a:pt x="55" y="20517"/>
                  </a:lnTo>
                  <a:lnTo>
                    <a:pt x="91" y="20581"/>
                  </a:lnTo>
                  <a:lnTo>
                    <a:pt x="128" y="20636"/>
                  </a:lnTo>
                  <a:lnTo>
                    <a:pt x="164" y="20691"/>
                  </a:lnTo>
                  <a:lnTo>
                    <a:pt x="210" y="20736"/>
                  </a:lnTo>
                  <a:lnTo>
                    <a:pt x="265" y="20782"/>
                  </a:lnTo>
                  <a:lnTo>
                    <a:pt x="319" y="20827"/>
                  </a:lnTo>
                  <a:lnTo>
                    <a:pt x="374" y="20864"/>
                  </a:lnTo>
                  <a:lnTo>
                    <a:pt x="438" y="20891"/>
                  </a:lnTo>
                  <a:lnTo>
                    <a:pt x="502" y="20919"/>
                  </a:lnTo>
                  <a:lnTo>
                    <a:pt x="565" y="20937"/>
                  </a:lnTo>
                  <a:lnTo>
                    <a:pt x="638" y="20946"/>
                  </a:lnTo>
                  <a:lnTo>
                    <a:pt x="31049" y="20946"/>
                  </a:lnTo>
                  <a:lnTo>
                    <a:pt x="31122" y="20937"/>
                  </a:lnTo>
                  <a:lnTo>
                    <a:pt x="31195" y="20919"/>
                  </a:lnTo>
                  <a:lnTo>
                    <a:pt x="31259" y="20891"/>
                  </a:lnTo>
                  <a:lnTo>
                    <a:pt x="31323" y="20864"/>
                  </a:lnTo>
                  <a:lnTo>
                    <a:pt x="31377" y="20827"/>
                  </a:lnTo>
                  <a:lnTo>
                    <a:pt x="31432" y="20782"/>
                  </a:lnTo>
                  <a:lnTo>
                    <a:pt x="31487" y="20736"/>
                  </a:lnTo>
                  <a:lnTo>
                    <a:pt x="31532" y="20691"/>
                  </a:lnTo>
                  <a:lnTo>
                    <a:pt x="31569" y="20636"/>
                  </a:lnTo>
                  <a:lnTo>
                    <a:pt x="31605" y="20581"/>
                  </a:lnTo>
                  <a:lnTo>
                    <a:pt x="31633" y="20517"/>
                  </a:lnTo>
                  <a:lnTo>
                    <a:pt x="31660" y="20454"/>
                  </a:lnTo>
                  <a:lnTo>
                    <a:pt x="31678" y="20381"/>
                  </a:lnTo>
                  <a:lnTo>
                    <a:pt x="31687" y="20308"/>
                  </a:lnTo>
                  <a:lnTo>
                    <a:pt x="31687" y="20244"/>
                  </a:lnTo>
                  <a:lnTo>
                    <a:pt x="31687" y="703"/>
                  </a:lnTo>
                  <a:lnTo>
                    <a:pt x="31687" y="630"/>
                  </a:lnTo>
                  <a:lnTo>
                    <a:pt x="31678" y="566"/>
                  </a:lnTo>
                  <a:lnTo>
                    <a:pt x="31660" y="493"/>
                  </a:lnTo>
                  <a:lnTo>
                    <a:pt x="31633" y="429"/>
                  </a:lnTo>
                  <a:lnTo>
                    <a:pt x="31605" y="365"/>
                  </a:lnTo>
                  <a:lnTo>
                    <a:pt x="31569" y="311"/>
                  </a:lnTo>
                  <a:lnTo>
                    <a:pt x="31532" y="256"/>
                  </a:lnTo>
                  <a:lnTo>
                    <a:pt x="31487" y="201"/>
                  </a:lnTo>
                  <a:lnTo>
                    <a:pt x="31432" y="156"/>
                  </a:lnTo>
                  <a:lnTo>
                    <a:pt x="31377" y="119"/>
                  </a:lnTo>
                  <a:lnTo>
                    <a:pt x="31323" y="83"/>
                  </a:lnTo>
                  <a:lnTo>
                    <a:pt x="31259" y="55"/>
                  </a:lnTo>
                  <a:lnTo>
                    <a:pt x="31195" y="28"/>
                  </a:lnTo>
                  <a:lnTo>
                    <a:pt x="31122" y="10"/>
                  </a:lnTo>
                  <a:lnTo>
                    <a:pt x="31049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3">
              <a:extLst>
                <a:ext uri="{FF2B5EF4-FFF2-40B4-BE49-F238E27FC236}">
                  <a16:creationId xmlns:a16="http://schemas.microsoft.com/office/drawing/2014/main" id="{51C46623-91A4-8A75-54DA-9CE6CC2C7B88}"/>
                </a:ext>
              </a:extLst>
            </p:cNvPr>
            <p:cNvSpPr/>
            <p:nvPr/>
          </p:nvSpPr>
          <p:spPr>
            <a:xfrm>
              <a:off x="3085884" y="1873148"/>
              <a:ext cx="2247747" cy="1435988"/>
            </a:xfrm>
            <a:custGeom>
              <a:avLst/>
              <a:gdLst/>
              <a:ahLst/>
              <a:cxnLst/>
              <a:rect l="l" t="t" r="r" b="b"/>
              <a:pathLst>
                <a:path w="29390" h="1877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0" y="119"/>
                  </a:lnTo>
                  <a:lnTo>
                    <a:pt x="264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64" y="429"/>
                  </a:lnTo>
                  <a:lnTo>
                    <a:pt x="37" y="493"/>
                  </a:lnTo>
                  <a:lnTo>
                    <a:pt x="18" y="557"/>
                  </a:lnTo>
                  <a:lnTo>
                    <a:pt x="9" y="630"/>
                  </a:lnTo>
                  <a:lnTo>
                    <a:pt x="0" y="694"/>
                  </a:lnTo>
                  <a:lnTo>
                    <a:pt x="0" y="18074"/>
                  </a:lnTo>
                  <a:lnTo>
                    <a:pt x="9" y="18147"/>
                  </a:lnTo>
                  <a:lnTo>
                    <a:pt x="18" y="18220"/>
                  </a:lnTo>
                  <a:lnTo>
                    <a:pt x="37" y="18283"/>
                  </a:lnTo>
                  <a:lnTo>
                    <a:pt x="64" y="18347"/>
                  </a:lnTo>
                  <a:lnTo>
                    <a:pt x="91" y="18411"/>
                  </a:lnTo>
                  <a:lnTo>
                    <a:pt x="128" y="18466"/>
                  </a:lnTo>
                  <a:lnTo>
                    <a:pt x="164" y="18520"/>
                  </a:lnTo>
                  <a:lnTo>
                    <a:pt x="210" y="18575"/>
                  </a:lnTo>
                  <a:lnTo>
                    <a:pt x="264" y="18621"/>
                  </a:lnTo>
                  <a:lnTo>
                    <a:pt x="310" y="18657"/>
                  </a:lnTo>
                  <a:lnTo>
                    <a:pt x="374" y="18694"/>
                  </a:lnTo>
                  <a:lnTo>
                    <a:pt x="438" y="18721"/>
                  </a:lnTo>
                  <a:lnTo>
                    <a:pt x="502" y="18748"/>
                  </a:lnTo>
                  <a:lnTo>
                    <a:pt x="565" y="18767"/>
                  </a:lnTo>
                  <a:lnTo>
                    <a:pt x="638" y="18776"/>
                  </a:lnTo>
                  <a:lnTo>
                    <a:pt x="28760" y="18776"/>
                  </a:lnTo>
                  <a:lnTo>
                    <a:pt x="28833" y="18767"/>
                  </a:lnTo>
                  <a:lnTo>
                    <a:pt x="28897" y="18748"/>
                  </a:lnTo>
                  <a:lnTo>
                    <a:pt x="28961" y="18721"/>
                  </a:lnTo>
                  <a:lnTo>
                    <a:pt x="29025" y="18694"/>
                  </a:lnTo>
                  <a:lnTo>
                    <a:pt x="29079" y="18657"/>
                  </a:lnTo>
                  <a:lnTo>
                    <a:pt x="29134" y="18621"/>
                  </a:lnTo>
                  <a:lnTo>
                    <a:pt x="29189" y="18575"/>
                  </a:lnTo>
                  <a:lnTo>
                    <a:pt x="29225" y="18520"/>
                  </a:lnTo>
                  <a:lnTo>
                    <a:pt x="29271" y="18466"/>
                  </a:lnTo>
                  <a:lnTo>
                    <a:pt x="29307" y="18411"/>
                  </a:lnTo>
                  <a:lnTo>
                    <a:pt x="29335" y="18347"/>
                  </a:lnTo>
                  <a:lnTo>
                    <a:pt x="29362" y="18283"/>
                  </a:lnTo>
                  <a:lnTo>
                    <a:pt x="29380" y="18220"/>
                  </a:lnTo>
                  <a:lnTo>
                    <a:pt x="29389" y="18147"/>
                  </a:lnTo>
                  <a:lnTo>
                    <a:pt x="29389" y="18074"/>
                  </a:lnTo>
                  <a:lnTo>
                    <a:pt x="29389" y="694"/>
                  </a:lnTo>
                  <a:lnTo>
                    <a:pt x="29389" y="630"/>
                  </a:lnTo>
                  <a:lnTo>
                    <a:pt x="29380" y="557"/>
                  </a:lnTo>
                  <a:lnTo>
                    <a:pt x="29362" y="493"/>
                  </a:lnTo>
                  <a:lnTo>
                    <a:pt x="29335" y="429"/>
                  </a:lnTo>
                  <a:lnTo>
                    <a:pt x="29307" y="365"/>
                  </a:lnTo>
                  <a:lnTo>
                    <a:pt x="29271" y="311"/>
                  </a:lnTo>
                  <a:lnTo>
                    <a:pt x="29225" y="256"/>
                  </a:lnTo>
                  <a:lnTo>
                    <a:pt x="29189" y="201"/>
                  </a:lnTo>
                  <a:lnTo>
                    <a:pt x="29134" y="156"/>
                  </a:lnTo>
                  <a:lnTo>
                    <a:pt x="29079" y="119"/>
                  </a:lnTo>
                  <a:lnTo>
                    <a:pt x="29025" y="83"/>
                  </a:lnTo>
                  <a:lnTo>
                    <a:pt x="28961" y="55"/>
                  </a:lnTo>
                  <a:lnTo>
                    <a:pt x="28897" y="28"/>
                  </a:lnTo>
                  <a:lnTo>
                    <a:pt x="28833" y="10"/>
                  </a:lnTo>
                  <a:lnTo>
                    <a:pt x="28760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3">
              <a:extLst>
                <a:ext uri="{FF2B5EF4-FFF2-40B4-BE49-F238E27FC236}">
                  <a16:creationId xmlns:a16="http://schemas.microsoft.com/office/drawing/2014/main" id="{4E2131BE-47EA-DCC0-E091-4B19CEB1AF2F}"/>
                </a:ext>
              </a:extLst>
            </p:cNvPr>
            <p:cNvSpPr/>
            <p:nvPr/>
          </p:nvSpPr>
          <p:spPr>
            <a:xfrm>
              <a:off x="2823636" y="1902440"/>
              <a:ext cx="2509309" cy="594250"/>
            </a:xfrm>
            <a:custGeom>
              <a:avLst/>
              <a:gdLst/>
              <a:ahLst/>
              <a:cxnLst/>
              <a:rect l="l" t="t" r="r" b="b"/>
              <a:pathLst>
                <a:path w="32810" h="7770" extrusionOk="0">
                  <a:moveTo>
                    <a:pt x="3949" y="1"/>
                  </a:moveTo>
                  <a:lnTo>
                    <a:pt x="3921" y="10"/>
                  </a:lnTo>
                  <a:lnTo>
                    <a:pt x="3885" y="28"/>
                  </a:lnTo>
                  <a:lnTo>
                    <a:pt x="3858" y="46"/>
                  </a:lnTo>
                  <a:lnTo>
                    <a:pt x="3839" y="74"/>
                  </a:lnTo>
                  <a:lnTo>
                    <a:pt x="3821" y="101"/>
                  </a:lnTo>
                  <a:lnTo>
                    <a:pt x="3803" y="137"/>
                  </a:lnTo>
                  <a:lnTo>
                    <a:pt x="3794" y="174"/>
                  </a:lnTo>
                  <a:lnTo>
                    <a:pt x="3073" y="6210"/>
                  </a:lnTo>
                  <a:lnTo>
                    <a:pt x="2025" y="1870"/>
                  </a:lnTo>
                  <a:lnTo>
                    <a:pt x="2016" y="1843"/>
                  </a:lnTo>
                  <a:lnTo>
                    <a:pt x="2007" y="1815"/>
                  </a:lnTo>
                  <a:lnTo>
                    <a:pt x="1961" y="1770"/>
                  </a:lnTo>
                  <a:lnTo>
                    <a:pt x="1906" y="1733"/>
                  </a:lnTo>
                  <a:lnTo>
                    <a:pt x="1870" y="1724"/>
                  </a:lnTo>
                  <a:lnTo>
                    <a:pt x="1842" y="1724"/>
                  </a:lnTo>
                  <a:lnTo>
                    <a:pt x="1779" y="1733"/>
                  </a:lnTo>
                  <a:lnTo>
                    <a:pt x="1724" y="1761"/>
                  </a:lnTo>
                  <a:lnTo>
                    <a:pt x="1678" y="1806"/>
                  </a:lnTo>
                  <a:lnTo>
                    <a:pt x="1660" y="1833"/>
                  </a:lnTo>
                  <a:lnTo>
                    <a:pt x="1651" y="1870"/>
                  </a:lnTo>
                  <a:lnTo>
                    <a:pt x="1113" y="3767"/>
                  </a:lnTo>
                  <a:lnTo>
                    <a:pt x="155" y="3767"/>
                  </a:lnTo>
                  <a:lnTo>
                    <a:pt x="119" y="3785"/>
                  </a:lnTo>
                  <a:lnTo>
                    <a:pt x="92" y="3803"/>
                  </a:lnTo>
                  <a:lnTo>
                    <a:pt x="64" y="3821"/>
                  </a:lnTo>
                  <a:lnTo>
                    <a:pt x="37" y="3858"/>
                  </a:lnTo>
                  <a:lnTo>
                    <a:pt x="19" y="3885"/>
                  </a:lnTo>
                  <a:lnTo>
                    <a:pt x="10" y="3922"/>
                  </a:lnTo>
                  <a:lnTo>
                    <a:pt x="0" y="3967"/>
                  </a:lnTo>
                  <a:lnTo>
                    <a:pt x="10" y="4004"/>
                  </a:lnTo>
                  <a:lnTo>
                    <a:pt x="19" y="4040"/>
                  </a:lnTo>
                  <a:lnTo>
                    <a:pt x="37" y="4077"/>
                  </a:lnTo>
                  <a:lnTo>
                    <a:pt x="64" y="4104"/>
                  </a:lnTo>
                  <a:lnTo>
                    <a:pt x="92" y="4122"/>
                  </a:lnTo>
                  <a:lnTo>
                    <a:pt x="119" y="4140"/>
                  </a:lnTo>
                  <a:lnTo>
                    <a:pt x="155" y="4159"/>
                  </a:lnTo>
                  <a:lnTo>
                    <a:pt x="1259" y="4159"/>
                  </a:lnTo>
                  <a:lnTo>
                    <a:pt x="1323" y="4150"/>
                  </a:lnTo>
                  <a:lnTo>
                    <a:pt x="1377" y="4122"/>
                  </a:lnTo>
                  <a:lnTo>
                    <a:pt x="1423" y="4077"/>
                  </a:lnTo>
                  <a:lnTo>
                    <a:pt x="1450" y="4013"/>
                  </a:lnTo>
                  <a:lnTo>
                    <a:pt x="1824" y="2700"/>
                  </a:lnTo>
                  <a:lnTo>
                    <a:pt x="2946" y="7368"/>
                  </a:lnTo>
                  <a:lnTo>
                    <a:pt x="2955" y="7405"/>
                  </a:lnTo>
                  <a:lnTo>
                    <a:pt x="2973" y="7432"/>
                  </a:lnTo>
                  <a:lnTo>
                    <a:pt x="3000" y="7460"/>
                  </a:lnTo>
                  <a:lnTo>
                    <a:pt x="3028" y="7487"/>
                  </a:lnTo>
                  <a:lnTo>
                    <a:pt x="3055" y="7496"/>
                  </a:lnTo>
                  <a:lnTo>
                    <a:pt x="3083" y="7514"/>
                  </a:lnTo>
                  <a:lnTo>
                    <a:pt x="3119" y="7523"/>
                  </a:lnTo>
                  <a:lnTo>
                    <a:pt x="3146" y="7523"/>
                  </a:lnTo>
                  <a:lnTo>
                    <a:pt x="3183" y="7514"/>
                  </a:lnTo>
                  <a:lnTo>
                    <a:pt x="3219" y="7505"/>
                  </a:lnTo>
                  <a:lnTo>
                    <a:pt x="3247" y="7487"/>
                  </a:lnTo>
                  <a:lnTo>
                    <a:pt x="3274" y="7469"/>
                  </a:lnTo>
                  <a:lnTo>
                    <a:pt x="3292" y="7441"/>
                  </a:lnTo>
                  <a:lnTo>
                    <a:pt x="3310" y="7414"/>
                  </a:lnTo>
                  <a:lnTo>
                    <a:pt x="3329" y="7378"/>
                  </a:lnTo>
                  <a:lnTo>
                    <a:pt x="3338" y="7350"/>
                  </a:lnTo>
                  <a:lnTo>
                    <a:pt x="4031" y="1514"/>
                  </a:lnTo>
                  <a:lnTo>
                    <a:pt x="4733" y="5390"/>
                  </a:lnTo>
                  <a:lnTo>
                    <a:pt x="4742" y="5426"/>
                  </a:lnTo>
                  <a:lnTo>
                    <a:pt x="4760" y="5454"/>
                  </a:lnTo>
                  <a:lnTo>
                    <a:pt x="4797" y="5499"/>
                  </a:lnTo>
                  <a:lnTo>
                    <a:pt x="4852" y="5536"/>
                  </a:lnTo>
                  <a:lnTo>
                    <a:pt x="4879" y="5545"/>
                  </a:lnTo>
                  <a:lnTo>
                    <a:pt x="4915" y="5554"/>
                  </a:lnTo>
                  <a:lnTo>
                    <a:pt x="4943" y="5554"/>
                  </a:lnTo>
                  <a:lnTo>
                    <a:pt x="4979" y="5545"/>
                  </a:lnTo>
                  <a:lnTo>
                    <a:pt x="5034" y="5517"/>
                  </a:lnTo>
                  <a:lnTo>
                    <a:pt x="5089" y="5472"/>
                  </a:lnTo>
                  <a:lnTo>
                    <a:pt x="5107" y="5444"/>
                  </a:lnTo>
                  <a:lnTo>
                    <a:pt x="5116" y="5417"/>
                  </a:lnTo>
                  <a:lnTo>
                    <a:pt x="6092" y="2472"/>
                  </a:lnTo>
                  <a:lnTo>
                    <a:pt x="6958" y="4852"/>
                  </a:lnTo>
                  <a:lnTo>
                    <a:pt x="6985" y="4906"/>
                  </a:lnTo>
                  <a:lnTo>
                    <a:pt x="7031" y="4943"/>
                  </a:lnTo>
                  <a:lnTo>
                    <a:pt x="7076" y="4970"/>
                  </a:lnTo>
                  <a:lnTo>
                    <a:pt x="7131" y="4979"/>
                  </a:lnTo>
                  <a:lnTo>
                    <a:pt x="7195" y="4979"/>
                  </a:lnTo>
                  <a:lnTo>
                    <a:pt x="7250" y="4961"/>
                  </a:lnTo>
                  <a:lnTo>
                    <a:pt x="7286" y="4925"/>
                  </a:lnTo>
                  <a:lnTo>
                    <a:pt x="7323" y="4870"/>
                  </a:lnTo>
                  <a:lnTo>
                    <a:pt x="7970" y="3566"/>
                  </a:lnTo>
                  <a:lnTo>
                    <a:pt x="8882" y="5682"/>
                  </a:lnTo>
                  <a:lnTo>
                    <a:pt x="8918" y="5736"/>
                  </a:lnTo>
                  <a:lnTo>
                    <a:pt x="8964" y="5773"/>
                  </a:lnTo>
                  <a:lnTo>
                    <a:pt x="9010" y="5800"/>
                  </a:lnTo>
                  <a:lnTo>
                    <a:pt x="9073" y="5800"/>
                  </a:lnTo>
                  <a:lnTo>
                    <a:pt x="9137" y="5791"/>
                  </a:lnTo>
                  <a:lnTo>
                    <a:pt x="9183" y="5764"/>
                  </a:lnTo>
                  <a:lnTo>
                    <a:pt x="9228" y="5718"/>
                  </a:lnTo>
                  <a:lnTo>
                    <a:pt x="9256" y="5663"/>
                  </a:lnTo>
                  <a:lnTo>
                    <a:pt x="10414" y="1952"/>
                  </a:lnTo>
                  <a:lnTo>
                    <a:pt x="11353" y="7232"/>
                  </a:lnTo>
                  <a:lnTo>
                    <a:pt x="11362" y="7268"/>
                  </a:lnTo>
                  <a:lnTo>
                    <a:pt x="11371" y="7295"/>
                  </a:lnTo>
                  <a:lnTo>
                    <a:pt x="11390" y="7323"/>
                  </a:lnTo>
                  <a:lnTo>
                    <a:pt x="11417" y="7350"/>
                  </a:lnTo>
                  <a:lnTo>
                    <a:pt x="11444" y="7368"/>
                  </a:lnTo>
                  <a:lnTo>
                    <a:pt x="11472" y="7387"/>
                  </a:lnTo>
                  <a:lnTo>
                    <a:pt x="11499" y="7396"/>
                  </a:lnTo>
                  <a:lnTo>
                    <a:pt x="11535" y="7396"/>
                  </a:lnTo>
                  <a:lnTo>
                    <a:pt x="11599" y="7387"/>
                  </a:lnTo>
                  <a:lnTo>
                    <a:pt x="11663" y="7350"/>
                  </a:lnTo>
                  <a:lnTo>
                    <a:pt x="11681" y="7332"/>
                  </a:lnTo>
                  <a:lnTo>
                    <a:pt x="11709" y="7305"/>
                  </a:lnTo>
                  <a:lnTo>
                    <a:pt x="11718" y="7277"/>
                  </a:lnTo>
                  <a:lnTo>
                    <a:pt x="11736" y="7250"/>
                  </a:lnTo>
                  <a:lnTo>
                    <a:pt x="12529" y="4159"/>
                  </a:lnTo>
                  <a:lnTo>
                    <a:pt x="16870" y="4159"/>
                  </a:lnTo>
                  <a:lnTo>
                    <a:pt x="16925" y="4150"/>
                  </a:lnTo>
                  <a:lnTo>
                    <a:pt x="16979" y="4122"/>
                  </a:lnTo>
                  <a:lnTo>
                    <a:pt x="17025" y="4077"/>
                  </a:lnTo>
                  <a:lnTo>
                    <a:pt x="17052" y="4022"/>
                  </a:lnTo>
                  <a:lnTo>
                    <a:pt x="17627" y="2335"/>
                  </a:lnTo>
                  <a:lnTo>
                    <a:pt x="18593" y="7031"/>
                  </a:lnTo>
                  <a:lnTo>
                    <a:pt x="18602" y="7058"/>
                  </a:lnTo>
                  <a:lnTo>
                    <a:pt x="18621" y="7095"/>
                  </a:lnTo>
                  <a:lnTo>
                    <a:pt x="18657" y="7140"/>
                  </a:lnTo>
                  <a:lnTo>
                    <a:pt x="18712" y="7177"/>
                  </a:lnTo>
                  <a:lnTo>
                    <a:pt x="18748" y="7186"/>
                  </a:lnTo>
                  <a:lnTo>
                    <a:pt x="18776" y="7186"/>
                  </a:lnTo>
                  <a:lnTo>
                    <a:pt x="18849" y="7177"/>
                  </a:lnTo>
                  <a:lnTo>
                    <a:pt x="18903" y="7150"/>
                  </a:lnTo>
                  <a:lnTo>
                    <a:pt x="18949" y="7104"/>
                  </a:lnTo>
                  <a:lnTo>
                    <a:pt x="18967" y="7077"/>
                  </a:lnTo>
                  <a:lnTo>
                    <a:pt x="18976" y="7049"/>
                  </a:lnTo>
                  <a:lnTo>
                    <a:pt x="20317" y="2499"/>
                  </a:lnTo>
                  <a:lnTo>
                    <a:pt x="21384" y="5882"/>
                  </a:lnTo>
                  <a:lnTo>
                    <a:pt x="21411" y="5937"/>
                  </a:lnTo>
                  <a:lnTo>
                    <a:pt x="21457" y="5982"/>
                  </a:lnTo>
                  <a:lnTo>
                    <a:pt x="21475" y="6001"/>
                  </a:lnTo>
                  <a:lnTo>
                    <a:pt x="21511" y="6010"/>
                  </a:lnTo>
                  <a:lnTo>
                    <a:pt x="21539" y="6019"/>
                  </a:lnTo>
                  <a:lnTo>
                    <a:pt x="21575" y="6019"/>
                  </a:lnTo>
                  <a:lnTo>
                    <a:pt x="21639" y="6010"/>
                  </a:lnTo>
                  <a:lnTo>
                    <a:pt x="21694" y="5982"/>
                  </a:lnTo>
                  <a:lnTo>
                    <a:pt x="21730" y="5937"/>
                  </a:lnTo>
                  <a:lnTo>
                    <a:pt x="21757" y="5882"/>
                  </a:lnTo>
                  <a:lnTo>
                    <a:pt x="23189" y="1223"/>
                  </a:lnTo>
                  <a:lnTo>
                    <a:pt x="24949" y="7624"/>
                  </a:lnTo>
                  <a:lnTo>
                    <a:pt x="24976" y="7678"/>
                  </a:lnTo>
                  <a:lnTo>
                    <a:pt x="25022" y="7724"/>
                  </a:lnTo>
                  <a:lnTo>
                    <a:pt x="25077" y="7761"/>
                  </a:lnTo>
                  <a:lnTo>
                    <a:pt x="25131" y="7770"/>
                  </a:lnTo>
                  <a:lnTo>
                    <a:pt x="25140" y="7770"/>
                  </a:lnTo>
                  <a:lnTo>
                    <a:pt x="25204" y="7761"/>
                  </a:lnTo>
                  <a:lnTo>
                    <a:pt x="25259" y="7733"/>
                  </a:lnTo>
                  <a:lnTo>
                    <a:pt x="25295" y="7688"/>
                  </a:lnTo>
                  <a:lnTo>
                    <a:pt x="25323" y="7633"/>
                  </a:lnTo>
                  <a:lnTo>
                    <a:pt x="26700" y="3612"/>
                  </a:lnTo>
                  <a:lnTo>
                    <a:pt x="27101" y="4906"/>
                  </a:lnTo>
                  <a:lnTo>
                    <a:pt x="27119" y="4961"/>
                  </a:lnTo>
                  <a:lnTo>
                    <a:pt x="27165" y="4998"/>
                  </a:lnTo>
                  <a:lnTo>
                    <a:pt x="27210" y="5034"/>
                  </a:lnTo>
                  <a:lnTo>
                    <a:pt x="27274" y="5043"/>
                  </a:lnTo>
                  <a:lnTo>
                    <a:pt x="27329" y="5043"/>
                  </a:lnTo>
                  <a:lnTo>
                    <a:pt x="27384" y="5016"/>
                  </a:lnTo>
                  <a:lnTo>
                    <a:pt x="27429" y="4979"/>
                  </a:lnTo>
                  <a:lnTo>
                    <a:pt x="27466" y="4934"/>
                  </a:lnTo>
                  <a:lnTo>
                    <a:pt x="28678" y="2381"/>
                  </a:lnTo>
                  <a:lnTo>
                    <a:pt x="30010" y="5827"/>
                  </a:lnTo>
                  <a:lnTo>
                    <a:pt x="30037" y="5873"/>
                  </a:lnTo>
                  <a:lnTo>
                    <a:pt x="30074" y="5909"/>
                  </a:lnTo>
                  <a:lnTo>
                    <a:pt x="30119" y="5937"/>
                  </a:lnTo>
                  <a:lnTo>
                    <a:pt x="30174" y="5955"/>
                  </a:lnTo>
                  <a:lnTo>
                    <a:pt x="30229" y="5946"/>
                  </a:lnTo>
                  <a:lnTo>
                    <a:pt x="30283" y="5928"/>
                  </a:lnTo>
                  <a:lnTo>
                    <a:pt x="30329" y="5900"/>
                  </a:lnTo>
                  <a:lnTo>
                    <a:pt x="30356" y="5855"/>
                  </a:lnTo>
                  <a:lnTo>
                    <a:pt x="31341" y="4159"/>
                  </a:lnTo>
                  <a:lnTo>
                    <a:pt x="32764" y="4159"/>
                  </a:lnTo>
                  <a:lnTo>
                    <a:pt x="32809" y="4150"/>
                  </a:lnTo>
                  <a:lnTo>
                    <a:pt x="32809" y="3776"/>
                  </a:lnTo>
                  <a:lnTo>
                    <a:pt x="32764" y="3767"/>
                  </a:lnTo>
                  <a:lnTo>
                    <a:pt x="31232" y="3767"/>
                  </a:lnTo>
                  <a:lnTo>
                    <a:pt x="31177" y="3776"/>
                  </a:lnTo>
                  <a:lnTo>
                    <a:pt x="31131" y="3794"/>
                  </a:lnTo>
                  <a:lnTo>
                    <a:pt x="31095" y="3821"/>
                  </a:lnTo>
                  <a:lnTo>
                    <a:pt x="31058" y="3867"/>
                  </a:lnTo>
                  <a:lnTo>
                    <a:pt x="30229" y="5299"/>
                  </a:lnTo>
                  <a:lnTo>
                    <a:pt x="28879" y="1815"/>
                  </a:lnTo>
                  <a:lnTo>
                    <a:pt x="28852" y="1761"/>
                  </a:lnTo>
                  <a:lnTo>
                    <a:pt x="28815" y="1724"/>
                  </a:lnTo>
                  <a:lnTo>
                    <a:pt x="28761" y="1697"/>
                  </a:lnTo>
                  <a:lnTo>
                    <a:pt x="28706" y="1688"/>
                  </a:lnTo>
                  <a:lnTo>
                    <a:pt x="28651" y="1697"/>
                  </a:lnTo>
                  <a:lnTo>
                    <a:pt x="28596" y="1715"/>
                  </a:lnTo>
                  <a:lnTo>
                    <a:pt x="28551" y="1751"/>
                  </a:lnTo>
                  <a:lnTo>
                    <a:pt x="28523" y="1797"/>
                  </a:lnTo>
                  <a:lnTo>
                    <a:pt x="27320" y="4305"/>
                  </a:lnTo>
                  <a:lnTo>
                    <a:pt x="26900" y="2919"/>
                  </a:lnTo>
                  <a:lnTo>
                    <a:pt x="26873" y="2864"/>
                  </a:lnTo>
                  <a:lnTo>
                    <a:pt x="26827" y="2818"/>
                  </a:lnTo>
                  <a:lnTo>
                    <a:pt x="26773" y="2791"/>
                  </a:lnTo>
                  <a:lnTo>
                    <a:pt x="26709" y="2782"/>
                  </a:lnTo>
                  <a:lnTo>
                    <a:pt x="26672" y="2782"/>
                  </a:lnTo>
                  <a:lnTo>
                    <a:pt x="26645" y="2791"/>
                  </a:lnTo>
                  <a:lnTo>
                    <a:pt x="26618" y="2800"/>
                  </a:lnTo>
                  <a:lnTo>
                    <a:pt x="26590" y="2818"/>
                  </a:lnTo>
                  <a:lnTo>
                    <a:pt x="26554" y="2855"/>
                  </a:lnTo>
                  <a:lnTo>
                    <a:pt x="26526" y="2919"/>
                  </a:lnTo>
                  <a:lnTo>
                    <a:pt x="25159" y="6903"/>
                  </a:lnTo>
                  <a:lnTo>
                    <a:pt x="23390" y="475"/>
                  </a:lnTo>
                  <a:lnTo>
                    <a:pt x="23362" y="411"/>
                  </a:lnTo>
                  <a:lnTo>
                    <a:pt x="23317" y="365"/>
                  </a:lnTo>
                  <a:lnTo>
                    <a:pt x="23262" y="338"/>
                  </a:lnTo>
                  <a:lnTo>
                    <a:pt x="23198" y="329"/>
                  </a:lnTo>
                  <a:lnTo>
                    <a:pt x="23134" y="338"/>
                  </a:lnTo>
                  <a:lnTo>
                    <a:pt x="23080" y="365"/>
                  </a:lnTo>
                  <a:lnTo>
                    <a:pt x="23034" y="411"/>
                  </a:lnTo>
                  <a:lnTo>
                    <a:pt x="23007" y="466"/>
                  </a:lnTo>
                  <a:lnTo>
                    <a:pt x="21566" y="5162"/>
                  </a:lnTo>
                  <a:lnTo>
                    <a:pt x="20499" y="1770"/>
                  </a:lnTo>
                  <a:lnTo>
                    <a:pt x="20481" y="1733"/>
                  </a:lnTo>
                  <a:lnTo>
                    <a:pt x="20463" y="1706"/>
                  </a:lnTo>
                  <a:lnTo>
                    <a:pt x="20417" y="1660"/>
                  </a:lnTo>
                  <a:lnTo>
                    <a:pt x="20362" y="1633"/>
                  </a:lnTo>
                  <a:lnTo>
                    <a:pt x="20308" y="1633"/>
                  </a:lnTo>
                  <a:lnTo>
                    <a:pt x="20244" y="1642"/>
                  </a:lnTo>
                  <a:lnTo>
                    <a:pt x="20189" y="1669"/>
                  </a:lnTo>
                  <a:lnTo>
                    <a:pt x="20153" y="1715"/>
                  </a:lnTo>
                  <a:lnTo>
                    <a:pt x="20125" y="1770"/>
                  </a:lnTo>
                  <a:lnTo>
                    <a:pt x="18821" y="6183"/>
                  </a:lnTo>
                  <a:lnTo>
                    <a:pt x="17864" y="1551"/>
                  </a:lnTo>
                  <a:lnTo>
                    <a:pt x="17846" y="1487"/>
                  </a:lnTo>
                  <a:lnTo>
                    <a:pt x="17800" y="1441"/>
                  </a:lnTo>
                  <a:lnTo>
                    <a:pt x="17745" y="1405"/>
                  </a:lnTo>
                  <a:lnTo>
                    <a:pt x="17718" y="1396"/>
                  </a:lnTo>
                  <a:lnTo>
                    <a:pt x="17618" y="1396"/>
                  </a:lnTo>
                  <a:lnTo>
                    <a:pt x="17563" y="1423"/>
                  </a:lnTo>
                  <a:lnTo>
                    <a:pt x="17517" y="1469"/>
                  </a:lnTo>
                  <a:lnTo>
                    <a:pt x="17490" y="1523"/>
                  </a:lnTo>
                  <a:lnTo>
                    <a:pt x="16724" y="3767"/>
                  </a:lnTo>
                  <a:lnTo>
                    <a:pt x="12347" y="3767"/>
                  </a:lnTo>
                  <a:lnTo>
                    <a:pt x="12311" y="3776"/>
                  </a:lnTo>
                  <a:lnTo>
                    <a:pt x="12256" y="3812"/>
                  </a:lnTo>
                  <a:lnTo>
                    <a:pt x="12210" y="3858"/>
                  </a:lnTo>
                  <a:lnTo>
                    <a:pt x="12201" y="3885"/>
                  </a:lnTo>
                  <a:lnTo>
                    <a:pt x="12183" y="3913"/>
                  </a:lnTo>
                  <a:lnTo>
                    <a:pt x="11581" y="6274"/>
                  </a:lnTo>
                  <a:lnTo>
                    <a:pt x="10660" y="1086"/>
                  </a:lnTo>
                  <a:lnTo>
                    <a:pt x="10651" y="1058"/>
                  </a:lnTo>
                  <a:lnTo>
                    <a:pt x="10633" y="1022"/>
                  </a:lnTo>
                  <a:lnTo>
                    <a:pt x="10596" y="976"/>
                  </a:lnTo>
                  <a:lnTo>
                    <a:pt x="10542" y="940"/>
                  </a:lnTo>
                  <a:lnTo>
                    <a:pt x="10514" y="931"/>
                  </a:lnTo>
                  <a:lnTo>
                    <a:pt x="10478" y="922"/>
                  </a:lnTo>
                  <a:lnTo>
                    <a:pt x="10441" y="922"/>
                  </a:lnTo>
                  <a:lnTo>
                    <a:pt x="10414" y="931"/>
                  </a:lnTo>
                  <a:lnTo>
                    <a:pt x="10377" y="940"/>
                  </a:lnTo>
                  <a:lnTo>
                    <a:pt x="10350" y="958"/>
                  </a:lnTo>
                  <a:lnTo>
                    <a:pt x="10304" y="1004"/>
                  </a:lnTo>
                  <a:lnTo>
                    <a:pt x="10277" y="1058"/>
                  </a:lnTo>
                  <a:lnTo>
                    <a:pt x="9037" y="5043"/>
                  </a:lnTo>
                  <a:lnTo>
                    <a:pt x="8162" y="3019"/>
                  </a:lnTo>
                  <a:lnTo>
                    <a:pt x="8125" y="2973"/>
                  </a:lnTo>
                  <a:lnTo>
                    <a:pt x="8089" y="2937"/>
                  </a:lnTo>
                  <a:lnTo>
                    <a:pt x="8043" y="2909"/>
                  </a:lnTo>
                  <a:lnTo>
                    <a:pt x="7979" y="2900"/>
                  </a:lnTo>
                  <a:lnTo>
                    <a:pt x="7925" y="2909"/>
                  </a:lnTo>
                  <a:lnTo>
                    <a:pt x="7879" y="2928"/>
                  </a:lnTo>
                  <a:lnTo>
                    <a:pt x="7833" y="2964"/>
                  </a:lnTo>
                  <a:lnTo>
                    <a:pt x="7806" y="3010"/>
                  </a:lnTo>
                  <a:lnTo>
                    <a:pt x="7177" y="4286"/>
                  </a:lnTo>
                  <a:lnTo>
                    <a:pt x="6274" y="1806"/>
                  </a:lnTo>
                  <a:lnTo>
                    <a:pt x="6238" y="1751"/>
                  </a:lnTo>
                  <a:lnTo>
                    <a:pt x="6192" y="1715"/>
                  </a:lnTo>
                  <a:lnTo>
                    <a:pt x="6137" y="1688"/>
                  </a:lnTo>
                  <a:lnTo>
                    <a:pt x="6083" y="1678"/>
                  </a:lnTo>
                  <a:lnTo>
                    <a:pt x="6019" y="1688"/>
                  </a:lnTo>
                  <a:lnTo>
                    <a:pt x="5973" y="1715"/>
                  </a:lnTo>
                  <a:lnTo>
                    <a:pt x="5928" y="1761"/>
                  </a:lnTo>
                  <a:lnTo>
                    <a:pt x="5900" y="1815"/>
                  </a:lnTo>
                  <a:lnTo>
                    <a:pt x="4988" y="4560"/>
                  </a:lnTo>
                  <a:lnTo>
                    <a:pt x="4186" y="156"/>
                  </a:lnTo>
                  <a:lnTo>
                    <a:pt x="4177" y="128"/>
                  </a:lnTo>
                  <a:lnTo>
                    <a:pt x="4159" y="92"/>
                  </a:lnTo>
                  <a:lnTo>
                    <a:pt x="4140" y="64"/>
                  </a:lnTo>
                  <a:lnTo>
                    <a:pt x="4122" y="37"/>
                  </a:lnTo>
                  <a:lnTo>
                    <a:pt x="4095" y="19"/>
                  </a:lnTo>
                  <a:lnTo>
                    <a:pt x="4058" y="10"/>
                  </a:lnTo>
                  <a:lnTo>
                    <a:pt x="40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3">
              <a:extLst>
                <a:ext uri="{FF2B5EF4-FFF2-40B4-BE49-F238E27FC236}">
                  <a16:creationId xmlns:a16="http://schemas.microsoft.com/office/drawing/2014/main" id="{B0968260-AC06-7496-622B-D13CC9E8D73B}"/>
                </a:ext>
              </a:extLst>
            </p:cNvPr>
            <p:cNvSpPr/>
            <p:nvPr/>
          </p:nvSpPr>
          <p:spPr>
            <a:xfrm>
              <a:off x="2836179" y="2709989"/>
              <a:ext cx="2496766" cy="560828"/>
            </a:xfrm>
            <a:custGeom>
              <a:avLst/>
              <a:gdLst/>
              <a:ahLst/>
              <a:cxnLst/>
              <a:rect l="l" t="t" r="r" b="b"/>
              <a:pathLst>
                <a:path w="32646" h="7333" extrusionOk="0">
                  <a:moveTo>
                    <a:pt x="8226" y="1"/>
                  </a:moveTo>
                  <a:lnTo>
                    <a:pt x="8162" y="10"/>
                  </a:lnTo>
                  <a:lnTo>
                    <a:pt x="8107" y="28"/>
                  </a:lnTo>
                  <a:lnTo>
                    <a:pt x="8061" y="65"/>
                  </a:lnTo>
                  <a:lnTo>
                    <a:pt x="8025" y="119"/>
                  </a:lnTo>
                  <a:lnTo>
                    <a:pt x="6128" y="4241"/>
                  </a:lnTo>
                  <a:lnTo>
                    <a:pt x="5526" y="2290"/>
                  </a:lnTo>
                  <a:lnTo>
                    <a:pt x="5499" y="2235"/>
                  </a:lnTo>
                  <a:lnTo>
                    <a:pt x="5463" y="2189"/>
                  </a:lnTo>
                  <a:lnTo>
                    <a:pt x="5408" y="2162"/>
                  </a:lnTo>
                  <a:lnTo>
                    <a:pt x="5344" y="2153"/>
                  </a:lnTo>
                  <a:lnTo>
                    <a:pt x="5280" y="2153"/>
                  </a:lnTo>
                  <a:lnTo>
                    <a:pt x="5253" y="2162"/>
                  </a:lnTo>
                  <a:lnTo>
                    <a:pt x="5226" y="2180"/>
                  </a:lnTo>
                  <a:lnTo>
                    <a:pt x="5180" y="2226"/>
                  </a:lnTo>
                  <a:lnTo>
                    <a:pt x="5153" y="2281"/>
                  </a:lnTo>
                  <a:lnTo>
                    <a:pt x="3922" y="5937"/>
                  </a:lnTo>
                  <a:lnTo>
                    <a:pt x="2846" y="1414"/>
                  </a:lnTo>
                  <a:lnTo>
                    <a:pt x="2818" y="1360"/>
                  </a:lnTo>
                  <a:lnTo>
                    <a:pt x="2782" y="1314"/>
                  </a:lnTo>
                  <a:lnTo>
                    <a:pt x="2727" y="1278"/>
                  </a:lnTo>
                  <a:lnTo>
                    <a:pt x="2672" y="1259"/>
                  </a:lnTo>
                  <a:lnTo>
                    <a:pt x="2608" y="1268"/>
                  </a:lnTo>
                  <a:lnTo>
                    <a:pt x="2554" y="1287"/>
                  </a:lnTo>
                  <a:lnTo>
                    <a:pt x="2508" y="1323"/>
                  </a:lnTo>
                  <a:lnTo>
                    <a:pt x="2472" y="1378"/>
                  </a:lnTo>
                  <a:lnTo>
                    <a:pt x="1450" y="3612"/>
                  </a:lnTo>
                  <a:lnTo>
                    <a:pt x="37" y="3612"/>
                  </a:lnTo>
                  <a:lnTo>
                    <a:pt x="1" y="3621"/>
                  </a:lnTo>
                  <a:lnTo>
                    <a:pt x="1" y="3995"/>
                  </a:lnTo>
                  <a:lnTo>
                    <a:pt x="37" y="4004"/>
                  </a:lnTo>
                  <a:lnTo>
                    <a:pt x="1578" y="4004"/>
                  </a:lnTo>
                  <a:lnTo>
                    <a:pt x="1633" y="3995"/>
                  </a:lnTo>
                  <a:lnTo>
                    <a:pt x="1678" y="3977"/>
                  </a:lnTo>
                  <a:lnTo>
                    <a:pt x="1724" y="3940"/>
                  </a:lnTo>
                  <a:lnTo>
                    <a:pt x="1751" y="3895"/>
                  </a:lnTo>
                  <a:lnTo>
                    <a:pt x="2590" y="2062"/>
                  </a:lnTo>
                  <a:lnTo>
                    <a:pt x="3694" y="6694"/>
                  </a:lnTo>
                  <a:lnTo>
                    <a:pt x="3721" y="6749"/>
                  </a:lnTo>
                  <a:lnTo>
                    <a:pt x="3767" y="6794"/>
                  </a:lnTo>
                  <a:lnTo>
                    <a:pt x="3821" y="6831"/>
                  </a:lnTo>
                  <a:lnTo>
                    <a:pt x="3876" y="6840"/>
                  </a:lnTo>
                  <a:lnTo>
                    <a:pt x="3940" y="6840"/>
                  </a:lnTo>
                  <a:lnTo>
                    <a:pt x="3976" y="6831"/>
                  </a:lnTo>
                  <a:lnTo>
                    <a:pt x="4004" y="6813"/>
                  </a:lnTo>
                  <a:lnTo>
                    <a:pt x="4049" y="6767"/>
                  </a:lnTo>
                  <a:lnTo>
                    <a:pt x="4077" y="6712"/>
                  </a:lnTo>
                  <a:lnTo>
                    <a:pt x="5335" y="2983"/>
                  </a:lnTo>
                  <a:lnTo>
                    <a:pt x="5909" y="4852"/>
                  </a:lnTo>
                  <a:lnTo>
                    <a:pt x="5928" y="4907"/>
                  </a:lnTo>
                  <a:lnTo>
                    <a:pt x="5973" y="4943"/>
                  </a:lnTo>
                  <a:lnTo>
                    <a:pt x="6019" y="4980"/>
                  </a:lnTo>
                  <a:lnTo>
                    <a:pt x="6083" y="4989"/>
                  </a:lnTo>
                  <a:lnTo>
                    <a:pt x="6137" y="4980"/>
                  </a:lnTo>
                  <a:lnTo>
                    <a:pt x="6192" y="4961"/>
                  </a:lnTo>
                  <a:lnTo>
                    <a:pt x="6238" y="4925"/>
                  </a:lnTo>
                  <a:lnTo>
                    <a:pt x="6274" y="4879"/>
                  </a:lnTo>
                  <a:lnTo>
                    <a:pt x="8134" y="822"/>
                  </a:lnTo>
                  <a:lnTo>
                    <a:pt x="9502" y="7168"/>
                  </a:lnTo>
                  <a:lnTo>
                    <a:pt x="9511" y="7205"/>
                  </a:lnTo>
                  <a:lnTo>
                    <a:pt x="9520" y="7232"/>
                  </a:lnTo>
                  <a:lnTo>
                    <a:pt x="9566" y="7278"/>
                  </a:lnTo>
                  <a:lnTo>
                    <a:pt x="9621" y="7314"/>
                  </a:lnTo>
                  <a:lnTo>
                    <a:pt x="9648" y="7323"/>
                  </a:lnTo>
                  <a:lnTo>
                    <a:pt x="9685" y="7332"/>
                  </a:lnTo>
                  <a:lnTo>
                    <a:pt x="9694" y="7332"/>
                  </a:lnTo>
                  <a:lnTo>
                    <a:pt x="9748" y="7314"/>
                  </a:lnTo>
                  <a:lnTo>
                    <a:pt x="9812" y="7287"/>
                  </a:lnTo>
                  <a:lnTo>
                    <a:pt x="9849" y="7241"/>
                  </a:lnTo>
                  <a:lnTo>
                    <a:pt x="9876" y="7186"/>
                  </a:lnTo>
                  <a:lnTo>
                    <a:pt x="11235" y="2618"/>
                  </a:lnTo>
                  <a:lnTo>
                    <a:pt x="12302" y="6001"/>
                  </a:lnTo>
                  <a:lnTo>
                    <a:pt x="12329" y="6056"/>
                  </a:lnTo>
                  <a:lnTo>
                    <a:pt x="12375" y="6101"/>
                  </a:lnTo>
                  <a:lnTo>
                    <a:pt x="12429" y="6129"/>
                  </a:lnTo>
                  <a:lnTo>
                    <a:pt x="12484" y="6138"/>
                  </a:lnTo>
                  <a:lnTo>
                    <a:pt x="12539" y="6129"/>
                  </a:lnTo>
                  <a:lnTo>
                    <a:pt x="12593" y="6110"/>
                  </a:lnTo>
                  <a:lnTo>
                    <a:pt x="12639" y="6074"/>
                  </a:lnTo>
                  <a:lnTo>
                    <a:pt x="12675" y="6019"/>
                  </a:lnTo>
                  <a:lnTo>
                    <a:pt x="13952" y="2974"/>
                  </a:lnTo>
                  <a:lnTo>
                    <a:pt x="14864" y="5107"/>
                  </a:lnTo>
                  <a:lnTo>
                    <a:pt x="14891" y="5153"/>
                  </a:lnTo>
                  <a:lnTo>
                    <a:pt x="14928" y="5189"/>
                  </a:lnTo>
                  <a:lnTo>
                    <a:pt x="14973" y="5217"/>
                  </a:lnTo>
                  <a:lnTo>
                    <a:pt x="15028" y="5226"/>
                  </a:lnTo>
                  <a:lnTo>
                    <a:pt x="15083" y="5226"/>
                  </a:lnTo>
                  <a:lnTo>
                    <a:pt x="15128" y="5217"/>
                  </a:lnTo>
                  <a:lnTo>
                    <a:pt x="15174" y="5189"/>
                  </a:lnTo>
                  <a:lnTo>
                    <a:pt x="15210" y="5153"/>
                  </a:lnTo>
                  <a:lnTo>
                    <a:pt x="16031" y="4004"/>
                  </a:lnTo>
                  <a:lnTo>
                    <a:pt x="20463" y="4004"/>
                  </a:lnTo>
                  <a:lnTo>
                    <a:pt x="20490" y="3995"/>
                  </a:lnTo>
                  <a:lnTo>
                    <a:pt x="20545" y="3968"/>
                  </a:lnTo>
                  <a:lnTo>
                    <a:pt x="20590" y="3913"/>
                  </a:lnTo>
                  <a:lnTo>
                    <a:pt x="20609" y="3885"/>
                  </a:lnTo>
                  <a:lnTo>
                    <a:pt x="20618" y="3858"/>
                  </a:lnTo>
                  <a:lnTo>
                    <a:pt x="21229" y="1460"/>
                  </a:lnTo>
                  <a:lnTo>
                    <a:pt x="22141" y="6074"/>
                  </a:lnTo>
                  <a:lnTo>
                    <a:pt x="22150" y="6110"/>
                  </a:lnTo>
                  <a:lnTo>
                    <a:pt x="22168" y="6138"/>
                  </a:lnTo>
                  <a:lnTo>
                    <a:pt x="22204" y="6183"/>
                  </a:lnTo>
                  <a:lnTo>
                    <a:pt x="22259" y="6220"/>
                  </a:lnTo>
                  <a:lnTo>
                    <a:pt x="22296" y="6229"/>
                  </a:lnTo>
                  <a:lnTo>
                    <a:pt x="22323" y="6238"/>
                  </a:lnTo>
                  <a:lnTo>
                    <a:pt x="22359" y="6229"/>
                  </a:lnTo>
                  <a:lnTo>
                    <a:pt x="22396" y="6229"/>
                  </a:lnTo>
                  <a:lnTo>
                    <a:pt x="22423" y="6211"/>
                  </a:lnTo>
                  <a:lnTo>
                    <a:pt x="22451" y="6202"/>
                  </a:lnTo>
                  <a:lnTo>
                    <a:pt x="22496" y="6156"/>
                  </a:lnTo>
                  <a:lnTo>
                    <a:pt x="22524" y="6092"/>
                  </a:lnTo>
                  <a:lnTo>
                    <a:pt x="23691" y="2062"/>
                  </a:lnTo>
                  <a:lnTo>
                    <a:pt x="24356" y="4834"/>
                  </a:lnTo>
                  <a:lnTo>
                    <a:pt x="24375" y="4898"/>
                  </a:lnTo>
                  <a:lnTo>
                    <a:pt x="24411" y="4943"/>
                  </a:lnTo>
                  <a:lnTo>
                    <a:pt x="24466" y="4971"/>
                  </a:lnTo>
                  <a:lnTo>
                    <a:pt x="24530" y="4989"/>
                  </a:lnTo>
                  <a:lnTo>
                    <a:pt x="24584" y="4980"/>
                  </a:lnTo>
                  <a:lnTo>
                    <a:pt x="24639" y="4961"/>
                  </a:lnTo>
                  <a:lnTo>
                    <a:pt x="24685" y="4925"/>
                  </a:lnTo>
                  <a:lnTo>
                    <a:pt x="24721" y="4870"/>
                  </a:lnTo>
                  <a:lnTo>
                    <a:pt x="25606" y="2928"/>
                  </a:lnTo>
                  <a:lnTo>
                    <a:pt x="26527" y="5955"/>
                  </a:lnTo>
                  <a:lnTo>
                    <a:pt x="26554" y="6010"/>
                  </a:lnTo>
                  <a:lnTo>
                    <a:pt x="26600" y="6056"/>
                  </a:lnTo>
                  <a:lnTo>
                    <a:pt x="26654" y="6083"/>
                  </a:lnTo>
                  <a:lnTo>
                    <a:pt x="26718" y="6092"/>
                  </a:lnTo>
                  <a:lnTo>
                    <a:pt x="26782" y="6083"/>
                  </a:lnTo>
                  <a:lnTo>
                    <a:pt x="26837" y="6056"/>
                  </a:lnTo>
                  <a:lnTo>
                    <a:pt x="26873" y="6010"/>
                  </a:lnTo>
                  <a:lnTo>
                    <a:pt x="26900" y="5955"/>
                  </a:lnTo>
                  <a:lnTo>
                    <a:pt x="27894" y="2974"/>
                  </a:lnTo>
                  <a:lnTo>
                    <a:pt x="28761" y="4989"/>
                  </a:lnTo>
                  <a:lnTo>
                    <a:pt x="28788" y="5034"/>
                  </a:lnTo>
                  <a:lnTo>
                    <a:pt x="28834" y="5071"/>
                  </a:lnTo>
                  <a:lnTo>
                    <a:pt x="28888" y="5089"/>
                  </a:lnTo>
                  <a:lnTo>
                    <a:pt x="28943" y="5107"/>
                  </a:lnTo>
                  <a:lnTo>
                    <a:pt x="28998" y="5089"/>
                  </a:lnTo>
                  <a:lnTo>
                    <a:pt x="29052" y="5071"/>
                  </a:lnTo>
                  <a:lnTo>
                    <a:pt x="29098" y="5025"/>
                  </a:lnTo>
                  <a:lnTo>
                    <a:pt x="29125" y="4980"/>
                  </a:lnTo>
                  <a:lnTo>
                    <a:pt x="29828" y="3138"/>
                  </a:lnTo>
                  <a:lnTo>
                    <a:pt x="30776" y="5919"/>
                  </a:lnTo>
                  <a:lnTo>
                    <a:pt x="30812" y="5964"/>
                  </a:lnTo>
                  <a:lnTo>
                    <a:pt x="30849" y="6010"/>
                  </a:lnTo>
                  <a:lnTo>
                    <a:pt x="30904" y="6037"/>
                  </a:lnTo>
                  <a:lnTo>
                    <a:pt x="30967" y="6047"/>
                  </a:lnTo>
                  <a:lnTo>
                    <a:pt x="31031" y="6037"/>
                  </a:lnTo>
                  <a:lnTo>
                    <a:pt x="31086" y="6010"/>
                  </a:lnTo>
                  <a:lnTo>
                    <a:pt x="31132" y="5964"/>
                  </a:lnTo>
                  <a:lnTo>
                    <a:pt x="31159" y="5901"/>
                  </a:lnTo>
                  <a:lnTo>
                    <a:pt x="31688" y="4004"/>
                  </a:lnTo>
                  <a:lnTo>
                    <a:pt x="32600" y="4004"/>
                  </a:lnTo>
                  <a:lnTo>
                    <a:pt x="32645" y="3995"/>
                  </a:lnTo>
                  <a:lnTo>
                    <a:pt x="32645" y="3621"/>
                  </a:lnTo>
                  <a:lnTo>
                    <a:pt x="32600" y="3612"/>
                  </a:lnTo>
                  <a:lnTo>
                    <a:pt x="31542" y="3612"/>
                  </a:lnTo>
                  <a:lnTo>
                    <a:pt x="31478" y="3621"/>
                  </a:lnTo>
                  <a:lnTo>
                    <a:pt x="31423" y="3648"/>
                  </a:lnTo>
                  <a:lnTo>
                    <a:pt x="31378" y="3694"/>
                  </a:lnTo>
                  <a:lnTo>
                    <a:pt x="31350" y="3758"/>
                  </a:lnTo>
                  <a:lnTo>
                    <a:pt x="30949" y="5189"/>
                  </a:lnTo>
                  <a:lnTo>
                    <a:pt x="30019" y="2490"/>
                  </a:lnTo>
                  <a:lnTo>
                    <a:pt x="29992" y="2436"/>
                  </a:lnTo>
                  <a:lnTo>
                    <a:pt x="29955" y="2399"/>
                  </a:lnTo>
                  <a:lnTo>
                    <a:pt x="29901" y="2372"/>
                  </a:lnTo>
                  <a:lnTo>
                    <a:pt x="29837" y="2363"/>
                  </a:lnTo>
                  <a:lnTo>
                    <a:pt x="29782" y="2372"/>
                  </a:lnTo>
                  <a:lnTo>
                    <a:pt x="29736" y="2399"/>
                  </a:lnTo>
                  <a:lnTo>
                    <a:pt x="29682" y="2436"/>
                  </a:lnTo>
                  <a:lnTo>
                    <a:pt x="29663" y="2463"/>
                  </a:lnTo>
                  <a:lnTo>
                    <a:pt x="29654" y="2490"/>
                  </a:lnTo>
                  <a:lnTo>
                    <a:pt x="28934" y="4387"/>
                  </a:lnTo>
                  <a:lnTo>
                    <a:pt x="28059" y="2335"/>
                  </a:lnTo>
                  <a:lnTo>
                    <a:pt x="28022" y="2290"/>
                  </a:lnTo>
                  <a:lnTo>
                    <a:pt x="27976" y="2253"/>
                  </a:lnTo>
                  <a:lnTo>
                    <a:pt x="27922" y="2226"/>
                  </a:lnTo>
                  <a:lnTo>
                    <a:pt x="27867" y="2217"/>
                  </a:lnTo>
                  <a:lnTo>
                    <a:pt x="27803" y="2235"/>
                  </a:lnTo>
                  <a:lnTo>
                    <a:pt x="27758" y="2262"/>
                  </a:lnTo>
                  <a:lnTo>
                    <a:pt x="27712" y="2299"/>
                  </a:lnTo>
                  <a:lnTo>
                    <a:pt x="27685" y="2354"/>
                  </a:lnTo>
                  <a:lnTo>
                    <a:pt x="26727" y="5253"/>
                  </a:lnTo>
                  <a:lnTo>
                    <a:pt x="25834" y="2317"/>
                  </a:lnTo>
                  <a:lnTo>
                    <a:pt x="25806" y="2262"/>
                  </a:lnTo>
                  <a:lnTo>
                    <a:pt x="25761" y="2217"/>
                  </a:lnTo>
                  <a:lnTo>
                    <a:pt x="25715" y="2189"/>
                  </a:lnTo>
                  <a:lnTo>
                    <a:pt x="25651" y="2171"/>
                  </a:lnTo>
                  <a:lnTo>
                    <a:pt x="25597" y="2180"/>
                  </a:lnTo>
                  <a:lnTo>
                    <a:pt x="25542" y="2199"/>
                  </a:lnTo>
                  <a:lnTo>
                    <a:pt x="25496" y="2235"/>
                  </a:lnTo>
                  <a:lnTo>
                    <a:pt x="25460" y="2290"/>
                  </a:lnTo>
                  <a:lnTo>
                    <a:pt x="24603" y="4186"/>
                  </a:lnTo>
                  <a:lnTo>
                    <a:pt x="23900" y="1250"/>
                  </a:lnTo>
                  <a:lnTo>
                    <a:pt x="23882" y="1223"/>
                  </a:lnTo>
                  <a:lnTo>
                    <a:pt x="23873" y="1186"/>
                  </a:lnTo>
                  <a:lnTo>
                    <a:pt x="23828" y="1141"/>
                  </a:lnTo>
                  <a:lnTo>
                    <a:pt x="23773" y="1113"/>
                  </a:lnTo>
                  <a:lnTo>
                    <a:pt x="23745" y="1104"/>
                  </a:lnTo>
                  <a:lnTo>
                    <a:pt x="23709" y="1095"/>
                  </a:lnTo>
                  <a:lnTo>
                    <a:pt x="23645" y="1113"/>
                  </a:lnTo>
                  <a:lnTo>
                    <a:pt x="23590" y="1141"/>
                  </a:lnTo>
                  <a:lnTo>
                    <a:pt x="23545" y="1186"/>
                  </a:lnTo>
                  <a:lnTo>
                    <a:pt x="23517" y="1241"/>
                  </a:lnTo>
                  <a:lnTo>
                    <a:pt x="22369" y="5208"/>
                  </a:lnTo>
                  <a:lnTo>
                    <a:pt x="21448" y="530"/>
                  </a:lnTo>
                  <a:lnTo>
                    <a:pt x="21438" y="502"/>
                  </a:lnTo>
                  <a:lnTo>
                    <a:pt x="21429" y="475"/>
                  </a:lnTo>
                  <a:lnTo>
                    <a:pt x="21411" y="448"/>
                  </a:lnTo>
                  <a:lnTo>
                    <a:pt x="21384" y="420"/>
                  </a:lnTo>
                  <a:lnTo>
                    <a:pt x="21329" y="393"/>
                  </a:lnTo>
                  <a:lnTo>
                    <a:pt x="21302" y="375"/>
                  </a:lnTo>
                  <a:lnTo>
                    <a:pt x="21229" y="375"/>
                  </a:lnTo>
                  <a:lnTo>
                    <a:pt x="21192" y="384"/>
                  </a:lnTo>
                  <a:lnTo>
                    <a:pt x="21165" y="393"/>
                  </a:lnTo>
                  <a:lnTo>
                    <a:pt x="21138" y="411"/>
                  </a:lnTo>
                  <a:lnTo>
                    <a:pt x="21092" y="466"/>
                  </a:lnTo>
                  <a:lnTo>
                    <a:pt x="21065" y="521"/>
                  </a:lnTo>
                  <a:lnTo>
                    <a:pt x="20271" y="3612"/>
                  </a:lnTo>
                  <a:lnTo>
                    <a:pt x="15931" y="3612"/>
                  </a:lnTo>
                  <a:lnTo>
                    <a:pt x="15885" y="3621"/>
                  </a:lnTo>
                  <a:lnTo>
                    <a:pt x="15849" y="3630"/>
                  </a:lnTo>
                  <a:lnTo>
                    <a:pt x="15803" y="3657"/>
                  </a:lnTo>
                  <a:lnTo>
                    <a:pt x="15776" y="3694"/>
                  </a:lnTo>
                  <a:lnTo>
                    <a:pt x="15092" y="4642"/>
                  </a:lnTo>
                  <a:lnTo>
                    <a:pt x="14125" y="2390"/>
                  </a:lnTo>
                  <a:lnTo>
                    <a:pt x="14098" y="2335"/>
                  </a:lnTo>
                  <a:lnTo>
                    <a:pt x="14052" y="2299"/>
                  </a:lnTo>
                  <a:lnTo>
                    <a:pt x="14007" y="2281"/>
                  </a:lnTo>
                  <a:lnTo>
                    <a:pt x="13943" y="2271"/>
                  </a:lnTo>
                  <a:lnTo>
                    <a:pt x="13879" y="2271"/>
                  </a:lnTo>
                  <a:lnTo>
                    <a:pt x="13852" y="2281"/>
                  </a:lnTo>
                  <a:lnTo>
                    <a:pt x="13834" y="2299"/>
                  </a:lnTo>
                  <a:lnTo>
                    <a:pt x="13788" y="2335"/>
                  </a:lnTo>
                  <a:lnTo>
                    <a:pt x="13761" y="2390"/>
                  </a:lnTo>
                  <a:lnTo>
                    <a:pt x="12520" y="5372"/>
                  </a:lnTo>
                  <a:lnTo>
                    <a:pt x="11417" y="1888"/>
                  </a:lnTo>
                  <a:lnTo>
                    <a:pt x="11390" y="1834"/>
                  </a:lnTo>
                  <a:lnTo>
                    <a:pt x="11344" y="1788"/>
                  </a:lnTo>
                  <a:lnTo>
                    <a:pt x="11289" y="1761"/>
                  </a:lnTo>
                  <a:lnTo>
                    <a:pt x="11262" y="1752"/>
                  </a:lnTo>
                  <a:lnTo>
                    <a:pt x="11226" y="1752"/>
                  </a:lnTo>
                  <a:lnTo>
                    <a:pt x="11162" y="1761"/>
                  </a:lnTo>
                  <a:lnTo>
                    <a:pt x="11107" y="1797"/>
                  </a:lnTo>
                  <a:lnTo>
                    <a:pt x="11071" y="1834"/>
                  </a:lnTo>
                  <a:lnTo>
                    <a:pt x="11043" y="1898"/>
                  </a:lnTo>
                  <a:lnTo>
                    <a:pt x="9721" y="6338"/>
                  </a:lnTo>
                  <a:lnTo>
                    <a:pt x="8399" y="156"/>
                  </a:lnTo>
                  <a:lnTo>
                    <a:pt x="8371" y="101"/>
                  </a:lnTo>
                  <a:lnTo>
                    <a:pt x="8335" y="56"/>
                  </a:lnTo>
                  <a:lnTo>
                    <a:pt x="8289" y="19"/>
                  </a:lnTo>
                  <a:lnTo>
                    <a:pt x="82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>
              <a:extLst>
                <a:ext uri="{FF2B5EF4-FFF2-40B4-BE49-F238E27FC236}">
                  <a16:creationId xmlns:a16="http://schemas.microsoft.com/office/drawing/2014/main" id="{9DDAC7CC-5322-2AD9-A3A3-55A04622B445}"/>
                </a:ext>
              </a:extLst>
            </p:cNvPr>
            <p:cNvSpPr/>
            <p:nvPr/>
          </p:nvSpPr>
          <p:spPr>
            <a:xfrm>
              <a:off x="2836179" y="2499440"/>
              <a:ext cx="2496766" cy="299955"/>
            </a:xfrm>
            <a:custGeom>
              <a:avLst/>
              <a:gdLst/>
              <a:ahLst/>
              <a:cxnLst/>
              <a:rect l="l" t="t" r="r" b="b"/>
              <a:pathLst>
                <a:path w="32646" h="3922" extrusionOk="0">
                  <a:moveTo>
                    <a:pt x="13742" y="0"/>
                  </a:moveTo>
                  <a:lnTo>
                    <a:pt x="13040" y="2344"/>
                  </a:lnTo>
                  <a:lnTo>
                    <a:pt x="12302" y="939"/>
                  </a:lnTo>
                  <a:lnTo>
                    <a:pt x="11563" y="2699"/>
                  </a:lnTo>
                  <a:lnTo>
                    <a:pt x="10833" y="27"/>
                  </a:lnTo>
                  <a:lnTo>
                    <a:pt x="9703" y="2453"/>
                  </a:lnTo>
                  <a:lnTo>
                    <a:pt x="8554" y="620"/>
                  </a:lnTo>
                  <a:lnTo>
                    <a:pt x="7615" y="1687"/>
                  </a:lnTo>
                  <a:lnTo>
                    <a:pt x="6511" y="876"/>
                  </a:lnTo>
                  <a:lnTo>
                    <a:pt x="6393" y="1040"/>
                  </a:lnTo>
                  <a:lnTo>
                    <a:pt x="5864" y="1769"/>
                  </a:lnTo>
                  <a:lnTo>
                    <a:pt x="5454" y="2316"/>
                  </a:lnTo>
                  <a:lnTo>
                    <a:pt x="4378" y="648"/>
                  </a:lnTo>
                  <a:lnTo>
                    <a:pt x="3438" y="1979"/>
                  </a:lnTo>
                  <a:lnTo>
                    <a:pt x="2344" y="638"/>
                  </a:lnTo>
                  <a:lnTo>
                    <a:pt x="1533" y="2298"/>
                  </a:lnTo>
                  <a:lnTo>
                    <a:pt x="821" y="520"/>
                  </a:lnTo>
                  <a:lnTo>
                    <a:pt x="101" y="1979"/>
                  </a:lnTo>
                  <a:lnTo>
                    <a:pt x="1" y="1860"/>
                  </a:lnTo>
                  <a:lnTo>
                    <a:pt x="1" y="2490"/>
                  </a:lnTo>
                  <a:lnTo>
                    <a:pt x="183" y="2717"/>
                  </a:lnTo>
                  <a:lnTo>
                    <a:pt x="785" y="1496"/>
                  </a:lnTo>
                  <a:lnTo>
                    <a:pt x="1505" y="3283"/>
                  </a:lnTo>
                  <a:lnTo>
                    <a:pt x="2426" y="1377"/>
                  </a:lnTo>
                  <a:lnTo>
                    <a:pt x="3466" y="2635"/>
                  </a:lnTo>
                  <a:lnTo>
                    <a:pt x="4368" y="1359"/>
                  </a:lnTo>
                  <a:lnTo>
                    <a:pt x="5371" y="2918"/>
                  </a:lnTo>
                  <a:lnTo>
                    <a:pt x="5536" y="2818"/>
                  </a:lnTo>
                  <a:lnTo>
                    <a:pt x="5554" y="2809"/>
                  </a:lnTo>
                  <a:lnTo>
                    <a:pt x="5590" y="2772"/>
                  </a:lnTo>
                  <a:lnTo>
                    <a:pt x="5645" y="2717"/>
                  </a:lnTo>
                  <a:lnTo>
                    <a:pt x="5727" y="2608"/>
                  </a:lnTo>
                  <a:lnTo>
                    <a:pt x="6046" y="2198"/>
                  </a:lnTo>
                  <a:lnTo>
                    <a:pt x="6602" y="1432"/>
                  </a:lnTo>
                  <a:lnTo>
                    <a:pt x="7678" y="2225"/>
                  </a:lnTo>
                  <a:lnTo>
                    <a:pt x="8499" y="1286"/>
                  </a:lnTo>
                  <a:lnTo>
                    <a:pt x="9757" y="3283"/>
                  </a:lnTo>
                  <a:lnTo>
                    <a:pt x="10733" y="1186"/>
                  </a:lnTo>
                  <a:lnTo>
                    <a:pt x="11481" y="3921"/>
                  </a:lnTo>
                  <a:lnTo>
                    <a:pt x="12347" y="1879"/>
                  </a:lnTo>
                  <a:lnTo>
                    <a:pt x="13150" y="3392"/>
                  </a:lnTo>
                  <a:lnTo>
                    <a:pt x="13660" y="1669"/>
                  </a:lnTo>
                  <a:lnTo>
                    <a:pt x="14034" y="3575"/>
                  </a:lnTo>
                  <a:lnTo>
                    <a:pt x="15283" y="1249"/>
                  </a:lnTo>
                  <a:lnTo>
                    <a:pt x="16305" y="3055"/>
                  </a:lnTo>
                  <a:lnTo>
                    <a:pt x="17271" y="1541"/>
                  </a:lnTo>
                  <a:lnTo>
                    <a:pt x="18265" y="2891"/>
                  </a:lnTo>
                  <a:lnTo>
                    <a:pt x="19715" y="1404"/>
                  </a:lnTo>
                  <a:lnTo>
                    <a:pt x="20563" y="2544"/>
                  </a:lnTo>
                  <a:lnTo>
                    <a:pt x="21694" y="1477"/>
                  </a:lnTo>
                  <a:lnTo>
                    <a:pt x="22615" y="2216"/>
                  </a:lnTo>
                  <a:lnTo>
                    <a:pt x="23435" y="1559"/>
                  </a:lnTo>
                  <a:lnTo>
                    <a:pt x="24721" y="2918"/>
                  </a:lnTo>
                  <a:lnTo>
                    <a:pt x="25934" y="1377"/>
                  </a:lnTo>
                  <a:lnTo>
                    <a:pt x="26992" y="2964"/>
                  </a:lnTo>
                  <a:lnTo>
                    <a:pt x="27876" y="1468"/>
                  </a:lnTo>
                  <a:lnTo>
                    <a:pt x="28742" y="2462"/>
                  </a:lnTo>
                  <a:lnTo>
                    <a:pt x="29372" y="1404"/>
                  </a:lnTo>
                  <a:lnTo>
                    <a:pt x="30083" y="2262"/>
                  </a:lnTo>
                  <a:lnTo>
                    <a:pt x="30794" y="1486"/>
                  </a:lnTo>
                  <a:lnTo>
                    <a:pt x="31369" y="2763"/>
                  </a:lnTo>
                  <a:lnTo>
                    <a:pt x="32244" y="1423"/>
                  </a:lnTo>
                  <a:lnTo>
                    <a:pt x="32645" y="1824"/>
                  </a:lnTo>
                  <a:lnTo>
                    <a:pt x="32645" y="1258"/>
                  </a:lnTo>
                  <a:lnTo>
                    <a:pt x="32189" y="793"/>
                  </a:lnTo>
                  <a:lnTo>
                    <a:pt x="31442" y="1933"/>
                  </a:lnTo>
                  <a:lnTo>
                    <a:pt x="30922" y="766"/>
                  </a:lnTo>
                  <a:lnTo>
                    <a:pt x="30101" y="1660"/>
                  </a:lnTo>
                  <a:lnTo>
                    <a:pt x="29308" y="711"/>
                  </a:lnTo>
                  <a:lnTo>
                    <a:pt x="28679" y="1787"/>
                  </a:lnTo>
                  <a:lnTo>
                    <a:pt x="27812" y="784"/>
                  </a:lnTo>
                  <a:lnTo>
                    <a:pt x="26973" y="2207"/>
                  </a:lnTo>
                  <a:lnTo>
                    <a:pt x="25970" y="693"/>
                  </a:lnTo>
                  <a:lnTo>
                    <a:pt x="24694" y="2307"/>
                  </a:lnTo>
                  <a:lnTo>
                    <a:pt x="23472" y="1021"/>
                  </a:lnTo>
                  <a:lnTo>
                    <a:pt x="22615" y="1705"/>
                  </a:lnTo>
                  <a:lnTo>
                    <a:pt x="21676" y="948"/>
                  </a:lnTo>
                  <a:lnTo>
                    <a:pt x="20618" y="1952"/>
                  </a:lnTo>
                  <a:lnTo>
                    <a:pt x="19751" y="793"/>
                  </a:lnTo>
                  <a:lnTo>
                    <a:pt x="18311" y="2280"/>
                  </a:lnTo>
                  <a:lnTo>
                    <a:pt x="17253" y="830"/>
                  </a:lnTo>
                  <a:lnTo>
                    <a:pt x="16332" y="2289"/>
                  </a:lnTo>
                  <a:lnTo>
                    <a:pt x="15274" y="420"/>
                  </a:lnTo>
                  <a:lnTo>
                    <a:pt x="14207" y="2398"/>
                  </a:lnTo>
                  <a:lnTo>
                    <a:pt x="13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3">
              <a:extLst>
                <a:ext uri="{FF2B5EF4-FFF2-40B4-BE49-F238E27FC236}">
                  <a16:creationId xmlns:a16="http://schemas.microsoft.com/office/drawing/2014/main" id="{7BDA8E06-5BD9-1F3E-4EB1-5B6C810C897E}"/>
                </a:ext>
              </a:extLst>
            </p:cNvPr>
            <p:cNvSpPr/>
            <p:nvPr/>
          </p:nvSpPr>
          <p:spPr>
            <a:xfrm>
              <a:off x="2261514" y="2832739"/>
              <a:ext cx="1007165" cy="1058024"/>
            </a:xfrm>
            <a:custGeom>
              <a:avLst/>
              <a:gdLst/>
              <a:ahLst/>
              <a:cxnLst/>
              <a:rect l="l" t="t" r="r" b="b"/>
              <a:pathLst>
                <a:path w="13169" h="13834" extrusionOk="0">
                  <a:moveTo>
                    <a:pt x="6639" y="1"/>
                  </a:moveTo>
                  <a:lnTo>
                    <a:pt x="6037" y="10"/>
                  </a:lnTo>
                  <a:lnTo>
                    <a:pt x="5436" y="28"/>
                  </a:lnTo>
                  <a:lnTo>
                    <a:pt x="4852" y="46"/>
                  </a:lnTo>
                  <a:lnTo>
                    <a:pt x="4277" y="83"/>
                  </a:lnTo>
                  <a:lnTo>
                    <a:pt x="3730" y="138"/>
                  </a:lnTo>
                  <a:lnTo>
                    <a:pt x="3201" y="201"/>
                  </a:lnTo>
                  <a:lnTo>
                    <a:pt x="2709" y="283"/>
                  </a:lnTo>
                  <a:lnTo>
                    <a:pt x="2481" y="329"/>
                  </a:lnTo>
                  <a:lnTo>
                    <a:pt x="2253" y="375"/>
                  </a:lnTo>
                  <a:lnTo>
                    <a:pt x="2043" y="429"/>
                  </a:lnTo>
                  <a:lnTo>
                    <a:pt x="1834" y="493"/>
                  </a:lnTo>
                  <a:lnTo>
                    <a:pt x="1642" y="557"/>
                  </a:lnTo>
                  <a:lnTo>
                    <a:pt x="1469" y="621"/>
                  </a:lnTo>
                  <a:lnTo>
                    <a:pt x="1296" y="694"/>
                  </a:lnTo>
                  <a:lnTo>
                    <a:pt x="1150" y="767"/>
                  </a:lnTo>
                  <a:lnTo>
                    <a:pt x="1004" y="858"/>
                  </a:lnTo>
                  <a:lnTo>
                    <a:pt x="885" y="940"/>
                  </a:lnTo>
                  <a:lnTo>
                    <a:pt x="776" y="1031"/>
                  </a:lnTo>
                  <a:lnTo>
                    <a:pt x="676" y="1132"/>
                  </a:lnTo>
                  <a:lnTo>
                    <a:pt x="603" y="1241"/>
                  </a:lnTo>
                  <a:lnTo>
                    <a:pt x="539" y="1350"/>
                  </a:lnTo>
                  <a:lnTo>
                    <a:pt x="493" y="1460"/>
                  </a:lnTo>
                  <a:lnTo>
                    <a:pt x="466" y="1587"/>
                  </a:lnTo>
                  <a:lnTo>
                    <a:pt x="466" y="1715"/>
                  </a:lnTo>
                  <a:lnTo>
                    <a:pt x="475" y="1852"/>
                  </a:lnTo>
                  <a:lnTo>
                    <a:pt x="521" y="2153"/>
                  </a:lnTo>
                  <a:lnTo>
                    <a:pt x="557" y="2481"/>
                  </a:lnTo>
                  <a:lnTo>
                    <a:pt x="584" y="2846"/>
                  </a:lnTo>
                  <a:lnTo>
                    <a:pt x="603" y="3238"/>
                  </a:lnTo>
                  <a:lnTo>
                    <a:pt x="612" y="3648"/>
                  </a:lnTo>
                  <a:lnTo>
                    <a:pt x="621" y="4086"/>
                  </a:lnTo>
                  <a:lnTo>
                    <a:pt x="621" y="4542"/>
                  </a:lnTo>
                  <a:lnTo>
                    <a:pt x="621" y="5007"/>
                  </a:lnTo>
                  <a:lnTo>
                    <a:pt x="594" y="5983"/>
                  </a:lnTo>
                  <a:lnTo>
                    <a:pt x="548" y="6977"/>
                  </a:lnTo>
                  <a:lnTo>
                    <a:pt x="493" y="7989"/>
                  </a:lnTo>
                  <a:lnTo>
                    <a:pt x="429" y="8983"/>
                  </a:lnTo>
                  <a:lnTo>
                    <a:pt x="356" y="9949"/>
                  </a:lnTo>
                  <a:lnTo>
                    <a:pt x="284" y="10852"/>
                  </a:lnTo>
                  <a:lnTo>
                    <a:pt x="147" y="12393"/>
                  </a:lnTo>
                  <a:lnTo>
                    <a:pt x="46" y="13451"/>
                  </a:lnTo>
                  <a:lnTo>
                    <a:pt x="1" y="13834"/>
                  </a:lnTo>
                  <a:lnTo>
                    <a:pt x="12895" y="13834"/>
                  </a:lnTo>
                  <a:lnTo>
                    <a:pt x="12758" y="13241"/>
                  </a:lnTo>
                  <a:lnTo>
                    <a:pt x="12621" y="12557"/>
                  </a:lnTo>
                  <a:lnTo>
                    <a:pt x="12448" y="11700"/>
                  </a:lnTo>
                  <a:lnTo>
                    <a:pt x="12265" y="10697"/>
                  </a:lnTo>
                  <a:lnTo>
                    <a:pt x="12174" y="10159"/>
                  </a:lnTo>
                  <a:lnTo>
                    <a:pt x="12083" y="9612"/>
                  </a:lnTo>
                  <a:lnTo>
                    <a:pt x="12001" y="9046"/>
                  </a:lnTo>
                  <a:lnTo>
                    <a:pt x="11928" y="8481"/>
                  </a:lnTo>
                  <a:lnTo>
                    <a:pt x="11855" y="7916"/>
                  </a:lnTo>
                  <a:lnTo>
                    <a:pt x="11800" y="7359"/>
                  </a:lnTo>
                  <a:lnTo>
                    <a:pt x="11791" y="7159"/>
                  </a:lnTo>
                  <a:lnTo>
                    <a:pt x="11791" y="6931"/>
                  </a:lnTo>
                  <a:lnTo>
                    <a:pt x="11791" y="6703"/>
                  </a:lnTo>
                  <a:lnTo>
                    <a:pt x="11809" y="6457"/>
                  </a:lnTo>
                  <a:lnTo>
                    <a:pt x="11828" y="6201"/>
                  </a:lnTo>
                  <a:lnTo>
                    <a:pt x="11855" y="5928"/>
                  </a:lnTo>
                  <a:lnTo>
                    <a:pt x="11937" y="5381"/>
                  </a:lnTo>
                  <a:lnTo>
                    <a:pt x="12037" y="4806"/>
                  </a:lnTo>
                  <a:lnTo>
                    <a:pt x="12156" y="4223"/>
                  </a:lnTo>
                  <a:lnTo>
                    <a:pt x="12284" y="3639"/>
                  </a:lnTo>
                  <a:lnTo>
                    <a:pt x="12411" y="3065"/>
                  </a:lnTo>
                  <a:lnTo>
                    <a:pt x="12548" y="2527"/>
                  </a:lnTo>
                  <a:lnTo>
                    <a:pt x="12685" y="2016"/>
                  </a:lnTo>
                  <a:lnTo>
                    <a:pt x="12931" y="1159"/>
                  </a:lnTo>
                  <a:lnTo>
                    <a:pt x="13104" y="575"/>
                  </a:lnTo>
                  <a:lnTo>
                    <a:pt x="13168" y="356"/>
                  </a:lnTo>
                  <a:lnTo>
                    <a:pt x="12603" y="302"/>
                  </a:lnTo>
                  <a:lnTo>
                    <a:pt x="11955" y="247"/>
                  </a:lnTo>
                  <a:lnTo>
                    <a:pt x="11116" y="174"/>
                  </a:lnTo>
                  <a:lnTo>
                    <a:pt x="10122" y="110"/>
                  </a:lnTo>
                  <a:lnTo>
                    <a:pt x="9019" y="56"/>
                  </a:lnTo>
                  <a:lnTo>
                    <a:pt x="8445" y="37"/>
                  </a:lnTo>
                  <a:lnTo>
                    <a:pt x="7843" y="19"/>
                  </a:lnTo>
                  <a:lnTo>
                    <a:pt x="7241" y="10"/>
                  </a:lnTo>
                  <a:lnTo>
                    <a:pt x="66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3">
              <a:extLst>
                <a:ext uri="{FF2B5EF4-FFF2-40B4-BE49-F238E27FC236}">
                  <a16:creationId xmlns:a16="http://schemas.microsoft.com/office/drawing/2014/main" id="{13230A25-9A9B-85F4-6A1D-E40C9877EE7B}"/>
                </a:ext>
              </a:extLst>
            </p:cNvPr>
            <p:cNvSpPr/>
            <p:nvPr/>
          </p:nvSpPr>
          <p:spPr>
            <a:xfrm>
              <a:off x="1833383" y="1453351"/>
              <a:ext cx="1692579" cy="1693344"/>
            </a:xfrm>
            <a:custGeom>
              <a:avLst/>
              <a:gdLst/>
              <a:ahLst/>
              <a:cxnLst/>
              <a:rect l="l" t="t" r="r" b="b"/>
              <a:pathLst>
                <a:path w="22131" h="22141" extrusionOk="0">
                  <a:moveTo>
                    <a:pt x="11061" y="0"/>
                  </a:moveTo>
                  <a:lnTo>
                    <a:pt x="10778" y="9"/>
                  </a:lnTo>
                  <a:lnTo>
                    <a:pt x="10496" y="19"/>
                  </a:lnTo>
                  <a:lnTo>
                    <a:pt x="10213" y="37"/>
                  </a:lnTo>
                  <a:lnTo>
                    <a:pt x="9930" y="64"/>
                  </a:lnTo>
                  <a:lnTo>
                    <a:pt x="9657" y="91"/>
                  </a:lnTo>
                  <a:lnTo>
                    <a:pt x="9374" y="128"/>
                  </a:lnTo>
                  <a:lnTo>
                    <a:pt x="9100" y="174"/>
                  </a:lnTo>
                  <a:lnTo>
                    <a:pt x="8836" y="228"/>
                  </a:lnTo>
                  <a:lnTo>
                    <a:pt x="8562" y="283"/>
                  </a:lnTo>
                  <a:lnTo>
                    <a:pt x="8298" y="356"/>
                  </a:lnTo>
                  <a:lnTo>
                    <a:pt x="8034" y="420"/>
                  </a:lnTo>
                  <a:lnTo>
                    <a:pt x="7769" y="502"/>
                  </a:lnTo>
                  <a:lnTo>
                    <a:pt x="7514" y="584"/>
                  </a:lnTo>
                  <a:lnTo>
                    <a:pt x="7258" y="675"/>
                  </a:lnTo>
                  <a:lnTo>
                    <a:pt x="7003" y="775"/>
                  </a:lnTo>
                  <a:lnTo>
                    <a:pt x="6757" y="876"/>
                  </a:lnTo>
                  <a:lnTo>
                    <a:pt x="6511" y="985"/>
                  </a:lnTo>
                  <a:lnTo>
                    <a:pt x="6264" y="1095"/>
                  </a:lnTo>
                  <a:lnTo>
                    <a:pt x="6027" y="1213"/>
                  </a:lnTo>
                  <a:lnTo>
                    <a:pt x="5790" y="1341"/>
                  </a:lnTo>
                  <a:lnTo>
                    <a:pt x="5553" y="1468"/>
                  </a:lnTo>
                  <a:lnTo>
                    <a:pt x="5325" y="1605"/>
                  </a:lnTo>
                  <a:lnTo>
                    <a:pt x="5097" y="1751"/>
                  </a:lnTo>
                  <a:lnTo>
                    <a:pt x="4878" y="1897"/>
                  </a:lnTo>
                  <a:lnTo>
                    <a:pt x="4660" y="2043"/>
                  </a:lnTo>
                  <a:lnTo>
                    <a:pt x="4441" y="2198"/>
                  </a:lnTo>
                  <a:lnTo>
                    <a:pt x="4231" y="2362"/>
                  </a:lnTo>
                  <a:lnTo>
                    <a:pt x="4021" y="2526"/>
                  </a:lnTo>
                  <a:lnTo>
                    <a:pt x="3821" y="2699"/>
                  </a:lnTo>
                  <a:lnTo>
                    <a:pt x="3620" y="2882"/>
                  </a:lnTo>
                  <a:lnTo>
                    <a:pt x="3429" y="3055"/>
                  </a:lnTo>
                  <a:lnTo>
                    <a:pt x="3237" y="3246"/>
                  </a:lnTo>
                  <a:lnTo>
                    <a:pt x="3055" y="3438"/>
                  </a:lnTo>
                  <a:lnTo>
                    <a:pt x="2872" y="3629"/>
                  </a:lnTo>
                  <a:lnTo>
                    <a:pt x="2699" y="3830"/>
                  </a:lnTo>
                  <a:lnTo>
                    <a:pt x="2526" y="4031"/>
                  </a:lnTo>
                  <a:lnTo>
                    <a:pt x="2353" y="4240"/>
                  </a:lnTo>
                  <a:lnTo>
                    <a:pt x="2198" y="4450"/>
                  </a:lnTo>
                  <a:lnTo>
                    <a:pt x="2043" y="4660"/>
                  </a:lnTo>
                  <a:lnTo>
                    <a:pt x="1888" y="4879"/>
                  </a:lnTo>
                  <a:lnTo>
                    <a:pt x="1742" y="5107"/>
                  </a:lnTo>
                  <a:lnTo>
                    <a:pt x="1596" y="5335"/>
                  </a:lnTo>
                  <a:lnTo>
                    <a:pt x="1459" y="5563"/>
                  </a:lnTo>
                  <a:lnTo>
                    <a:pt x="1331" y="5800"/>
                  </a:lnTo>
                  <a:lnTo>
                    <a:pt x="1204" y="6028"/>
                  </a:lnTo>
                  <a:lnTo>
                    <a:pt x="1085" y="6274"/>
                  </a:lnTo>
                  <a:lnTo>
                    <a:pt x="976" y="6520"/>
                  </a:lnTo>
                  <a:lnTo>
                    <a:pt x="866" y="6766"/>
                  </a:lnTo>
                  <a:lnTo>
                    <a:pt x="766" y="7012"/>
                  </a:lnTo>
                  <a:lnTo>
                    <a:pt x="666" y="7268"/>
                  </a:lnTo>
                  <a:lnTo>
                    <a:pt x="574" y="7523"/>
                  </a:lnTo>
                  <a:lnTo>
                    <a:pt x="492" y="7778"/>
                  </a:lnTo>
                  <a:lnTo>
                    <a:pt x="419" y="8043"/>
                  </a:lnTo>
                  <a:lnTo>
                    <a:pt x="347" y="8307"/>
                  </a:lnTo>
                  <a:lnTo>
                    <a:pt x="283" y="8572"/>
                  </a:lnTo>
                  <a:lnTo>
                    <a:pt x="219" y="8836"/>
                  </a:lnTo>
                  <a:lnTo>
                    <a:pt x="173" y="9110"/>
                  </a:lnTo>
                  <a:lnTo>
                    <a:pt x="128" y="9383"/>
                  </a:lnTo>
                  <a:lnTo>
                    <a:pt x="82" y="9657"/>
                  </a:lnTo>
                  <a:lnTo>
                    <a:pt x="55" y="9940"/>
                  </a:lnTo>
                  <a:lnTo>
                    <a:pt x="27" y="10222"/>
                  </a:lnTo>
                  <a:lnTo>
                    <a:pt x="9" y="10505"/>
                  </a:lnTo>
                  <a:lnTo>
                    <a:pt x="0" y="10788"/>
                  </a:lnTo>
                  <a:lnTo>
                    <a:pt x="0" y="11070"/>
                  </a:lnTo>
                  <a:lnTo>
                    <a:pt x="0" y="11353"/>
                  </a:lnTo>
                  <a:lnTo>
                    <a:pt x="9" y="11636"/>
                  </a:lnTo>
                  <a:lnTo>
                    <a:pt x="27" y="11918"/>
                  </a:lnTo>
                  <a:lnTo>
                    <a:pt x="55" y="12201"/>
                  </a:lnTo>
                  <a:lnTo>
                    <a:pt x="82" y="12484"/>
                  </a:lnTo>
                  <a:lnTo>
                    <a:pt x="128" y="12757"/>
                  </a:lnTo>
                  <a:lnTo>
                    <a:pt x="173" y="13031"/>
                  </a:lnTo>
                  <a:lnTo>
                    <a:pt x="219" y="13304"/>
                  </a:lnTo>
                  <a:lnTo>
                    <a:pt x="283" y="13569"/>
                  </a:lnTo>
                  <a:lnTo>
                    <a:pt x="347" y="13833"/>
                  </a:lnTo>
                  <a:lnTo>
                    <a:pt x="419" y="14098"/>
                  </a:lnTo>
                  <a:lnTo>
                    <a:pt x="492" y="14362"/>
                  </a:lnTo>
                  <a:lnTo>
                    <a:pt x="574" y="14617"/>
                  </a:lnTo>
                  <a:lnTo>
                    <a:pt x="666" y="14873"/>
                  </a:lnTo>
                  <a:lnTo>
                    <a:pt x="766" y="15128"/>
                  </a:lnTo>
                  <a:lnTo>
                    <a:pt x="866" y="15374"/>
                  </a:lnTo>
                  <a:lnTo>
                    <a:pt x="976" y="15630"/>
                  </a:lnTo>
                  <a:lnTo>
                    <a:pt x="1085" y="15867"/>
                  </a:lnTo>
                  <a:lnTo>
                    <a:pt x="1204" y="16113"/>
                  </a:lnTo>
                  <a:lnTo>
                    <a:pt x="1331" y="16350"/>
                  </a:lnTo>
                  <a:lnTo>
                    <a:pt x="1459" y="16578"/>
                  </a:lnTo>
                  <a:lnTo>
                    <a:pt x="1596" y="16806"/>
                  </a:lnTo>
                  <a:lnTo>
                    <a:pt x="1742" y="17034"/>
                  </a:lnTo>
                  <a:lnTo>
                    <a:pt x="1888" y="17262"/>
                  </a:lnTo>
                  <a:lnTo>
                    <a:pt x="2043" y="17481"/>
                  </a:lnTo>
                  <a:lnTo>
                    <a:pt x="2198" y="17690"/>
                  </a:lnTo>
                  <a:lnTo>
                    <a:pt x="2353" y="17900"/>
                  </a:lnTo>
                  <a:lnTo>
                    <a:pt x="2526" y="18110"/>
                  </a:lnTo>
                  <a:lnTo>
                    <a:pt x="2699" y="18310"/>
                  </a:lnTo>
                  <a:lnTo>
                    <a:pt x="2872" y="18511"/>
                  </a:lnTo>
                  <a:lnTo>
                    <a:pt x="3055" y="18702"/>
                  </a:lnTo>
                  <a:lnTo>
                    <a:pt x="3237" y="18894"/>
                  </a:lnTo>
                  <a:lnTo>
                    <a:pt x="3429" y="19085"/>
                  </a:lnTo>
                  <a:lnTo>
                    <a:pt x="3620" y="19259"/>
                  </a:lnTo>
                  <a:lnTo>
                    <a:pt x="3821" y="19441"/>
                  </a:lnTo>
                  <a:lnTo>
                    <a:pt x="4021" y="19614"/>
                  </a:lnTo>
                  <a:lnTo>
                    <a:pt x="4231" y="19778"/>
                  </a:lnTo>
                  <a:lnTo>
                    <a:pt x="4441" y="19943"/>
                  </a:lnTo>
                  <a:lnTo>
                    <a:pt x="4660" y="20098"/>
                  </a:lnTo>
                  <a:lnTo>
                    <a:pt x="4878" y="20244"/>
                  </a:lnTo>
                  <a:lnTo>
                    <a:pt x="5097" y="20399"/>
                  </a:lnTo>
                  <a:lnTo>
                    <a:pt x="5325" y="20535"/>
                  </a:lnTo>
                  <a:lnTo>
                    <a:pt x="5553" y="20672"/>
                  </a:lnTo>
                  <a:lnTo>
                    <a:pt x="5790" y="20800"/>
                  </a:lnTo>
                  <a:lnTo>
                    <a:pt x="6027" y="20927"/>
                  </a:lnTo>
                  <a:lnTo>
                    <a:pt x="6264" y="21046"/>
                  </a:lnTo>
                  <a:lnTo>
                    <a:pt x="6511" y="21164"/>
                  </a:lnTo>
                  <a:lnTo>
                    <a:pt x="6757" y="21265"/>
                  </a:lnTo>
                  <a:lnTo>
                    <a:pt x="7003" y="21374"/>
                  </a:lnTo>
                  <a:lnTo>
                    <a:pt x="7258" y="21465"/>
                  </a:lnTo>
                  <a:lnTo>
                    <a:pt x="7514" y="21557"/>
                  </a:lnTo>
                  <a:lnTo>
                    <a:pt x="7769" y="21639"/>
                  </a:lnTo>
                  <a:lnTo>
                    <a:pt x="8034" y="21721"/>
                  </a:lnTo>
                  <a:lnTo>
                    <a:pt x="8298" y="21794"/>
                  </a:lnTo>
                  <a:lnTo>
                    <a:pt x="8562" y="21857"/>
                  </a:lnTo>
                  <a:lnTo>
                    <a:pt x="8836" y="21912"/>
                  </a:lnTo>
                  <a:lnTo>
                    <a:pt x="9100" y="21967"/>
                  </a:lnTo>
                  <a:lnTo>
                    <a:pt x="9374" y="22013"/>
                  </a:lnTo>
                  <a:lnTo>
                    <a:pt x="9657" y="22049"/>
                  </a:lnTo>
                  <a:lnTo>
                    <a:pt x="9930" y="22076"/>
                  </a:lnTo>
                  <a:lnTo>
                    <a:pt x="10213" y="22104"/>
                  </a:lnTo>
                  <a:lnTo>
                    <a:pt x="10496" y="22122"/>
                  </a:lnTo>
                  <a:lnTo>
                    <a:pt x="10778" y="22131"/>
                  </a:lnTo>
                  <a:lnTo>
                    <a:pt x="11061" y="22140"/>
                  </a:lnTo>
                  <a:lnTo>
                    <a:pt x="11462" y="22131"/>
                  </a:lnTo>
                  <a:lnTo>
                    <a:pt x="11863" y="22113"/>
                  </a:lnTo>
                  <a:lnTo>
                    <a:pt x="12255" y="22076"/>
                  </a:lnTo>
                  <a:lnTo>
                    <a:pt x="12648" y="22022"/>
                  </a:lnTo>
                  <a:lnTo>
                    <a:pt x="13031" y="21967"/>
                  </a:lnTo>
                  <a:lnTo>
                    <a:pt x="13413" y="21885"/>
                  </a:lnTo>
                  <a:lnTo>
                    <a:pt x="13787" y="21803"/>
                  </a:lnTo>
                  <a:lnTo>
                    <a:pt x="14161" y="21702"/>
                  </a:lnTo>
                  <a:lnTo>
                    <a:pt x="14526" y="21584"/>
                  </a:lnTo>
                  <a:lnTo>
                    <a:pt x="14891" y="21456"/>
                  </a:lnTo>
                  <a:lnTo>
                    <a:pt x="15246" y="21319"/>
                  </a:lnTo>
                  <a:lnTo>
                    <a:pt x="15593" y="21174"/>
                  </a:lnTo>
                  <a:lnTo>
                    <a:pt x="15930" y="21009"/>
                  </a:lnTo>
                  <a:lnTo>
                    <a:pt x="16268" y="20836"/>
                  </a:lnTo>
                  <a:lnTo>
                    <a:pt x="16596" y="20654"/>
                  </a:lnTo>
                  <a:lnTo>
                    <a:pt x="16924" y="20462"/>
                  </a:lnTo>
                  <a:lnTo>
                    <a:pt x="17207" y="20271"/>
                  </a:lnTo>
                  <a:lnTo>
                    <a:pt x="17499" y="20079"/>
                  </a:lnTo>
                  <a:lnTo>
                    <a:pt x="17772" y="19870"/>
                  </a:lnTo>
                  <a:lnTo>
                    <a:pt x="18046" y="19660"/>
                  </a:lnTo>
                  <a:lnTo>
                    <a:pt x="18310" y="19441"/>
                  </a:lnTo>
                  <a:lnTo>
                    <a:pt x="18566" y="19213"/>
                  </a:lnTo>
                  <a:lnTo>
                    <a:pt x="18812" y="18976"/>
                  </a:lnTo>
                  <a:lnTo>
                    <a:pt x="19058" y="18730"/>
                  </a:lnTo>
                  <a:lnTo>
                    <a:pt x="19286" y="18475"/>
                  </a:lnTo>
                  <a:lnTo>
                    <a:pt x="19514" y="18219"/>
                  </a:lnTo>
                  <a:lnTo>
                    <a:pt x="19733" y="17946"/>
                  </a:lnTo>
                  <a:lnTo>
                    <a:pt x="19942" y="17672"/>
                  </a:lnTo>
                  <a:lnTo>
                    <a:pt x="20143" y="17399"/>
                  </a:lnTo>
                  <a:lnTo>
                    <a:pt x="20344" y="17107"/>
                  </a:lnTo>
                  <a:lnTo>
                    <a:pt x="20526" y="16815"/>
                  </a:lnTo>
                  <a:lnTo>
                    <a:pt x="20699" y="16514"/>
                  </a:lnTo>
                  <a:lnTo>
                    <a:pt x="20863" y="16213"/>
                  </a:lnTo>
                  <a:lnTo>
                    <a:pt x="21018" y="15903"/>
                  </a:lnTo>
                  <a:lnTo>
                    <a:pt x="21173" y="15584"/>
                  </a:lnTo>
                  <a:lnTo>
                    <a:pt x="21310" y="15265"/>
                  </a:lnTo>
                  <a:lnTo>
                    <a:pt x="21438" y="14946"/>
                  </a:lnTo>
                  <a:lnTo>
                    <a:pt x="21556" y="14608"/>
                  </a:lnTo>
                  <a:lnTo>
                    <a:pt x="21657" y="14271"/>
                  </a:lnTo>
                  <a:lnTo>
                    <a:pt x="21757" y="13933"/>
                  </a:lnTo>
                  <a:lnTo>
                    <a:pt x="21839" y="13587"/>
                  </a:lnTo>
                  <a:lnTo>
                    <a:pt x="21921" y="13240"/>
                  </a:lnTo>
                  <a:lnTo>
                    <a:pt x="21985" y="12885"/>
                  </a:lnTo>
                  <a:lnTo>
                    <a:pt x="22040" y="12529"/>
                  </a:lnTo>
                  <a:lnTo>
                    <a:pt x="22076" y="12174"/>
                  </a:lnTo>
                  <a:lnTo>
                    <a:pt x="22104" y="11809"/>
                  </a:lnTo>
                  <a:lnTo>
                    <a:pt x="22122" y="11444"/>
                  </a:lnTo>
                  <a:lnTo>
                    <a:pt x="22131" y="11070"/>
                  </a:lnTo>
                  <a:lnTo>
                    <a:pt x="22122" y="10578"/>
                  </a:lnTo>
                  <a:lnTo>
                    <a:pt x="22085" y="10095"/>
                  </a:lnTo>
                  <a:lnTo>
                    <a:pt x="22040" y="9611"/>
                  </a:lnTo>
                  <a:lnTo>
                    <a:pt x="21967" y="9137"/>
                  </a:lnTo>
                  <a:lnTo>
                    <a:pt x="21866" y="8672"/>
                  </a:lnTo>
                  <a:lnTo>
                    <a:pt x="21757" y="8216"/>
                  </a:lnTo>
                  <a:lnTo>
                    <a:pt x="21629" y="7760"/>
                  </a:lnTo>
                  <a:lnTo>
                    <a:pt x="21483" y="7322"/>
                  </a:lnTo>
                  <a:lnTo>
                    <a:pt x="21310" y="6885"/>
                  </a:lnTo>
                  <a:lnTo>
                    <a:pt x="21128" y="6456"/>
                  </a:lnTo>
                  <a:lnTo>
                    <a:pt x="20927" y="6046"/>
                  </a:lnTo>
                  <a:lnTo>
                    <a:pt x="20708" y="5636"/>
                  </a:lnTo>
                  <a:lnTo>
                    <a:pt x="20471" y="5243"/>
                  </a:lnTo>
                  <a:lnTo>
                    <a:pt x="20225" y="4851"/>
                  </a:lnTo>
                  <a:lnTo>
                    <a:pt x="19952" y="4478"/>
                  </a:lnTo>
                  <a:lnTo>
                    <a:pt x="19678" y="4122"/>
                  </a:lnTo>
                  <a:lnTo>
                    <a:pt x="19477" y="3885"/>
                  </a:lnTo>
                  <a:lnTo>
                    <a:pt x="19286" y="3657"/>
                  </a:lnTo>
                  <a:lnTo>
                    <a:pt x="19076" y="3438"/>
                  </a:lnTo>
                  <a:lnTo>
                    <a:pt x="18866" y="3219"/>
                  </a:lnTo>
                  <a:lnTo>
                    <a:pt x="18648" y="3009"/>
                  </a:lnTo>
                  <a:lnTo>
                    <a:pt x="18429" y="2809"/>
                  </a:lnTo>
                  <a:lnTo>
                    <a:pt x="18201" y="2608"/>
                  </a:lnTo>
                  <a:lnTo>
                    <a:pt x="17964" y="2417"/>
                  </a:lnTo>
                  <a:lnTo>
                    <a:pt x="17727" y="2234"/>
                  </a:lnTo>
                  <a:lnTo>
                    <a:pt x="17480" y="2052"/>
                  </a:lnTo>
                  <a:lnTo>
                    <a:pt x="17234" y="1879"/>
                  </a:lnTo>
                  <a:lnTo>
                    <a:pt x="16979" y="1715"/>
                  </a:lnTo>
                  <a:lnTo>
                    <a:pt x="16714" y="1550"/>
                  </a:lnTo>
                  <a:lnTo>
                    <a:pt x="16450" y="1405"/>
                  </a:lnTo>
                  <a:lnTo>
                    <a:pt x="16186" y="1259"/>
                  </a:lnTo>
                  <a:lnTo>
                    <a:pt x="15912" y="1122"/>
                  </a:lnTo>
                  <a:lnTo>
                    <a:pt x="15638" y="985"/>
                  </a:lnTo>
                  <a:lnTo>
                    <a:pt x="15356" y="867"/>
                  </a:lnTo>
                  <a:lnTo>
                    <a:pt x="15073" y="748"/>
                  </a:lnTo>
                  <a:lnTo>
                    <a:pt x="14781" y="648"/>
                  </a:lnTo>
                  <a:lnTo>
                    <a:pt x="14489" y="547"/>
                  </a:lnTo>
                  <a:lnTo>
                    <a:pt x="14198" y="456"/>
                  </a:lnTo>
                  <a:lnTo>
                    <a:pt x="13897" y="365"/>
                  </a:lnTo>
                  <a:lnTo>
                    <a:pt x="13596" y="292"/>
                  </a:lnTo>
                  <a:lnTo>
                    <a:pt x="13286" y="228"/>
                  </a:lnTo>
                  <a:lnTo>
                    <a:pt x="12976" y="164"/>
                  </a:lnTo>
                  <a:lnTo>
                    <a:pt x="12666" y="119"/>
                  </a:lnTo>
                  <a:lnTo>
                    <a:pt x="12347" y="73"/>
                  </a:lnTo>
                  <a:lnTo>
                    <a:pt x="12027" y="46"/>
                  </a:lnTo>
                  <a:lnTo>
                    <a:pt x="11708" y="19"/>
                  </a:lnTo>
                  <a:lnTo>
                    <a:pt x="11389" y="9"/>
                  </a:lnTo>
                  <a:lnTo>
                    <a:pt x="110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3">
              <a:extLst>
                <a:ext uri="{FF2B5EF4-FFF2-40B4-BE49-F238E27FC236}">
                  <a16:creationId xmlns:a16="http://schemas.microsoft.com/office/drawing/2014/main" id="{600931CB-AB0E-AC3A-C27D-89431CAB7AF7}"/>
                </a:ext>
              </a:extLst>
            </p:cNvPr>
            <p:cNvSpPr/>
            <p:nvPr/>
          </p:nvSpPr>
          <p:spPr>
            <a:xfrm>
              <a:off x="1615800" y="1453351"/>
              <a:ext cx="1839726" cy="1928367"/>
            </a:xfrm>
            <a:custGeom>
              <a:avLst/>
              <a:gdLst/>
              <a:ahLst/>
              <a:cxnLst/>
              <a:rect l="l" t="t" r="r" b="b"/>
              <a:pathLst>
                <a:path w="24055" h="25214" extrusionOk="0">
                  <a:moveTo>
                    <a:pt x="13942" y="0"/>
                  </a:moveTo>
                  <a:lnTo>
                    <a:pt x="13550" y="9"/>
                  </a:lnTo>
                  <a:lnTo>
                    <a:pt x="13158" y="19"/>
                  </a:lnTo>
                  <a:lnTo>
                    <a:pt x="12757" y="37"/>
                  </a:lnTo>
                  <a:lnTo>
                    <a:pt x="12374" y="64"/>
                  </a:lnTo>
                  <a:lnTo>
                    <a:pt x="11936" y="101"/>
                  </a:lnTo>
                  <a:lnTo>
                    <a:pt x="11508" y="146"/>
                  </a:lnTo>
                  <a:lnTo>
                    <a:pt x="11079" y="201"/>
                  </a:lnTo>
                  <a:lnTo>
                    <a:pt x="10660" y="265"/>
                  </a:lnTo>
                  <a:lnTo>
                    <a:pt x="10249" y="338"/>
                  </a:lnTo>
                  <a:lnTo>
                    <a:pt x="9839" y="420"/>
                  </a:lnTo>
                  <a:lnTo>
                    <a:pt x="9438" y="502"/>
                  </a:lnTo>
                  <a:lnTo>
                    <a:pt x="9046" y="593"/>
                  </a:lnTo>
                  <a:lnTo>
                    <a:pt x="8799" y="666"/>
                  </a:lnTo>
                  <a:lnTo>
                    <a:pt x="8544" y="739"/>
                  </a:lnTo>
                  <a:lnTo>
                    <a:pt x="8307" y="812"/>
                  </a:lnTo>
                  <a:lnTo>
                    <a:pt x="8061" y="894"/>
                  </a:lnTo>
                  <a:lnTo>
                    <a:pt x="7833" y="985"/>
                  </a:lnTo>
                  <a:lnTo>
                    <a:pt x="7596" y="1076"/>
                  </a:lnTo>
                  <a:lnTo>
                    <a:pt x="7377" y="1177"/>
                  </a:lnTo>
                  <a:lnTo>
                    <a:pt x="7158" y="1286"/>
                  </a:lnTo>
                  <a:lnTo>
                    <a:pt x="6939" y="1395"/>
                  </a:lnTo>
                  <a:lnTo>
                    <a:pt x="6720" y="1505"/>
                  </a:lnTo>
                  <a:lnTo>
                    <a:pt x="6520" y="1633"/>
                  </a:lnTo>
                  <a:lnTo>
                    <a:pt x="6310" y="1760"/>
                  </a:lnTo>
                  <a:lnTo>
                    <a:pt x="6109" y="1888"/>
                  </a:lnTo>
                  <a:lnTo>
                    <a:pt x="5918" y="2025"/>
                  </a:lnTo>
                  <a:lnTo>
                    <a:pt x="5726" y="2171"/>
                  </a:lnTo>
                  <a:lnTo>
                    <a:pt x="5544" y="2316"/>
                  </a:lnTo>
                  <a:lnTo>
                    <a:pt x="5362" y="2462"/>
                  </a:lnTo>
                  <a:lnTo>
                    <a:pt x="5179" y="2626"/>
                  </a:lnTo>
                  <a:lnTo>
                    <a:pt x="5006" y="2781"/>
                  </a:lnTo>
                  <a:lnTo>
                    <a:pt x="4842" y="2955"/>
                  </a:lnTo>
                  <a:lnTo>
                    <a:pt x="4669" y="3128"/>
                  </a:lnTo>
                  <a:lnTo>
                    <a:pt x="4514" y="3301"/>
                  </a:lnTo>
                  <a:lnTo>
                    <a:pt x="4350" y="3484"/>
                  </a:lnTo>
                  <a:lnTo>
                    <a:pt x="4195" y="3675"/>
                  </a:lnTo>
                  <a:lnTo>
                    <a:pt x="4049" y="3867"/>
                  </a:lnTo>
                  <a:lnTo>
                    <a:pt x="3903" y="4058"/>
                  </a:lnTo>
                  <a:lnTo>
                    <a:pt x="3757" y="4259"/>
                  </a:lnTo>
                  <a:lnTo>
                    <a:pt x="3620" y="4468"/>
                  </a:lnTo>
                  <a:lnTo>
                    <a:pt x="3492" y="4678"/>
                  </a:lnTo>
                  <a:lnTo>
                    <a:pt x="3356" y="4897"/>
                  </a:lnTo>
                  <a:lnTo>
                    <a:pt x="3228" y="5116"/>
                  </a:lnTo>
                  <a:lnTo>
                    <a:pt x="3109" y="5344"/>
                  </a:lnTo>
                  <a:lnTo>
                    <a:pt x="2982" y="5581"/>
                  </a:lnTo>
                  <a:lnTo>
                    <a:pt x="2872" y="5818"/>
                  </a:lnTo>
                  <a:lnTo>
                    <a:pt x="2763" y="6064"/>
                  </a:lnTo>
                  <a:lnTo>
                    <a:pt x="2672" y="6319"/>
                  </a:lnTo>
                  <a:lnTo>
                    <a:pt x="2581" y="6575"/>
                  </a:lnTo>
                  <a:lnTo>
                    <a:pt x="2499" y="6830"/>
                  </a:lnTo>
                  <a:lnTo>
                    <a:pt x="2426" y="7095"/>
                  </a:lnTo>
                  <a:lnTo>
                    <a:pt x="2371" y="7359"/>
                  </a:lnTo>
                  <a:lnTo>
                    <a:pt x="2325" y="7623"/>
                  </a:lnTo>
                  <a:lnTo>
                    <a:pt x="2289" y="7888"/>
                  </a:lnTo>
                  <a:lnTo>
                    <a:pt x="2261" y="8161"/>
                  </a:lnTo>
                  <a:lnTo>
                    <a:pt x="2243" y="8426"/>
                  </a:lnTo>
                  <a:lnTo>
                    <a:pt x="2243" y="8699"/>
                  </a:lnTo>
                  <a:lnTo>
                    <a:pt x="2252" y="8973"/>
                  </a:lnTo>
                  <a:lnTo>
                    <a:pt x="2280" y="9237"/>
                  </a:lnTo>
                  <a:lnTo>
                    <a:pt x="2316" y="9511"/>
                  </a:lnTo>
                  <a:lnTo>
                    <a:pt x="2353" y="9730"/>
                  </a:lnTo>
                  <a:lnTo>
                    <a:pt x="2380" y="9940"/>
                  </a:lnTo>
                  <a:lnTo>
                    <a:pt x="2398" y="10149"/>
                  </a:lnTo>
                  <a:lnTo>
                    <a:pt x="2407" y="10350"/>
                  </a:lnTo>
                  <a:lnTo>
                    <a:pt x="2407" y="10541"/>
                  </a:lnTo>
                  <a:lnTo>
                    <a:pt x="2407" y="10733"/>
                  </a:lnTo>
                  <a:lnTo>
                    <a:pt x="2389" y="10924"/>
                  </a:lnTo>
                  <a:lnTo>
                    <a:pt x="2371" y="11116"/>
                  </a:lnTo>
                  <a:lnTo>
                    <a:pt x="2334" y="11298"/>
                  </a:lnTo>
                  <a:lnTo>
                    <a:pt x="2289" y="11481"/>
                  </a:lnTo>
                  <a:lnTo>
                    <a:pt x="2234" y="11663"/>
                  </a:lnTo>
                  <a:lnTo>
                    <a:pt x="2161" y="11845"/>
                  </a:lnTo>
                  <a:lnTo>
                    <a:pt x="2088" y="12028"/>
                  </a:lnTo>
                  <a:lnTo>
                    <a:pt x="1988" y="12219"/>
                  </a:lnTo>
                  <a:lnTo>
                    <a:pt x="1888" y="12402"/>
                  </a:lnTo>
                  <a:lnTo>
                    <a:pt x="1769" y="12593"/>
                  </a:lnTo>
                  <a:lnTo>
                    <a:pt x="1550" y="12940"/>
                  </a:lnTo>
                  <a:lnTo>
                    <a:pt x="1286" y="13395"/>
                  </a:lnTo>
                  <a:lnTo>
                    <a:pt x="994" y="13906"/>
                  </a:lnTo>
                  <a:lnTo>
                    <a:pt x="711" y="14444"/>
                  </a:lnTo>
                  <a:lnTo>
                    <a:pt x="219" y="15365"/>
                  </a:lnTo>
                  <a:lnTo>
                    <a:pt x="64" y="15666"/>
                  </a:lnTo>
                  <a:lnTo>
                    <a:pt x="9" y="15794"/>
                  </a:lnTo>
                  <a:lnTo>
                    <a:pt x="0" y="15848"/>
                  </a:lnTo>
                  <a:lnTo>
                    <a:pt x="9" y="15912"/>
                  </a:lnTo>
                  <a:lnTo>
                    <a:pt x="27" y="15958"/>
                  </a:lnTo>
                  <a:lnTo>
                    <a:pt x="55" y="16012"/>
                  </a:lnTo>
                  <a:lnTo>
                    <a:pt x="91" y="16058"/>
                  </a:lnTo>
                  <a:lnTo>
                    <a:pt x="137" y="16104"/>
                  </a:lnTo>
                  <a:lnTo>
                    <a:pt x="191" y="16149"/>
                  </a:lnTo>
                  <a:lnTo>
                    <a:pt x="246" y="16195"/>
                  </a:lnTo>
                  <a:lnTo>
                    <a:pt x="383" y="16268"/>
                  </a:lnTo>
                  <a:lnTo>
                    <a:pt x="529" y="16341"/>
                  </a:lnTo>
                  <a:lnTo>
                    <a:pt x="702" y="16405"/>
                  </a:lnTo>
                  <a:lnTo>
                    <a:pt x="875" y="16459"/>
                  </a:lnTo>
                  <a:lnTo>
                    <a:pt x="1240" y="16560"/>
                  </a:lnTo>
                  <a:lnTo>
                    <a:pt x="1587" y="16660"/>
                  </a:lnTo>
                  <a:lnTo>
                    <a:pt x="1742" y="16696"/>
                  </a:lnTo>
                  <a:lnTo>
                    <a:pt x="1878" y="16742"/>
                  </a:lnTo>
                  <a:lnTo>
                    <a:pt x="1988" y="16788"/>
                  </a:lnTo>
                  <a:lnTo>
                    <a:pt x="2061" y="16833"/>
                  </a:lnTo>
                  <a:lnTo>
                    <a:pt x="2143" y="16897"/>
                  </a:lnTo>
                  <a:lnTo>
                    <a:pt x="2198" y="16970"/>
                  </a:lnTo>
                  <a:lnTo>
                    <a:pt x="2252" y="17034"/>
                  </a:lnTo>
                  <a:lnTo>
                    <a:pt x="2298" y="17098"/>
                  </a:lnTo>
                  <a:lnTo>
                    <a:pt x="2325" y="17161"/>
                  </a:lnTo>
                  <a:lnTo>
                    <a:pt x="2343" y="17225"/>
                  </a:lnTo>
                  <a:lnTo>
                    <a:pt x="2362" y="17289"/>
                  </a:lnTo>
                  <a:lnTo>
                    <a:pt x="2362" y="17353"/>
                  </a:lnTo>
                  <a:lnTo>
                    <a:pt x="2362" y="17417"/>
                  </a:lnTo>
                  <a:lnTo>
                    <a:pt x="2353" y="17481"/>
                  </a:lnTo>
                  <a:lnTo>
                    <a:pt x="2343" y="17544"/>
                  </a:lnTo>
                  <a:lnTo>
                    <a:pt x="2316" y="17608"/>
                  </a:lnTo>
                  <a:lnTo>
                    <a:pt x="2261" y="17727"/>
                  </a:lnTo>
                  <a:lnTo>
                    <a:pt x="2198" y="17854"/>
                  </a:lnTo>
                  <a:lnTo>
                    <a:pt x="2033" y="18101"/>
                  </a:lnTo>
                  <a:lnTo>
                    <a:pt x="1951" y="18228"/>
                  </a:lnTo>
                  <a:lnTo>
                    <a:pt x="1869" y="18356"/>
                  </a:lnTo>
                  <a:lnTo>
                    <a:pt x="1805" y="18493"/>
                  </a:lnTo>
                  <a:lnTo>
                    <a:pt x="1751" y="18620"/>
                  </a:lnTo>
                  <a:lnTo>
                    <a:pt x="1733" y="18693"/>
                  </a:lnTo>
                  <a:lnTo>
                    <a:pt x="1723" y="18757"/>
                  </a:lnTo>
                  <a:lnTo>
                    <a:pt x="1714" y="18830"/>
                  </a:lnTo>
                  <a:lnTo>
                    <a:pt x="1714" y="18894"/>
                  </a:lnTo>
                  <a:lnTo>
                    <a:pt x="1733" y="18985"/>
                  </a:lnTo>
                  <a:lnTo>
                    <a:pt x="1760" y="19067"/>
                  </a:lnTo>
                  <a:lnTo>
                    <a:pt x="1805" y="19131"/>
                  </a:lnTo>
                  <a:lnTo>
                    <a:pt x="1869" y="19186"/>
                  </a:lnTo>
                  <a:lnTo>
                    <a:pt x="1933" y="19231"/>
                  </a:lnTo>
                  <a:lnTo>
                    <a:pt x="1997" y="19268"/>
                  </a:lnTo>
                  <a:lnTo>
                    <a:pt x="2134" y="19341"/>
                  </a:lnTo>
                  <a:lnTo>
                    <a:pt x="2198" y="19377"/>
                  </a:lnTo>
                  <a:lnTo>
                    <a:pt x="2252" y="19414"/>
                  </a:lnTo>
                  <a:lnTo>
                    <a:pt x="2298" y="19450"/>
                  </a:lnTo>
                  <a:lnTo>
                    <a:pt x="2316" y="19496"/>
                  </a:lnTo>
                  <a:lnTo>
                    <a:pt x="2325" y="19523"/>
                  </a:lnTo>
                  <a:lnTo>
                    <a:pt x="2325" y="19550"/>
                  </a:lnTo>
                  <a:lnTo>
                    <a:pt x="2307" y="19605"/>
                  </a:lnTo>
                  <a:lnTo>
                    <a:pt x="2271" y="19678"/>
                  </a:lnTo>
                  <a:lnTo>
                    <a:pt x="2198" y="19760"/>
                  </a:lnTo>
                  <a:lnTo>
                    <a:pt x="2052" y="19924"/>
                  </a:lnTo>
                  <a:lnTo>
                    <a:pt x="1997" y="19997"/>
                  </a:lnTo>
                  <a:lnTo>
                    <a:pt x="1961" y="20070"/>
                  </a:lnTo>
                  <a:lnTo>
                    <a:pt x="1951" y="20098"/>
                  </a:lnTo>
                  <a:lnTo>
                    <a:pt x="1951" y="20134"/>
                  </a:lnTo>
                  <a:lnTo>
                    <a:pt x="1951" y="20171"/>
                  </a:lnTo>
                  <a:lnTo>
                    <a:pt x="1961" y="20207"/>
                  </a:lnTo>
                  <a:lnTo>
                    <a:pt x="1979" y="20253"/>
                  </a:lnTo>
                  <a:lnTo>
                    <a:pt x="2006" y="20289"/>
                  </a:lnTo>
                  <a:lnTo>
                    <a:pt x="2079" y="20380"/>
                  </a:lnTo>
                  <a:lnTo>
                    <a:pt x="2152" y="20426"/>
                  </a:lnTo>
                  <a:lnTo>
                    <a:pt x="2225" y="20481"/>
                  </a:lnTo>
                  <a:lnTo>
                    <a:pt x="2280" y="20544"/>
                  </a:lnTo>
                  <a:lnTo>
                    <a:pt x="2325" y="20617"/>
                  </a:lnTo>
                  <a:lnTo>
                    <a:pt x="2371" y="20709"/>
                  </a:lnTo>
                  <a:lnTo>
                    <a:pt x="2407" y="20800"/>
                  </a:lnTo>
                  <a:lnTo>
                    <a:pt x="2426" y="20891"/>
                  </a:lnTo>
                  <a:lnTo>
                    <a:pt x="2453" y="21000"/>
                  </a:lnTo>
                  <a:lnTo>
                    <a:pt x="2462" y="21101"/>
                  </a:lnTo>
                  <a:lnTo>
                    <a:pt x="2471" y="21201"/>
                  </a:lnTo>
                  <a:lnTo>
                    <a:pt x="2471" y="21411"/>
                  </a:lnTo>
                  <a:lnTo>
                    <a:pt x="2462" y="21593"/>
                  </a:lnTo>
                  <a:lnTo>
                    <a:pt x="2435" y="21748"/>
                  </a:lnTo>
                  <a:lnTo>
                    <a:pt x="2435" y="21912"/>
                  </a:lnTo>
                  <a:lnTo>
                    <a:pt x="2416" y="22095"/>
                  </a:lnTo>
                  <a:lnTo>
                    <a:pt x="2371" y="22505"/>
                  </a:lnTo>
                  <a:lnTo>
                    <a:pt x="2334" y="22943"/>
                  </a:lnTo>
                  <a:lnTo>
                    <a:pt x="2325" y="23171"/>
                  </a:lnTo>
                  <a:lnTo>
                    <a:pt x="2316" y="23399"/>
                  </a:lnTo>
                  <a:lnTo>
                    <a:pt x="2334" y="23617"/>
                  </a:lnTo>
                  <a:lnTo>
                    <a:pt x="2353" y="23836"/>
                  </a:lnTo>
                  <a:lnTo>
                    <a:pt x="2398" y="24046"/>
                  </a:lnTo>
                  <a:lnTo>
                    <a:pt x="2426" y="24146"/>
                  </a:lnTo>
                  <a:lnTo>
                    <a:pt x="2462" y="24247"/>
                  </a:lnTo>
                  <a:lnTo>
                    <a:pt x="2508" y="24347"/>
                  </a:lnTo>
                  <a:lnTo>
                    <a:pt x="2553" y="24429"/>
                  </a:lnTo>
                  <a:lnTo>
                    <a:pt x="2608" y="24520"/>
                  </a:lnTo>
                  <a:lnTo>
                    <a:pt x="2663" y="24602"/>
                  </a:lnTo>
                  <a:lnTo>
                    <a:pt x="2736" y="24675"/>
                  </a:lnTo>
                  <a:lnTo>
                    <a:pt x="2809" y="24748"/>
                  </a:lnTo>
                  <a:lnTo>
                    <a:pt x="2900" y="24812"/>
                  </a:lnTo>
                  <a:lnTo>
                    <a:pt x="2991" y="24876"/>
                  </a:lnTo>
                  <a:lnTo>
                    <a:pt x="3091" y="24930"/>
                  </a:lnTo>
                  <a:lnTo>
                    <a:pt x="3201" y="24976"/>
                  </a:lnTo>
                  <a:lnTo>
                    <a:pt x="3337" y="25013"/>
                  </a:lnTo>
                  <a:lnTo>
                    <a:pt x="3492" y="25058"/>
                  </a:lnTo>
                  <a:lnTo>
                    <a:pt x="3666" y="25095"/>
                  </a:lnTo>
                  <a:lnTo>
                    <a:pt x="3848" y="25122"/>
                  </a:lnTo>
                  <a:lnTo>
                    <a:pt x="4049" y="25149"/>
                  </a:lnTo>
                  <a:lnTo>
                    <a:pt x="4268" y="25168"/>
                  </a:lnTo>
                  <a:lnTo>
                    <a:pt x="4495" y="25186"/>
                  </a:lnTo>
                  <a:lnTo>
                    <a:pt x="4742" y="25204"/>
                  </a:lnTo>
                  <a:lnTo>
                    <a:pt x="5261" y="25213"/>
                  </a:lnTo>
                  <a:lnTo>
                    <a:pt x="5836" y="25204"/>
                  </a:lnTo>
                  <a:lnTo>
                    <a:pt x="6456" y="25168"/>
                  </a:lnTo>
                  <a:lnTo>
                    <a:pt x="7113" y="25113"/>
                  </a:lnTo>
                  <a:lnTo>
                    <a:pt x="7796" y="25031"/>
                  </a:lnTo>
                  <a:lnTo>
                    <a:pt x="8152" y="24985"/>
                  </a:lnTo>
                  <a:lnTo>
                    <a:pt x="8508" y="24921"/>
                  </a:lnTo>
                  <a:lnTo>
                    <a:pt x="8882" y="24867"/>
                  </a:lnTo>
                  <a:lnTo>
                    <a:pt x="9246" y="24794"/>
                  </a:lnTo>
                  <a:lnTo>
                    <a:pt x="9629" y="24721"/>
                  </a:lnTo>
                  <a:lnTo>
                    <a:pt x="10003" y="24630"/>
                  </a:lnTo>
                  <a:lnTo>
                    <a:pt x="10395" y="24538"/>
                  </a:lnTo>
                  <a:lnTo>
                    <a:pt x="10778" y="24447"/>
                  </a:lnTo>
                  <a:lnTo>
                    <a:pt x="11170" y="24338"/>
                  </a:lnTo>
                  <a:lnTo>
                    <a:pt x="11553" y="24219"/>
                  </a:lnTo>
                  <a:lnTo>
                    <a:pt x="11945" y="24101"/>
                  </a:lnTo>
                  <a:lnTo>
                    <a:pt x="12337" y="23973"/>
                  </a:lnTo>
                  <a:lnTo>
                    <a:pt x="12730" y="23836"/>
                  </a:lnTo>
                  <a:lnTo>
                    <a:pt x="13122" y="23690"/>
                  </a:lnTo>
                  <a:lnTo>
                    <a:pt x="13514" y="23535"/>
                  </a:lnTo>
                  <a:lnTo>
                    <a:pt x="13897" y="23371"/>
                  </a:lnTo>
                  <a:lnTo>
                    <a:pt x="14280" y="23198"/>
                  </a:lnTo>
                  <a:lnTo>
                    <a:pt x="14663" y="23016"/>
                  </a:lnTo>
                  <a:lnTo>
                    <a:pt x="15037" y="22833"/>
                  </a:lnTo>
                  <a:lnTo>
                    <a:pt x="15410" y="22633"/>
                  </a:lnTo>
                  <a:lnTo>
                    <a:pt x="15775" y="22423"/>
                  </a:lnTo>
                  <a:lnTo>
                    <a:pt x="16140" y="22204"/>
                  </a:lnTo>
                  <a:lnTo>
                    <a:pt x="16496" y="21976"/>
                  </a:lnTo>
                  <a:lnTo>
                    <a:pt x="16842" y="21739"/>
                  </a:lnTo>
                  <a:lnTo>
                    <a:pt x="17189" y="21493"/>
                  </a:lnTo>
                  <a:lnTo>
                    <a:pt x="17517" y="21237"/>
                  </a:lnTo>
                  <a:lnTo>
                    <a:pt x="17845" y="20964"/>
                  </a:lnTo>
                  <a:lnTo>
                    <a:pt x="18155" y="20690"/>
                  </a:lnTo>
                  <a:lnTo>
                    <a:pt x="18456" y="20399"/>
                  </a:lnTo>
                  <a:lnTo>
                    <a:pt x="18757" y="20107"/>
                  </a:lnTo>
                  <a:lnTo>
                    <a:pt x="19040" y="19797"/>
                  </a:lnTo>
                  <a:lnTo>
                    <a:pt x="19304" y="19478"/>
                  </a:lnTo>
                  <a:lnTo>
                    <a:pt x="19569" y="19140"/>
                  </a:lnTo>
                  <a:lnTo>
                    <a:pt x="19815" y="18803"/>
                  </a:lnTo>
                  <a:lnTo>
                    <a:pt x="20043" y="18447"/>
                  </a:lnTo>
                  <a:lnTo>
                    <a:pt x="20262" y="18082"/>
                  </a:lnTo>
                  <a:lnTo>
                    <a:pt x="20462" y="17699"/>
                  </a:lnTo>
                  <a:lnTo>
                    <a:pt x="20645" y="17316"/>
                  </a:lnTo>
                  <a:lnTo>
                    <a:pt x="20818" y="16915"/>
                  </a:lnTo>
                  <a:lnTo>
                    <a:pt x="20973" y="16496"/>
                  </a:lnTo>
                  <a:lnTo>
                    <a:pt x="21110" y="16076"/>
                  </a:lnTo>
                  <a:lnTo>
                    <a:pt x="21228" y="15630"/>
                  </a:lnTo>
                  <a:lnTo>
                    <a:pt x="21328" y="15183"/>
                  </a:lnTo>
                  <a:lnTo>
                    <a:pt x="21411" y="14718"/>
                  </a:lnTo>
                  <a:lnTo>
                    <a:pt x="21456" y="14462"/>
                  </a:lnTo>
                  <a:lnTo>
                    <a:pt x="21520" y="14198"/>
                  </a:lnTo>
                  <a:lnTo>
                    <a:pt x="21593" y="13943"/>
                  </a:lnTo>
                  <a:lnTo>
                    <a:pt x="21684" y="13678"/>
                  </a:lnTo>
                  <a:lnTo>
                    <a:pt x="21775" y="13423"/>
                  </a:lnTo>
                  <a:lnTo>
                    <a:pt x="21885" y="13158"/>
                  </a:lnTo>
                  <a:lnTo>
                    <a:pt x="21994" y="12903"/>
                  </a:lnTo>
                  <a:lnTo>
                    <a:pt x="22113" y="12639"/>
                  </a:lnTo>
                  <a:lnTo>
                    <a:pt x="22368" y="12119"/>
                  </a:lnTo>
                  <a:lnTo>
                    <a:pt x="22642" y="11599"/>
                  </a:lnTo>
                  <a:lnTo>
                    <a:pt x="22906" y="11079"/>
                  </a:lnTo>
                  <a:lnTo>
                    <a:pt x="23170" y="10560"/>
                  </a:lnTo>
                  <a:lnTo>
                    <a:pt x="23417" y="10040"/>
                  </a:lnTo>
                  <a:lnTo>
                    <a:pt x="23535" y="9785"/>
                  </a:lnTo>
                  <a:lnTo>
                    <a:pt x="23635" y="9520"/>
                  </a:lnTo>
                  <a:lnTo>
                    <a:pt x="23736" y="9265"/>
                  </a:lnTo>
                  <a:lnTo>
                    <a:pt x="23818" y="9009"/>
                  </a:lnTo>
                  <a:lnTo>
                    <a:pt x="23891" y="8754"/>
                  </a:lnTo>
                  <a:lnTo>
                    <a:pt x="23955" y="8499"/>
                  </a:lnTo>
                  <a:lnTo>
                    <a:pt x="24000" y="8243"/>
                  </a:lnTo>
                  <a:lnTo>
                    <a:pt x="24037" y="7988"/>
                  </a:lnTo>
                  <a:lnTo>
                    <a:pt x="24055" y="7733"/>
                  </a:lnTo>
                  <a:lnTo>
                    <a:pt x="24055" y="7478"/>
                  </a:lnTo>
                  <a:lnTo>
                    <a:pt x="24028" y="7231"/>
                  </a:lnTo>
                  <a:lnTo>
                    <a:pt x="23991" y="6976"/>
                  </a:lnTo>
                  <a:lnTo>
                    <a:pt x="23927" y="6721"/>
                  </a:lnTo>
                  <a:lnTo>
                    <a:pt x="23891" y="6602"/>
                  </a:lnTo>
                  <a:lnTo>
                    <a:pt x="23845" y="6474"/>
                  </a:lnTo>
                  <a:lnTo>
                    <a:pt x="23754" y="6237"/>
                  </a:lnTo>
                  <a:lnTo>
                    <a:pt x="23654" y="6009"/>
                  </a:lnTo>
                  <a:lnTo>
                    <a:pt x="23544" y="5772"/>
                  </a:lnTo>
                  <a:lnTo>
                    <a:pt x="23435" y="5544"/>
                  </a:lnTo>
                  <a:lnTo>
                    <a:pt x="23325" y="5316"/>
                  </a:lnTo>
                  <a:lnTo>
                    <a:pt x="23198" y="5088"/>
                  </a:lnTo>
                  <a:lnTo>
                    <a:pt x="23070" y="4870"/>
                  </a:lnTo>
                  <a:lnTo>
                    <a:pt x="22942" y="4642"/>
                  </a:lnTo>
                  <a:lnTo>
                    <a:pt x="22806" y="4423"/>
                  </a:lnTo>
                  <a:lnTo>
                    <a:pt x="22660" y="4213"/>
                  </a:lnTo>
                  <a:lnTo>
                    <a:pt x="22514" y="4003"/>
                  </a:lnTo>
                  <a:lnTo>
                    <a:pt x="22368" y="3794"/>
                  </a:lnTo>
                  <a:lnTo>
                    <a:pt x="22204" y="3584"/>
                  </a:lnTo>
                  <a:lnTo>
                    <a:pt x="22049" y="3383"/>
                  </a:lnTo>
                  <a:lnTo>
                    <a:pt x="21885" y="3192"/>
                  </a:lnTo>
                  <a:lnTo>
                    <a:pt x="21711" y="3000"/>
                  </a:lnTo>
                  <a:lnTo>
                    <a:pt x="21538" y="2809"/>
                  </a:lnTo>
                  <a:lnTo>
                    <a:pt x="21356" y="2626"/>
                  </a:lnTo>
                  <a:lnTo>
                    <a:pt x="21173" y="2453"/>
                  </a:lnTo>
                  <a:lnTo>
                    <a:pt x="20982" y="2280"/>
                  </a:lnTo>
                  <a:lnTo>
                    <a:pt x="20790" y="2116"/>
                  </a:lnTo>
                  <a:lnTo>
                    <a:pt x="20590" y="1952"/>
                  </a:lnTo>
                  <a:lnTo>
                    <a:pt x="20389" y="1797"/>
                  </a:lnTo>
                  <a:lnTo>
                    <a:pt x="20189" y="1651"/>
                  </a:lnTo>
                  <a:lnTo>
                    <a:pt x="19979" y="1505"/>
                  </a:lnTo>
                  <a:lnTo>
                    <a:pt x="19760" y="1368"/>
                  </a:lnTo>
                  <a:lnTo>
                    <a:pt x="19550" y="1240"/>
                  </a:lnTo>
                  <a:lnTo>
                    <a:pt x="19322" y="1122"/>
                  </a:lnTo>
                  <a:lnTo>
                    <a:pt x="19103" y="1003"/>
                  </a:lnTo>
                  <a:lnTo>
                    <a:pt x="18876" y="903"/>
                  </a:lnTo>
                  <a:lnTo>
                    <a:pt x="18648" y="803"/>
                  </a:lnTo>
                  <a:lnTo>
                    <a:pt x="18410" y="712"/>
                  </a:lnTo>
                  <a:lnTo>
                    <a:pt x="18073" y="593"/>
                  </a:lnTo>
                  <a:lnTo>
                    <a:pt x="17717" y="484"/>
                  </a:lnTo>
                  <a:lnTo>
                    <a:pt x="17362" y="392"/>
                  </a:lnTo>
                  <a:lnTo>
                    <a:pt x="17006" y="310"/>
                  </a:lnTo>
                  <a:lnTo>
                    <a:pt x="16632" y="237"/>
                  </a:lnTo>
                  <a:lnTo>
                    <a:pt x="16258" y="174"/>
                  </a:lnTo>
                  <a:lnTo>
                    <a:pt x="15885" y="119"/>
                  </a:lnTo>
                  <a:lnTo>
                    <a:pt x="15502" y="82"/>
                  </a:lnTo>
                  <a:lnTo>
                    <a:pt x="15110" y="46"/>
                  </a:lnTo>
                  <a:lnTo>
                    <a:pt x="14727" y="19"/>
                  </a:lnTo>
                  <a:lnTo>
                    <a:pt x="14334" y="9"/>
                  </a:lnTo>
                  <a:lnTo>
                    <a:pt x="13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4" name="Google Shape;504;p23">
              <a:extLst>
                <a:ext uri="{FF2B5EF4-FFF2-40B4-BE49-F238E27FC236}">
                  <a16:creationId xmlns:a16="http://schemas.microsoft.com/office/drawing/2014/main" id="{17993A12-43D4-ED69-B981-F7D45800893B}"/>
                </a:ext>
              </a:extLst>
            </p:cNvPr>
            <p:cNvGrpSpPr/>
            <p:nvPr/>
          </p:nvGrpSpPr>
          <p:grpSpPr>
            <a:xfrm flipH="1">
              <a:off x="1967097" y="1609784"/>
              <a:ext cx="1301586" cy="1179425"/>
              <a:chOff x="3603138" y="2348106"/>
              <a:chExt cx="1937749" cy="1755881"/>
            </a:xfrm>
          </p:grpSpPr>
          <p:sp>
            <p:nvSpPr>
              <p:cNvPr id="505" name="Google Shape;505;p23">
                <a:extLst>
                  <a:ext uri="{FF2B5EF4-FFF2-40B4-BE49-F238E27FC236}">
                    <a16:creationId xmlns:a16="http://schemas.microsoft.com/office/drawing/2014/main" id="{009C7900-D476-9753-EB87-BF0CAAA52B19}"/>
                  </a:ext>
                </a:extLst>
              </p:cNvPr>
              <p:cNvSpPr/>
              <p:nvPr/>
            </p:nvSpPr>
            <p:spPr>
              <a:xfrm>
                <a:off x="3616281" y="2361713"/>
                <a:ext cx="1911464" cy="1490331"/>
              </a:xfrm>
              <a:custGeom>
                <a:avLst/>
                <a:gdLst/>
                <a:ahLst/>
                <a:cxnLst/>
                <a:rect l="l" t="t" r="r" b="b"/>
                <a:pathLst>
                  <a:path w="37087" h="28916" extrusionOk="0">
                    <a:moveTo>
                      <a:pt x="13734" y="1"/>
                    </a:moveTo>
                    <a:lnTo>
                      <a:pt x="13515" y="19"/>
                    </a:lnTo>
                    <a:lnTo>
                      <a:pt x="13305" y="37"/>
                    </a:lnTo>
                    <a:lnTo>
                      <a:pt x="13095" y="74"/>
                    </a:lnTo>
                    <a:lnTo>
                      <a:pt x="12895" y="110"/>
                    </a:lnTo>
                    <a:lnTo>
                      <a:pt x="12694" y="156"/>
                    </a:lnTo>
                    <a:lnTo>
                      <a:pt x="12493" y="210"/>
                    </a:lnTo>
                    <a:lnTo>
                      <a:pt x="12293" y="274"/>
                    </a:lnTo>
                    <a:lnTo>
                      <a:pt x="12101" y="347"/>
                    </a:lnTo>
                    <a:lnTo>
                      <a:pt x="11919" y="429"/>
                    </a:lnTo>
                    <a:lnTo>
                      <a:pt x="11737" y="521"/>
                    </a:lnTo>
                    <a:lnTo>
                      <a:pt x="11554" y="612"/>
                    </a:lnTo>
                    <a:lnTo>
                      <a:pt x="11381" y="712"/>
                    </a:lnTo>
                    <a:lnTo>
                      <a:pt x="11208" y="821"/>
                    </a:lnTo>
                    <a:lnTo>
                      <a:pt x="11044" y="940"/>
                    </a:lnTo>
                    <a:lnTo>
                      <a:pt x="10879" y="1059"/>
                    </a:lnTo>
                    <a:lnTo>
                      <a:pt x="10724" y="1186"/>
                    </a:lnTo>
                    <a:lnTo>
                      <a:pt x="10579" y="1314"/>
                    </a:lnTo>
                    <a:lnTo>
                      <a:pt x="10433" y="1460"/>
                    </a:lnTo>
                    <a:lnTo>
                      <a:pt x="10296" y="1606"/>
                    </a:lnTo>
                    <a:lnTo>
                      <a:pt x="10159" y="1752"/>
                    </a:lnTo>
                    <a:lnTo>
                      <a:pt x="10031" y="1907"/>
                    </a:lnTo>
                    <a:lnTo>
                      <a:pt x="9913" y="2071"/>
                    </a:lnTo>
                    <a:lnTo>
                      <a:pt x="9803" y="2235"/>
                    </a:lnTo>
                    <a:lnTo>
                      <a:pt x="9694" y="2408"/>
                    </a:lnTo>
                    <a:lnTo>
                      <a:pt x="9594" y="2581"/>
                    </a:lnTo>
                    <a:lnTo>
                      <a:pt x="9493" y="2764"/>
                    </a:lnTo>
                    <a:lnTo>
                      <a:pt x="9411" y="2946"/>
                    </a:lnTo>
                    <a:lnTo>
                      <a:pt x="9329" y="3138"/>
                    </a:lnTo>
                    <a:lnTo>
                      <a:pt x="9256" y="3329"/>
                    </a:lnTo>
                    <a:lnTo>
                      <a:pt x="9193" y="3521"/>
                    </a:lnTo>
                    <a:lnTo>
                      <a:pt x="9138" y="3721"/>
                    </a:lnTo>
                    <a:lnTo>
                      <a:pt x="8901" y="3739"/>
                    </a:lnTo>
                    <a:lnTo>
                      <a:pt x="8664" y="3767"/>
                    </a:lnTo>
                    <a:lnTo>
                      <a:pt x="8427" y="3803"/>
                    </a:lnTo>
                    <a:lnTo>
                      <a:pt x="8199" y="3849"/>
                    </a:lnTo>
                    <a:lnTo>
                      <a:pt x="7961" y="3894"/>
                    </a:lnTo>
                    <a:lnTo>
                      <a:pt x="7734" y="3949"/>
                    </a:lnTo>
                    <a:lnTo>
                      <a:pt x="7515" y="4013"/>
                    </a:lnTo>
                    <a:lnTo>
                      <a:pt x="7296" y="4086"/>
                    </a:lnTo>
                    <a:lnTo>
                      <a:pt x="7077" y="4168"/>
                    </a:lnTo>
                    <a:lnTo>
                      <a:pt x="6858" y="4259"/>
                    </a:lnTo>
                    <a:lnTo>
                      <a:pt x="6648" y="4350"/>
                    </a:lnTo>
                    <a:lnTo>
                      <a:pt x="6448" y="4451"/>
                    </a:lnTo>
                    <a:lnTo>
                      <a:pt x="6238" y="4551"/>
                    </a:lnTo>
                    <a:lnTo>
                      <a:pt x="6037" y="4669"/>
                    </a:lnTo>
                    <a:lnTo>
                      <a:pt x="5846" y="4788"/>
                    </a:lnTo>
                    <a:lnTo>
                      <a:pt x="5654" y="4907"/>
                    </a:lnTo>
                    <a:lnTo>
                      <a:pt x="5472" y="5043"/>
                    </a:lnTo>
                    <a:lnTo>
                      <a:pt x="5290" y="5180"/>
                    </a:lnTo>
                    <a:lnTo>
                      <a:pt x="5107" y="5317"/>
                    </a:lnTo>
                    <a:lnTo>
                      <a:pt x="4943" y="5472"/>
                    </a:lnTo>
                    <a:lnTo>
                      <a:pt x="4770" y="5627"/>
                    </a:lnTo>
                    <a:lnTo>
                      <a:pt x="4615" y="5782"/>
                    </a:lnTo>
                    <a:lnTo>
                      <a:pt x="4451" y="5946"/>
                    </a:lnTo>
                    <a:lnTo>
                      <a:pt x="4305" y="6119"/>
                    </a:lnTo>
                    <a:lnTo>
                      <a:pt x="4159" y="6293"/>
                    </a:lnTo>
                    <a:lnTo>
                      <a:pt x="4013" y="6466"/>
                    </a:lnTo>
                    <a:lnTo>
                      <a:pt x="3885" y="6648"/>
                    </a:lnTo>
                    <a:lnTo>
                      <a:pt x="3749" y="6840"/>
                    </a:lnTo>
                    <a:lnTo>
                      <a:pt x="3630" y="7031"/>
                    </a:lnTo>
                    <a:lnTo>
                      <a:pt x="3512" y="7232"/>
                    </a:lnTo>
                    <a:lnTo>
                      <a:pt x="3402" y="7423"/>
                    </a:lnTo>
                    <a:lnTo>
                      <a:pt x="3302" y="7633"/>
                    </a:lnTo>
                    <a:lnTo>
                      <a:pt x="3120" y="7697"/>
                    </a:lnTo>
                    <a:lnTo>
                      <a:pt x="2946" y="7779"/>
                    </a:lnTo>
                    <a:lnTo>
                      <a:pt x="2773" y="7852"/>
                    </a:lnTo>
                    <a:lnTo>
                      <a:pt x="2609" y="7943"/>
                    </a:lnTo>
                    <a:lnTo>
                      <a:pt x="2445" y="8034"/>
                    </a:lnTo>
                    <a:lnTo>
                      <a:pt x="2281" y="8135"/>
                    </a:lnTo>
                    <a:lnTo>
                      <a:pt x="2126" y="8244"/>
                    </a:lnTo>
                    <a:lnTo>
                      <a:pt x="1971" y="8353"/>
                    </a:lnTo>
                    <a:lnTo>
                      <a:pt x="1825" y="8463"/>
                    </a:lnTo>
                    <a:lnTo>
                      <a:pt x="1688" y="8590"/>
                    </a:lnTo>
                    <a:lnTo>
                      <a:pt x="1551" y="8718"/>
                    </a:lnTo>
                    <a:lnTo>
                      <a:pt x="1414" y="8846"/>
                    </a:lnTo>
                    <a:lnTo>
                      <a:pt x="1287" y="8983"/>
                    </a:lnTo>
                    <a:lnTo>
                      <a:pt x="1159" y="9128"/>
                    </a:lnTo>
                    <a:lnTo>
                      <a:pt x="1040" y="9274"/>
                    </a:lnTo>
                    <a:lnTo>
                      <a:pt x="931" y="9420"/>
                    </a:lnTo>
                    <a:lnTo>
                      <a:pt x="822" y="9575"/>
                    </a:lnTo>
                    <a:lnTo>
                      <a:pt x="721" y="9730"/>
                    </a:lnTo>
                    <a:lnTo>
                      <a:pt x="630" y="9894"/>
                    </a:lnTo>
                    <a:lnTo>
                      <a:pt x="539" y="10059"/>
                    </a:lnTo>
                    <a:lnTo>
                      <a:pt x="457" y="10232"/>
                    </a:lnTo>
                    <a:lnTo>
                      <a:pt x="384" y="10405"/>
                    </a:lnTo>
                    <a:lnTo>
                      <a:pt x="311" y="10587"/>
                    </a:lnTo>
                    <a:lnTo>
                      <a:pt x="247" y="10761"/>
                    </a:lnTo>
                    <a:lnTo>
                      <a:pt x="192" y="10952"/>
                    </a:lnTo>
                    <a:lnTo>
                      <a:pt x="147" y="11135"/>
                    </a:lnTo>
                    <a:lnTo>
                      <a:pt x="101" y="11326"/>
                    </a:lnTo>
                    <a:lnTo>
                      <a:pt x="65" y="11518"/>
                    </a:lnTo>
                    <a:lnTo>
                      <a:pt x="37" y="11709"/>
                    </a:lnTo>
                    <a:lnTo>
                      <a:pt x="19" y="11910"/>
                    </a:lnTo>
                    <a:lnTo>
                      <a:pt x="10" y="12101"/>
                    </a:lnTo>
                    <a:lnTo>
                      <a:pt x="1" y="12311"/>
                    </a:lnTo>
                    <a:lnTo>
                      <a:pt x="10" y="12566"/>
                    </a:lnTo>
                    <a:lnTo>
                      <a:pt x="28" y="12812"/>
                    </a:lnTo>
                    <a:lnTo>
                      <a:pt x="65" y="13059"/>
                    </a:lnTo>
                    <a:lnTo>
                      <a:pt x="101" y="13305"/>
                    </a:lnTo>
                    <a:lnTo>
                      <a:pt x="165" y="13551"/>
                    </a:lnTo>
                    <a:lnTo>
                      <a:pt x="229" y="13779"/>
                    </a:lnTo>
                    <a:lnTo>
                      <a:pt x="302" y="14016"/>
                    </a:lnTo>
                    <a:lnTo>
                      <a:pt x="393" y="14235"/>
                    </a:lnTo>
                    <a:lnTo>
                      <a:pt x="302" y="14508"/>
                    </a:lnTo>
                    <a:lnTo>
                      <a:pt x="229" y="14791"/>
                    </a:lnTo>
                    <a:lnTo>
                      <a:pt x="165" y="15074"/>
                    </a:lnTo>
                    <a:lnTo>
                      <a:pt x="101" y="15356"/>
                    </a:lnTo>
                    <a:lnTo>
                      <a:pt x="65" y="15648"/>
                    </a:lnTo>
                    <a:lnTo>
                      <a:pt x="28" y="15940"/>
                    </a:lnTo>
                    <a:lnTo>
                      <a:pt x="10" y="16241"/>
                    </a:lnTo>
                    <a:lnTo>
                      <a:pt x="1" y="16542"/>
                    </a:lnTo>
                    <a:lnTo>
                      <a:pt x="10" y="16788"/>
                    </a:lnTo>
                    <a:lnTo>
                      <a:pt x="19" y="17034"/>
                    </a:lnTo>
                    <a:lnTo>
                      <a:pt x="47" y="17271"/>
                    </a:lnTo>
                    <a:lnTo>
                      <a:pt x="74" y="17518"/>
                    </a:lnTo>
                    <a:lnTo>
                      <a:pt x="110" y="17755"/>
                    </a:lnTo>
                    <a:lnTo>
                      <a:pt x="156" y="17992"/>
                    </a:lnTo>
                    <a:lnTo>
                      <a:pt x="211" y="18220"/>
                    </a:lnTo>
                    <a:lnTo>
                      <a:pt x="275" y="18457"/>
                    </a:lnTo>
                    <a:lnTo>
                      <a:pt x="338" y="18676"/>
                    </a:lnTo>
                    <a:lnTo>
                      <a:pt x="411" y="18904"/>
                    </a:lnTo>
                    <a:lnTo>
                      <a:pt x="502" y="19122"/>
                    </a:lnTo>
                    <a:lnTo>
                      <a:pt x="594" y="19341"/>
                    </a:lnTo>
                    <a:lnTo>
                      <a:pt x="685" y="19551"/>
                    </a:lnTo>
                    <a:lnTo>
                      <a:pt x="794" y="19761"/>
                    </a:lnTo>
                    <a:lnTo>
                      <a:pt x="904" y="19961"/>
                    </a:lnTo>
                    <a:lnTo>
                      <a:pt x="1022" y="20162"/>
                    </a:lnTo>
                    <a:lnTo>
                      <a:pt x="1141" y="20363"/>
                    </a:lnTo>
                    <a:lnTo>
                      <a:pt x="1278" y="20554"/>
                    </a:lnTo>
                    <a:lnTo>
                      <a:pt x="1414" y="20736"/>
                    </a:lnTo>
                    <a:lnTo>
                      <a:pt x="1551" y="20919"/>
                    </a:lnTo>
                    <a:lnTo>
                      <a:pt x="1706" y="21092"/>
                    </a:lnTo>
                    <a:lnTo>
                      <a:pt x="1852" y="21265"/>
                    </a:lnTo>
                    <a:lnTo>
                      <a:pt x="2016" y="21439"/>
                    </a:lnTo>
                    <a:lnTo>
                      <a:pt x="2180" y="21594"/>
                    </a:lnTo>
                    <a:lnTo>
                      <a:pt x="2354" y="21749"/>
                    </a:lnTo>
                    <a:lnTo>
                      <a:pt x="2527" y="21904"/>
                    </a:lnTo>
                    <a:lnTo>
                      <a:pt x="2709" y="22049"/>
                    </a:lnTo>
                    <a:lnTo>
                      <a:pt x="2892" y="22186"/>
                    </a:lnTo>
                    <a:lnTo>
                      <a:pt x="3083" y="22323"/>
                    </a:lnTo>
                    <a:lnTo>
                      <a:pt x="3275" y="22442"/>
                    </a:lnTo>
                    <a:lnTo>
                      <a:pt x="3475" y="22569"/>
                    </a:lnTo>
                    <a:lnTo>
                      <a:pt x="3676" y="22679"/>
                    </a:lnTo>
                    <a:lnTo>
                      <a:pt x="3721" y="23007"/>
                    </a:lnTo>
                    <a:lnTo>
                      <a:pt x="3776" y="23326"/>
                    </a:lnTo>
                    <a:lnTo>
                      <a:pt x="3849" y="23645"/>
                    </a:lnTo>
                    <a:lnTo>
                      <a:pt x="3931" y="23955"/>
                    </a:lnTo>
                    <a:lnTo>
                      <a:pt x="4031" y="24256"/>
                    </a:lnTo>
                    <a:lnTo>
                      <a:pt x="4141" y="24557"/>
                    </a:lnTo>
                    <a:lnTo>
                      <a:pt x="4268" y="24849"/>
                    </a:lnTo>
                    <a:lnTo>
                      <a:pt x="4405" y="25132"/>
                    </a:lnTo>
                    <a:lnTo>
                      <a:pt x="4560" y="25414"/>
                    </a:lnTo>
                    <a:lnTo>
                      <a:pt x="4724" y="25679"/>
                    </a:lnTo>
                    <a:lnTo>
                      <a:pt x="4898" y="25943"/>
                    </a:lnTo>
                    <a:lnTo>
                      <a:pt x="5080" y="26198"/>
                    </a:lnTo>
                    <a:lnTo>
                      <a:pt x="5281" y="26435"/>
                    </a:lnTo>
                    <a:lnTo>
                      <a:pt x="5481" y="26673"/>
                    </a:lnTo>
                    <a:lnTo>
                      <a:pt x="5700" y="26901"/>
                    </a:lnTo>
                    <a:lnTo>
                      <a:pt x="5928" y="27110"/>
                    </a:lnTo>
                    <a:lnTo>
                      <a:pt x="6165" y="27320"/>
                    </a:lnTo>
                    <a:lnTo>
                      <a:pt x="6411" y="27511"/>
                    </a:lnTo>
                    <a:lnTo>
                      <a:pt x="6667" y="27694"/>
                    </a:lnTo>
                    <a:lnTo>
                      <a:pt x="6931" y="27867"/>
                    </a:lnTo>
                    <a:lnTo>
                      <a:pt x="7196" y="28031"/>
                    </a:lnTo>
                    <a:lnTo>
                      <a:pt x="7478" y="28177"/>
                    </a:lnTo>
                    <a:lnTo>
                      <a:pt x="7761" y="28314"/>
                    </a:lnTo>
                    <a:lnTo>
                      <a:pt x="8053" y="28442"/>
                    </a:lnTo>
                    <a:lnTo>
                      <a:pt x="8354" y="28551"/>
                    </a:lnTo>
                    <a:lnTo>
                      <a:pt x="8664" y="28642"/>
                    </a:lnTo>
                    <a:lnTo>
                      <a:pt x="8974" y="28724"/>
                    </a:lnTo>
                    <a:lnTo>
                      <a:pt x="9293" y="28797"/>
                    </a:lnTo>
                    <a:lnTo>
                      <a:pt x="9612" y="28852"/>
                    </a:lnTo>
                    <a:lnTo>
                      <a:pt x="9940" y="28888"/>
                    </a:lnTo>
                    <a:lnTo>
                      <a:pt x="10269" y="28916"/>
                    </a:lnTo>
                    <a:lnTo>
                      <a:pt x="10925" y="28916"/>
                    </a:lnTo>
                    <a:lnTo>
                      <a:pt x="11235" y="28888"/>
                    </a:lnTo>
                    <a:lnTo>
                      <a:pt x="11536" y="28861"/>
                    </a:lnTo>
                    <a:lnTo>
                      <a:pt x="11837" y="28815"/>
                    </a:lnTo>
                    <a:lnTo>
                      <a:pt x="12138" y="28752"/>
                    </a:lnTo>
                    <a:lnTo>
                      <a:pt x="12430" y="28679"/>
                    </a:lnTo>
                    <a:lnTo>
                      <a:pt x="12721" y="28597"/>
                    </a:lnTo>
                    <a:lnTo>
                      <a:pt x="13004" y="28496"/>
                    </a:lnTo>
                    <a:lnTo>
                      <a:pt x="13278" y="28387"/>
                    </a:lnTo>
                    <a:lnTo>
                      <a:pt x="13551" y="28268"/>
                    </a:lnTo>
                    <a:lnTo>
                      <a:pt x="13816" y="28141"/>
                    </a:lnTo>
                    <a:lnTo>
                      <a:pt x="14071" y="27995"/>
                    </a:lnTo>
                    <a:lnTo>
                      <a:pt x="14326" y="27849"/>
                    </a:lnTo>
                    <a:lnTo>
                      <a:pt x="14572" y="27685"/>
                    </a:lnTo>
                    <a:lnTo>
                      <a:pt x="14810" y="27511"/>
                    </a:lnTo>
                    <a:lnTo>
                      <a:pt x="15038" y="27329"/>
                    </a:lnTo>
                    <a:lnTo>
                      <a:pt x="15256" y="27147"/>
                    </a:lnTo>
                    <a:lnTo>
                      <a:pt x="15475" y="26946"/>
                    </a:lnTo>
                    <a:lnTo>
                      <a:pt x="15676" y="26736"/>
                    </a:lnTo>
                    <a:lnTo>
                      <a:pt x="15876" y="26518"/>
                    </a:lnTo>
                    <a:lnTo>
                      <a:pt x="16059" y="26290"/>
                    </a:lnTo>
                    <a:lnTo>
                      <a:pt x="16241" y="26062"/>
                    </a:lnTo>
                    <a:lnTo>
                      <a:pt x="16405" y="25825"/>
                    </a:lnTo>
                    <a:lnTo>
                      <a:pt x="16560" y="25569"/>
                    </a:lnTo>
                    <a:lnTo>
                      <a:pt x="16715" y="25323"/>
                    </a:lnTo>
                    <a:lnTo>
                      <a:pt x="16852" y="25059"/>
                    </a:lnTo>
                    <a:lnTo>
                      <a:pt x="16980" y="24794"/>
                    </a:lnTo>
                    <a:lnTo>
                      <a:pt x="17089" y="24521"/>
                    </a:lnTo>
                    <a:lnTo>
                      <a:pt x="17199" y="24238"/>
                    </a:lnTo>
                    <a:lnTo>
                      <a:pt x="17290" y="23955"/>
                    </a:lnTo>
                    <a:lnTo>
                      <a:pt x="17363" y="23663"/>
                    </a:lnTo>
                    <a:lnTo>
                      <a:pt x="17436" y="23372"/>
                    </a:lnTo>
                    <a:lnTo>
                      <a:pt x="17636" y="23527"/>
                    </a:lnTo>
                    <a:lnTo>
                      <a:pt x="17846" y="23682"/>
                    </a:lnTo>
                    <a:lnTo>
                      <a:pt x="18065" y="23818"/>
                    </a:lnTo>
                    <a:lnTo>
                      <a:pt x="18293" y="23955"/>
                    </a:lnTo>
                    <a:lnTo>
                      <a:pt x="18521" y="24083"/>
                    </a:lnTo>
                    <a:lnTo>
                      <a:pt x="18758" y="24192"/>
                    </a:lnTo>
                    <a:lnTo>
                      <a:pt x="18995" y="24302"/>
                    </a:lnTo>
                    <a:lnTo>
                      <a:pt x="19241" y="24393"/>
                    </a:lnTo>
                    <a:lnTo>
                      <a:pt x="19487" y="24475"/>
                    </a:lnTo>
                    <a:lnTo>
                      <a:pt x="19743" y="24557"/>
                    </a:lnTo>
                    <a:lnTo>
                      <a:pt x="20007" y="24621"/>
                    </a:lnTo>
                    <a:lnTo>
                      <a:pt x="20272" y="24666"/>
                    </a:lnTo>
                    <a:lnTo>
                      <a:pt x="20536" y="24712"/>
                    </a:lnTo>
                    <a:lnTo>
                      <a:pt x="20810" y="24739"/>
                    </a:lnTo>
                    <a:lnTo>
                      <a:pt x="21083" y="24758"/>
                    </a:lnTo>
                    <a:lnTo>
                      <a:pt x="21357" y="24767"/>
                    </a:lnTo>
                    <a:lnTo>
                      <a:pt x="21585" y="24758"/>
                    </a:lnTo>
                    <a:lnTo>
                      <a:pt x="21813" y="24749"/>
                    </a:lnTo>
                    <a:lnTo>
                      <a:pt x="22032" y="24730"/>
                    </a:lnTo>
                    <a:lnTo>
                      <a:pt x="22259" y="24703"/>
                    </a:lnTo>
                    <a:lnTo>
                      <a:pt x="22478" y="24666"/>
                    </a:lnTo>
                    <a:lnTo>
                      <a:pt x="22688" y="24621"/>
                    </a:lnTo>
                    <a:lnTo>
                      <a:pt x="22907" y="24575"/>
                    </a:lnTo>
                    <a:lnTo>
                      <a:pt x="23117" y="24511"/>
                    </a:lnTo>
                    <a:lnTo>
                      <a:pt x="23317" y="24448"/>
                    </a:lnTo>
                    <a:lnTo>
                      <a:pt x="23527" y="24375"/>
                    </a:lnTo>
                    <a:lnTo>
                      <a:pt x="23718" y="24302"/>
                    </a:lnTo>
                    <a:lnTo>
                      <a:pt x="23919" y="24220"/>
                    </a:lnTo>
                    <a:lnTo>
                      <a:pt x="24111" y="24128"/>
                    </a:lnTo>
                    <a:lnTo>
                      <a:pt x="24302" y="24028"/>
                    </a:lnTo>
                    <a:lnTo>
                      <a:pt x="24484" y="23919"/>
                    </a:lnTo>
                    <a:lnTo>
                      <a:pt x="24667" y="23809"/>
                    </a:lnTo>
                    <a:lnTo>
                      <a:pt x="24849" y="23700"/>
                    </a:lnTo>
                    <a:lnTo>
                      <a:pt x="25022" y="23572"/>
                    </a:lnTo>
                    <a:lnTo>
                      <a:pt x="25187" y="23445"/>
                    </a:lnTo>
                    <a:lnTo>
                      <a:pt x="25351" y="23317"/>
                    </a:lnTo>
                    <a:lnTo>
                      <a:pt x="25515" y="23171"/>
                    </a:lnTo>
                    <a:lnTo>
                      <a:pt x="25670" y="23034"/>
                    </a:lnTo>
                    <a:lnTo>
                      <a:pt x="25816" y="22879"/>
                    </a:lnTo>
                    <a:lnTo>
                      <a:pt x="25962" y="22733"/>
                    </a:lnTo>
                    <a:lnTo>
                      <a:pt x="26108" y="22569"/>
                    </a:lnTo>
                    <a:lnTo>
                      <a:pt x="26235" y="22405"/>
                    </a:lnTo>
                    <a:lnTo>
                      <a:pt x="26363" y="22241"/>
                    </a:lnTo>
                    <a:lnTo>
                      <a:pt x="26491" y="22068"/>
                    </a:lnTo>
                    <a:lnTo>
                      <a:pt x="26609" y="21885"/>
                    </a:lnTo>
                    <a:lnTo>
                      <a:pt x="26718" y="21712"/>
                    </a:lnTo>
                    <a:lnTo>
                      <a:pt x="26828" y="21521"/>
                    </a:lnTo>
                    <a:lnTo>
                      <a:pt x="26928" y="21338"/>
                    </a:lnTo>
                    <a:lnTo>
                      <a:pt x="27038" y="21347"/>
                    </a:lnTo>
                    <a:lnTo>
                      <a:pt x="27329" y="21347"/>
                    </a:lnTo>
                    <a:lnTo>
                      <a:pt x="27503" y="21329"/>
                    </a:lnTo>
                    <a:lnTo>
                      <a:pt x="27676" y="21311"/>
                    </a:lnTo>
                    <a:lnTo>
                      <a:pt x="27840" y="21283"/>
                    </a:lnTo>
                    <a:lnTo>
                      <a:pt x="28004" y="21247"/>
                    </a:lnTo>
                    <a:lnTo>
                      <a:pt x="28168" y="21201"/>
                    </a:lnTo>
                    <a:lnTo>
                      <a:pt x="28332" y="21156"/>
                    </a:lnTo>
                    <a:lnTo>
                      <a:pt x="28487" y="21101"/>
                    </a:lnTo>
                    <a:lnTo>
                      <a:pt x="28643" y="21037"/>
                    </a:lnTo>
                    <a:lnTo>
                      <a:pt x="28788" y="20964"/>
                    </a:lnTo>
                    <a:lnTo>
                      <a:pt x="28934" y="20891"/>
                    </a:lnTo>
                    <a:lnTo>
                      <a:pt x="29080" y="20800"/>
                    </a:lnTo>
                    <a:lnTo>
                      <a:pt x="29217" y="20718"/>
                    </a:lnTo>
                    <a:lnTo>
                      <a:pt x="29354" y="20618"/>
                    </a:lnTo>
                    <a:lnTo>
                      <a:pt x="29481" y="20518"/>
                    </a:lnTo>
                    <a:lnTo>
                      <a:pt x="29609" y="20417"/>
                    </a:lnTo>
                    <a:lnTo>
                      <a:pt x="29910" y="20463"/>
                    </a:lnTo>
                    <a:lnTo>
                      <a:pt x="30220" y="20508"/>
                    </a:lnTo>
                    <a:lnTo>
                      <a:pt x="30530" y="20527"/>
                    </a:lnTo>
                    <a:lnTo>
                      <a:pt x="30849" y="20536"/>
                    </a:lnTo>
                    <a:lnTo>
                      <a:pt x="31177" y="20527"/>
                    </a:lnTo>
                    <a:lnTo>
                      <a:pt x="31488" y="20508"/>
                    </a:lnTo>
                    <a:lnTo>
                      <a:pt x="31798" y="20463"/>
                    </a:lnTo>
                    <a:lnTo>
                      <a:pt x="32108" y="20408"/>
                    </a:lnTo>
                    <a:lnTo>
                      <a:pt x="32409" y="20344"/>
                    </a:lnTo>
                    <a:lnTo>
                      <a:pt x="32709" y="20262"/>
                    </a:lnTo>
                    <a:lnTo>
                      <a:pt x="32992" y="20162"/>
                    </a:lnTo>
                    <a:lnTo>
                      <a:pt x="33275" y="20052"/>
                    </a:lnTo>
                    <a:lnTo>
                      <a:pt x="33557" y="19925"/>
                    </a:lnTo>
                    <a:lnTo>
                      <a:pt x="33822" y="19788"/>
                    </a:lnTo>
                    <a:lnTo>
                      <a:pt x="34086" y="19633"/>
                    </a:lnTo>
                    <a:lnTo>
                      <a:pt x="34333" y="19478"/>
                    </a:lnTo>
                    <a:lnTo>
                      <a:pt x="34579" y="19305"/>
                    </a:lnTo>
                    <a:lnTo>
                      <a:pt x="34816" y="19113"/>
                    </a:lnTo>
                    <a:lnTo>
                      <a:pt x="35044" y="18922"/>
                    </a:lnTo>
                    <a:lnTo>
                      <a:pt x="35254" y="18712"/>
                    </a:lnTo>
                    <a:lnTo>
                      <a:pt x="35463" y="18493"/>
                    </a:lnTo>
                    <a:lnTo>
                      <a:pt x="35664" y="18274"/>
                    </a:lnTo>
                    <a:lnTo>
                      <a:pt x="35846" y="18037"/>
                    </a:lnTo>
                    <a:lnTo>
                      <a:pt x="36019" y="17791"/>
                    </a:lnTo>
                    <a:lnTo>
                      <a:pt x="36184" y="17536"/>
                    </a:lnTo>
                    <a:lnTo>
                      <a:pt x="36330" y="17280"/>
                    </a:lnTo>
                    <a:lnTo>
                      <a:pt x="36466" y="17007"/>
                    </a:lnTo>
                    <a:lnTo>
                      <a:pt x="36594" y="16733"/>
                    </a:lnTo>
                    <a:lnTo>
                      <a:pt x="36703" y="16451"/>
                    </a:lnTo>
                    <a:lnTo>
                      <a:pt x="36804" y="16159"/>
                    </a:lnTo>
                    <a:lnTo>
                      <a:pt x="36886" y="15867"/>
                    </a:lnTo>
                    <a:lnTo>
                      <a:pt x="36959" y="15566"/>
                    </a:lnTo>
                    <a:lnTo>
                      <a:pt x="37013" y="15256"/>
                    </a:lnTo>
                    <a:lnTo>
                      <a:pt x="37050" y="14946"/>
                    </a:lnTo>
                    <a:lnTo>
                      <a:pt x="37077" y="14627"/>
                    </a:lnTo>
                    <a:lnTo>
                      <a:pt x="37086" y="14308"/>
                    </a:lnTo>
                    <a:lnTo>
                      <a:pt x="37077" y="14007"/>
                    </a:lnTo>
                    <a:lnTo>
                      <a:pt x="37050" y="13715"/>
                    </a:lnTo>
                    <a:lnTo>
                      <a:pt x="37023" y="13423"/>
                    </a:lnTo>
                    <a:lnTo>
                      <a:pt x="36968" y="13141"/>
                    </a:lnTo>
                    <a:lnTo>
                      <a:pt x="36913" y="12858"/>
                    </a:lnTo>
                    <a:lnTo>
                      <a:pt x="36840" y="12575"/>
                    </a:lnTo>
                    <a:lnTo>
                      <a:pt x="36749" y="12302"/>
                    </a:lnTo>
                    <a:lnTo>
                      <a:pt x="36658" y="12037"/>
                    </a:lnTo>
                    <a:lnTo>
                      <a:pt x="36548" y="11782"/>
                    </a:lnTo>
                    <a:lnTo>
                      <a:pt x="36421" y="11527"/>
                    </a:lnTo>
                    <a:lnTo>
                      <a:pt x="36293" y="11271"/>
                    </a:lnTo>
                    <a:lnTo>
                      <a:pt x="36147" y="11034"/>
                    </a:lnTo>
                    <a:lnTo>
                      <a:pt x="36001" y="10797"/>
                    </a:lnTo>
                    <a:lnTo>
                      <a:pt x="35837" y="10569"/>
                    </a:lnTo>
                    <a:lnTo>
                      <a:pt x="35664" y="10350"/>
                    </a:lnTo>
                    <a:lnTo>
                      <a:pt x="35481" y="10141"/>
                    </a:lnTo>
                    <a:lnTo>
                      <a:pt x="35509" y="9858"/>
                    </a:lnTo>
                    <a:lnTo>
                      <a:pt x="35518" y="9712"/>
                    </a:lnTo>
                    <a:lnTo>
                      <a:pt x="35527" y="9566"/>
                    </a:lnTo>
                    <a:lnTo>
                      <a:pt x="35518" y="9347"/>
                    </a:lnTo>
                    <a:lnTo>
                      <a:pt x="35500" y="9128"/>
                    </a:lnTo>
                    <a:lnTo>
                      <a:pt x="35472" y="8910"/>
                    </a:lnTo>
                    <a:lnTo>
                      <a:pt x="35436" y="8700"/>
                    </a:lnTo>
                    <a:lnTo>
                      <a:pt x="35390" y="8490"/>
                    </a:lnTo>
                    <a:lnTo>
                      <a:pt x="35336" y="8290"/>
                    </a:lnTo>
                    <a:lnTo>
                      <a:pt x="35263" y="8089"/>
                    </a:lnTo>
                    <a:lnTo>
                      <a:pt x="35190" y="7888"/>
                    </a:lnTo>
                    <a:lnTo>
                      <a:pt x="35098" y="7697"/>
                    </a:lnTo>
                    <a:lnTo>
                      <a:pt x="35007" y="7514"/>
                    </a:lnTo>
                    <a:lnTo>
                      <a:pt x="34898" y="7332"/>
                    </a:lnTo>
                    <a:lnTo>
                      <a:pt x="34788" y="7159"/>
                    </a:lnTo>
                    <a:lnTo>
                      <a:pt x="34670" y="6995"/>
                    </a:lnTo>
                    <a:lnTo>
                      <a:pt x="34542" y="6831"/>
                    </a:lnTo>
                    <a:lnTo>
                      <a:pt x="34405" y="6676"/>
                    </a:lnTo>
                    <a:lnTo>
                      <a:pt x="34269" y="6530"/>
                    </a:lnTo>
                    <a:lnTo>
                      <a:pt x="34114" y="6384"/>
                    </a:lnTo>
                    <a:lnTo>
                      <a:pt x="33959" y="6247"/>
                    </a:lnTo>
                    <a:lnTo>
                      <a:pt x="33795" y="6119"/>
                    </a:lnTo>
                    <a:lnTo>
                      <a:pt x="33630" y="6001"/>
                    </a:lnTo>
                    <a:lnTo>
                      <a:pt x="33457" y="5891"/>
                    </a:lnTo>
                    <a:lnTo>
                      <a:pt x="33275" y="5782"/>
                    </a:lnTo>
                    <a:lnTo>
                      <a:pt x="33092" y="5691"/>
                    </a:lnTo>
                    <a:lnTo>
                      <a:pt x="32901" y="5600"/>
                    </a:lnTo>
                    <a:lnTo>
                      <a:pt x="32700" y="5527"/>
                    </a:lnTo>
                    <a:lnTo>
                      <a:pt x="32500" y="5463"/>
                    </a:lnTo>
                    <a:lnTo>
                      <a:pt x="32299" y="5399"/>
                    </a:lnTo>
                    <a:lnTo>
                      <a:pt x="32089" y="5353"/>
                    </a:lnTo>
                    <a:lnTo>
                      <a:pt x="31880" y="5317"/>
                    </a:lnTo>
                    <a:lnTo>
                      <a:pt x="31661" y="5290"/>
                    </a:lnTo>
                    <a:lnTo>
                      <a:pt x="31442" y="5271"/>
                    </a:lnTo>
                    <a:lnTo>
                      <a:pt x="31223" y="5262"/>
                    </a:lnTo>
                    <a:lnTo>
                      <a:pt x="30968" y="5271"/>
                    </a:lnTo>
                    <a:lnTo>
                      <a:pt x="30712" y="5299"/>
                    </a:lnTo>
                    <a:lnTo>
                      <a:pt x="30667" y="5125"/>
                    </a:lnTo>
                    <a:lnTo>
                      <a:pt x="30612" y="4961"/>
                    </a:lnTo>
                    <a:lnTo>
                      <a:pt x="30548" y="4788"/>
                    </a:lnTo>
                    <a:lnTo>
                      <a:pt x="30475" y="4633"/>
                    </a:lnTo>
                    <a:lnTo>
                      <a:pt x="30402" y="4469"/>
                    </a:lnTo>
                    <a:lnTo>
                      <a:pt x="30320" y="4314"/>
                    </a:lnTo>
                    <a:lnTo>
                      <a:pt x="30238" y="4159"/>
                    </a:lnTo>
                    <a:lnTo>
                      <a:pt x="30138" y="4013"/>
                    </a:lnTo>
                    <a:lnTo>
                      <a:pt x="30038" y="3867"/>
                    </a:lnTo>
                    <a:lnTo>
                      <a:pt x="29937" y="3730"/>
                    </a:lnTo>
                    <a:lnTo>
                      <a:pt x="29828" y="3593"/>
                    </a:lnTo>
                    <a:lnTo>
                      <a:pt x="29709" y="3466"/>
                    </a:lnTo>
                    <a:lnTo>
                      <a:pt x="29591" y="3338"/>
                    </a:lnTo>
                    <a:lnTo>
                      <a:pt x="29463" y="3220"/>
                    </a:lnTo>
                    <a:lnTo>
                      <a:pt x="29336" y="3101"/>
                    </a:lnTo>
                    <a:lnTo>
                      <a:pt x="29199" y="2992"/>
                    </a:lnTo>
                    <a:lnTo>
                      <a:pt x="29062" y="2891"/>
                    </a:lnTo>
                    <a:lnTo>
                      <a:pt x="28916" y="2791"/>
                    </a:lnTo>
                    <a:lnTo>
                      <a:pt x="28770" y="2691"/>
                    </a:lnTo>
                    <a:lnTo>
                      <a:pt x="28624" y="2609"/>
                    </a:lnTo>
                    <a:lnTo>
                      <a:pt x="28469" y="2527"/>
                    </a:lnTo>
                    <a:lnTo>
                      <a:pt x="28305" y="2454"/>
                    </a:lnTo>
                    <a:lnTo>
                      <a:pt x="28141" y="2381"/>
                    </a:lnTo>
                    <a:lnTo>
                      <a:pt x="27977" y="2317"/>
                    </a:lnTo>
                    <a:lnTo>
                      <a:pt x="27813" y="2262"/>
                    </a:lnTo>
                    <a:lnTo>
                      <a:pt x="27639" y="2217"/>
                    </a:lnTo>
                    <a:lnTo>
                      <a:pt x="27466" y="2171"/>
                    </a:lnTo>
                    <a:lnTo>
                      <a:pt x="27284" y="2134"/>
                    </a:lnTo>
                    <a:lnTo>
                      <a:pt x="27101" y="2107"/>
                    </a:lnTo>
                    <a:lnTo>
                      <a:pt x="26919" y="2089"/>
                    </a:lnTo>
                    <a:lnTo>
                      <a:pt x="26737" y="2080"/>
                    </a:lnTo>
                    <a:lnTo>
                      <a:pt x="26336" y="2080"/>
                    </a:lnTo>
                    <a:lnTo>
                      <a:pt x="26135" y="2098"/>
                    </a:lnTo>
                    <a:lnTo>
                      <a:pt x="25925" y="2125"/>
                    </a:lnTo>
                    <a:lnTo>
                      <a:pt x="25725" y="2162"/>
                    </a:lnTo>
                    <a:lnTo>
                      <a:pt x="25524" y="2207"/>
                    </a:lnTo>
                    <a:lnTo>
                      <a:pt x="25323" y="2253"/>
                    </a:lnTo>
                    <a:lnTo>
                      <a:pt x="25132" y="2317"/>
                    </a:lnTo>
                    <a:lnTo>
                      <a:pt x="24940" y="2390"/>
                    </a:lnTo>
                    <a:lnTo>
                      <a:pt x="24731" y="2244"/>
                    </a:lnTo>
                    <a:lnTo>
                      <a:pt x="24503" y="2107"/>
                    </a:lnTo>
                    <a:lnTo>
                      <a:pt x="24275" y="1970"/>
                    </a:lnTo>
                    <a:lnTo>
                      <a:pt x="24047" y="1852"/>
                    </a:lnTo>
                    <a:lnTo>
                      <a:pt x="23810" y="1733"/>
                    </a:lnTo>
                    <a:lnTo>
                      <a:pt x="23563" y="1633"/>
                    </a:lnTo>
                    <a:lnTo>
                      <a:pt x="23317" y="1533"/>
                    </a:lnTo>
                    <a:lnTo>
                      <a:pt x="23062" y="1451"/>
                    </a:lnTo>
                    <a:lnTo>
                      <a:pt x="22807" y="1369"/>
                    </a:lnTo>
                    <a:lnTo>
                      <a:pt x="22551" y="1305"/>
                    </a:lnTo>
                    <a:lnTo>
                      <a:pt x="22287" y="1250"/>
                    </a:lnTo>
                    <a:lnTo>
                      <a:pt x="22022" y="1195"/>
                    </a:lnTo>
                    <a:lnTo>
                      <a:pt x="21749" y="1159"/>
                    </a:lnTo>
                    <a:lnTo>
                      <a:pt x="21475" y="1131"/>
                    </a:lnTo>
                    <a:lnTo>
                      <a:pt x="21193" y="1113"/>
                    </a:lnTo>
                    <a:lnTo>
                      <a:pt x="20709" y="1113"/>
                    </a:lnTo>
                    <a:lnTo>
                      <a:pt x="20500" y="1122"/>
                    </a:lnTo>
                    <a:lnTo>
                      <a:pt x="20299" y="1141"/>
                    </a:lnTo>
                    <a:lnTo>
                      <a:pt x="20089" y="1159"/>
                    </a:lnTo>
                    <a:lnTo>
                      <a:pt x="19889" y="1186"/>
                    </a:lnTo>
                    <a:lnTo>
                      <a:pt x="19688" y="1223"/>
                    </a:lnTo>
                    <a:lnTo>
                      <a:pt x="19487" y="1259"/>
                    </a:lnTo>
                    <a:lnTo>
                      <a:pt x="19296" y="1305"/>
                    </a:lnTo>
                    <a:lnTo>
                      <a:pt x="19095" y="1350"/>
                    </a:lnTo>
                    <a:lnTo>
                      <a:pt x="18904" y="1405"/>
                    </a:lnTo>
                    <a:lnTo>
                      <a:pt x="18721" y="1469"/>
                    </a:lnTo>
                    <a:lnTo>
                      <a:pt x="18530" y="1533"/>
                    </a:lnTo>
                    <a:lnTo>
                      <a:pt x="18348" y="1606"/>
                    </a:lnTo>
                    <a:lnTo>
                      <a:pt x="18165" y="1679"/>
                    </a:lnTo>
                    <a:lnTo>
                      <a:pt x="17983" y="1761"/>
                    </a:lnTo>
                    <a:lnTo>
                      <a:pt x="17810" y="1843"/>
                    </a:lnTo>
                    <a:lnTo>
                      <a:pt x="17627" y="1633"/>
                    </a:lnTo>
                    <a:lnTo>
                      <a:pt x="17445" y="1441"/>
                    </a:lnTo>
                    <a:lnTo>
                      <a:pt x="17244" y="1250"/>
                    </a:lnTo>
                    <a:lnTo>
                      <a:pt x="17035" y="1077"/>
                    </a:lnTo>
                    <a:lnTo>
                      <a:pt x="16825" y="913"/>
                    </a:lnTo>
                    <a:lnTo>
                      <a:pt x="16597" y="767"/>
                    </a:lnTo>
                    <a:lnTo>
                      <a:pt x="16360" y="621"/>
                    </a:lnTo>
                    <a:lnTo>
                      <a:pt x="16123" y="502"/>
                    </a:lnTo>
                    <a:lnTo>
                      <a:pt x="15867" y="384"/>
                    </a:lnTo>
                    <a:lnTo>
                      <a:pt x="15612" y="283"/>
                    </a:lnTo>
                    <a:lnTo>
                      <a:pt x="15348" y="201"/>
                    </a:lnTo>
                    <a:lnTo>
                      <a:pt x="15083" y="128"/>
                    </a:lnTo>
                    <a:lnTo>
                      <a:pt x="14800" y="74"/>
                    </a:lnTo>
                    <a:lnTo>
                      <a:pt x="14518" y="28"/>
                    </a:lnTo>
                    <a:lnTo>
                      <a:pt x="14235" y="10"/>
                    </a:lnTo>
                    <a:lnTo>
                      <a:pt x="139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3">
                <a:extLst>
                  <a:ext uri="{FF2B5EF4-FFF2-40B4-BE49-F238E27FC236}">
                    <a16:creationId xmlns:a16="http://schemas.microsoft.com/office/drawing/2014/main" id="{ACB90BEB-B20F-0F44-DA76-10E63C2A0D30}"/>
                  </a:ext>
                </a:extLst>
              </p:cNvPr>
              <p:cNvSpPr/>
              <p:nvPr/>
            </p:nvSpPr>
            <p:spPr>
              <a:xfrm>
                <a:off x="4089579" y="2539374"/>
                <a:ext cx="281563" cy="494939"/>
              </a:xfrm>
              <a:custGeom>
                <a:avLst/>
                <a:gdLst/>
                <a:ahLst/>
                <a:cxnLst/>
                <a:rect l="l" t="t" r="r" b="b"/>
                <a:pathLst>
                  <a:path w="5463" h="9603" extrusionOk="0">
                    <a:moveTo>
                      <a:pt x="0" y="1"/>
                    </a:moveTo>
                    <a:lnTo>
                      <a:pt x="0" y="529"/>
                    </a:lnTo>
                    <a:lnTo>
                      <a:pt x="256" y="539"/>
                    </a:lnTo>
                    <a:lnTo>
                      <a:pt x="511" y="557"/>
                    </a:lnTo>
                    <a:lnTo>
                      <a:pt x="757" y="584"/>
                    </a:lnTo>
                    <a:lnTo>
                      <a:pt x="994" y="630"/>
                    </a:lnTo>
                    <a:lnTo>
                      <a:pt x="1231" y="684"/>
                    </a:lnTo>
                    <a:lnTo>
                      <a:pt x="1468" y="748"/>
                    </a:lnTo>
                    <a:lnTo>
                      <a:pt x="1696" y="830"/>
                    </a:lnTo>
                    <a:lnTo>
                      <a:pt x="1924" y="912"/>
                    </a:lnTo>
                    <a:lnTo>
                      <a:pt x="2143" y="1013"/>
                    </a:lnTo>
                    <a:lnTo>
                      <a:pt x="2353" y="1122"/>
                    </a:lnTo>
                    <a:lnTo>
                      <a:pt x="2563" y="1241"/>
                    </a:lnTo>
                    <a:lnTo>
                      <a:pt x="2754" y="1368"/>
                    </a:lnTo>
                    <a:lnTo>
                      <a:pt x="2955" y="1505"/>
                    </a:lnTo>
                    <a:lnTo>
                      <a:pt x="3137" y="1660"/>
                    </a:lnTo>
                    <a:lnTo>
                      <a:pt x="3320" y="1815"/>
                    </a:lnTo>
                    <a:lnTo>
                      <a:pt x="3493" y="1970"/>
                    </a:lnTo>
                    <a:lnTo>
                      <a:pt x="3648" y="2143"/>
                    </a:lnTo>
                    <a:lnTo>
                      <a:pt x="3803" y="2326"/>
                    </a:lnTo>
                    <a:lnTo>
                      <a:pt x="3958" y="2508"/>
                    </a:lnTo>
                    <a:lnTo>
                      <a:pt x="4095" y="2700"/>
                    </a:lnTo>
                    <a:lnTo>
                      <a:pt x="4222" y="2900"/>
                    </a:lnTo>
                    <a:lnTo>
                      <a:pt x="4341" y="3110"/>
                    </a:lnTo>
                    <a:lnTo>
                      <a:pt x="4450" y="3320"/>
                    </a:lnTo>
                    <a:lnTo>
                      <a:pt x="4551" y="3539"/>
                    </a:lnTo>
                    <a:lnTo>
                      <a:pt x="4633" y="3767"/>
                    </a:lnTo>
                    <a:lnTo>
                      <a:pt x="4715" y="3995"/>
                    </a:lnTo>
                    <a:lnTo>
                      <a:pt x="4779" y="4232"/>
                    </a:lnTo>
                    <a:lnTo>
                      <a:pt x="4833" y="4469"/>
                    </a:lnTo>
                    <a:lnTo>
                      <a:pt x="4879" y="4706"/>
                    </a:lnTo>
                    <a:lnTo>
                      <a:pt x="4906" y="4952"/>
                    </a:lnTo>
                    <a:lnTo>
                      <a:pt x="4924" y="5207"/>
                    </a:lnTo>
                    <a:lnTo>
                      <a:pt x="4934" y="5453"/>
                    </a:lnTo>
                    <a:lnTo>
                      <a:pt x="4924" y="5727"/>
                    </a:lnTo>
                    <a:lnTo>
                      <a:pt x="4906" y="5991"/>
                    </a:lnTo>
                    <a:lnTo>
                      <a:pt x="4870" y="6256"/>
                    </a:lnTo>
                    <a:lnTo>
                      <a:pt x="4815" y="6520"/>
                    </a:lnTo>
                    <a:lnTo>
                      <a:pt x="4751" y="6776"/>
                    </a:lnTo>
                    <a:lnTo>
                      <a:pt x="4678" y="7031"/>
                    </a:lnTo>
                    <a:lnTo>
                      <a:pt x="4587" y="7277"/>
                    </a:lnTo>
                    <a:lnTo>
                      <a:pt x="4487" y="7523"/>
                    </a:lnTo>
                    <a:lnTo>
                      <a:pt x="4368" y="7760"/>
                    </a:lnTo>
                    <a:lnTo>
                      <a:pt x="4231" y="7988"/>
                    </a:lnTo>
                    <a:lnTo>
                      <a:pt x="4095" y="8207"/>
                    </a:lnTo>
                    <a:lnTo>
                      <a:pt x="3940" y="8426"/>
                    </a:lnTo>
                    <a:lnTo>
                      <a:pt x="3775" y="8636"/>
                    </a:lnTo>
                    <a:lnTo>
                      <a:pt x="3593" y="8836"/>
                    </a:lnTo>
                    <a:lnTo>
                      <a:pt x="3411" y="9028"/>
                    </a:lnTo>
                    <a:lnTo>
                      <a:pt x="3210" y="9201"/>
                    </a:lnTo>
                    <a:lnTo>
                      <a:pt x="3548" y="9602"/>
                    </a:lnTo>
                    <a:lnTo>
                      <a:pt x="3766" y="9402"/>
                    </a:lnTo>
                    <a:lnTo>
                      <a:pt x="3976" y="9192"/>
                    </a:lnTo>
                    <a:lnTo>
                      <a:pt x="4177" y="8973"/>
                    </a:lnTo>
                    <a:lnTo>
                      <a:pt x="4359" y="8745"/>
                    </a:lnTo>
                    <a:lnTo>
                      <a:pt x="4532" y="8508"/>
                    </a:lnTo>
                    <a:lnTo>
                      <a:pt x="4687" y="8253"/>
                    </a:lnTo>
                    <a:lnTo>
                      <a:pt x="4833" y="8007"/>
                    </a:lnTo>
                    <a:lnTo>
                      <a:pt x="4961" y="7742"/>
                    </a:lnTo>
                    <a:lnTo>
                      <a:pt x="5070" y="7469"/>
                    </a:lnTo>
                    <a:lnTo>
                      <a:pt x="5180" y="7195"/>
                    </a:lnTo>
                    <a:lnTo>
                      <a:pt x="5262" y="6922"/>
                    </a:lnTo>
                    <a:lnTo>
                      <a:pt x="5335" y="6630"/>
                    </a:lnTo>
                    <a:lnTo>
                      <a:pt x="5389" y="6347"/>
                    </a:lnTo>
                    <a:lnTo>
                      <a:pt x="5426" y="6055"/>
                    </a:lnTo>
                    <a:lnTo>
                      <a:pt x="5453" y="5754"/>
                    </a:lnTo>
                    <a:lnTo>
                      <a:pt x="5462" y="5453"/>
                    </a:lnTo>
                    <a:lnTo>
                      <a:pt x="5453" y="5180"/>
                    </a:lnTo>
                    <a:lnTo>
                      <a:pt x="5435" y="4897"/>
                    </a:lnTo>
                    <a:lnTo>
                      <a:pt x="5399" y="4624"/>
                    </a:lnTo>
                    <a:lnTo>
                      <a:pt x="5353" y="4359"/>
                    </a:lnTo>
                    <a:lnTo>
                      <a:pt x="5289" y="4095"/>
                    </a:lnTo>
                    <a:lnTo>
                      <a:pt x="5216" y="3839"/>
                    </a:lnTo>
                    <a:lnTo>
                      <a:pt x="5125" y="3584"/>
                    </a:lnTo>
                    <a:lnTo>
                      <a:pt x="5034" y="3338"/>
                    </a:lnTo>
                    <a:lnTo>
                      <a:pt x="4924" y="3092"/>
                    </a:lnTo>
                    <a:lnTo>
                      <a:pt x="4797" y="2864"/>
                    </a:lnTo>
                    <a:lnTo>
                      <a:pt x="4669" y="2627"/>
                    </a:lnTo>
                    <a:lnTo>
                      <a:pt x="4523" y="2408"/>
                    </a:lnTo>
                    <a:lnTo>
                      <a:pt x="4377" y="2198"/>
                    </a:lnTo>
                    <a:lnTo>
                      <a:pt x="4213" y="1988"/>
                    </a:lnTo>
                    <a:lnTo>
                      <a:pt x="4040" y="1788"/>
                    </a:lnTo>
                    <a:lnTo>
                      <a:pt x="3858" y="1605"/>
                    </a:lnTo>
                    <a:lnTo>
                      <a:pt x="3666" y="1423"/>
                    </a:lnTo>
                    <a:lnTo>
                      <a:pt x="3475" y="1250"/>
                    </a:lnTo>
                    <a:lnTo>
                      <a:pt x="3265" y="1086"/>
                    </a:lnTo>
                    <a:lnTo>
                      <a:pt x="3055" y="940"/>
                    </a:lnTo>
                    <a:lnTo>
                      <a:pt x="2827" y="794"/>
                    </a:lnTo>
                    <a:lnTo>
                      <a:pt x="2599" y="666"/>
                    </a:lnTo>
                    <a:lnTo>
                      <a:pt x="2371" y="539"/>
                    </a:lnTo>
                    <a:lnTo>
                      <a:pt x="2125" y="429"/>
                    </a:lnTo>
                    <a:lnTo>
                      <a:pt x="1879" y="338"/>
                    </a:lnTo>
                    <a:lnTo>
                      <a:pt x="1624" y="247"/>
                    </a:lnTo>
                    <a:lnTo>
                      <a:pt x="1368" y="174"/>
                    </a:lnTo>
                    <a:lnTo>
                      <a:pt x="1104" y="110"/>
                    </a:lnTo>
                    <a:lnTo>
                      <a:pt x="830" y="64"/>
                    </a:lnTo>
                    <a:lnTo>
                      <a:pt x="566" y="28"/>
                    </a:lnTo>
                    <a:lnTo>
                      <a:pt x="283" y="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3">
                <a:extLst>
                  <a:ext uri="{FF2B5EF4-FFF2-40B4-BE49-F238E27FC236}">
                    <a16:creationId xmlns:a16="http://schemas.microsoft.com/office/drawing/2014/main" id="{B09C57CC-AFD3-11AD-5137-5D87908AEEE7}"/>
                  </a:ext>
                </a:extLst>
              </p:cNvPr>
              <p:cNvSpPr/>
              <p:nvPr/>
            </p:nvSpPr>
            <p:spPr>
              <a:xfrm>
                <a:off x="4291206" y="2526231"/>
                <a:ext cx="100606" cy="151373"/>
              </a:xfrm>
              <a:custGeom>
                <a:avLst/>
                <a:gdLst/>
                <a:ahLst/>
                <a:cxnLst/>
                <a:rect l="l" t="t" r="r" b="b"/>
                <a:pathLst>
                  <a:path w="1952" h="2937" extrusionOk="0">
                    <a:moveTo>
                      <a:pt x="1423" y="0"/>
                    </a:moveTo>
                    <a:lnTo>
                      <a:pt x="1414" y="192"/>
                    </a:lnTo>
                    <a:lnTo>
                      <a:pt x="1386" y="374"/>
                    </a:lnTo>
                    <a:lnTo>
                      <a:pt x="1341" y="547"/>
                    </a:lnTo>
                    <a:lnTo>
                      <a:pt x="1295" y="730"/>
                    </a:lnTo>
                    <a:lnTo>
                      <a:pt x="1240" y="903"/>
                    </a:lnTo>
                    <a:lnTo>
                      <a:pt x="1167" y="1076"/>
                    </a:lnTo>
                    <a:lnTo>
                      <a:pt x="1095" y="1240"/>
                    </a:lnTo>
                    <a:lnTo>
                      <a:pt x="1003" y="1405"/>
                    </a:lnTo>
                    <a:lnTo>
                      <a:pt x="912" y="1560"/>
                    </a:lnTo>
                    <a:lnTo>
                      <a:pt x="803" y="1715"/>
                    </a:lnTo>
                    <a:lnTo>
                      <a:pt x="684" y="1860"/>
                    </a:lnTo>
                    <a:lnTo>
                      <a:pt x="566" y="2006"/>
                    </a:lnTo>
                    <a:lnTo>
                      <a:pt x="438" y="2143"/>
                    </a:lnTo>
                    <a:lnTo>
                      <a:pt x="301" y="2271"/>
                    </a:lnTo>
                    <a:lnTo>
                      <a:pt x="155" y="2389"/>
                    </a:lnTo>
                    <a:lnTo>
                      <a:pt x="0" y="2499"/>
                    </a:lnTo>
                    <a:lnTo>
                      <a:pt x="292" y="2936"/>
                    </a:lnTo>
                    <a:lnTo>
                      <a:pt x="474" y="2800"/>
                    </a:lnTo>
                    <a:lnTo>
                      <a:pt x="648" y="2663"/>
                    </a:lnTo>
                    <a:lnTo>
                      <a:pt x="803" y="2517"/>
                    </a:lnTo>
                    <a:lnTo>
                      <a:pt x="958" y="2362"/>
                    </a:lnTo>
                    <a:lnTo>
                      <a:pt x="1095" y="2198"/>
                    </a:lnTo>
                    <a:lnTo>
                      <a:pt x="1231" y="2025"/>
                    </a:lnTo>
                    <a:lnTo>
                      <a:pt x="1350" y="1842"/>
                    </a:lnTo>
                    <a:lnTo>
                      <a:pt x="1459" y="1660"/>
                    </a:lnTo>
                    <a:lnTo>
                      <a:pt x="1560" y="1468"/>
                    </a:lnTo>
                    <a:lnTo>
                      <a:pt x="1651" y="1277"/>
                    </a:lnTo>
                    <a:lnTo>
                      <a:pt x="1733" y="1076"/>
                    </a:lnTo>
                    <a:lnTo>
                      <a:pt x="1797" y="876"/>
                    </a:lnTo>
                    <a:lnTo>
                      <a:pt x="1860" y="666"/>
                    </a:lnTo>
                    <a:lnTo>
                      <a:pt x="1897" y="456"/>
                    </a:lnTo>
                    <a:lnTo>
                      <a:pt x="1933" y="246"/>
                    </a:lnTo>
                    <a:lnTo>
                      <a:pt x="1952" y="37"/>
                    </a:lnTo>
                    <a:lnTo>
                      <a:pt x="14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3">
                <a:extLst>
                  <a:ext uri="{FF2B5EF4-FFF2-40B4-BE49-F238E27FC236}">
                    <a16:creationId xmlns:a16="http://schemas.microsoft.com/office/drawing/2014/main" id="{77F623A0-D7B5-2919-B0F3-CCC04DE0B02F}"/>
                  </a:ext>
                </a:extLst>
              </p:cNvPr>
              <p:cNvSpPr/>
              <p:nvPr/>
            </p:nvSpPr>
            <p:spPr>
              <a:xfrm>
                <a:off x="3942946" y="2583544"/>
                <a:ext cx="120810" cy="187606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3640" extrusionOk="0">
                    <a:moveTo>
                      <a:pt x="137" y="1"/>
                    </a:moveTo>
                    <a:lnTo>
                      <a:pt x="0" y="511"/>
                    </a:lnTo>
                    <a:lnTo>
                      <a:pt x="119" y="548"/>
                    </a:lnTo>
                    <a:lnTo>
                      <a:pt x="237" y="584"/>
                    </a:lnTo>
                    <a:lnTo>
                      <a:pt x="347" y="630"/>
                    </a:lnTo>
                    <a:lnTo>
                      <a:pt x="456" y="675"/>
                    </a:lnTo>
                    <a:lnTo>
                      <a:pt x="566" y="730"/>
                    </a:lnTo>
                    <a:lnTo>
                      <a:pt x="666" y="794"/>
                    </a:lnTo>
                    <a:lnTo>
                      <a:pt x="766" y="858"/>
                    </a:lnTo>
                    <a:lnTo>
                      <a:pt x="858" y="931"/>
                    </a:lnTo>
                    <a:lnTo>
                      <a:pt x="949" y="1004"/>
                    </a:lnTo>
                    <a:lnTo>
                      <a:pt x="1040" y="1086"/>
                    </a:lnTo>
                    <a:lnTo>
                      <a:pt x="1131" y="1168"/>
                    </a:lnTo>
                    <a:lnTo>
                      <a:pt x="1204" y="1259"/>
                    </a:lnTo>
                    <a:lnTo>
                      <a:pt x="1286" y="1350"/>
                    </a:lnTo>
                    <a:lnTo>
                      <a:pt x="1359" y="1441"/>
                    </a:lnTo>
                    <a:lnTo>
                      <a:pt x="1423" y="1542"/>
                    </a:lnTo>
                    <a:lnTo>
                      <a:pt x="1487" y="1651"/>
                    </a:lnTo>
                    <a:lnTo>
                      <a:pt x="1551" y="1751"/>
                    </a:lnTo>
                    <a:lnTo>
                      <a:pt x="1596" y="1861"/>
                    </a:lnTo>
                    <a:lnTo>
                      <a:pt x="1651" y="1979"/>
                    </a:lnTo>
                    <a:lnTo>
                      <a:pt x="1687" y="2089"/>
                    </a:lnTo>
                    <a:lnTo>
                      <a:pt x="1724" y="2198"/>
                    </a:lnTo>
                    <a:lnTo>
                      <a:pt x="1751" y="2317"/>
                    </a:lnTo>
                    <a:lnTo>
                      <a:pt x="1779" y="2435"/>
                    </a:lnTo>
                    <a:lnTo>
                      <a:pt x="1797" y="2554"/>
                    </a:lnTo>
                    <a:lnTo>
                      <a:pt x="1806" y="2672"/>
                    </a:lnTo>
                    <a:lnTo>
                      <a:pt x="1815" y="2791"/>
                    </a:lnTo>
                    <a:lnTo>
                      <a:pt x="1815" y="2910"/>
                    </a:lnTo>
                    <a:lnTo>
                      <a:pt x="1815" y="3028"/>
                    </a:lnTo>
                    <a:lnTo>
                      <a:pt x="1797" y="3147"/>
                    </a:lnTo>
                    <a:lnTo>
                      <a:pt x="1788" y="3265"/>
                    </a:lnTo>
                    <a:lnTo>
                      <a:pt x="1760" y="3384"/>
                    </a:lnTo>
                    <a:lnTo>
                      <a:pt x="1733" y="3502"/>
                    </a:lnTo>
                    <a:lnTo>
                      <a:pt x="2244" y="3639"/>
                    </a:lnTo>
                    <a:lnTo>
                      <a:pt x="2280" y="3493"/>
                    </a:lnTo>
                    <a:lnTo>
                      <a:pt x="2307" y="3347"/>
                    </a:lnTo>
                    <a:lnTo>
                      <a:pt x="2326" y="3201"/>
                    </a:lnTo>
                    <a:lnTo>
                      <a:pt x="2335" y="3055"/>
                    </a:lnTo>
                    <a:lnTo>
                      <a:pt x="2344" y="2919"/>
                    </a:lnTo>
                    <a:lnTo>
                      <a:pt x="2344" y="2773"/>
                    </a:lnTo>
                    <a:lnTo>
                      <a:pt x="2335" y="2627"/>
                    </a:lnTo>
                    <a:lnTo>
                      <a:pt x="2317" y="2481"/>
                    </a:lnTo>
                    <a:lnTo>
                      <a:pt x="2298" y="2335"/>
                    </a:lnTo>
                    <a:lnTo>
                      <a:pt x="2262" y="2198"/>
                    </a:lnTo>
                    <a:lnTo>
                      <a:pt x="2225" y="2062"/>
                    </a:lnTo>
                    <a:lnTo>
                      <a:pt x="2189" y="1916"/>
                    </a:lnTo>
                    <a:lnTo>
                      <a:pt x="2134" y="1779"/>
                    </a:lnTo>
                    <a:lnTo>
                      <a:pt x="2079" y="1651"/>
                    </a:lnTo>
                    <a:lnTo>
                      <a:pt x="2016" y="1514"/>
                    </a:lnTo>
                    <a:lnTo>
                      <a:pt x="1943" y="1387"/>
                    </a:lnTo>
                    <a:lnTo>
                      <a:pt x="1870" y="1259"/>
                    </a:lnTo>
                    <a:lnTo>
                      <a:pt x="1788" y="1141"/>
                    </a:lnTo>
                    <a:lnTo>
                      <a:pt x="1696" y="1022"/>
                    </a:lnTo>
                    <a:lnTo>
                      <a:pt x="1605" y="913"/>
                    </a:lnTo>
                    <a:lnTo>
                      <a:pt x="1505" y="803"/>
                    </a:lnTo>
                    <a:lnTo>
                      <a:pt x="1405" y="703"/>
                    </a:lnTo>
                    <a:lnTo>
                      <a:pt x="1295" y="603"/>
                    </a:lnTo>
                    <a:lnTo>
                      <a:pt x="1177" y="511"/>
                    </a:lnTo>
                    <a:lnTo>
                      <a:pt x="1067" y="429"/>
                    </a:lnTo>
                    <a:lnTo>
                      <a:pt x="940" y="347"/>
                    </a:lnTo>
                    <a:lnTo>
                      <a:pt x="821" y="274"/>
                    </a:lnTo>
                    <a:lnTo>
                      <a:pt x="693" y="210"/>
                    </a:lnTo>
                    <a:lnTo>
                      <a:pt x="557" y="147"/>
                    </a:lnTo>
                    <a:lnTo>
                      <a:pt x="420" y="92"/>
                    </a:lnTo>
                    <a:lnTo>
                      <a:pt x="283" y="4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3">
                <a:extLst>
                  <a:ext uri="{FF2B5EF4-FFF2-40B4-BE49-F238E27FC236}">
                    <a16:creationId xmlns:a16="http://schemas.microsoft.com/office/drawing/2014/main" id="{5A881F04-CE84-0D17-DA37-DEE0E5467FF6}"/>
                  </a:ext>
                </a:extLst>
              </p:cNvPr>
              <p:cNvSpPr/>
              <p:nvPr/>
            </p:nvSpPr>
            <p:spPr>
              <a:xfrm>
                <a:off x="4346664" y="2495203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611" y="0"/>
                    </a:moveTo>
                    <a:lnTo>
                      <a:pt x="547" y="10"/>
                    </a:lnTo>
                    <a:lnTo>
                      <a:pt x="493" y="19"/>
                    </a:lnTo>
                    <a:lnTo>
                      <a:pt x="429" y="28"/>
                    </a:lnTo>
                    <a:lnTo>
                      <a:pt x="374" y="55"/>
                    </a:lnTo>
                    <a:lnTo>
                      <a:pt x="319" y="82"/>
                    </a:lnTo>
                    <a:lnTo>
                      <a:pt x="265" y="110"/>
                    </a:lnTo>
                    <a:lnTo>
                      <a:pt x="219" y="146"/>
                    </a:lnTo>
                    <a:lnTo>
                      <a:pt x="174" y="183"/>
                    </a:lnTo>
                    <a:lnTo>
                      <a:pt x="137" y="228"/>
                    </a:lnTo>
                    <a:lnTo>
                      <a:pt x="101" y="274"/>
                    </a:lnTo>
                    <a:lnTo>
                      <a:pt x="73" y="329"/>
                    </a:lnTo>
                    <a:lnTo>
                      <a:pt x="46" y="383"/>
                    </a:lnTo>
                    <a:lnTo>
                      <a:pt x="28" y="438"/>
                    </a:lnTo>
                    <a:lnTo>
                      <a:pt x="9" y="493"/>
                    </a:lnTo>
                    <a:lnTo>
                      <a:pt x="0" y="557"/>
                    </a:lnTo>
                    <a:lnTo>
                      <a:pt x="0" y="620"/>
                    </a:lnTo>
                    <a:lnTo>
                      <a:pt x="0" y="684"/>
                    </a:lnTo>
                    <a:lnTo>
                      <a:pt x="9" y="748"/>
                    </a:lnTo>
                    <a:lnTo>
                      <a:pt x="28" y="803"/>
                    </a:lnTo>
                    <a:lnTo>
                      <a:pt x="46" y="858"/>
                    </a:lnTo>
                    <a:lnTo>
                      <a:pt x="73" y="912"/>
                    </a:lnTo>
                    <a:lnTo>
                      <a:pt x="101" y="967"/>
                    </a:lnTo>
                    <a:lnTo>
                      <a:pt x="137" y="1013"/>
                    </a:lnTo>
                    <a:lnTo>
                      <a:pt x="174" y="1058"/>
                    </a:lnTo>
                    <a:lnTo>
                      <a:pt x="219" y="1095"/>
                    </a:lnTo>
                    <a:lnTo>
                      <a:pt x="265" y="1131"/>
                    </a:lnTo>
                    <a:lnTo>
                      <a:pt x="319" y="1158"/>
                    </a:lnTo>
                    <a:lnTo>
                      <a:pt x="374" y="1186"/>
                    </a:lnTo>
                    <a:lnTo>
                      <a:pt x="429" y="1204"/>
                    </a:lnTo>
                    <a:lnTo>
                      <a:pt x="493" y="1222"/>
                    </a:lnTo>
                    <a:lnTo>
                      <a:pt x="547" y="1231"/>
                    </a:lnTo>
                    <a:lnTo>
                      <a:pt x="675" y="1231"/>
                    </a:lnTo>
                    <a:lnTo>
                      <a:pt x="739" y="1222"/>
                    </a:lnTo>
                    <a:lnTo>
                      <a:pt x="794" y="1204"/>
                    </a:lnTo>
                    <a:lnTo>
                      <a:pt x="848" y="1186"/>
                    </a:lnTo>
                    <a:lnTo>
                      <a:pt x="903" y="1158"/>
                    </a:lnTo>
                    <a:lnTo>
                      <a:pt x="958" y="1131"/>
                    </a:lnTo>
                    <a:lnTo>
                      <a:pt x="1003" y="1095"/>
                    </a:lnTo>
                    <a:lnTo>
                      <a:pt x="1049" y="1058"/>
                    </a:lnTo>
                    <a:lnTo>
                      <a:pt x="1085" y="1013"/>
                    </a:lnTo>
                    <a:lnTo>
                      <a:pt x="1122" y="967"/>
                    </a:lnTo>
                    <a:lnTo>
                      <a:pt x="1149" y="912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3" y="748"/>
                    </a:lnTo>
                    <a:lnTo>
                      <a:pt x="1222" y="684"/>
                    </a:lnTo>
                    <a:lnTo>
                      <a:pt x="1222" y="620"/>
                    </a:lnTo>
                    <a:lnTo>
                      <a:pt x="1222" y="557"/>
                    </a:lnTo>
                    <a:lnTo>
                      <a:pt x="1213" y="493"/>
                    </a:lnTo>
                    <a:lnTo>
                      <a:pt x="1195" y="438"/>
                    </a:lnTo>
                    <a:lnTo>
                      <a:pt x="1177" y="383"/>
                    </a:lnTo>
                    <a:lnTo>
                      <a:pt x="1149" y="329"/>
                    </a:lnTo>
                    <a:lnTo>
                      <a:pt x="1122" y="274"/>
                    </a:lnTo>
                    <a:lnTo>
                      <a:pt x="1085" y="228"/>
                    </a:lnTo>
                    <a:lnTo>
                      <a:pt x="1049" y="183"/>
                    </a:lnTo>
                    <a:lnTo>
                      <a:pt x="1003" y="146"/>
                    </a:lnTo>
                    <a:lnTo>
                      <a:pt x="958" y="110"/>
                    </a:lnTo>
                    <a:lnTo>
                      <a:pt x="903" y="82"/>
                    </a:lnTo>
                    <a:lnTo>
                      <a:pt x="848" y="55"/>
                    </a:lnTo>
                    <a:lnTo>
                      <a:pt x="794" y="28"/>
                    </a:lnTo>
                    <a:lnTo>
                      <a:pt x="739" y="19"/>
                    </a:lnTo>
                    <a:lnTo>
                      <a:pt x="675" y="1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3">
                <a:extLst>
                  <a:ext uri="{FF2B5EF4-FFF2-40B4-BE49-F238E27FC236}">
                    <a16:creationId xmlns:a16="http://schemas.microsoft.com/office/drawing/2014/main" id="{865C3F52-0FDF-1B65-99FF-B9CA28BA4822}"/>
                  </a:ext>
                </a:extLst>
              </p:cNvPr>
              <p:cNvSpPr/>
              <p:nvPr/>
            </p:nvSpPr>
            <p:spPr>
              <a:xfrm>
                <a:off x="4009227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0" y="0"/>
                    </a:moveTo>
                    <a:lnTo>
                      <a:pt x="556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8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2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82" y="328"/>
                    </a:lnTo>
                    <a:lnTo>
                      <a:pt x="55" y="374"/>
                    </a:lnTo>
                    <a:lnTo>
                      <a:pt x="27" y="438"/>
                    </a:lnTo>
                    <a:lnTo>
                      <a:pt x="18" y="492"/>
                    </a:lnTo>
                    <a:lnTo>
                      <a:pt x="9" y="556"/>
                    </a:lnTo>
                    <a:lnTo>
                      <a:pt x="0" y="620"/>
                    </a:lnTo>
                    <a:lnTo>
                      <a:pt x="9" y="684"/>
                    </a:lnTo>
                    <a:lnTo>
                      <a:pt x="18" y="739"/>
                    </a:lnTo>
                    <a:lnTo>
                      <a:pt x="27" y="803"/>
                    </a:lnTo>
                    <a:lnTo>
                      <a:pt x="55" y="857"/>
                    </a:lnTo>
                    <a:lnTo>
                      <a:pt x="82" y="912"/>
                    </a:lnTo>
                    <a:lnTo>
                      <a:pt x="110" y="958"/>
                    </a:lnTo>
                    <a:lnTo>
                      <a:pt x="146" y="1012"/>
                    </a:lnTo>
                    <a:lnTo>
                      <a:pt x="182" y="1049"/>
                    </a:lnTo>
                    <a:lnTo>
                      <a:pt x="228" y="1094"/>
                    </a:lnTo>
                    <a:lnTo>
                      <a:pt x="274" y="1131"/>
                    </a:lnTo>
                    <a:lnTo>
                      <a:pt x="328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6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7" y="1185"/>
                    </a:lnTo>
                    <a:lnTo>
                      <a:pt x="912" y="1158"/>
                    </a:lnTo>
                    <a:lnTo>
                      <a:pt x="958" y="1131"/>
                    </a:lnTo>
                    <a:lnTo>
                      <a:pt x="1012" y="1094"/>
                    </a:lnTo>
                    <a:lnTo>
                      <a:pt x="1049" y="1049"/>
                    </a:lnTo>
                    <a:lnTo>
                      <a:pt x="1094" y="1012"/>
                    </a:lnTo>
                    <a:lnTo>
                      <a:pt x="1131" y="958"/>
                    </a:lnTo>
                    <a:lnTo>
                      <a:pt x="1158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84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8" y="328"/>
                    </a:lnTo>
                    <a:lnTo>
                      <a:pt x="1131" y="274"/>
                    </a:lnTo>
                    <a:lnTo>
                      <a:pt x="1094" y="228"/>
                    </a:lnTo>
                    <a:lnTo>
                      <a:pt x="1049" y="182"/>
                    </a:lnTo>
                    <a:lnTo>
                      <a:pt x="1012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7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3">
                <a:extLst>
                  <a:ext uri="{FF2B5EF4-FFF2-40B4-BE49-F238E27FC236}">
                    <a16:creationId xmlns:a16="http://schemas.microsoft.com/office/drawing/2014/main" id="{F606C3B7-44FB-A68F-6887-FF4328C86A83}"/>
                  </a:ext>
                </a:extLst>
              </p:cNvPr>
              <p:cNvSpPr/>
              <p:nvPr/>
            </p:nvSpPr>
            <p:spPr>
              <a:xfrm>
                <a:off x="4223533" y="299762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47" y="0"/>
                    </a:moveTo>
                    <a:lnTo>
                      <a:pt x="493" y="9"/>
                    </a:lnTo>
                    <a:lnTo>
                      <a:pt x="429" y="28"/>
                    </a:lnTo>
                    <a:lnTo>
                      <a:pt x="374" y="46"/>
                    </a:lnTo>
                    <a:lnTo>
                      <a:pt x="319" y="73"/>
                    </a:lnTo>
                    <a:lnTo>
                      <a:pt x="274" y="100"/>
                    </a:lnTo>
                    <a:lnTo>
                      <a:pt x="219" y="137"/>
                    </a:lnTo>
                    <a:lnTo>
                      <a:pt x="183" y="173"/>
                    </a:lnTo>
                    <a:lnTo>
                      <a:pt x="137" y="219"/>
                    </a:lnTo>
                    <a:lnTo>
                      <a:pt x="101" y="265"/>
                    </a:lnTo>
                    <a:lnTo>
                      <a:pt x="73" y="319"/>
                    </a:lnTo>
                    <a:lnTo>
                      <a:pt x="46" y="374"/>
                    </a:lnTo>
                    <a:lnTo>
                      <a:pt x="28" y="429"/>
                    </a:lnTo>
                    <a:lnTo>
                      <a:pt x="9" y="483"/>
                    </a:lnTo>
                    <a:lnTo>
                      <a:pt x="0" y="547"/>
                    </a:lnTo>
                    <a:lnTo>
                      <a:pt x="0" y="611"/>
                    </a:lnTo>
                    <a:lnTo>
                      <a:pt x="0" y="675"/>
                    </a:lnTo>
                    <a:lnTo>
                      <a:pt x="9" y="739"/>
                    </a:lnTo>
                    <a:lnTo>
                      <a:pt x="28" y="793"/>
                    </a:lnTo>
                    <a:lnTo>
                      <a:pt x="46" y="848"/>
                    </a:lnTo>
                    <a:lnTo>
                      <a:pt x="73" y="903"/>
                    </a:lnTo>
                    <a:lnTo>
                      <a:pt x="101" y="958"/>
                    </a:lnTo>
                    <a:lnTo>
                      <a:pt x="137" y="1003"/>
                    </a:lnTo>
                    <a:lnTo>
                      <a:pt x="183" y="1049"/>
                    </a:lnTo>
                    <a:lnTo>
                      <a:pt x="219" y="1085"/>
                    </a:lnTo>
                    <a:lnTo>
                      <a:pt x="274" y="1122"/>
                    </a:lnTo>
                    <a:lnTo>
                      <a:pt x="319" y="1149"/>
                    </a:lnTo>
                    <a:lnTo>
                      <a:pt x="374" y="1176"/>
                    </a:lnTo>
                    <a:lnTo>
                      <a:pt x="429" y="1195"/>
                    </a:lnTo>
                    <a:lnTo>
                      <a:pt x="493" y="1213"/>
                    </a:lnTo>
                    <a:lnTo>
                      <a:pt x="547" y="1222"/>
                    </a:lnTo>
                    <a:lnTo>
                      <a:pt x="675" y="1222"/>
                    </a:lnTo>
                    <a:lnTo>
                      <a:pt x="739" y="1213"/>
                    </a:lnTo>
                    <a:lnTo>
                      <a:pt x="794" y="1195"/>
                    </a:lnTo>
                    <a:lnTo>
                      <a:pt x="857" y="1176"/>
                    </a:lnTo>
                    <a:lnTo>
                      <a:pt x="903" y="1149"/>
                    </a:lnTo>
                    <a:lnTo>
                      <a:pt x="958" y="1122"/>
                    </a:lnTo>
                    <a:lnTo>
                      <a:pt x="1003" y="1085"/>
                    </a:lnTo>
                    <a:lnTo>
                      <a:pt x="1049" y="1049"/>
                    </a:lnTo>
                    <a:lnTo>
                      <a:pt x="1085" y="1003"/>
                    </a:lnTo>
                    <a:lnTo>
                      <a:pt x="1122" y="958"/>
                    </a:lnTo>
                    <a:lnTo>
                      <a:pt x="1158" y="903"/>
                    </a:lnTo>
                    <a:lnTo>
                      <a:pt x="1186" y="848"/>
                    </a:lnTo>
                    <a:lnTo>
                      <a:pt x="1204" y="793"/>
                    </a:lnTo>
                    <a:lnTo>
                      <a:pt x="1213" y="739"/>
                    </a:lnTo>
                    <a:lnTo>
                      <a:pt x="1222" y="675"/>
                    </a:lnTo>
                    <a:lnTo>
                      <a:pt x="1231" y="611"/>
                    </a:lnTo>
                    <a:lnTo>
                      <a:pt x="1222" y="547"/>
                    </a:lnTo>
                    <a:lnTo>
                      <a:pt x="1213" y="48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8" y="319"/>
                    </a:lnTo>
                    <a:lnTo>
                      <a:pt x="1122" y="265"/>
                    </a:lnTo>
                    <a:lnTo>
                      <a:pt x="1085" y="219"/>
                    </a:lnTo>
                    <a:lnTo>
                      <a:pt x="1049" y="173"/>
                    </a:lnTo>
                    <a:lnTo>
                      <a:pt x="1003" y="137"/>
                    </a:lnTo>
                    <a:lnTo>
                      <a:pt x="958" y="100"/>
                    </a:lnTo>
                    <a:lnTo>
                      <a:pt x="903" y="73"/>
                    </a:lnTo>
                    <a:lnTo>
                      <a:pt x="857" y="46"/>
                    </a:lnTo>
                    <a:lnTo>
                      <a:pt x="794" y="28"/>
                    </a:lnTo>
                    <a:lnTo>
                      <a:pt x="739" y="9"/>
                    </a:lnTo>
                    <a:lnTo>
                      <a:pt x="6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3">
                <a:extLst>
                  <a:ext uri="{FF2B5EF4-FFF2-40B4-BE49-F238E27FC236}">
                    <a16:creationId xmlns:a16="http://schemas.microsoft.com/office/drawing/2014/main" id="{55189FA0-0F42-D3A1-016B-D90AF8279D3D}"/>
                  </a:ext>
                </a:extLst>
              </p:cNvPr>
              <p:cNvSpPr/>
              <p:nvPr/>
            </p:nvSpPr>
            <p:spPr>
              <a:xfrm>
                <a:off x="3621487" y="3081736"/>
                <a:ext cx="320115" cy="119882"/>
              </a:xfrm>
              <a:custGeom>
                <a:avLst/>
                <a:gdLst/>
                <a:ahLst/>
                <a:cxnLst/>
                <a:rect l="l" t="t" r="r" b="b"/>
                <a:pathLst>
                  <a:path w="6211" h="2326" extrusionOk="0">
                    <a:moveTo>
                      <a:pt x="474" y="0"/>
                    </a:moveTo>
                    <a:lnTo>
                      <a:pt x="0" y="237"/>
                    </a:lnTo>
                    <a:lnTo>
                      <a:pt x="110" y="447"/>
                    </a:lnTo>
                    <a:lnTo>
                      <a:pt x="237" y="648"/>
                    </a:lnTo>
                    <a:lnTo>
                      <a:pt x="374" y="839"/>
                    </a:lnTo>
                    <a:lnTo>
                      <a:pt x="520" y="1013"/>
                    </a:lnTo>
                    <a:lnTo>
                      <a:pt x="675" y="1186"/>
                    </a:lnTo>
                    <a:lnTo>
                      <a:pt x="839" y="1350"/>
                    </a:lnTo>
                    <a:lnTo>
                      <a:pt x="1012" y="1496"/>
                    </a:lnTo>
                    <a:lnTo>
                      <a:pt x="1195" y="1633"/>
                    </a:lnTo>
                    <a:lnTo>
                      <a:pt x="1386" y="1760"/>
                    </a:lnTo>
                    <a:lnTo>
                      <a:pt x="1587" y="1879"/>
                    </a:lnTo>
                    <a:lnTo>
                      <a:pt x="1788" y="1979"/>
                    </a:lnTo>
                    <a:lnTo>
                      <a:pt x="2006" y="2070"/>
                    </a:lnTo>
                    <a:lnTo>
                      <a:pt x="2225" y="2152"/>
                    </a:lnTo>
                    <a:lnTo>
                      <a:pt x="2444" y="2216"/>
                    </a:lnTo>
                    <a:lnTo>
                      <a:pt x="2672" y="2262"/>
                    </a:lnTo>
                    <a:lnTo>
                      <a:pt x="2909" y="2298"/>
                    </a:lnTo>
                    <a:lnTo>
                      <a:pt x="3146" y="2326"/>
                    </a:lnTo>
                    <a:lnTo>
                      <a:pt x="3575" y="2326"/>
                    </a:lnTo>
                    <a:lnTo>
                      <a:pt x="3775" y="2307"/>
                    </a:lnTo>
                    <a:lnTo>
                      <a:pt x="3976" y="2280"/>
                    </a:lnTo>
                    <a:lnTo>
                      <a:pt x="4177" y="2244"/>
                    </a:lnTo>
                    <a:lnTo>
                      <a:pt x="4368" y="2198"/>
                    </a:lnTo>
                    <a:lnTo>
                      <a:pt x="4560" y="2143"/>
                    </a:lnTo>
                    <a:lnTo>
                      <a:pt x="4751" y="2070"/>
                    </a:lnTo>
                    <a:lnTo>
                      <a:pt x="4933" y="1997"/>
                    </a:lnTo>
                    <a:lnTo>
                      <a:pt x="5107" y="1906"/>
                    </a:lnTo>
                    <a:lnTo>
                      <a:pt x="5280" y="1815"/>
                    </a:lnTo>
                    <a:lnTo>
                      <a:pt x="5453" y="1706"/>
                    </a:lnTo>
                    <a:lnTo>
                      <a:pt x="5617" y="1587"/>
                    </a:lnTo>
                    <a:lnTo>
                      <a:pt x="5772" y="1468"/>
                    </a:lnTo>
                    <a:lnTo>
                      <a:pt x="5927" y="1332"/>
                    </a:lnTo>
                    <a:lnTo>
                      <a:pt x="6073" y="1195"/>
                    </a:lnTo>
                    <a:lnTo>
                      <a:pt x="6210" y="1040"/>
                    </a:lnTo>
                    <a:lnTo>
                      <a:pt x="5818" y="693"/>
                    </a:lnTo>
                    <a:lnTo>
                      <a:pt x="5681" y="839"/>
                    </a:lnTo>
                    <a:lnTo>
                      <a:pt x="5535" y="976"/>
                    </a:lnTo>
                    <a:lnTo>
                      <a:pt x="5380" y="1104"/>
                    </a:lnTo>
                    <a:lnTo>
                      <a:pt x="5225" y="1222"/>
                    </a:lnTo>
                    <a:lnTo>
                      <a:pt x="5061" y="1332"/>
                    </a:lnTo>
                    <a:lnTo>
                      <a:pt x="4888" y="1432"/>
                    </a:lnTo>
                    <a:lnTo>
                      <a:pt x="4715" y="1514"/>
                    </a:lnTo>
                    <a:lnTo>
                      <a:pt x="4532" y="1587"/>
                    </a:lnTo>
                    <a:lnTo>
                      <a:pt x="4350" y="1660"/>
                    </a:lnTo>
                    <a:lnTo>
                      <a:pt x="4158" y="1706"/>
                    </a:lnTo>
                    <a:lnTo>
                      <a:pt x="3967" y="1751"/>
                    </a:lnTo>
                    <a:lnTo>
                      <a:pt x="3766" y="1779"/>
                    </a:lnTo>
                    <a:lnTo>
                      <a:pt x="3575" y="1797"/>
                    </a:lnTo>
                    <a:lnTo>
                      <a:pt x="3374" y="1806"/>
                    </a:lnTo>
                    <a:lnTo>
                      <a:pt x="3174" y="1797"/>
                    </a:lnTo>
                    <a:lnTo>
                      <a:pt x="2973" y="1779"/>
                    </a:lnTo>
                    <a:lnTo>
                      <a:pt x="2772" y="1751"/>
                    </a:lnTo>
                    <a:lnTo>
                      <a:pt x="2581" y="1706"/>
                    </a:lnTo>
                    <a:lnTo>
                      <a:pt x="2380" y="1651"/>
                    </a:lnTo>
                    <a:lnTo>
                      <a:pt x="2198" y="1578"/>
                    </a:lnTo>
                    <a:lnTo>
                      <a:pt x="2015" y="1505"/>
                    </a:lnTo>
                    <a:lnTo>
                      <a:pt x="1833" y="1414"/>
                    </a:lnTo>
                    <a:lnTo>
                      <a:pt x="1669" y="1313"/>
                    </a:lnTo>
                    <a:lnTo>
                      <a:pt x="1505" y="1204"/>
                    </a:lnTo>
                    <a:lnTo>
                      <a:pt x="1341" y="1086"/>
                    </a:lnTo>
                    <a:lnTo>
                      <a:pt x="1195" y="958"/>
                    </a:lnTo>
                    <a:lnTo>
                      <a:pt x="1049" y="821"/>
                    </a:lnTo>
                    <a:lnTo>
                      <a:pt x="912" y="675"/>
                    </a:lnTo>
                    <a:lnTo>
                      <a:pt x="794" y="520"/>
                    </a:lnTo>
                    <a:lnTo>
                      <a:pt x="675" y="356"/>
                    </a:lnTo>
                    <a:lnTo>
                      <a:pt x="566" y="18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3">
                <a:extLst>
                  <a:ext uri="{FF2B5EF4-FFF2-40B4-BE49-F238E27FC236}">
                    <a16:creationId xmlns:a16="http://schemas.microsoft.com/office/drawing/2014/main" id="{F8EA4093-F2ED-85DE-9D71-C361356159F4}"/>
                  </a:ext>
                </a:extLst>
              </p:cNvPr>
              <p:cNvSpPr/>
              <p:nvPr/>
            </p:nvSpPr>
            <p:spPr>
              <a:xfrm>
                <a:off x="3896869" y="309302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8" y="28"/>
                    </a:lnTo>
                    <a:lnTo>
                      <a:pt x="375" y="46"/>
                    </a:lnTo>
                    <a:lnTo>
                      <a:pt x="320" y="73"/>
                    </a:lnTo>
                    <a:lnTo>
                      <a:pt x="274" y="101"/>
                    </a:lnTo>
                    <a:lnTo>
                      <a:pt x="229" y="137"/>
                    </a:lnTo>
                    <a:lnTo>
                      <a:pt x="183" y="183"/>
                    </a:lnTo>
                    <a:lnTo>
                      <a:pt x="147" y="219"/>
                    </a:lnTo>
                    <a:lnTo>
                      <a:pt x="110" y="274"/>
                    </a:lnTo>
                    <a:lnTo>
                      <a:pt x="74" y="319"/>
                    </a:lnTo>
                    <a:lnTo>
                      <a:pt x="55" y="374"/>
                    </a:lnTo>
                    <a:lnTo>
                      <a:pt x="28" y="429"/>
                    </a:lnTo>
                    <a:lnTo>
                      <a:pt x="19" y="493"/>
                    </a:lnTo>
                    <a:lnTo>
                      <a:pt x="10" y="547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5" y="857"/>
                    </a:lnTo>
                    <a:lnTo>
                      <a:pt x="74" y="903"/>
                    </a:lnTo>
                    <a:lnTo>
                      <a:pt x="110" y="958"/>
                    </a:lnTo>
                    <a:lnTo>
                      <a:pt x="147" y="1003"/>
                    </a:lnTo>
                    <a:lnTo>
                      <a:pt x="183" y="1049"/>
                    </a:lnTo>
                    <a:lnTo>
                      <a:pt x="229" y="1085"/>
                    </a:lnTo>
                    <a:lnTo>
                      <a:pt x="274" y="1122"/>
                    </a:lnTo>
                    <a:lnTo>
                      <a:pt x="320" y="1158"/>
                    </a:lnTo>
                    <a:lnTo>
                      <a:pt x="375" y="1177"/>
                    </a:lnTo>
                    <a:lnTo>
                      <a:pt x="438" y="1204"/>
                    </a:lnTo>
                    <a:lnTo>
                      <a:pt x="493" y="1213"/>
                    </a:lnTo>
                    <a:lnTo>
                      <a:pt x="557" y="1222"/>
                    </a:lnTo>
                    <a:lnTo>
                      <a:pt x="612" y="1231"/>
                    </a:lnTo>
                    <a:lnTo>
                      <a:pt x="676" y="1222"/>
                    </a:lnTo>
                    <a:lnTo>
                      <a:pt x="739" y="1213"/>
                    </a:lnTo>
                    <a:lnTo>
                      <a:pt x="803" y="1204"/>
                    </a:lnTo>
                    <a:lnTo>
                      <a:pt x="858" y="1177"/>
                    </a:lnTo>
                    <a:lnTo>
                      <a:pt x="913" y="1158"/>
                    </a:lnTo>
                    <a:lnTo>
                      <a:pt x="958" y="1122"/>
                    </a:lnTo>
                    <a:lnTo>
                      <a:pt x="1004" y="1085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7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75"/>
                    </a:lnTo>
                    <a:lnTo>
                      <a:pt x="1232" y="611"/>
                    </a:lnTo>
                    <a:lnTo>
                      <a:pt x="1232" y="547"/>
                    </a:lnTo>
                    <a:lnTo>
                      <a:pt x="1223" y="49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2" y="274"/>
                    </a:lnTo>
                    <a:lnTo>
                      <a:pt x="1095" y="219"/>
                    </a:lnTo>
                    <a:lnTo>
                      <a:pt x="1049" y="183"/>
                    </a:lnTo>
                    <a:lnTo>
                      <a:pt x="1004" y="137"/>
                    </a:lnTo>
                    <a:lnTo>
                      <a:pt x="958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39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3">
                <a:extLst>
                  <a:ext uri="{FF2B5EF4-FFF2-40B4-BE49-F238E27FC236}">
                    <a16:creationId xmlns:a16="http://schemas.microsoft.com/office/drawing/2014/main" id="{35F6B286-5344-E6F8-484D-A1CB464A60AE}"/>
                  </a:ext>
                </a:extLst>
              </p:cNvPr>
              <p:cNvSpPr/>
              <p:nvPr/>
            </p:nvSpPr>
            <p:spPr>
              <a:xfrm>
                <a:off x="4475413" y="3215690"/>
                <a:ext cx="141529" cy="366604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7113" extrusionOk="0">
                    <a:moveTo>
                      <a:pt x="2472" y="0"/>
                    </a:moveTo>
                    <a:lnTo>
                      <a:pt x="2253" y="137"/>
                    </a:lnTo>
                    <a:lnTo>
                      <a:pt x="2043" y="292"/>
                    </a:lnTo>
                    <a:lnTo>
                      <a:pt x="1843" y="447"/>
                    </a:lnTo>
                    <a:lnTo>
                      <a:pt x="1651" y="620"/>
                    </a:lnTo>
                    <a:lnTo>
                      <a:pt x="1469" y="794"/>
                    </a:lnTo>
                    <a:lnTo>
                      <a:pt x="1296" y="976"/>
                    </a:lnTo>
                    <a:lnTo>
                      <a:pt x="1141" y="1167"/>
                    </a:lnTo>
                    <a:lnTo>
                      <a:pt x="986" y="1368"/>
                    </a:lnTo>
                    <a:lnTo>
                      <a:pt x="840" y="1578"/>
                    </a:lnTo>
                    <a:lnTo>
                      <a:pt x="712" y="1787"/>
                    </a:lnTo>
                    <a:lnTo>
                      <a:pt x="584" y="2015"/>
                    </a:lnTo>
                    <a:lnTo>
                      <a:pt x="475" y="2234"/>
                    </a:lnTo>
                    <a:lnTo>
                      <a:pt x="375" y="2471"/>
                    </a:lnTo>
                    <a:lnTo>
                      <a:pt x="283" y="2708"/>
                    </a:lnTo>
                    <a:lnTo>
                      <a:pt x="211" y="2955"/>
                    </a:lnTo>
                    <a:lnTo>
                      <a:pt x="147" y="3201"/>
                    </a:lnTo>
                    <a:lnTo>
                      <a:pt x="92" y="3456"/>
                    </a:lnTo>
                    <a:lnTo>
                      <a:pt x="46" y="3711"/>
                    </a:lnTo>
                    <a:lnTo>
                      <a:pt x="19" y="3958"/>
                    </a:lnTo>
                    <a:lnTo>
                      <a:pt x="1" y="4213"/>
                    </a:lnTo>
                    <a:lnTo>
                      <a:pt x="1" y="4468"/>
                    </a:lnTo>
                    <a:lnTo>
                      <a:pt x="10" y="4724"/>
                    </a:lnTo>
                    <a:lnTo>
                      <a:pt x="28" y="4970"/>
                    </a:lnTo>
                    <a:lnTo>
                      <a:pt x="65" y="5216"/>
                    </a:lnTo>
                    <a:lnTo>
                      <a:pt x="110" y="5471"/>
                    </a:lnTo>
                    <a:lnTo>
                      <a:pt x="165" y="5708"/>
                    </a:lnTo>
                    <a:lnTo>
                      <a:pt x="238" y="5955"/>
                    </a:lnTo>
                    <a:lnTo>
                      <a:pt x="320" y="6192"/>
                    </a:lnTo>
                    <a:lnTo>
                      <a:pt x="411" y="6429"/>
                    </a:lnTo>
                    <a:lnTo>
                      <a:pt x="521" y="6666"/>
                    </a:lnTo>
                    <a:lnTo>
                      <a:pt x="639" y="6894"/>
                    </a:lnTo>
                    <a:lnTo>
                      <a:pt x="767" y="7113"/>
                    </a:lnTo>
                    <a:lnTo>
                      <a:pt x="1214" y="6839"/>
                    </a:lnTo>
                    <a:lnTo>
                      <a:pt x="1095" y="6639"/>
                    </a:lnTo>
                    <a:lnTo>
                      <a:pt x="995" y="6429"/>
                    </a:lnTo>
                    <a:lnTo>
                      <a:pt x="894" y="6228"/>
                    </a:lnTo>
                    <a:lnTo>
                      <a:pt x="812" y="6009"/>
                    </a:lnTo>
                    <a:lnTo>
                      <a:pt x="739" y="5800"/>
                    </a:lnTo>
                    <a:lnTo>
                      <a:pt x="676" y="5581"/>
                    </a:lnTo>
                    <a:lnTo>
                      <a:pt x="621" y="5362"/>
                    </a:lnTo>
                    <a:lnTo>
                      <a:pt x="584" y="5134"/>
                    </a:lnTo>
                    <a:lnTo>
                      <a:pt x="557" y="4915"/>
                    </a:lnTo>
                    <a:lnTo>
                      <a:pt x="530" y="4687"/>
                    </a:lnTo>
                    <a:lnTo>
                      <a:pt x="530" y="4459"/>
                    </a:lnTo>
                    <a:lnTo>
                      <a:pt x="530" y="4231"/>
                    </a:lnTo>
                    <a:lnTo>
                      <a:pt x="548" y="4012"/>
                    </a:lnTo>
                    <a:lnTo>
                      <a:pt x="566" y="3784"/>
                    </a:lnTo>
                    <a:lnTo>
                      <a:pt x="603" y="3556"/>
                    </a:lnTo>
                    <a:lnTo>
                      <a:pt x="657" y="3328"/>
                    </a:lnTo>
                    <a:lnTo>
                      <a:pt x="712" y="3100"/>
                    </a:lnTo>
                    <a:lnTo>
                      <a:pt x="785" y="2882"/>
                    </a:lnTo>
                    <a:lnTo>
                      <a:pt x="867" y="2672"/>
                    </a:lnTo>
                    <a:lnTo>
                      <a:pt x="958" y="2462"/>
                    </a:lnTo>
                    <a:lnTo>
                      <a:pt x="1059" y="2252"/>
                    </a:lnTo>
                    <a:lnTo>
                      <a:pt x="1168" y="2052"/>
                    </a:lnTo>
                    <a:lnTo>
                      <a:pt x="1286" y="1860"/>
                    </a:lnTo>
                    <a:lnTo>
                      <a:pt x="1414" y="1678"/>
                    </a:lnTo>
                    <a:lnTo>
                      <a:pt x="1551" y="1496"/>
                    </a:lnTo>
                    <a:lnTo>
                      <a:pt x="1697" y="1322"/>
                    </a:lnTo>
                    <a:lnTo>
                      <a:pt x="1852" y="1158"/>
                    </a:lnTo>
                    <a:lnTo>
                      <a:pt x="2007" y="1003"/>
                    </a:lnTo>
                    <a:lnTo>
                      <a:pt x="2180" y="848"/>
                    </a:lnTo>
                    <a:lnTo>
                      <a:pt x="2362" y="711"/>
                    </a:lnTo>
                    <a:lnTo>
                      <a:pt x="2545" y="575"/>
                    </a:lnTo>
                    <a:lnTo>
                      <a:pt x="2745" y="447"/>
                    </a:lnTo>
                    <a:lnTo>
                      <a:pt x="24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3">
                <a:extLst>
                  <a:ext uri="{FF2B5EF4-FFF2-40B4-BE49-F238E27FC236}">
                    <a16:creationId xmlns:a16="http://schemas.microsoft.com/office/drawing/2014/main" id="{A767A157-B03B-8591-1535-1B4D4D3AEE00}"/>
                  </a:ext>
                </a:extLst>
              </p:cNvPr>
              <p:cNvSpPr/>
              <p:nvPr/>
            </p:nvSpPr>
            <p:spPr>
              <a:xfrm>
                <a:off x="4577876" y="319548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0"/>
                    </a:moveTo>
                    <a:lnTo>
                      <a:pt x="520" y="9"/>
                    </a:lnTo>
                    <a:lnTo>
                      <a:pt x="466" y="18"/>
                    </a:lnTo>
                    <a:lnTo>
                      <a:pt x="411" y="37"/>
                    </a:lnTo>
                    <a:lnTo>
                      <a:pt x="347" y="64"/>
                    </a:lnTo>
                    <a:lnTo>
                      <a:pt x="292" y="91"/>
                    </a:lnTo>
                    <a:lnTo>
                      <a:pt x="247" y="128"/>
                    </a:lnTo>
                    <a:lnTo>
                      <a:pt x="192" y="164"/>
                    </a:lnTo>
                    <a:lnTo>
                      <a:pt x="156" y="210"/>
                    </a:lnTo>
                    <a:lnTo>
                      <a:pt x="119" y="255"/>
                    </a:lnTo>
                    <a:lnTo>
                      <a:pt x="83" y="310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4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1"/>
                    </a:lnTo>
                    <a:lnTo>
                      <a:pt x="19" y="766"/>
                    </a:lnTo>
                    <a:lnTo>
                      <a:pt x="37" y="821"/>
                    </a:lnTo>
                    <a:lnTo>
                      <a:pt x="64" y="885"/>
                    </a:lnTo>
                    <a:lnTo>
                      <a:pt x="92" y="939"/>
                    </a:lnTo>
                    <a:lnTo>
                      <a:pt x="128" y="985"/>
                    </a:lnTo>
                    <a:lnTo>
                      <a:pt x="165" y="1040"/>
                    </a:lnTo>
                    <a:lnTo>
                      <a:pt x="210" y="1076"/>
                    </a:lnTo>
                    <a:lnTo>
                      <a:pt x="256" y="1113"/>
                    </a:lnTo>
                    <a:lnTo>
                      <a:pt x="311" y="1149"/>
                    </a:lnTo>
                    <a:lnTo>
                      <a:pt x="365" y="1176"/>
                    </a:lnTo>
                    <a:lnTo>
                      <a:pt x="420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93" y="1231"/>
                    </a:lnTo>
                    <a:lnTo>
                      <a:pt x="648" y="1231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30" y="1195"/>
                    </a:lnTo>
                    <a:lnTo>
                      <a:pt x="885" y="1167"/>
                    </a:lnTo>
                    <a:lnTo>
                      <a:pt x="940" y="1140"/>
                    </a:lnTo>
                    <a:lnTo>
                      <a:pt x="995" y="1103"/>
                    </a:lnTo>
                    <a:lnTo>
                      <a:pt x="1040" y="1067"/>
                    </a:lnTo>
                    <a:lnTo>
                      <a:pt x="1077" y="1021"/>
                    </a:lnTo>
                    <a:lnTo>
                      <a:pt x="1113" y="976"/>
                    </a:lnTo>
                    <a:lnTo>
                      <a:pt x="1150" y="921"/>
                    </a:lnTo>
                    <a:lnTo>
                      <a:pt x="1177" y="866"/>
                    </a:lnTo>
                    <a:lnTo>
                      <a:pt x="1195" y="812"/>
                    </a:lnTo>
                    <a:lnTo>
                      <a:pt x="1213" y="757"/>
                    </a:lnTo>
                    <a:lnTo>
                      <a:pt x="1223" y="702"/>
                    </a:lnTo>
                    <a:lnTo>
                      <a:pt x="1232" y="638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3" y="465"/>
                    </a:lnTo>
                    <a:lnTo>
                      <a:pt x="1195" y="401"/>
                    </a:lnTo>
                    <a:lnTo>
                      <a:pt x="1168" y="347"/>
                    </a:lnTo>
                    <a:lnTo>
                      <a:pt x="1140" y="292"/>
                    </a:lnTo>
                    <a:lnTo>
                      <a:pt x="1104" y="237"/>
                    </a:lnTo>
                    <a:lnTo>
                      <a:pt x="1068" y="192"/>
                    </a:lnTo>
                    <a:lnTo>
                      <a:pt x="1022" y="155"/>
                    </a:lnTo>
                    <a:lnTo>
                      <a:pt x="976" y="119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7" y="18"/>
                    </a:lnTo>
                    <a:lnTo>
                      <a:pt x="703" y="9"/>
                    </a:lnTo>
                    <a:lnTo>
                      <a:pt x="6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3">
                <a:extLst>
                  <a:ext uri="{FF2B5EF4-FFF2-40B4-BE49-F238E27FC236}">
                    <a16:creationId xmlns:a16="http://schemas.microsoft.com/office/drawing/2014/main" id="{8E2002EA-51FB-4EBF-7995-A9C8A480758F}"/>
                  </a:ext>
                </a:extLst>
              </p:cNvPr>
              <p:cNvSpPr/>
              <p:nvPr/>
            </p:nvSpPr>
            <p:spPr>
              <a:xfrm>
                <a:off x="4364497" y="327676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1" y="10"/>
                    </a:lnTo>
                    <a:lnTo>
                      <a:pt x="466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65"/>
                    </a:lnTo>
                    <a:lnTo>
                      <a:pt x="156" y="210"/>
                    </a:lnTo>
                    <a:lnTo>
                      <a:pt x="119" y="256"/>
                    </a:lnTo>
                    <a:lnTo>
                      <a:pt x="83" y="311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5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8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56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84" y="1232"/>
                    </a:lnTo>
                    <a:lnTo>
                      <a:pt x="648" y="1232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21" y="1195"/>
                    </a:lnTo>
                    <a:lnTo>
                      <a:pt x="885" y="1168"/>
                    </a:lnTo>
                    <a:lnTo>
                      <a:pt x="940" y="1140"/>
                    </a:lnTo>
                    <a:lnTo>
                      <a:pt x="986" y="1104"/>
                    </a:lnTo>
                    <a:lnTo>
                      <a:pt x="1040" y="1067"/>
                    </a:lnTo>
                    <a:lnTo>
                      <a:pt x="1077" y="1022"/>
                    </a:lnTo>
                    <a:lnTo>
                      <a:pt x="1113" y="976"/>
                    </a:lnTo>
                    <a:lnTo>
                      <a:pt x="1150" y="922"/>
                    </a:lnTo>
                    <a:lnTo>
                      <a:pt x="1177" y="867"/>
                    </a:lnTo>
                    <a:lnTo>
                      <a:pt x="1195" y="812"/>
                    </a:lnTo>
                    <a:lnTo>
                      <a:pt x="1214" y="757"/>
                    </a:lnTo>
                    <a:lnTo>
                      <a:pt x="1223" y="703"/>
                    </a:lnTo>
                    <a:lnTo>
                      <a:pt x="1232" y="639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4" y="466"/>
                    </a:lnTo>
                    <a:lnTo>
                      <a:pt x="1195" y="411"/>
                    </a:lnTo>
                    <a:lnTo>
                      <a:pt x="1168" y="347"/>
                    </a:lnTo>
                    <a:lnTo>
                      <a:pt x="1141" y="292"/>
                    </a:lnTo>
                    <a:lnTo>
                      <a:pt x="1104" y="247"/>
                    </a:lnTo>
                    <a:lnTo>
                      <a:pt x="1068" y="192"/>
                    </a:lnTo>
                    <a:lnTo>
                      <a:pt x="1022" y="156"/>
                    </a:lnTo>
                    <a:lnTo>
                      <a:pt x="976" y="119"/>
                    </a:lnTo>
                    <a:lnTo>
                      <a:pt x="922" y="83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8" y="19"/>
                    </a:lnTo>
                    <a:lnTo>
                      <a:pt x="703" y="10"/>
                    </a:lnTo>
                    <a:lnTo>
                      <a:pt x="6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3">
                <a:extLst>
                  <a:ext uri="{FF2B5EF4-FFF2-40B4-BE49-F238E27FC236}">
                    <a16:creationId xmlns:a16="http://schemas.microsoft.com/office/drawing/2014/main" id="{028E2A39-F118-8CBE-9336-26F48E786205}"/>
                  </a:ext>
                </a:extLst>
              </p:cNvPr>
              <p:cNvSpPr/>
              <p:nvPr/>
            </p:nvSpPr>
            <p:spPr>
              <a:xfrm>
                <a:off x="4660598" y="2821353"/>
                <a:ext cx="150445" cy="188069"/>
              </a:xfrm>
              <a:custGeom>
                <a:avLst/>
                <a:gdLst/>
                <a:ahLst/>
                <a:cxnLst/>
                <a:rect l="l" t="t" r="r" b="b"/>
                <a:pathLst>
                  <a:path w="2919" h="3649" extrusionOk="0">
                    <a:moveTo>
                      <a:pt x="2873" y="1"/>
                    </a:moveTo>
                    <a:lnTo>
                      <a:pt x="2709" y="19"/>
                    </a:lnTo>
                    <a:lnTo>
                      <a:pt x="2554" y="46"/>
                    </a:lnTo>
                    <a:lnTo>
                      <a:pt x="2399" y="83"/>
                    </a:lnTo>
                    <a:lnTo>
                      <a:pt x="2244" y="128"/>
                    </a:lnTo>
                    <a:lnTo>
                      <a:pt x="2098" y="183"/>
                    </a:lnTo>
                    <a:lnTo>
                      <a:pt x="1952" y="247"/>
                    </a:lnTo>
                    <a:lnTo>
                      <a:pt x="1806" y="311"/>
                    </a:lnTo>
                    <a:lnTo>
                      <a:pt x="1669" y="393"/>
                    </a:lnTo>
                    <a:lnTo>
                      <a:pt x="1532" y="475"/>
                    </a:lnTo>
                    <a:lnTo>
                      <a:pt x="1405" y="557"/>
                    </a:lnTo>
                    <a:lnTo>
                      <a:pt x="1277" y="657"/>
                    </a:lnTo>
                    <a:lnTo>
                      <a:pt x="1159" y="758"/>
                    </a:lnTo>
                    <a:lnTo>
                      <a:pt x="1040" y="858"/>
                    </a:lnTo>
                    <a:lnTo>
                      <a:pt x="931" y="976"/>
                    </a:lnTo>
                    <a:lnTo>
                      <a:pt x="830" y="1086"/>
                    </a:lnTo>
                    <a:lnTo>
                      <a:pt x="730" y="1213"/>
                    </a:lnTo>
                    <a:lnTo>
                      <a:pt x="630" y="1341"/>
                    </a:lnTo>
                    <a:lnTo>
                      <a:pt x="539" y="1469"/>
                    </a:lnTo>
                    <a:lnTo>
                      <a:pt x="456" y="1606"/>
                    </a:lnTo>
                    <a:lnTo>
                      <a:pt x="383" y="1742"/>
                    </a:lnTo>
                    <a:lnTo>
                      <a:pt x="311" y="1888"/>
                    </a:lnTo>
                    <a:lnTo>
                      <a:pt x="247" y="2034"/>
                    </a:lnTo>
                    <a:lnTo>
                      <a:pt x="192" y="2189"/>
                    </a:lnTo>
                    <a:lnTo>
                      <a:pt x="137" y="2335"/>
                    </a:lnTo>
                    <a:lnTo>
                      <a:pt x="101" y="2499"/>
                    </a:lnTo>
                    <a:lnTo>
                      <a:pt x="64" y="2654"/>
                    </a:lnTo>
                    <a:lnTo>
                      <a:pt x="37" y="2818"/>
                    </a:lnTo>
                    <a:lnTo>
                      <a:pt x="10" y="2973"/>
                    </a:lnTo>
                    <a:lnTo>
                      <a:pt x="1" y="3137"/>
                    </a:lnTo>
                    <a:lnTo>
                      <a:pt x="1" y="3311"/>
                    </a:lnTo>
                    <a:lnTo>
                      <a:pt x="1" y="3475"/>
                    </a:lnTo>
                    <a:lnTo>
                      <a:pt x="19" y="3648"/>
                    </a:lnTo>
                    <a:lnTo>
                      <a:pt x="539" y="3593"/>
                    </a:lnTo>
                    <a:lnTo>
                      <a:pt x="529" y="3448"/>
                    </a:lnTo>
                    <a:lnTo>
                      <a:pt x="520" y="3311"/>
                    </a:lnTo>
                    <a:lnTo>
                      <a:pt x="529" y="3165"/>
                    </a:lnTo>
                    <a:lnTo>
                      <a:pt x="539" y="3028"/>
                    </a:lnTo>
                    <a:lnTo>
                      <a:pt x="557" y="2891"/>
                    </a:lnTo>
                    <a:lnTo>
                      <a:pt x="575" y="2755"/>
                    </a:lnTo>
                    <a:lnTo>
                      <a:pt x="602" y="2627"/>
                    </a:lnTo>
                    <a:lnTo>
                      <a:pt x="639" y="2490"/>
                    </a:lnTo>
                    <a:lnTo>
                      <a:pt x="684" y="2362"/>
                    </a:lnTo>
                    <a:lnTo>
                      <a:pt x="730" y="2235"/>
                    </a:lnTo>
                    <a:lnTo>
                      <a:pt x="785" y="2116"/>
                    </a:lnTo>
                    <a:lnTo>
                      <a:pt x="839" y="1989"/>
                    </a:lnTo>
                    <a:lnTo>
                      <a:pt x="903" y="1870"/>
                    </a:lnTo>
                    <a:lnTo>
                      <a:pt x="976" y="1761"/>
                    </a:lnTo>
                    <a:lnTo>
                      <a:pt x="1049" y="1651"/>
                    </a:lnTo>
                    <a:lnTo>
                      <a:pt x="1131" y="1542"/>
                    </a:lnTo>
                    <a:lnTo>
                      <a:pt x="1213" y="1441"/>
                    </a:lnTo>
                    <a:lnTo>
                      <a:pt x="1304" y="1341"/>
                    </a:lnTo>
                    <a:lnTo>
                      <a:pt x="1396" y="1250"/>
                    </a:lnTo>
                    <a:lnTo>
                      <a:pt x="1496" y="1159"/>
                    </a:lnTo>
                    <a:lnTo>
                      <a:pt x="1596" y="1077"/>
                    </a:lnTo>
                    <a:lnTo>
                      <a:pt x="1697" y="995"/>
                    </a:lnTo>
                    <a:lnTo>
                      <a:pt x="1806" y="922"/>
                    </a:lnTo>
                    <a:lnTo>
                      <a:pt x="1915" y="849"/>
                    </a:lnTo>
                    <a:lnTo>
                      <a:pt x="2034" y="785"/>
                    </a:lnTo>
                    <a:lnTo>
                      <a:pt x="2153" y="730"/>
                    </a:lnTo>
                    <a:lnTo>
                      <a:pt x="2271" y="675"/>
                    </a:lnTo>
                    <a:lnTo>
                      <a:pt x="2399" y="639"/>
                    </a:lnTo>
                    <a:lnTo>
                      <a:pt x="2526" y="593"/>
                    </a:lnTo>
                    <a:lnTo>
                      <a:pt x="2654" y="566"/>
                    </a:lnTo>
                    <a:lnTo>
                      <a:pt x="2791" y="539"/>
                    </a:lnTo>
                    <a:lnTo>
                      <a:pt x="2918" y="520"/>
                    </a:lnTo>
                    <a:lnTo>
                      <a:pt x="287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3">
                <a:extLst>
                  <a:ext uri="{FF2B5EF4-FFF2-40B4-BE49-F238E27FC236}">
                    <a16:creationId xmlns:a16="http://schemas.microsoft.com/office/drawing/2014/main" id="{AAE96762-0784-2C7B-1E55-4C32479DC4FA}"/>
                  </a:ext>
                </a:extLst>
              </p:cNvPr>
              <p:cNvSpPr/>
              <p:nvPr/>
            </p:nvSpPr>
            <p:spPr>
              <a:xfrm>
                <a:off x="4775276" y="280305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1" y="0"/>
                    </a:moveTo>
                    <a:lnTo>
                      <a:pt x="557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9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3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73" y="319"/>
                    </a:lnTo>
                    <a:lnTo>
                      <a:pt x="55" y="374"/>
                    </a:lnTo>
                    <a:lnTo>
                      <a:pt x="28" y="438"/>
                    </a:lnTo>
                    <a:lnTo>
                      <a:pt x="19" y="492"/>
                    </a:lnTo>
                    <a:lnTo>
                      <a:pt x="10" y="556"/>
                    </a:lnTo>
                    <a:lnTo>
                      <a:pt x="0" y="620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803"/>
                    </a:lnTo>
                    <a:lnTo>
                      <a:pt x="55" y="857"/>
                    </a:lnTo>
                    <a:lnTo>
                      <a:pt x="73" y="912"/>
                    </a:lnTo>
                    <a:lnTo>
                      <a:pt x="110" y="958"/>
                    </a:lnTo>
                    <a:lnTo>
                      <a:pt x="146" y="1003"/>
                    </a:lnTo>
                    <a:lnTo>
                      <a:pt x="183" y="1049"/>
                    </a:lnTo>
                    <a:lnTo>
                      <a:pt x="228" y="1094"/>
                    </a:lnTo>
                    <a:lnTo>
                      <a:pt x="274" y="1122"/>
                    </a:lnTo>
                    <a:lnTo>
                      <a:pt x="329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7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8" y="1185"/>
                    </a:lnTo>
                    <a:lnTo>
                      <a:pt x="912" y="1158"/>
                    </a:lnTo>
                    <a:lnTo>
                      <a:pt x="958" y="1122"/>
                    </a:lnTo>
                    <a:lnTo>
                      <a:pt x="1013" y="1094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31" y="958"/>
                    </a:lnTo>
                    <a:lnTo>
                      <a:pt x="1159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75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31" y="274"/>
                    </a:lnTo>
                    <a:lnTo>
                      <a:pt x="1095" y="228"/>
                    </a:lnTo>
                    <a:lnTo>
                      <a:pt x="1049" y="182"/>
                    </a:lnTo>
                    <a:lnTo>
                      <a:pt x="1013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8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3">
                <a:extLst>
                  <a:ext uri="{FF2B5EF4-FFF2-40B4-BE49-F238E27FC236}">
                    <a16:creationId xmlns:a16="http://schemas.microsoft.com/office/drawing/2014/main" id="{023B797D-4879-04F2-EA09-2DEA0E242E57}"/>
                  </a:ext>
                </a:extLst>
              </p:cNvPr>
              <p:cNvSpPr/>
              <p:nvPr/>
            </p:nvSpPr>
            <p:spPr>
              <a:xfrm>
                <a:off x="5107559" y="3183735"/>
                <a:ext cx="84165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4569" extrusionOk="0">
                    <a:moveTo>
                      <a:pt x="1341" y="0"/>
                    </a:moveTo>
                    <a:lnTo>
                      <a:pt x="1204" y="91"/>
                    </a:lnTo>
                    <a:lnTo>
                      <a:pt x="1085" y="192"/>
                    </a:lnTo>
                    <a:lnTo>
                      <a:pt x="967" y="301"/>
                    </a:lnTo>
                    <a:lnTo>
                      <a:pt x="848" y="410"/>
                    </a:lnTo>
                    <a:lnTo>
                      <a:pt x="748" y="529"/>
                    </a:lnTo>
                    <a:lnTo>
                      <a:pt x="648" y="657"/>
                    </a:lnTo>
                    <a:lnTo>
                      <a:pt x="557" y="784"/>
                    </a:lnTo>
                    <a:lnTo>
                      <a:pt x="474" y="912"/>
                    </a:lnTo>
                    <a:lnTo>
                      <a:pt x="392" y="1049"/>
                    </a:lnTo>
                    <a:lnTo>
                      <a:pt x="329" y="1195"/>
                    </a:lnTo>
                    <a:lnTo>
                      <a:pt x="256" y="1331"/>
                    </a:lnTo>
                    <a:lnTo>
                      <a:pt x="201" y="1477"/>
                    </a:lnTo>
                    <a:lnTo>
                      <a:pt x="155" y="1632"/>
                    </a:lnTo>
                    <a:lnTo>
                      <a:pt x="110" y="1778"/>
                    </a:lnTo>
                    <a:lnTo>
                      <a:pt x="73" y="1933"/>
                    </a:lnTo>
                    <a:lnTo>
                      <a:pt x="46" y="2088"/>
                    </a:lnTo>
                    <a:lnTo>
                      <a:pt x="19" y="2243"/>
                    </a:lnTo>
                    <a:lnTo>
                      <a:pt x="9" y="2407"/>
                    </a:lnTo>
                    <a:lnTo>
                      <a:pt x="0" y="2562"/>
                    </a:lnTo>
                    <a:lnTo>
                      <a:pt x="0" y="2727"/>
                    </a:lnTo>
                    <a:lnTo>
                      <a:pt x="9" y="2882"/>
                    </a:lnTo>
                    <a:lnTo>
                      <a:pt x="19" y="3046"/>
                    </a:lnTo>
                    <a:lnTo>
                      <a:pt x="46" y="3201"/>
                    </a:lnTo>
                    <a:lnTo>
                      <a:pt x="73" y="3356"/>
                    </a:lnTo>
                    <a:lnTo>
                      <a:pt x="110" y="3520"/>
                    </a:lnTo>
                    <a:lnTo>
                      <a:pt x="155" y="3675"/>
                    </a:lnTo>
                    <a:lnTo>
                      <a:pt x="210" y="3830"/>
                    </a:lnTo>
                    <a:lnTo>
                      <a:pt x="274" y="3985"/>
                    </a:lnTo>
                    <a:lnTo>
                      <a:pt x="338" y="4131"/>
                    </a:lnTo>
                    <a:lnTo>
                      <a:pt x="420" y="4277"/>
                    </a:lnTo>
                    <a:lnTo>
                      <a:pt x="502" y="4423"/>
                    </a:lnTo>
                    <a:lnTo>
                      <a:pt x="593" y="4569"/>
                    </a:lnTo>
                    <a:lnTo>
                      <a:pt x="1031" y="4268"/>
                    </a:lnTo>
                    <a:lnTo>
                      <a:pt x="949" y="4149"/>
                    </a:lnTo>
                    <a:lnTo>
                      <a:pt x="876" y="4021"/>
                    </a:lnTo>
                    <a:lnTo>
                      <a:pt x="812" y="3903"/>
                    </a:lnTo>
                    <a:lnTo>
                      <a:pt x="757" y="3775"/>
                    </a:lnTo>
                    <a:lnTo>
                      <a:pt x="702" y="3648"/>
                    </a:lnTo>
                    <a:lnTo>
                      <a:pt x="657" y="3520"/>
                    </a:lnTo>
                    <a:lnTo>
                      <a:pt x="620" y="3383"/>
                    </a:lnTo>
                    <a:lnTo>
                      <a:pt x="584" y="3255"/>
                    </a:lnTo>
                    <a:lnTo>
                      <a:pt x="566" y="3119"/>
                    </a:lnTo>
                    <a:lnTo>
                      <a:pt x="547" y="2982"/>
                    </a:lnTo>
                    <a:lnTo>
                      <a:pt x="529" y="2854"/>
                    </a:lnTo>
                    <a:lnTo>
                      <a:pt x="520" y="2717"/>
                    </a:lnTo>
                    <a:lnTo>
                      <a:pt x="520" y="2581"/>
                    </a:lnTo>
                    <a:lnTo>
                      <a:pt x="529" y="2453"/>
                    </a:lnTo>
                    <a:lnTo>
                      <a:pt x="538" y="2316"/>
                    </a:lnTo>
                    <a:lnTo>
                      <a:pt x="557" y="2189"/>
                    </a:lnTo>
                    <a:lnTo>
                      <a:pt x="584" y="2052"/>
                    </a:lnTo>
                    <a:lnTo>
                      <a:pt x="611" y="1924"/>
                    </a:lnTo>
                    <a:lnTo>
                      <a:pt x="648" y="1796"/>
                    </a:lnTo>
                    <a:lnTo>
                      <a:pt x="693" y="1669"/>
                    </a:lnTo>
                    <a:lnTo>
                      <a:pt x="739" y="1550"/>
                    </a:lnTo>
                    <a:lnTo>
                      <a:pt x="794" y="1432"/>
                    </a:lnTo>
                    <a:lnTo>
                      <a:pt x="848" y="1313"/>
                    </a:lnTo>
                    <a:lnTo>
                      <a:pt x="912" y="1195"/>
                    </a:lnTo>
                    <a:lnTo>
                      <a:pt x="985" y="1085"/>
                    </a:lnTo>
                    <a:lnTo>
                      <a:pt x="1058" y="985"/>
                    </a:lnTo>
                    <a:lnTo>
                      <a:pt x="1140" y="876"/>
                    </a:lnTo>
                    <a:lnTo>
                      <a:pt x="1231" y="775"/>
                    </a:lnTo>
                    <a:lnTo>
                      <a:pt x="1323" y="684"/>
                    </a:lnTo>
                    <a:lnTo>
                      <a:pt x="1423" y="593"/>
                    </a:lnTo>
                    <a:lnTo>
                      <a:pt x="1523" y="511"/>
                    </a:lnTo>
                    <a:lnTo>
                      <a:pt x="1633" y="429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3">
                <a:extLst>
                  <a:ext uri="{FF2B5EF4-FFF2-40B4-BE49-F238E27FC236}">
                    <a16:creationId xmlns:a16="http://schemas.microsoft.com/office/drawing/2014/main" id="{F7E568B9-EF92-F73A-0D99-9B39729B8653}"/>
                  </a:ext>
                </a:extLst>
              </p:cNvPr>
              <p:cNvSpPr/>
              <p:nvPr/>
            </p:nvSpPr>
            <p:spPr>
              <a:xfrm>
                <a:off x="5149823" y="3164459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9" y="28"/>
                    </a:lnTo>
                    <a:lnTo>
                      <a:pt x="384" y="46"/>
                    </a:lnTo>
                    <a:lnTo>
                      <a:pt x="320" y="73"/>
                    </a:lnTo>
                    <a:lnTo>
                      <a:pt x="275" y="110"/>
                    </a:lnTo>
                    <a:lnTo>
                      <a:pt x="220" y="146"/>
                    </a:lnTo>
                    <a:lnTo>
                      <a:pt x="174" y="183"/>
                    </a:lnTo>
                    <a:lnTo>
                      <a:pt x="138" y="228"/>
                    </a:lnTo>
                    <a:lnTo>
                      <a:pt x="101" y="283"/>
                    </a:lnTo>
                    <a:lnTo>
                      <a:pt x="74" y="329"/>
                    </a:lnTo>
                    <a:lnTo>
                      <a:pt x="47" y="383"/>
                    </a:lnTo>
                    <a:lnTo>
                      <a:pt x="28" y="438"/>
                    </a:lnTo>
                    <a:lnTo>
                      <a:pt x="19" y="502"/>
                    </a:lnTo>
                    <a:lnTo>
                      <a:pt x="10" y="556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6" y="848"/>
                    </a:lnTo>
                    <a:lnTo>
                      <a:pt x="83" y="912"/>
                    </a:lnTo>
                    <a:lnTo>
                      <a:pt x="110" y="958"/>
                    </a:lnTo>
                    <a:lnTo>
                      <a:pt x="156" y="1012"/>
                    </a:lnTo>
                    <a:lnTo>
                      <a:pt x="192" y="1058"/>
                    </a:lnTo>
                    <a:lnTo>
                      <a:pt x="238" y="1094"/>
                    </a:lnTo>
                    <a:lnTo>
                      <a:pt x="284" y="1131"/>
                    </a:lnTo>
                    <a:lnTo>
                      <a:pt x="338" y="1158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3" y="1213"/>
                    </a:lnTo>
                    <a:lnTo>
                      <a:pt x="566" y="1222"/>
                    </a:lnTo>
                    <a:lnTo>
                      <a:pt x="685" y="1222"/>
                    </a:lnTo>
                    <a:lnTo>
                      <a:pt x="740" y="1213"/>
                    </a:lnTo>
                    <a:lnTo>
                      <a:pt x="803" y="1195"/>
                    </a:lnTo>
                    <a:lnTo>
                      <a:pt x="858" y="1177"/>
                    </a:lnTo>
                    <a:lnTo>
                      <a:pt x="913" y="1149"/>
                    </a:lnTo>
                    <a:lnTo>
                      <a:pt x="968" y="1113"/>
                    </a:lnTo>
                    <a:lnTo>
                      <a:pt x="1022" y="1076"/>
                    </a:lnTo>
                    <a:lnTo>
                      <a:pt x="1068" y="1040"/>
                    </a:lnTo>
                    <a:lnTo>
                      <a:pt x="1104" y="994"/>
                    </a:lnTo>
                    <a:lnTo>
                      <a:pt x="1141" y="939"/>
                    </a:lnTo>
                    <a:lnTo>
                      <a:pt x="1168" y="894"/>
                    </a:lnTo>
                    <a:lnTo>
                      <a:pt x="1196" y="839"/>
                    </a:lnTo>
                    <a:lnTo>
                      <a:pt x="1214" y="784"/>
                    </a:lnTo>
                    <a:lnTo>
                      <a:pt x="1223" y="721"/>
                    </a:lnTo>
                    <a:lnTo>
                      <a:pt x="1232" y="666"/>
                    </a:lnTo>
                    <a:lnTo>
                      <a:pt x="1232" y="602"/>
                    </a:lnTo>
                    <a:lnTo>
                      <a:pt x="1232" y="547"/>
                    </a:lnTo>
                    <a:lnTo>
                      <a:pt x="1223" y="484"/>
                    </a:lnTo>
                    <a:lnTo>
                      <a:pt x="1205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3" y="265"/>
                    </a:lnTo>
                    <a:lnTo>
                      <a:pt x="1086" y="210"/>
                    </a:lnTo>
                    <a:lnTo>
                      <a:pt x="1050" y="164"/>
                    </a:lnTo>
                    <a:lnTo>
                      <a:pt x="1004" y="128"/>
                    </a:lnTo>
                    <a:lnTo>
                      <a:pt x="949" y="91"/>
                    </a:lnTo>
                    <a:lnTo>
                      <a:pt x="904" y="64"/>
                    </a:lnTo>
                    <a:lnTo>
                      <a:pt x="849" y="37"/>
                    </a:lnTo>
                    <a:lnTo>
                      <a:pt x="794" y="18"/>
                    </a:lnTo>
                    <a:lnTo>
                      <a:pt x="730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3">
                <a:extLst>
                  <a:ext uri="{FF2B5EF4-FFF2-40B4-BE49-F238E27FC236}">
                    <a16:creationId xmlns:a16="http://schemas.microsoft.com/office/drawing/2014/main" id="{379D3C1B-1795-E87A-5FD1-697EFC7F37FD}"/>
                  </a:ext>
                </a:extLst>
              </p:cNvPr>
              <p:cNvSpPr/>
              <p:nvPr/>
            </p:nvSpPr>
            <p:spPr>
              <a:xfrm>
                <a:off x="4756464" y="2535147"/>
                <a:ext cx="237857" cy="95452"/>
              </a:xfrm>
              <a:custGeom>
                <a:avLst/>
                <a:gdLst/>
                <a:ahLst/>
                <a:cxnLst/>
                <a:rect l="l" t="t" r="r" b="b"/>
                <a:pathLst>
                  <a:path w="4615" h="1852" extrusionOk="0">
                    <a:moveTo>
                      <a:pt x="2745" y="1"/>
                    </a:moveTo>
                    <a:lnTo>
                      <a:pt x="2581" y="10"/>
                    </a:lnTo>
                    <a:lnTo>
                      <a:pt x="2417" y="28"/>
                    </a:lnTo>
                    <a:lnTo>
                      <a:pt x="2253" y="55"/>
                    </a:lnTo>
                    <a:lnTo>
                      <a:pt x="2089" y="92"/>
                    </a:lnTo>
                    <a:lnTo>
                      <a:pt x="1925" y="128"/>
                    </a:lnTo>
                    <a:lnTo>
                      <a:pt x="1770" y="183"/>
                    </a:lnTo>
                    <a:lnTo>
                      <a:pt x="1615" y="238"/>
                    </a:lnTo>
                    <a:lnTo>
                      <a:pt x="1460" y="301"/>
                    </a:lnTo>
                    <a:lnTo>
                      <a:pt x="1314" y="374"/>
                    </a:lnTo>
                    <a:lnTo>
                      <a:pt x="1177" y="447"/>
                    </a:lnTo>
                    <a:lnTo>
                      <a:pt x="1031" y="529"/>
                    </a:lnTo>
                    <a:lnTo>
                      <a:pt x="903" y="621"/>
                    </a:lnTo>
                    <a:lnTo>
                      <a:pt x="767" y="721"/>
                    </a:lnTo>
                    <a:lnTo>
                      <a:pt x="639" y="821"/>
                    </a:lnTo>
                    <a:lnTo>
                      <a:pt x="520" y="931"/>
                    </a:lnTo>
                    <a:lnTo>
                      <a:pt x="411" y="1049"/>
                    </a:lnTo>
                    <a:lnTo>
                      <a:pt x="302" y="1177"/>
                    </a:lnTo>
                    <a:lnTo>
                      <a:pt x="192" y="1304"/>
                    </a:lnTo>
                    <a:lnTo>
                      <a:pt x="92" y="1432"/>
                    </a:lnTo>
                    <a:lnTo>
                      <a:pt x="1" y="1569"/>
                    </a:lnTo>
                    <a:lnTo>
                      <a:pt x="448" y="1852"/>
                    </a:lnTo>
                    <a:lnTo>
                      <a:pt x="530" y="1733"/>
                    </a:lnTo>
                    <a:lnTo>
                      <a:pt x="612" y="1624"/>
                    </a:lnTo>
                    <a:lnTo>
                      <a:pt x="694" y="1514"/>
                    </a:lnTo>
                    <a:lnTo>
                      <a:pt x="794" y="1414"/>
                    </a:lnTo>
                    <a:lnTo>
                      <a:pt x="885" y="1314"/>
                    </a:lnTo>
                    <a:lnTo>
                      <a:pt x="986" y="1222"/>
                    </a:lnTo>
                    <a:lnTo>
                      <a:pt x="1095" y="1131"/>
                    </a:lnTo>
                    <a:lnTo>
                      <a:pt x="1204" y="1049"/>
                    </a:lnTo>
                    <a:lnTo>
                      <a:pt x="1314" y="976"/>
                    </a:lnTo>
                    <a:lnTo>
                      <a:pt x="1432" y="903"/>
                    </a:lnTo>
                    <a:lnTo>
                      <a:pt x="1560" y="839"/>
                    </a:lnTo>
                    <a:lnTo>
                      <a:pt x="1679" y="776"/>
                    </a:lnTo>
                    <a:lnTo>
                      <a:pt x="1806" y="721"/>
                    </a:lnTo>
                    <a:lnTo>
                      <a:pt x="1943" y="675"/>
                    </a:lnTo>
                    <a:lnTo>
                      <a:pt x="2071" y="639"/>
                    </a:lnTo>
                    <a:lnTo>
                      <a:pt x="2207" y="602"/>
                    </a:lnTo>
                    <a:lnTo>
                      <a:pt x="2344" y="575"/>
                    </a:lnTo>
                    <a:lnTo>
                      <a:pt x="2481" y="548"/>
                    </a:lnTo>
                    <a:lnTo>
                      <a:pt x="2627" y="538"/>
                    </a:lnTo>
                    <a:lnTo>
                      <a:pt x="2764" y="529"/>
                    </a:lnTo>
                    <a:lnTo>
                      <a:pt x="2900" y="529"/>
                    </a:lnTo>
                    <a:lnTo>
                      <a:pt x="3037" y="538"/>
                    </a:lnTo>
                    <a:lnTo>
                      <a:pt x="3174" y="548"/>
                    </a:lnTo>
                    <a:lnTo>
                      <a:pt x="3311" y="566"/>
                    </a:lnTo>
                    <a:lnTo>
                      <a:pt x="3438" y="593"/>
                    </a:lnTo>
                    <a:lnTo>
                      <a:pt x="3575" y="630"/>
                    </a:lnTo>
                    <a:lnTo>
                      <a:pt x="3703" y="666"/>
                    </a:lnTo>
                    <a:lnTo>
                      <a:pt x="3840" y="712"/>
                    </a:lnTo>
                    <a:lnTo>
                      <a:pt x="3967" y="766"/>
                    </a:lnTo>
                    <a:lnTo>
                      <a:pt x="4095" y="821"/>
                    </a:lnTo>
                    <a:lnTo>
                      <a:pt x="4214" y="885"/>
                    </a:lnTo>
                    <a:lnTo>
                      <a:pt x="4332" y="958"/>
                    </a:lnTo>
                    <a:lnTo>
                      <a:pt x="4615" y="520"/>
                    </a:lnTo>
                    <a:lnTo>
                      <a:pt x="4469" y="429"/>
                    </a:lnTo>
                    <a:lnTo>
                      <a:pt x="4323" y="356"/>
                    </a:lnTo>
                    <a:lnTo>
                      <a:pt x="4177" y="283"/>
                    </a:lnTo>
                    <a:lnTo>
                      <a:pt x="4022" y="219"/>
                    </a:lnTo>
                    <a:lnTo>
                      <a:pt x="3867" y="165"/>
                    </a:lnTo>
                    <a:lnTo>
                      <a:pt x="3712" y="119"/>
                    </a:lnTo>
                    <a:lnTo>
                      <a:pt x="3557" y="83"/>
                    </a:lnTo>
                    <a:lnTo>
                      <a:pt x="3393" y="46"/>
                    </a:lnTo>
                    <a:lnTo>
                      <a:pt x="3238" y="28"/>
                    </a:lnTo>
                    <a:lnTo>
                      <a:pt x="3074" y="10"/>
                    </a:lnTo>
                    <a:lnTo>
                      <a:pt x="29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3">
                <a:extLst>
                  <a:ext uri="{FF2B5EF4-FFF2-40B4-BE49-F238E27FC236}">
                    <a16:creationId xmlns:a16="http://schemas.microsoft.com/office/drawing/2014/main" id="{15BAC90C-BFC8-B9D8-B56B-FE925513E640}"/>
                  </a:ext>
                </a:extLst>
              </p:cNvPr>
              <p:cNvSpPr/>
              <p:nvPr/>
            </p:nvSpPr>
            <p:spPr>
              <a:xfrm>
                <a:off x="4740486" y="2584472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1"/>
                    </a:moveTo>
                    <a:lnTo>
                      <a:pt x="539" y="10"/>
                    </a:lnTo>
                    <a:lnTo>
                      <a:pt x="475" y="19"/>
                    </a:lnTo>
                    <a:lnTo>
                      <a:pt x="420" y="37"/>
                    </a:lnTo>
                    <a:lnTo>
                      <a:pt x="356" y="56"/>
                    </a:lnTo>
                    <a:lnTo>
                      <a:pt x="302" y="92"/>
                    </a:lnTo>
                    <a:lnTo>
                      <a:pt x="256" y="119"/>
                    </a:lnTo>
                    <a:lnTo>
                      <a:pt x="210" y="156"/>
                    </a:lnTo>
                    <a:lnTo>
                      <a:pt x="165" y="202"/>
                    </a:lnTo>
                    <a:lnTo>
                      <a:pt x="128" y="247"/>
                    </a:lnTo>
                    <a:lnTo>
                      <a:pt x="92" y="293"/>
                    </a:lnTo>
                    <a:lnTo>
                      <a:pt x="65" y="347"/>
                    </a:lnTo>
                    <a:lnTo>
                      <a:pt x="37" y="393"/>
                    </a:lnTo>
                    <a:lnTo>
                      <a:pt x="19" y="457"/>
                    </a:lnTo>
                    <a:lnTo>
                      <a:pt x="10" y="512"/>
                    </a:lnTo>
                    <a:lnTo>
                      <a:pt x="1" y="575"/>
                    </a:lnTo>
                    <a:lnTo>
                      <a:pt x="1" y="630"/>
                    </a:lnTo>
                    <a:lnTo>
                      <a:pt x="1" y="694"/>
                    </a:lnTo>
                    <a:lnTo>
                      <a:pt x="19" y="758"/>
                    </a:lnTo>
                    <a:lnTo>
                      <a:pt x="28" y="813"/>
                    </a:lnTo>
                    <a:lnTo>
                      <a:pt x="55" y="876"/>
                    </a:lnTo>
                    <a:lnTo>
                      <a:pt x="83" y="931"/>
                    </a:lnTo>
                    <a:lnTo>
                      <a:pt x="119" y="977"/>
                    </a:lnTo>
                    <a:lnTo>
                      <a:pt x="156" y="1022"/>
                    </a:lnTo>
                    <a:lnTo>
                      <a:pt x="192" y="1068"/>
                    </a:lnTo>
                    <a:lnTo>
                      <a:pt x="238" y="1104"/>
                    </a:lnTo>
                    <a:lnTo>
                      <a:pt x="283" y="1141"/>
                    </a:lnTo>
                    <a:lnTo>
                      <a:pt x="338" y="1168"/>
                    </a:lnTo>
                    <a:lnTo>
                      <a:pt x="393" y="1195"/>
                    </a:lnTo>
                    <a:lnTo>
                      <a:pt x="447" y="1214"/>
                    </a:lnTo>
                    <a:lnTo>
                      <a:pt x="502" y="1223"/>
                    </a:lnTo>
                    <a:lnTo>
                      <a:pt x="566" y="1232"/>
                    </a:lnTo>
                    <a:lnTo>
                      <a:pt x="685" y="1232"/>
                    </a:lnTo>
                    <a:lnTo>
                      <a:pt x="748" y="1223"/>
                    </a:lnTo>
                    <a:lnTo>
                      <a:pt x="812" y="1205"/>
                    </a:lnTo>
                    <a:lnTo>
                      <a:pt x="867" y="1177"/>
                    </a:lnTo>
                    <a:lnTo>
                      <a:pt x="922" y="1150"/>
                    </a:lnTo>
                    <a:lnTo>
                      <a:pt x="976" y="1123"/>
                    </a:lnTo>
                    <a:lnTo>
                      <a:pt x="1022" y="1086"/>
                    </a:lnTo>
                    <a:lnTo>
                      <a:pt x="1068" y="1040"/>
                    </a:lnTo>
                    <a:lnTo>
                      <a:pt x="1104" y="995"/>
                    </a:lnTo>
                    <a:lnTo>
                      <a:pt x="1131" y="949"/>
                    </a:lnTo>
                    <a:lnTo>
                      <a:pt x="1168" y="895"/>
                    </a:lnTo>
                    <a:lnTo>
                      <a:pt x="1186" y="840"/>
                    </a:lnTo>
                    <a:lnTo>
                      <a:pt x="1204" y="785"/>
                    </a:lnTo>
                    <a:lnTo>
                      <a:pt x="1223" y="730"/>
                    </a:lnTo>
                    <a:lnTo>
                      <a:pt x="1232" y="667"/>
                    </a:lnTo>
                    <a:lnTo>
                      <a:pt x="1232" y="603"/>
                    </a:lnTo>
                    <a:lnTo>
                      <a:pt x="1223" y="548"/>
                    </a:lnTo>
                    <a:lnTo>
                      <a:pt x="1213" y="484"/>
                    </a:lnTo>
                    <a:lnTo>
                      <a:pt x="1195" y="420"/>
                    </a:lnTo>
                    <a:lnTo>
                      <a:pt x="1177" y="366"/>
                    </a:lnTo>
                    <a:lnTo>
                      <a:pt x="1150" y="311"/>
                    </a:lnTo>
                    <a:lnTo>
                      <a:pt x="1113" y="256"/>
                    </a:lnTo>
                    <a:lnTo>
                      <a:pt x="1077" y="211"/>
                    </a:lnTo>
                    <a:lnTo>
                      <a:pt x="1031" y="174"/>
                    </a:lnTo>
                    <a:lnTo>
                      <a:pt x="995" y="138"/>
                    </a:lnTo>
                    <a:lnTo>
                      <a:pt x="940" y="101"/>
                    </a:lnTo>
                    <a:lnTo>
                      <a:pt x="894" y="74"/>
                    </a:lnTo>
                    <a:lnTo>
                      <a:pt x="840" y="47"/>
                    </a:lnTo>
                    <a:lnTo>
                      <a:pt x="776" y="28"/>
                    </a:lnTo>
                    <a:lnTo>
                      <a:pt x="721" y="10"/>
                    </a:lnTo>
                    <a:lnTo>
                      <a:pt x="666" y="10"/>
                    </a:lnTo>
                    <a:lnTo>
                      <a:pt x="6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3">
                <a:extLst>
                  <a:ext uri="{FF2B5EF4-FFF2-40B4-BE49-F238E27FC236}">
                    <a16:creationId xmlns:a16="http://schemas.microsoft.com/office/drawing/2014/main" id="{808CC079-142C-030D-5099-EE2B193D673C}"/>
                  </a:ext>
                </a:extLst>
              </p:cNvPr>
              <p:cNvSpPr/>
              <p:nvPr/>
            </p:nvSpPr>
            <p:spPr>
              <a:xfrm>
                <a:off x="5022002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0"/>
                    </a:moveTo>
                    <a:lnTo>
                      <a:pt x="539" y="9"/>
                    </a:lnTo>
                    <a:lnTo>
                      <a:pt x="475" y="18"/>
                    </a:lnTo>
                    <a:lnTo>
                      <a:pt x="420" y="37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201"/>
                    </a:lnTo>
                    <a:lnTo>
                      <a:pt x="128" y="237"/>
                    </a:lnTo>
                    <a:lnTo>
                      <a:pt x="92" y="292"/>
                    </a:lnTo>
                    <a:lnTo>
                      <a:pt x="65" y="337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5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57"/>
                    </a:lnTo>
                    <a:lnTo>
                      <a:pt x="28" y="812"/>
                    </a:lnTo>
                    <a:lnTo>
                      <a:pt x="55" y="875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1"/>
                    </a:lnTo>
                    <a:lnTo>
                      <a:pt x="192" y="1067"/>
                    </a:lnTo>
                    <a:lnTo>
                      <a:pt x="238" y="1103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95"/>
                    </a:lnTo>
                    <a:lnTo>
                      <a:pt x="448" y="1213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85" y="1231"/>
                    </a:lnTo>
                    <a:lnTo>
                      <a:pt x="748" y="1213"/>
                    </a:lnTo>
                    <a:lnTo>
                      <a:pt x="812" y="1204"/>
                    </a:lnTo>
                    <a:lnTo>
                      <a:pt x="867" y="1176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48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30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47"/>
                    </a:lnTo>
                    <a:lnTo>
                      <a:pt x="1213" y="483"/>
                    </a:lnTo>
                    <a:lnTo>
                      <a:pt x="1195" y="420"/>
                    </a:lnTo>
                    <a:lnTo>
                      <a:pt x="1177" y="365"/>
                    </a:lnTo>
                    <a:lnTo>
                      <a:pt x="1150" y="310"/>
                    </a:lnTo>
                    <a:lnTo>
                      <a:pt x="1113" y="255"/>
                    </a:lnTo>
                    <a:lnTo>
                      <a:pt x="1077" y="210"/>
                    </a:lnTo>
                    <a:lnTo>
                      <a:pt x="1031" y="173"/>
                    </a:lnTo>
                    <a:lnTo>
                      <a:pt x="986" y="128"/>
                    </a:lnTo>
                    <a:lnTo>
                      <a:pt x="940" y="100"/>
                    </a:lnTo>
                    <a:lnTo>
                      <a:pt x="894" y="64"/>
                    </a:lnTo>
                    <a:lnTo>
                      <a:pt x="840" y="46"/>
                    </a:lnTo>
                    <a:lnTo>
                      <a:pt x="776" y="27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3">
                <a:extLst>
                  <a:ext uri="{FF2B5EF4-FFF2-40B4-BE49-F238E27FC236}">
                    <a16:creationId xmlns:a16="http://schemas.microsoft.com/office/drawing/2014/main" id="{E46C699A-A330-62F6-4891-5FFC9A13FE51}"/>
                  </a:ext>
                </a:extLst>
              </p:cNvPr>
              <p:cNvSpPr/>
              <p:nvPr/>
            </p:nvSpPr>
            <p:spPr>
              <a:xfrm>
                <a:off x="5022002" y="295437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39" y="0"/>
                    </a:moveTo>
                    <a:lnTo>
                      <a:pt x="475" y="19"/>
                    </a:lnTo>
                    <a:lnTo>
                      <a:pt x="420" y="28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192"/>
                    </a:lnTo>
                    <a:lnTo>
                      <a:pt x="128" y="237"/>
                    </a:lnTo>
                    <a:lnTo>
                      <a:pt x="92" y="283"/>
                    </a:lnTo>
                    <a:lnTo>
                      <a:pt x="65" y="338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6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48"/>
                    </a:lnTo>
                    <a:lnTo>
                      <a:pt x="28" y="812"/>
                    </a:lnTo>
                    <a:lnTo>
                      <a:pt x="55" y="867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2"/>
                    </a:lnTo>
                    <a:lnTo>
                      <a:pt x="192" y="1067"/>
                    </a:lnTo>
                    <a:lnTo>
                      <a:pt x="238" y="1104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30" y="1231"/>
                    </a:lnTo>
                    <a:lnTo>
                      <a:pt x="685" y="1222"/>
                    </a:lnTo>
                    <a:lnTo>
                      <a:pt x="748" y="1213"/>
                    </a:lnTo>
                    <a:lnTo>
                      <a:pt x="812" y="1195"/>
                    </a:lnTo>
                    <a:lnTo>
                      <a:pt x="867" y="1177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39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21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38"/>
                    </a:lnTo>
                    <a:lnTo>
                      <a:pt x="1213" y="474"/>
                    </a:lnTo>
                    <a:lnTo>
                      <a:pt x="1195" y="420"/>
                    </a:lnTo>
                    <a:lnTo>
                      <a:pt x="1177" y="356"/>
                    </a:lnTo>
                    <a:lnTo>
                      <a:pt x="1150" y="310"/>
                    </a:lnTo>
                    <a:lnTo>
                      <a:pt x="1113" y="256"/>
                    </a:lnTo>
                    <a:lnTo>
                      <a:pt x="1077" y="210"/>
                    </a:lnTo>
                    <a:lnTo>
                      <a:pt x="1031" y="164"/>
                    </a:lnTo>
                    <a:lnTo>
                      <a:pt x="986" y="128"/>
                    </a:lnTo>
                    <a:lnTo>
                      <a:pt x="940" y="91"/>
                    </a:lnTo>
                    <a:lnTo>
                      <a:pt x="894" y="64"/>
                    </a:lnTo>
                    <a:lnTo>
                      <a:pt x="840" y="37"/>
                    </a:lnTo>
                    <a:lnTo>
                      <a:pt x="776" y="19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3">
                <a:extLst>
                  <a:ext uri="{FF2B5EF4-FFF2-40B4-BE49-F238E27FC236}">
                    <a16:creationId xmlns:a16="http://schemas.microsoft.com/office/drawing/2014/main" id="{91599AFF-F667-F3E9-4DC7-F591CA94A7A2}"/>
                  </a:ext>
                </a:extLst>
              </p:cNvPr>
              <p:cNvSpPr/>
              <p:nvPr/>
            </p:nvSpPr>
            <p:spPr>
              <a:xfrm>
                <a:off x="4067932" y="3164459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566" y="0"/>
                    </a:moveTo>
                    <a:lnTo>
                      <a:pt x="502" y="9"/>
                    </a:lnTo>
                    <a:lnTo>
                      <a:pt x="448" y="18"/>
                    </a:lnTo>
                    <a:lnTo>
                      <a:pt x="393" y="37"/>
                    </a:lnTo>
                    <a:lnTo>
                      <a:pt x="338" y="64"/>
                    </a:lnTo>
                    <a:lnTo>
                      <a:pt x="284" y="91"/>
                    </a:lnTo>
                    <a:lnTo>
                      <a:pt x="238" y="128"/>
                    </a:lnTo>
                    <a:lnTo>
                      <a:pt x="192" y="164"/>
                    </a:lnTo>
                    <a:lnTo>
                      <a:pt x="147" y="210"/>
                    </a:lnTo>
                    <a:lnTo>
                      <a:pt x="110" y="256"/>
                    </a:lnTo>
                    <a:lnTo>
                      <a:pt x="83" y="301"/>
                    </a:lnTo>
                    <a:lnTo>
                      <a:pt x="56" y="356"/>
                    </a:lnTo>
                    <a:lnTo>
                      <a:pt x="28" y="420"/>
                    </a:lnTo>
                    <a:lnTo>
                      <a:pt x="10" y="474"/>
                    </a:lnTo>
                    <a:lnTo>
                      <a:pt x="1" y="538"/>
                    </a:lnTo>
                    <a:lnTo>
                      <a:pt x="1" y="602"/>
                    </a:lnTo>
                    <a:lnTo>
                      <a:pt x="1" y="657"/>
                    </a:lnTo>
                    <a:lnTo>
                      <a:pt x="10" y="721"/>
                    </a:lnTo>
                    <a:lnTo>
                      <a:pt x="19" y="775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39"/>
                    </a:lnTo>
                    <a:lnTo>
                      <a:pt x="119" y="985"/>
                    </a:lnTo>
                    <a:lnTo>
                      <a:pt x="165" y="1031"/>
                    </a:lnTo>
                    <a:lnTo>
                      <a:pt x="202" y="1076"/>
                    </a:lnTo>
                    <a:lnTo>
                      <a:pt x="247" y="1113"/>
                    </a:lnTo>
                    <a:lnTo>
                      <a:pt x="302" y="1149"/>
                    </a:lnTo>
                    <a:lnTo>
                      <a:pt x="357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9" y="1222"/>
                    </a:lnTo>
                    <a:lnTo>
                      <a:pt x="594" y="1231"/>
                    </a:lnTo>
                    <a:lnTo>
                      <a:pt x="657" y="1231"/>
                    </a:lnTo>
                    <a:lnTo>
                      <a:pt x="721" y="1222"/>
                    </a:lnTo>
                    <a:lnTo>
                      <a:pt x="776" y="1204"/>
                    </a:lnTo>
                    <a:lnTo>
                      <a:pt x="831" y="1186"/>
                    </a:lnTo>
                    <a:lnTo>
                      <a:pt x="885" y="1167"/>
                    </a:lnTo>
                    <a:lnTo>
                      <a:pt x="940" y="1131"/>
                    </a:lnTo>
                    <a:lnTo>
                      <a:pt x="986" y="1104"/>
                    </a:lnTo>
                    <a:lnTo>
                      <a:pt x="1031" y="1067"/>
                    </a:lnTo>
                    <a:lnTo>
                      <a:pt x="1068" y="1022"/>
                    </a:lnTo>
                    <a:lnTo>
                      <a:pt x="1113" y="976"/>
                    </a:lnTo>
                    <a:lnTo>
                      <a:pt x="1141" y="921"/>
                    </a:lnTo>
                    <a:lnTo>
                      <a:pt x="1168" y="867"/>
                    </a:lnTo>
                    <a:lnTo>
                      <a:pt x="1195" y="812"/>
                    </a:lnTo>
                    <a:lnTo>
                      <a:pt x="1214" y="748"/>
                    </a:lnTo>
                    <a:lnTo>
                      <a:pt x="1223" y="684"/>
                    </a:lnTo>
                    <a:lnTo>
                      <a:pt x="1223" y="629"/>
                    </a:lnTo>
                    <a:lnTo>
                      <a:pt x="1223" y="566"/>
                    </a:lnTo>
                    <a:lnTo>
                      <a:pt x="1214" y="502"/>
                    </a:lnTo>
                    <a:lnTo>
                      <a:pt x="1205" y="447"/>
                    </a:lnTo>
                    <a:lnTo>
                      <a:pt x="1186" y="392"/>
                    </a:lnTo>
                    <a:lnTo>
                      <a:pt x="1159" y="338"/>
                    </a:lnTo>
                    <a:lnTo>
                      <a:pt x="1132" y="283"/>
                    </a:lnTo>
                    <a:lnTo>
                      <a:pt x="1095" y="237"/>
                    </a:lnTo>
                    <a:lnTo>
                      <a:pt x="1059" y="192"/>
                    </a:lnTo>
                    <a:lnTo>
                      <a:pt x="1013" y="146"/>
                    </a:lnTo>
                    <a:lnTo>
                      <a:pt x="968" y="110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03" y="28"/>
                    </a:lnTo>
                    <a:lnTo>
                      <a:pt x="749" y="9"/>
                    </a:lnTo>
                    <a:lnTo>
                      <a:pt x="6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3">
                <a:extLst>
                  <a:ext uri="{FF2B5EF4-FFF2-40B4-BE49-F238E27FC236}">
                    <a16:creationId xmlns:a16="http://schemas.microsoft.com/office/drawing/2014/main" id="{B5452DBC-8148-6937-B3B3-FE2A877EFF5B}"/>
                  </a:ext>
                </a:extLst>
              </p:cNvPr>
              <p:cNvSpPr/>
              <p:nvPr/>
            </p:nvSpPr>
            <p:spPr>
              <a:xfrm>
                <a:off x="3651999" y="3186982"/>
                <a:ext cx="464427" cy="303674"/>
              </a:xfrm>
              <a:custGeom>
                <a:avLst/>
                <a:gdLst/>
                <a:ahLst/>
                <a:cxnLst/>
                <a:rect l="l" t="t" r="r" b="b"/>
                <a:pathLst>
                  <a:path w="9011" h="5892" extrusionOk="0">
                    <a:moveTo>
                      <a:pt x="8955" y="1"/>
                    </a:moveTo>
                    <a:lnTo>
                      <a:pt x="8436" y="74"/>
                    </a:lnTo>
                    <a:lnTo>
                      <a:pt x="8472" y="357"/>
                    </a:lnTo>
                    <a:lnTo>
                      <a:pt x="8481" y="648"/>
                    </a:lnTo>
                    <a:lnTo>
                      <a:pt x="8481" y="931"/>
                    </a:lnTo>
                    <a:lnTo>
                      <a:pt x="8454" y="1214"/>
                    </a:lnTo>
                    <a:lnTo>
                      <a:pt x="8417" y="1496"/>
                    </a:lnTo>
                    <a:lnTo>
                      <a:pt x="8363" y="1770"/>
                    </a:lnTo>
                    <a:lnTo>
                      <a:pt x="8290" y="2044"/>
                    </a:lnTo>
                    <a:lnTo>
                      <a:pt x="8208" y="2308"/>
                    </a:lnTo>
                    <a:lnTo>
                      <a:pt x="8098" y="2572"/>
                    </a:lnTo>
                    <a:lnTo>
                      <a:pt x="7980" y="2828"/>
                    </a:lnTo>
                    <a:lnTo>
                      <a:pt x="7843" y="3074"/>
                    </a:lnTo>
                    <a:lnTo>
                      <a:pt x="7697" y="3311"/>
                    </a:lnTo>
                    <a:lnTo>
                      <a:pt x="7533" y="3539"/>
                    </a:lnTo>
                    <a:lnTo>
                      <a:pt x="7351" y="3758"/>
                    </a:lnTo>
                    <a:lnTo>
                      <a:pt x="7150" y="3977"/>
                    </a:lnTo>
                    <a:lnTo>
                      <a:pt x="6949" y="4168"/>
                    </a:lnTo>
                    <a:lnTo>
                      <a:pt x="6767" y="4323"/>
                    </a:lnTo>
                    <a:lnTo>
                      <a:pt x="6585" y="4460"/>
                    </a:lnTo>
                    <a:lnTo>
                      <a:pt x="6402" y="4597"/>
                    </a:lnTo>
                    <a:lnTo>
                      <a:pt x="6211" y="4715"/>
                    </a:lnTo>
                    <a:lnTo>
                      <a:pt x="6010" y="4825"/>
                    </a:lnTo>
                    <a:lnTo>
                      <a:pt x="5810" y="4934"/>
                    </a:lnTo>
                    <a:lnTo>
                      <a:pt x="5600" y="5025"/>
                    </a:lnTo>
                    <a:lnTo>
                      <a:pt x="5390" y="5098"/>
                    </a:lnTo>
                    <a:lnTo>
                      <a:pt x="5180" y="5171"/>
                    </a:lnTo>
                    <a:lnTo>
                      <a:pt x="4961" y="5235"/>
                    </a:lnTo>
                    <a:lnTo>
                      <a:pt x="4734" y="5281"/>
                    </a:lnTo>
                    <a:lnTo>
                      <a:pt x="4515" y="5317"/>
                    </a:lnTo>
                    <a:lnTo>
                      <a:pt x="4287" y="5344"/>
                    </a:lnTo>
                    <a:lnTo>
                      <a:pt x="4059" y="5363"/>
                    </a:lnTo>
                    <a:lnTo>
                      <a:pt x="3594" y="5363"/>
                    </a:lnTo>
                    <a:lnTo>
                      <a:pt x="3366" y="5344"/>
                    </a:lnTo>
                    <a:lnTo>
                      <a:pt x="3138" y="5317"/>
                    </a:lnTo>
                    <a:lnTo>
                      <a:pt x="2910" y="5271"/>
                    </a:lnTo>
                    <a:lnTo>
                      <a:pt x="2691" y="5226"/>
                    </a:lnTo>
                    <a:lnTo>
                      <a:pt x="2472" y="5162"/>
                    </a:lnTo>
                    <a:lnTo>
                      <a:pt x="2253" y="5089"/>
                    </a:lnTo>
                    <a:lnTo>
                      <a:pt x="2044" y="5007"/>
                    </a:lnTo>
                    <a:lnTo>
                      <a:pt x="1834" y="4916"/>
                    </a:lnTo>
                    <a:lnTo>
                      <a:pt x="1633" y="4816"/>
                    </a:lnTo>
                    <a:lnTo>
                      <a:pt x="1442" y="4706"/>
                    </a:lnTo>
                    <a:lnTo>
                      <a:pt x="1250" y="4578"/>
                    </a:lnTo>
                    <a:lnTo>
                      <a:pt x="1068" y="4451"/>
                    </a:lnTo>
                    <a:lnTo>
                      <a:pt x="885" y="4305"/>
                    </a:lnTo>
                    <a:lnTo>
                      <a:pt x="712" y="4159"/>
                    </a:lnTo>
                    <a:lnTo>
                      <a:pt x="548" y="3995"/>
                    </a:lnTo>
                    <a:lnTo>
                      <a:pt x="384" y="3831"/>
                    </a:lnTo>
                    <a:lnTo>
                      <a:pt x="1" y="4186"/>
                    </a:lnTo>
                    <a:lnTo>
                      <a:pt x="174" y="4369"/>
                    </a:lnTo>
                    <a:lnTo>
                      <a:pt x="357" y="4551"/>
                    </a:lnTo>
                    <a:lnTo>
                      <a:pt x="548" y="4715"/>
                    </a:lnTo>
                    <a:lnTo>
                      <a:pt x="749" y="4870"/>
                    </a:lnTo>
                    <a:lnTo>
                      <a:pt x="958" y="5016"/>
                    </a:lnTo>
                    <a:lnTo>
                      <a:pt x="1168" y="5153"/>
                    </a:lnTo>
                    <a:lnTo>
                      <a:pt x="1387" y="5281"/>
                    </a:lnTo>
                    <a:lnTo>
                      <a:pt x="1615" y="5390"/>
                    </a:lnTo>
                    <a:lnTo>
                      <a:pt x="1843" y="5499"/>
                    </a:lnTo>
                    <a:lnTo>
                      <a:pt x="2071" y="5591"/>
                    </a:lnTo>
                    <a:lnTo>
                      <a:pt x="2317" y="5664"/>
                    </a:lnTo>
                    <a:lnTo>
                      <a:pt x="2554" y="5737"/>
                    </a:lnTo>
                    <a:lnTo>
                      <a:pt x="2809" y="5791"/>
                    </a:lnTo>
                    <a:lnTo>
                      <a:pt x="3056" y="5837"/>
                    </a:lnTo>
                    <a:lnTo>
                      <a:pt x="3311" y="5864"/>
                    </a:lnTo>
                    <a:lnTo>
                      <a:pt x="3566" y="5882"/>
                    </a:lnTo>
                    <a:lnTo>
                      <a:pt x="3840" y="5892"/>
                    </a:lnTo>
                    <a:lnTo>
                      <a:pt x="4086" y="5892"/>
                    </a:lnTo>
                    <a:lnTo>
                      <a:pt x="4323" y="5873"/>
                    </a:lnTo>
                    <a:lnTo>
                      <a:pt x="4560" y="5846"/>
                    </a:lnTo>
                    <a:lnTo>
                      <a:pt x="4788" y="5809"/>
                    </a:lnTo>
                    <a:lnTo>
                      <a:pt x="5016" y="5755"/>
                    </a:lnTo>
                    <a:lnTo>
                      <a:pt x="5244" y="5700"/>
                    </a:lnTo>
                    <a:lnTo>
                      <a:pt x="5472" y="5627"/>
                    </a:lnTo>
                    <a:lnTo>
                      <a:pt x="5691" y="5554"/>
                    </a:lnTo>
                    <a:lnTo>
                      <a:pt x="5910" y="5463"/>
                    </a:lnTo>
                    <a:lnTo>
                      <a:pt x="6120" y="5363"/>
                    </a:lnTo>
                    <a:lnTo>
                      <a:pt x="6329" y="5253"/>
                    </a:lnTo>
                    <a:lnTo>
                      <a:pt x="6539" y="5135"/>
                    </a:lnTo>
                    <a:lnTo>
                      <a:pt x="6730" y="5007"/>
                    </a:lnTo>
                    <a:lnTo>
                      <a:pt x="6931" y="4870"/>
                    </a:lnTo>
                    <a:lnTo>
                      <a:pt x="7113" y="4715"/>
                    </a:lnTo>
                    <a:lnTo>
                      <a:pt x="7296" y="4560"/>
                    </a:lnTo>
                    <a:lnTo>
                      <a:pt x="7533" y="4341"/>
                    </a:lnTo>
                    <a:lnTo>
                      <a:pt x="7752" y="4104"/>
                    </a:lnTo>
                    <a:lnTo>
                      <a:pt x="7943" y="3858"/>
                    </a:lnTo>
                    <a:lnTo>
                      <a:pt x="8135" y="3603"/>
                    </a:lnTo>
                    <a:lnTo>
                      <a:pt x="8299" y="3338"/>
                    </a:lnTo>
                    <a:lnTo>
                      <a:pt x="8445" y="3065"/>
                    </a:lnTo>
                    <a:lnTo>
                      <a:pt x="8582" y="2782"/>
                    </a:lnTo>
                    <a:lnTo>
                      <a:pt x="8700" y="2490"/>
                    </a:lnTo>
                    <a:lnTo>
                      <a:pt x="8791" y="2189"/>
                    </a:lnTo>
                    <a:lnTo>
                      <a:pt x="8873" y="1888"/>
                    </a:lnTo>
                    <a:lnTo>
                      <a:pt x="8937" y="1578"/>
                    </a:lnTo>
                    <a:lnTo>
                      <a:pt x="8983" y="1268"/>
                    </a:lnTo>
                    <a:lnTo>
                      <a:pt x="9001" y="958"/>
                    </a:lnTo>
                    <a:lnTo>
                      <a:pt x="9010" y="639"/>
                    </a:lnTo>
                    <a:lnTo>
                      <a:pt x="8992" y="320"/>
                    </a:lnTo>
                    <a:lnTo>
                      <a:pt x="895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3">
                <a:extLst>
                  <a:ext uri="{FF2B5EF4-FFF2-40B4-BE49-F238E27FC236}">
                    <a16:creationId xmlns:a16="http://schemas.microsoft.com/office/drawing/2014/main" id="{770B7197-8D44-F427-F2E6-ABF57A0FE05E}"/>
                  </a:ext>
                </a:extLst>
              </p:cNvPr>
              <p:cNvSpPr/>
              <p:nvPr/>
            </p:nvSpPr>
            <p:spPr>
              <a:xfrm>
                <a:off x="4015773" y="3398041"/>
                <a:ext cx="216262" cy="65353"/>
              </a:xfrm>
              <a:custGeom>
                <a:avLst/>
                <a:gdLst/>
                <a:ahLst/>
                <a:cxnLst/>
                <a:rect l="l" t="t" r="r" b="b"/>
                <a:pathLst>
                  <a:path w="4196" h="1268" extrusionOk="0">
                    <a:moveTo>
                      <a:pt x="375" y="0"/>
                    </a:moveTo>
                    <a:lnTo>
                      <a:pt x="1" y="365"/>
                    </a:lnTo>
                    <a:lnTo>
                      <a:pt x="101" y="465"/>
                    </a:lnTo>
                    <a:lnTo>
                      <a:pt x="210" y="566"/>
                    </a:lnTo>
                    <a:lnTo>
                      <a:pt x="329" y="657"/>
                    </a:lnTo>
                    <a:lnTo>
                      <a:pt x="448" y="748"/>
                    </a:lnTo>
                    <a:lnTo>
                      <a:pt x="566" y="821"/>
                    </a:lnTo>
                    <a:lnTo>
                      <a:pt x="685" y="894"/>
                    </a:lnTo>
                    <a:lnTo>
                      <a:pt x="812" y="967"/>
                    </a:lnTo>
                    <a:lnTo>
                      <a:pt x="949" y="1021"/>
                    </a:lnTo>
                    <a:lnTo>
                      <a:pt x="1086" y="1076"/>
                    </a:lnTo>
                    <a:lnTo>
                      <a:pt x="1214" y="1131"/>
                    </a:lnTo>
                    <a:lnTo>
                      <a:pt x="1359" y="1167"/>
                    </a:lnTo>
                    <a:lnTo>
                      <a:pt x="1496" y="1204"/>
                    </a:lnTo>
                    <a:lnTo>
                      <a:pt x="1642" y="1231"/>
                    </a:lnTo>
                    <a:lnTo>
                      <a:pt x="1788" y="1249"/>
                    </a:lnTo>
                    <a:lnTo>
                      <a:pt x="1934" y="1268"/>
                    </a:lnTo>
                    <a:lnTo>
                      <a:pt x="2280" y="1268"/>
                    </a:lnTo>
                    <a:lnTo>
                      <a:pt x="2426" y="1259"/>
                    </a:lnTo>
                    <a:lnTo>
                      <a:pt x="2563" y="1240"/>
                    </a:lnTo>
                    <a:lnTo>
                      <a:pt x="2700" y="1213"/>
                    </a:lnTo>
                    <a:lnTo>
                      <a:pt x="2846" y="1186"/>
                    </a:lnTo>
                    <a:lnTo>
                      <a:pt x="2983" y="1149"/>
                    </a:lnTo>
                    <a:lnTo>
                      <a:pt x="3110" y="1104"/>
                    </a:lnTo>
                    <a:lnTo>
                      <a:pt x="3247" y="1058"/>
                    </a:lnTo>
                    <a:lnTo>
                      <a:pt x="3375" y="1003"/>
                    </a:lnTo>
                    <a:lnTo>
                      <a:pt x="3502" y="939"/>
                    </a:lnTo>
                    <a:lnTo>
                      <a:pt x="3630" y="866"/>
                    </a:lnTo>
                    <a:lnTo>
                      <a:pt x="3749" y="794"/>
                    </a:lnTo>
                    <a:lnTo>
                      <a:pt x="3867" y="711"/>
                    </a:lnTo>
                    <a:lnTo>
                      <a:pt x="3976" y="629"/>
                    </a:lnTo>
                    <a:lnTo>
                      <a:pt x="4086" y="538"/>
                    </a:lnTo>
                    <a:lnTo>
                      <a:pt x="4195" y="438"/>
                    </a:lnTo>
                    <a:lnTo>
                      <a:pt x="3831" y="64"/>
                    </a:lnTo>
                    <a:lnTo>
                      <a:pt x="3739" y="146"/>
                    </a:lnTo>
                    <a:lnTo>
                      <a:pt x="3648" y="219"/>
                    </a:lnTo>
                    <a:lnTo>
                      <a:pt x="3548" y="292"/>
                    </a:lnTo>
                    <a:lnTo>
                      <a:pt x="3448" y="356"/>
                    </a:lnTo>
                    <a:lnTo>
                      <a:pt x="3347" y="420"/>
                    </a:lnTo>
                    <a:lnTo>
                      <a:pt x="3247" y="483"/>
                    </a:lnTo>
                    <a:lnTo>
                      <a:pt x="3138" y="529"/>
                    </a:lnTo>
                    <a:lnTo>
                      <a:pt x="3028" y="575"/>
                    </a:lnTo>
                    <a:lnTo>
                      <a:pt x="2919" y="620"/>
                    </a:lnTo>
                    <a:lnTo>
                      <a:pt x="2800" y="657"/>
                    </a:lnTo>
                    <a:lnTo>
                      <a:pt x="2691" y="684"/>
                    </a:lnTo>
                    <a:lnTo>
                      <a:pt x="2572" y="711"/>
                    </a:lnTo>
                    <a:lnTo>
                      <a:pt x="2454" y="730"/>
                    </a:lnTo>
                    <a:lnTo>
                      <a:pt x="2335" y="739"/>
                    </a:lnTo>
                    <a:lnTo>
                      <a:pt x="2217" y="748"/>
                    </a:lnTo>
                    <a:lnTo>
                      <a:pt x="2089" y="748"/>
                    </a:lnTo>
                    <a:lnTo>
                      <a:pt x="1970" y="739"/>
                    </a:lnTo>
                    <a:lnTo>
                      <a:pt x="1852" y="730"/>
                    </a:lnTo>
                    <a:lnTo>
                      <a:pt x="1724" y="711"/>
                    </a:lnTo>
                    <a:lnTo>
                      <a:pt x="1606" y="693"/>
                    </a:lnTo>
                    <a:lnTo>
                      <a:pt x="1496" y="666"/>
                    </a:lnTo>
                    <a:lnTo>
                      <a:pt x="1378" y="629"/>
                    </a:lnTo>
                    <a:lnTo>
                      <a:pt x="1268" y="593"/>
                    </a:lnTo>
                    <a:lnTo>
                      <a:pt x="1159" y="547"/>
                    </a:lnTo>
                    <a:lnTo>
                      <a:pt x="1049" y="493"/>
                    </a:lnTo>
                    <a:lnTo>
                      <a:pt x="940" y="438"/>
                    </a:lnTo>
                    <a:lnTo>
                      <a:pt x="840" y="374"/>
                    </a:lnTo>
                    <a:lnTo>
                      <a:pt x="739" y="310"/>
                    </a:lnTo>
                    <a:lnTo>
                      <a:pt x="648" y="237"/>
                    </a:lnTo>
                    <a:lnTo>
                      <a:pt x="548" y="164"/>
                    </a:lnTo>
                    <a:lnTo>
                      <a:pt x="466" y="82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3">
                <a:extLst>
                  <a:ext uri="{FF2B5EF4-FFF2-40B4-BE49-F238E27FC236}">
                    <a16:creationId xmlns:a16="http://schemas.microsoft.com/office/drawing/2014/main" id="{836CBD8A-6093-7507-DDC4-C75F8431C85F}"/>
                  </a:ext>
                </a:extLst>
              </p:cNvPr>
              <p:cNvSpPr/>
              <p:nvPr/>
            </p:nvSpPr>
            <p:spPr>
              <a:xfrm>
                <a:off x="4186373" y="3383455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75" y="1"/>
                    </a:moveTo>
                    <a:lnTo>
                      <a:pt x="511" y="10"/>
                    </a:lnTo>
                    <a:lnTo>
                      <a:pt x="457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74"/>
                    </a:lnTo>
                    <a:lnTo>
                      <a:pt x="147" y="219"/>
                    </a:lnTo>
                    <a:lnTo>
                      <a:pt x="110" y="265"/>
                    </a:lnTo>
                    <a:lnTo>
                      <a:pt x="83" y="320"/>
                    </a:lnTo>
                    <a:lnTo>
                      <a:pt x="56" y="374"/>
                    </a:lnTo>
                    <a:lnTo>
                      <a:pt x="37" y="429"/>
                    </a:lnTo>
                    <a:lnTo>
                      <a:pt x="19" y="484"/>
                    </a:lnTo>
                    <a:lnTo>
                      <a:pt x="10" y="539"/>
                    </a:lnTo>
                    <a:lnTo>
                      <a:pt x="1" y="602"/>
                    </a:lnTo>
                    <a:lnTo>
                      <a:pt x="10" y="657"/>
                    </a:lnTo>
                    <a:lnTo>
                      <a:pt x="10" y="721"/>
                    </a:lnTo>
                    <a:lnTo>
                      <a:pt x="28" y="776"/>
                    </a:lnTo>
                    <a:lnTo>
                      <a:pt x="46" y="830"/>
                    </a:lnTo>
                    <a:lnTo>
                      <a:pt x="74" y="885"/>
                    </a:lnTo>
                    <a:lnTo>
                      <a:pt x="101" y="940"/>
                    </a:lnTo>
                    <a:lnTo>
                      <a:pt x="138" y="994"/>
                    </a:lnTo>
                    <a:lnTo>
                      <a:pt x="174" y="1040"/>
                    </a:lnTo>
                    <a:lnTo>
                      <a:pt x="220" y="1086"/>
                    </a:lnTo>
                    <a:lnTo>
                      <a:pt x="274" y="1122"/>
                    </a:lnTo>
                    <a:lnTo>
                      <a:pt x="320" y="1149"/>
                    </a:lnTo>
                    <a:lnTo>
                      <a:pt x="375" y="1177"/>
                    </a:lnTo>
                    <a:lnTo>
                      <a:pt x="439" y="1195"/>
                    </a:lnTo>
                    <a:lnTo>
                      <a:pt x="493" y="1213"/>
                    </a:lnTo>
                    <a:lnTo>
                      <a:pt x="548" y="1222"/>
                    </a:lnTo>
                    <a:lnTo>
                      <a:pt x="666" y="1222"/>
                    </a:lnTo>
                    <a:lnTo>
                      <a:pt x="730" y="1213"/>
                    </a:lnTo>
                    <a:lnTo>
                      <a:pt x="785" y="1204"/>
                    </a:lnTo>
                    <a:lnTo>
                      <a:pt x="840" y="1186"/>
                    </a:lnTo>
                    <a:lnTo>
                      <a:pt x="894" y="1159"/>
                    </a:lnTo>
                    <a:lnTo>
                      <a:pt x="949" y="1131"/>
                    </a:lnTo>
                    <a:lnTo>
                      <a:pt x="995" y="1095"/>
                    </a:lnTo>
                    <a:lnTo>
                      <a:pt x="1049" y="1058"/>
                    </a:lnTo>
                    <a:lnTo>
                      <a:pt x="1086" y="101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8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84"/>
                    </a:lnTo>
                    <a:lnTo>
                      <a:pt x="1232" y="621"/>
                    </a:lnTo>
                    <a:lnTo>
                      <a:pt x="1232" y="566"/>
                    </a:lnTo>
                    <a:lnTo>
                      <a:pt x="1223" y="502"/>
                    </a:lnTo>
                    <a:lnTo>
                      <a:pt x="1214" y="447"/>
                    </a:lnTo>
                    <a:lnTo>
                      <a:pt x="1195" y="393"/>
                    </a:lnTo>
                    <a:lnTo>
                      <a:pt x="1168" y="338"/>
                    </a:lnTo>
                    <a:lnTo>
                      <a:pt x="1141" y="283"/>
                    </a:lnTo>
                    <a:lnTo>
                      <a:pt x="1104" y="228"/>
                    </a:lnTo>
                    <a:lnTo>
                      <a:pt x="1059" y="183"/>
                    </a:lnTo>
                    <a:lnTo>
                      <a:pt x="1013" y="146"/>
                    </a:lnTo>
                    <a:lnTo>
                      <a:pt x="967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3">
                <a:extLst>
                  <a:ext uri="{FF2B5EF4-FFF2-40B4-BE49-F238E27FC236}">
                    <a16:creationId xmlns:a16="http://schemas.microsoft.com/office/drawing/2014/main" id="{350BC872-A4A5-5C3A-8B3B-92475E423EB5}"/>
                  </a:ext>
                </a:extLst>
              </p:cNvPr>
              <p:cNvSpPr/>
              <p:nvPr/>
            </p:nvSpPr>
            <p:spPr>
              <a:xfrm>
                <a:off x="3716425" y="3543695"/>
                <a:ext cx="707799" cy="560291"/>
              </a:xfrm>
              <a:custGeom>
                <a:avLst/>
                <a:gdLst/>
                <a:ahLst/>
                <a:cxnLst/>
                <a:rect l="l" t="t" r="r" b="b"/>
                <a:pathLst>
                  <a:path w="13733" h="10871" extrusionOk="0">
                    <a:moveTo>
                      <a:pt x="4888" y="1"/>
                    </a:moveTo>
                    <a:lnTo>
                      <a:pt x="4860" y="37"/>
                    </a:lnTo>
                    <a:lnTo>
                      <a:pt x="4806" y="129"/>
                    </a:lnTo>
                    <a:lnTo>
                      <a:pt x="4623" y="466"/>
                    </a:lnTo>
                    <a:lnTo>
                      <a:pt x="4368" y="986"/>
                    </a:lnTo>
                    <a:lnTo>
                      <a:pt x="4040" y="1661"/>
                    </a:lnTo>
                    <a:lnTo>
                      <a:pt x="3256" y="3329"/>
                    </a:lnTo>
                    <a:lnTo>
                      <a:pt x="2371" y="5244"/>
                    </a:lnTo>
                    <a:lnTo>
                      <a:pt x="730" y="8819"/>
                    </a:lnTo>
                    <a:lnTo>
                      <a:pt x="0" y="10442"/>
                    </a:lnTo>
                    <a:lnTo>
                      <a:pt x="3301" y="10870"/>
                    </a:lnTo>
                    <a:lnTo>
                      <a:pt x="3365" y="10651"/>
                    </a:lnTo>
                    <a:lnTo>
                      <a:pt x="3438" y="10396"/>
                    </a:lnTo>
                    <a:lnTo>
                      <a:pt x="3547" y="10077"/>
                    </a:lnTo>
                    <a:lnTo>
                      <a:pt x="3702" y="9703"/>
                    </a:lnTo>
                    <a:lnTo>
                      <a:pt x="3794" y="9493"/>
                    </a:lnTo>
                    <a:lnTo>
                      <a:pt x="3894" y="9275"/>
                    </a:lnTo>
                    <a:lnTo>
                      <a:pt x="4003" y="9056"/>
                    </a:lnTo>
                    <a:lnTo>
                      <a:pt x="4122" y="8837"/>
                    </a:lnTo>
                    <a:lnTo>
                      <a:pt x="4259" y="8609"/>
                    </a:lnTo>
                    <a:lnTo>
                      <a:pt x="4405" y="8372"/>
                    </a:lnTo>
                    <a:lnTo>
                      <a:pt x="4560" y="8153"/>
                    </a:lnTo>
                    <a:lnTo>
                      <a:pt x="4724" y="7925"/>
                    </a:lnTo>
                    <a:lnTo>
                      <a:pt x="4906" y="7706"/>
                    </a:lnTo>
                    <a:lnTo>
                      <a:pt x="5107" y="7496"/>
                    </a:lnTo>
                    <a:lnTo>
                      <a:pt x="5316" y="7296"/>
                    </a:lnTo>
                    <a:lnTo>
                      <a:pt x="5535" y="7104"/>
                    </a:lnTo>
                    <a:lnTo>
                      <a:pt x="5772" y="6922"/>
                    </a:lnTo>
                    <a:lnTo>
                      <a:pt x="6028" y="6758"/>
                    </a:lnTo>
                    <a:lnTo>
                      <a:pt x="6155" y="6685"/>
                    </a:lnTo>
                    <a:lnTo>
                      <a:pt x="6292" y="6612"/>
                    </a:lnTo>
                    <a:lnTo>
                      <a:pt x="6429" y="6548"/>
                    </a:lnTo>
                    <a:lnTo>
                      <a:pt x="6566" y="6484"/>
                    </a:lnTo>
                    <a:lnTo>
                      <a:pt x="6712" y="6430"/>
                    </a:lnTo>
                    <a:lnTo>
                      <a:pt x="6867" y="6384"/>
                    </a:lnTo>
                    <a:lnTo>
                      <a:pt x="7022" y="6338"/>
                    </a:lnTo>
                    <a:lnTo>
                      <a:pt x="7177" y="6302"/>
                    </a:lnTo>
                    <a:lnTo>
                      <a:pt x="7341" y="6265"/>
                    </a:lnTo>
                    <a:lnTo>
                      <a:pt x="7505" y="6238"/>
                    </a:lnTo>
                    <a:lnTo>
                      <a:pt x="7678" y="6220"/>
                    </a:lnTo>
                    <a:lnTo>
                      <a:pt x="7851" y="6211"/>
                    </a:lnTo>
                    <a:lnTo>
                      <a:pt x="8025" y="6202"/>
                    </a:lnTo>
                    <a:lnTo>
                      <a:pt x="8207" y="6202"/>
                    </a:lnTo>
                    <a:lnTo>
                      <a:pt x="8398" y="6211"/>
                    </a:lnTo>
                    <a:lnTo>
                      <a:pt x="8590" y="6229"/>
                    </a:lnTo>
                    <a:lnTo>
                      <a:pt x="8781" y="6247"/>
                    </a:lnTo>
                    <a:lnTo>
                      <a:pt x="8973" y="6256"/>
                    </a:lnTo>
                    <a:lnTo>
                      <a:pt x="9164" y="6256"/>
                    </a:lnTo>
                    <a:lnTo>
                      <a:pt x="9347" y="6247"/>
                    </a:lnTo>
                    <a:lnTo>
                      <a:pt x="9520" y="6238"/>
                    </a:lnTo>
                    <a:lnTo>
                      <a:pt x="9693" y="6211"/>
                    </a:lnTo>
                    <a:lnTo>
                      <a:pt x="9867" y="6183"/>
                    </a:lnTo>
                    <a:lnTo>
                      <a:pt x="10031" y="6147"/>
                    </a:lnTo>
                    <a:lnTo>
                      <a:pt x="10186" y="6101"/>
                    </a:lnTo>
                    <a:lnTo>
                      <a:pt x="10350" y="6047"/>
                    </a:lnTo>
                    <a:lnTo>
                      <a:pt x="10496" y="5992"/>
                    </a:lnTo>
                    <a:lnTo>
                      <a:pt x="10651" y="5928"/>
                    </a:lnTo>
                    <a:lnTo>
                      <a:pt x="10788" y="5855"/>
                    </a:lnTo>
                    <a:lnTo>
                      <a:pt x="10933" y="5782"/>
                    </a:lnTo>
                    <a:lnTo>
                      <a:pt x="11070" y="5700"/>
                    </a:lnTo>
                    <a:lnTo>
                      <a:pt x="11198" y="5618"/>
                    </a:lnTo>
                    <a:lnTo>
                      <a:pt x="11326" y="5527"/>
                    </a:lnTo>
                    <a:lnTo>
                      <a:pt x="11453" y="5426"/>
                    </a:lnTo>
                    <a:lnTo>
                      <a:pt x="11572" y="5326"/>
                    </a:lnTo>
                    <a:lnTo>
                      <a:pt x="11690" y="5226"/>
                    </a:lnTo>
                    <a:lnTo>
                      <a:pt x="11909" y="5007"/>
                    </a:lnTo>
                    <a:lnTo>
                      <a:pt x="12119" y="4779"/>
                    </a:lnTo>
                    <a:lnTo>
                      <a:pt x="12310" y="4542"/>
                    </a:lnTo>
                    <a:lnTo>
                      <a:pt x="12493" y="4296"/>
                    </a:lnTo>
                    <a:lnTo>
                      <a:pt x="12657" y="4050"/>
                    </a:lnTo>
                    <a:lnTo>
                      <a:pt x="12803" y="3794"/>
                    </a:lnTo>
                    <a:lnTo>
                      <a:pt x="12949" y="3530"/>
                    </a:lnTo>
                    <a:lnTo>
                      <a:pt x="13076" y="3275"/>
                    </a:lnTo>
                    <a:lnTo>
                      <a:pt x="13186" y="3028"/>
                    </a:lnTo>
                    <a:lnTo>
                      <a:pt x="13286" y="2773"/>
                    </a:lnTo>
                    <a:lnTo>
                      <a:pt x="13377" y="2536"/>
                    </a:lnTo>
                    <a:lnTo>
                      <a:pt x="13459" y="2308"/>
                    </a:lnTo>
                    <a:lnTo>
                      <a:pt x="13532" y="2089"/>
                    </a:lnTo>
                    <a:lnTo>
                      <a:pt x="13587" y="1879"/>
                    </a:lnTo>
                    <a:lnTo>
                      <a:pt x="13633" y="1688"/>
                    </a:lnTo>
                    <a:lnTo>
                      <a:pt x="13669" y="1515"/>
                    </a:lnTo>
                    <a:lnTo>
                      <a:pt x="13705" y="1369"/>
                    </a:lnTo>
                    <a:lnTo>
                      <a:pt x="13724" y="1241"/>
                    </a:lnTo>
                    <a:lnTo>
                      <a:pt x="13733" y="1132"/>
                    </a:lnTo>
                    <a:lnTo>
                      <a:pt x="13733" y="1059"/>
                    </a:lnTo>
                    <a:lnTo>
                      <a:pt x="13724" y="1013"/>
                    </a:lnTo>
                    <a:lnTo>
                      <a:pt x="13724" y="995"/>
                    </a:lnTo>
                    <a:lnTo>
                      <a:pt x="13715" y="995"/>
                    </a:lnTo>
                    <a:lnTo>
                      <a:pt x="13277" y="949"/>
                    </a:lnTo>
                    <a:lnTo>
                      <a:pt x="12256" y="840"/>
                    </a:lnTo>
                    <a:lnTo>
                      <a:pt x="9228" y="493"/>
                    </a:lnTo>
                    <a:lnTo>
                      <a:pt x="48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3">
                <a:extLst>
                  <a:ext uri="{FF2B5EF4-FFF2-40B4-BE49-F238E27FC236}">
                    <a16:creationId xmlns:a16="http://schemas.microsoft.com/office/drawing/2014/main" id="{006A346E-2C64-52CC-146B-33C920BE537F}"/>
                  </a:ext>
                </a:extLst>
              </p:cNvPr>
              <p:cNvSpPr/>
              <p:nvPr/>
            </p:nvSpPr>
            <p:spPr>
              <a:xfrm>
                <a:off x="4673277" y="2405419"/>
                <a:ext cx="393920" cy="372737"/>
              </a:xfrm>
              <a:custGeom>
                <a:avLst/>
                <a:gdLst/>
                <a:ahLst/>
                <a:cxnLst/>
                <a:rect l="l" t="t" r="r" b="b"/>
                <a:pathLst>
                  <a:path w="7643" h="7232" extrusionOk="0">
                    <a:moveTo>
                      <a:pt x="201" y="1"/>
                    </a:moveTo>
                    <a:lnTo>
                      <a:pt x="1" y="10"/>
                    </a:lnTo>
                    <a:lnTo>
                      <a:pt x="28" y="539"/>
                    </a:lnTo>
                    <a:lnTo>
                      <a:pt x="411" y="521"/>
                    </a:lnTo>
                    <a:lnTo>
                      <a:pt x="748" y="530"/>
                    </a:lnTo>
                    <a:lnTo>
                      <a:pt x="1095" y="557"/>
                    </a:lnTo>
                    <a:lnTo>
                      <a:pt x="1432" y="603"/>
                    </a:lnTo>
                    <a:lnTo>
                      <a:pt x="1761" y="657"/>
                    </a:lnTo>
                    <a:lnTo>
                      <a:pt x="2080" y="739"/>
                    </a:lnTo>
                    <a:lnTo>
                      <a:pt x="2399" y="831"/>
                    </a:lnTo>
                    <a:lnTo>
                      <a:pt x="2709" y="931"/>
                    </a:lnTo>
                    <a:lnTo>
                      <a:pt x="3019" y="1049"/>
                    </a:lnTo>
                    <a:lnTo>
                      <a:pt x="3311" y="1186"/>
                    </a:lnTo>
                    <a:lnTo>
                      <a:pt x="3603" y="1332"/>
                    </a:lnTo>
                    <a:lnTo>
                      <a:pt x="3885" y="1496"/>
                    </a:lnTo>
                    <a:lnTo>
                      <a:pt x="4159" y="1669"/>
                    </a:lnTo>
                    <a:lnTo>
                      <a:pt x="4423" y="1861"/>
                    </a:lnTo>
                    <a:lnTo>
                      <a:pt x="4669" y="2062"/>
                    </a:lnTo>
                    <a:lnTo>
                      <a:pt x="4916" y="2271"/>
                    </a:lnTo>
                    <a:lnTo>
                      <a:pt x="5153" y="2490"/>
                    </a:lnTo>
                    <a:lnTo>
                      <a:pt x="5372" y="2727"/>
                    </a:lnTo>
                    <a:lnTo>
                      <a:pt x="5581" y="2964"/>
                    </a:lnTo>
                    <a:lnTo>
                      <a:pt x="5782" y="3220"/>
                    </a:lnTo>
                    <a:lnTo>
                      <a:pt x="5973" y="3484"/>
                    </a:lnTo>
                    <a:lnTo>
                      <a:pt x="6147" y="3758"/>
                    </a:lnTo>
                    <a:lnTo>
                      <a:pt x="6302" y="4040"/>
                    </a:lnTo>
                    <a:lnTo>
                      <a:pt x="6457" y="4323"/>
                    </a:lnTo>
                    <a:lnTo>
                      <a:pt x="6584" y="4624"/>
                    </a:lnTo>
                    <a:lnTo>
                      <a:pt x="6712" y="4925"/>
                    </a:lnTo>
                    <a:lnTo>
                      <a:pt x="6812" y="5244"/>
                    </a:lnTo>
                    <a:lnTo>
                      <a:pt x="6904" y="5554"/>
                    </a:lnTo>
                    <a:lnTo>
                      <a:pt x="6976" y="5882"/>
                    </a:lnTo>
                    <a:lnTo>
                      <a:pt x="7040" y="6211"/>
                    </a:lnTo>
                    <a:lnTo>
                      <a:pt x="7077" y="6548"/>
                    </a:lnTo>
                    <a:lnTo>
                      <a:pt x="7104" y="6885"/>
                    </a:lnTo>
                    <a:lnTo>
                      <a:pt x="7113" y="7232"/>
                    </a:lnTo>
                    <a:lnTo>
                      <a:pt x="7642" y="7232"/>
                    </a:lnTo>
                    <a:lnTo>
                      <a:pt x="7633" y="6858"/>
                    </a:lnTo>
                    <a:lnTo>
                      <a:pt x="7606" y="6493"/>
                    </a:lnTo>
                    <a:lnTo>
                      <a:pt x="7560" y="6128"/>
                    </a:lnTo>
                    <a:lnTo>
                      <a:pt x="7496" y="5773"/>
                    </a:lnTo>
                    <a:lnTo>
                      <a:pt x="7414" y="5426"/>
                    </a:lnTo>
                    <a:lnTo>
                      <a:pt x="7314" y="5080"/>
                    </a:lnTo>
                    <a:lnTo>
                      <a:pt x="7204" y="4742"/>
                    </a:lnTo>
                    <a:lnTo>
                      <a:pt x="7068" y="4414"/>
                    </a:lnTo>
                    <a:lnTo>
                      <a:pt x="6931" y="4095"/>
                    </a:lnTo>
                    <a:lnTo>
                      <a:pt x="6767" y="3785"/>
                    </a:lnTo>
                    <a:lnTo>
                      <a:pt x="6593" y="3484"/>
                    </a:lnTo>
                    <a:lnTo>
                      <a:pt x="6402" y="3192"/>
                    </a:lnTo>
                    <a:lnTo>
                      <a:pt x="6201" y="2910"/>
                    </a:lnTo>
                    <a:lnTo>
                      <a:pt x="5992" y="2636"/>
                    </a:lnTo>
                    <a:lnTo>
                      <a:pt x="5764" y="2372"/>
                    </a:lnTo>
                    <a:lnTo>
                      <a:pt x="5517" y="2116"/>
                    </a:lnTo>
                    <a:lnTo>
                      <a:pt x="5271" y="1879"/>
                    </a:lnTo>
                    <a:lnTo>
                      <a:pt x="5007" y="1651"/>
                    </a:lnTo>
                    <a:lnTo>
                      <a:pt x="4733" y="1442"/>
                    </a:lnTo>
                    <a:lnTo>
                      <a:pt x="4451" y="1232"/>
                    </a:lnTo>
                    <a:lnTo>
                      <a:pt x="4159" y="1049"/>
                    </a:lnTo>
                    <a:lnTo>
                      <a:pt x="3849" y="876"/>
                    </a:lnTo>
                    <a:lnTo>
                      <a:pt x="3539" y="712"/>
                    </a:lnTo>
                    <a:lnTo>
                      <a:pt x="3220" y="566"/>
                    </a:lnTo>
                    <a:lnTo>
                      <a:pt x="2891" y="438"/>
                    </a:lnTo>
                    <a:lnTo>
                      <a:pt x="2554" y="320"/>
                    </a:lnTo>
                    <a:lnTo>
                      <a:pt x="2217" y="229"/>
                    </a:lnTo>
                    <a:lnTo>
                      <a:pt x="1861" y="147"/>
                    </a:lnTo>
                    <a:lnTo>
                      <a:pt x="1505" y="83"/>
                    </a:lnTo>
                    <a:lnTo>
                      <a:pt x="1150" y="37"/>
                    </a:lnTo>
                    <a:lnTo>
                      <a:pt x="776" y="10"/>
                    </a:lnTo>
                    <a:lnTo>
                      <a:pt x="4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3">
                <a:extLst>
                  <a:ext uri="{FF2B5EF4-FFF2-40B4-BE49-F238E27FC236}">
                    <a16:creationId xmlns:a16="http://schemas.microsoft.com/office/drawing/2014/main" id="{BE04AC88-B748-63D0-1DEB-5A5C1AC86E11}"/>
                  </a:ext>
                </a:extLst>
              </p:cNvPr>
              <p:cNvSpPr/>
              <p:nvPr/>
            </p:nvSpPr>
            <p:spPr>
              <a:xfrm>
                <a:off x="5039422" y="2854751"/>
                <a:ext cx="421597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8180" h="4569" extrusionOk="0">
                    <a:moveTo>
                      <a:pt x="7651" y="0"/>
                    </a:moveTo>
                    <a:lnTo>
                      <a:pt x="7642" y="210"/>
                    </a:lnTo>
                    <a:lnTo>
                      <a:pt x="7623" y="410"/>
                    </a:lnTo>
                    <a:lnTo>
                      <a:pt x="7605" y="611"/>
                    </a:lnTo>
                    <a:lnTo>
                      <a:pt x="7569" y="812"/>
                    </a:lnTo>
                    <a:lnTo>
                      <a:pt x="7523" y="1003"/>
                    </a:lnTo>
                    <a:lnTo>
                      <a:pt x="7468" y="1195"/>
                    </a:lnTo>
                    <a:lnTo>
                      <a:pt x="7404" y="1386"/>
                    </a:lnTo>
                    <a:lnTo>
                      <a:pt x="7331" y="1569"/>
                    </a:lnTo>
                    <a:lnTo>
                      <a:pt x="7249" y="1751"/>
                    </a:lnTo>
                    <a:lnTo>
                      <a:pt x="7158" y="1924"/>
                    </a:lnTo>
                    <a:lnTo>
                      <a:pt x="7067" y="2088"/>
                    </a:lnTo>
                    <a:lnTo>
                      <a:pt x="6958" y="2252"/>
                    </a:lnTo>
                    <a:lnTo>
                      <a:pt x="6848" y="2417"/>
                    </a:lnTo>
                    <a:lnTo>
                      <a:pt x="6730" y="2572"/>
                    </a:lnTo>
                    <a:lnTo>
                      <a:pt x="6602" y="2717"/>
                    </a:lnTo>
                    <a:lnTo>
                      <a:pt x="6465" y="2854"/>
                    </a:lnTo>
                    <a:lnTo>
                      <a:pt x="6328" y="2991"/>
                    </a:lnTo>
                    <a:lnTo>
                      <a:pt x="6183" y="3119"/>
                    </a:lnTo>
                    <a:lnTo>
                      <a:pt x="6028" y="3237"/>
                    </a:lnTo>
                    <a:lnTo>
                      <a:pt x="5863" y="3347"/>
                    </a:lnTo>
                    <a:lnTo>
                      <a:pt x="5699" y="3456"/>
                    </a:lnTo>
                    <a:lnTo>
                      <a:pt x="5535" y="3547"/>
                    </a:lnTo>
                    <a:lnTo>
                      <a:pt x="5362" y="3638"/>
                    </a:lnTo>
                    <a:lnTo>
                      <a:pt x="5179" y="3721"/>
                    </a:lnTo>
                    <a:lnTo>
                      <a:pt x="4997" y="3793"/>
                    </a:lnTo>
                    <a:lnTo>
                      <a:pt x="4815" y="3857"/>
                    </a:lnTo>
                    <a:lnTo>
                      <a:pt x="4623" y="3912"/>
                    </a:lnTo>
                    <a:lnTo>
                      <a:pt x="4423" y="3958"/>
                    </a:lnTo>
                    <a:lnTo>
                      <a:pt x="4222" y="3994"/>
                    </a:lnTo>
                    <a:lnTo>
                      <a:pt x="4021" y="4021"/>
                    </a:lnTo>
                    <a:lnTo>
                      <a:pt x="3821" y="4031"/>
                    </a:lnTo>
                    <a:lnTo>
                      <a:pt x="3611" y="4040"/>
                    </a:lnTo>
                    <a:lnTo>
                      <a:pt x="3374" y="4031"/>
                    </a:lnTo>
                    <a:lnTo>
                      <a:pt x="3146" y="4012"/>
                    </a:lnTo>
                    <a:lnTo>
                      <a:pt x="2918" y="3976"/>
                    </a:lnTo>
                    <a:lnTo>
                      <a:pt x="2690" y="3930"/>
                    </a:lnTo>
                    <a:lnTo>
                      <a:pt x="2471" y="3876"/>
                    </a:lnTo>
                    <a:lnTo>
                      <a:pt x="2252" y="3803"/>
                    </a:lnTo>
                    <a:lnTo>
                      <a:pt x="2043" y="3721"/>
                    </a:lnTo>
                    <a:lnTo>
                      <a:pt x="1833" y="3629"/>
                    </a:lnTo>
                    <a:lnTo>
                      <a:pt x="1632" y="3520"/>
                    </a:lnTo>
                    <a:lnTo>
                      <a:pt x="1432" y="3401"/>
                    </a:lnTo>
                    <a:lnTo>
                      <a:pt x="1249" y="3274"/>
                    </a:lnTo>
                    <a:lnTo>
                      <a:pt x="1067" y="3137"/>
                    </a:lnTo>
                    <a:lnTo>
                      <a:pt x="894" y="2982"/>
                    </a:lnTo>
                    <a:lnTo>
                      <a:pt x="720" y="2827"/>
                    </a:lnTo>
                    <a:lnTo>
                      <a:pt x="565" y="2654"/>
                    </a:lnTo>
                    <a:lnTo>
                      <a:pt x="420" y="2471"/>
                    </a:lnTo>
                    <a:lnTo>
                      <a:pt x="0" y="2790"/>
                    </a:lnTo>
                    <a:lnTo>
                      <a:pt x="173" y="3000"/>
                    </a:lnTo>
                    <a:lnTo>
                      <a:pt x="347" y="3192"/>
                    </a:lnTo>
                    <a:lnTo>
                      <a:pt x="538" y="3374"/>
                    </a:lnTo>
                    <a:lnTo>
                      <a:pt x="730" y="3547"/>
                    </a:lnTo>
                    <a:lnTo>
                      <a:pt x="939" y="3702"/>
                    </a:lnTo>
                    <a:lnTo>
                      <a:pt x="1149" y="3848"/>
                    </a:lnTo>
                    <a:lnTo>
                      <a:pt x="1368" y="3985"/>
                    </a:lnTo>
                    <a:lnTo>
                      <a:pt x="1596" y="4103"/>
                    </a:lnTo>
                    <a:lnTo>
                      <a:pt x="1833" y="4204"/>
                    </a:lnTo>
                    <a:lnTo>
                      <a:pt x="2070" y="4304"/>
                    </a:lnTo>
                    <a:lnTo>
                      <a:pt x="2316" y="4377"/>
                    </a:lnTo>
                    <a:lnTo>
                      <a:pt x="2572" y="4450"/>
                    </a:lnTo>
                    <a:lnTo>
                      <a:pt x="2827" y="4496"/>
                    </a:lnTo>
                    <a:lnTo>
                      <a:pt x="3082" y="4532"/>
                    </a:lnTo>
                    <a:lnTo>
                      <a:pt x="3347" y="4559"/>
                    </a:lnTo>
                    <a:lnTo>
                      <a:pt x="3611" y="4569"/>
                    </a:lnTo>
                    <a:lnTo>
                      <a:pt x="3848" y="4559"/>
                    </a:lnTo>
                    <a:lnTo>
                      <a:pt x="4076" y="4541"/>
                    </a:lnTo>
                    <a:lnTo>
                      <a:pt x="4304" y="4514"/>
                    </a:lnTo>
                    <a:lnTo>
                      <a:pt x="4532" y="4468"/>
                    </a:lnTo>
                    <a:lnTo>
                      <a:pt x="4751" y="4423"/>
                    </a:lnTo>
                    <a:lnTo>
                      <a:pt x="4970" y="4359"/>
                    </a:lnTo>
                    <a:lnTo>
                      <a:pt x="5179" y="4286"/>
                    </a:lnTo>
                    <a:lnTo>
                      <a:pt x="5389" y="4204"/>
                    </a:lnTo>
                    <a:lnTo>
                      <a:pt x="5590" y="4113"/>
                    </a:lnTo>
                    <a:lnTo>
                      <a:pt x="5781" y="4012"/>
                    </a:lnTo>
                    <a:lnTo>
                      <a:pt x="5973" y="3903"/>
                    </a:lnTo>
                    <a:lnTo>
                      <a:pt x="6164" y="3784"/>
                    </a:lnTo>
                    <a:lnTo>
                      <a:pt x="6338" y="3657"/>
                    </a:lnTo>
                    <a:lnTo>
                      <a:pt x="6511" y="3520"/>
                    </a:lnTo>
                    <a:lnTo>
                      <a:pt x="6675" y="3374"/>
                    </a:lnTo>
                    <a:lnTo>
                      <a:pt x="6839" y="3228"/>
                    </a:lnTo>
                    <a:lnTo>
                      <a:pt x="6985" y="3064"/>
                    </a:lnTo>
                    <a:lnTo>
                      <a:pt x="7131" y="2900"/>
                    </a:lnTo>
                    <a:lnTo>
                      <a:pt x="7268" y="2727"/>
                    </a:lnTo>
                    <a:lnTo>
                      <a:pt x="7395" y="2553"/>
                    </a:lnTo>
                    <a:lnTo>
                      <a:pt x="7514" y="2362"/>
                    </a:lnTo>
                    <a:lnTo>
                      <a:pt x="7623" y="2170"/>
                    </a:lnTo>
                    <a:lnTo>
                      <a:pt x="7724" y="1979"/>
                    </a:lnTo>
                    <a:lnTo>
                      <a:pt x="7815" y="1778"/>
                    </a:lnTo>
                    <a:lnTo>
                      <a:pt x="7897" y="1569"/>
                    </a:lnTo>
                    <a:lnTo>
                      <a:pt x="7970" y="1359"/>
                    </a:lnTo>
                    <a:lnTo>
                      <a:pt x="8034" y="1140"/>
                    </a:lnTo>
                    <a:lnTo>
                      <a:pt x="8079" y="921"/>
                    </a:lnTo>
                    <a:lnTo>
                      <a:pt x="8125" y="693"/>
                    </a:lnTo>
                    <a:lnTo>
                      <a:pt x="8152" y="465"/>
                    </a:lnTo>
                    <a:lnTo>
                      <a:pt x="8170" y="237"/>
                    </a:lnTo>
                    <a:lnTo>
                      <a:pt x="81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3">
                <a:extLst>
                  <a:ext uri="{FF2B5EF4-FFF2-40B4-BE49-F238E27FC236}">
                    <a16:creationId xmlns:a16="http://schemas.microsoft.com/office/drawing/2014/main" id="{1E4487CE-5543-50BD-BA56-4A271FBE88F1}"/>
                  </a:ext>
                </a:extLst>
              </p:cNvPr>
              <p:cNvSpPr/>
              <p:nvPr/>
            </p:nvSpPr>
            <p:spPr>
              <a:xfrm>
                <a:off x="4382846" y="2982572"/>
                <a:ext cx="668835" cy="669298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2986" extrusionOk="0">
                    <a:moveTo>
                      <a:pt x="6484" y="0"/>
                    </a:moveTo>
                    <a:lnTo>
                      <a:pt x="6155" y="9"/>
                    </a:lnTo>
                    <a:lnTo>
                      <a:pt x="5827" y="37"/>
                    </a:lnTo>
                    <a:lnTo>
                      <a:pt x="5499" y="73"/>
                    </a:lnTo>
                    <a:lnTo>
                      <a:pt x="5180" y="128"/>
                    </a:lnTo>
                    <a:lnTo>
                      <a:pt x="4870" y="201"/>
                    </a:lnTo>
                    <a:lnTo>
                      <a:pt x="4560" y="292"/>
                    </a:lnTo>
                    <a:lnTo>
                      <a:pt x="4259" y="392"/>
                    </a:lnTo>
                    <a:lnTo>
                      <a:pt x="3967" y="511"/>
                    </a:lnTo>
                    <a:lnTo>
                      <a:pt x="3675" y="639"/>
                    </a:lnTo>
                    <a:lnTo>
                      <a:pt x="3393" y="785"/>
                    </a:lnTo>
                    <a:lnTo>
                      <a:pt x="3128" y="940"/>
                    </a:lnTo>
                    <a:lnTo>
                      <a:pt x="2864" y="1113"/>
                    </a:lnTo>
                    <a:lnTo>
                      <a:pt x="2608" y="1286"/>
                    </a:lnTo>
                    <a:lnTo>
                      <a:pt x="2362" y="1487"/>
                    </a:lnTo>
                    <a:lnTo>
                      <a:pt x="2125" y="1687"/>
                    </a:lnTo>
                    <a:lnTo>
                      <a:pt x="1897" y="1906"/>
                    </a:lnTo>
                    <a:lnTo>
                      <a:pt x="1687" y="2125"/>
                    </a:lnTo>
                    <a:lnTo>
                      <a:pt x="1478" y="2362"/>
                    </a:lnTo>
                    <a:lnTo>
                      <a:pt x="1286" y="2608"/>
                    </a:lnTo>
                    <a:lnTo>
                      <a:pt x="1104" y="2864"/>
                    </a:lnTo>
                    <a:lnTo>
                      <a:pt x="940" y="3128"/>
                    </a:lnTo>
                    <a:lnTo>
                      <a:pt x="785" y="3402"/>
                    </a:lnTo>
                    <a:lnTo>
                      <a:pt x="639" y="3675"/>
                    </a:lnTo>
                    <a:lnTo>
                      <a:pt x="511" y="3967"/>
                    </a:lnTo>
                    <a:lnTo>
                      <a:pt x="393" y="4259"/>
                    </a:lnTo>
                    <a:lnTo>
                      <a:pt x="292" y="4560"/>
                    </a:lnTo>
                    <a:lnTo>
                      <a:pt x="201" y="4870"/>
                    </a:lnTo>
                    <a:lnTo>
                      <a:pt x="128" y="5180"/>
                    </a:lnTo>
                    <a:lnTo>
                      <a:pt x="73" y="5499"/>
                    </a:lnTo>
                    <a:lnTo>
                      <a:pt x="28" y="5827"/>
                    </a:lnTo>
                    <a:lnTo>
                      <a:pt x="10" y="6155"/>
                    </a:lnTo>
                    <a:lnTo>
                      <a:pt x="0" y="6493"/>
                    </a:lnTo>
                    <a:lnTo>
                      <a:pt x="520" y="6493"/>
                    </a:lnTo>
                    <a:lnTo>
                      <a:pt x="529" y="6183"/>
                    </a:lnTo>
                    <a:lnTo>
                      <a:pt x="557" y="5882"/>
                    </a:lnTo>
                    <a:lnTo>
                      <a:pt x="593" y="5581"/>
                    </a:lnTo>
                    <a:lnTo>
                      <a:pt x="648" y="5289"/>
                    </a:lnTo>
                    <a:lnTo>
                      <a:pt x="712" y="4997"/>
                    </a:lnTo>
                    <a:lnTo>
                      <a:pt x="794" y="4715"/>
                    </a:lnTo>
                    <a:lnTo>
                      <a:pt x="885" y="4441"/>
                    </a:lnTo>
                    <a:lnTo>
                      <a:pt x="994" y="4168"/>
                    </a:lnTo>
                    <a:lnTo>
                      <a:pt x="1113" y="3903"/>
                    </a:lnTo>
                    <a:lnTo>
                      <a:pt x="1241" y="3648"/>
                    </a:lnTo>
                    <a:lnTo>
                      <a:pt x="1386" y="3402"/>
                    </a:lnTo>
                    <a:lnTo>
                      <a:pt x="1541" y="3155"/>
                    </a:lnTo>
                    <a:lnTo>
                      <a:pt x="1706" y="2918"/>
                    </a:lnTo>
                    <a:lnTo>
                      <a:pt x="1888" y="2699"/>
                    </a:lnTo>
                    <a:lnTo>
                      <a:pt x="2070" y="2481"/>
                    </a:lnTo>
                    <a:lnTo>
                      <a:pt x="2271" y="2271"/>
                    </a:lnTo>
                    <a:lnTo>
                      <a:pt x="2481" y="2079"/>
                    </a:lnTo>
                    <a:lnTo>
                      <a:pt x="2690" y="1888"/>
                    </a:lnTo>
                    <a:lnTo>
                      <a:pt x="2918" y="1715"/>
                    </a:lnTo>
                    <a:lnTo>
                      <a:pt x="3155" y="1541"/>
                    </a:lnTo>
                    <a:lnTo>
                      <a:pt x="3393" y="1386"/>
                    </a:lnTo>
                    <a:lnTo>
                      <a:pt x="3648" y="1250"/>
                    </a:lnTo>
                    <a:lnTo>
                      <a:pt x="3903" y="1113"/>
                    </a:lnTo>
                    <a:lnTo>
                      <a:pt x="4168" y="994"/>
                    </a:lnTo>
                    <a:lnTo>
                      <a:pt x="4441" y="885"/>
                    </a:lnTo>
                    <a:lnTo>
                      <a:pt x="4715" y="794"/>
                    </a:lnTo>
                    <a:lnTo>
                      <a:pt x="4997" y="712"/>
                    </a:lnTo>
                    <a:lnTo>
                      <a:pt x="5289" y="648"/>
                    </a:lnTo>
                    <a:lnTo>
                      <a:pt x="5581" y="593"/>
                    </a:lnTo>
                    <a:lnTo>
                      <a:pt x="5882" y="557"/>
                    </a:lnTo>
                    <a:lnTo>
                      <a:pt x="6183" y="529"/>
                    </a:lnTo>
                    <a:lnTo>
                      <a:pt x="6484" y="520"/>
                    </a:lnTo>
                    <a:lnTo>
                      <a:pt x="6794" y="529"/>
                    </a:lnTo>
                    <a:lnTo>
                      <a:pt x="7095" y="557"/>
                    </a:lnTo>
                    <a:lnTo>
                      <a:pt x="7396" y="593"/>
                    </a:lnTo>
                    <a:lnTo>
                      <a:pt x="7687" y="648"/>
                    </a:lnTo>
                    <a:lnTo>
                      <a:pt x="7979" y="712"/>
                    </a:lnTo>
                    <a:lnTo>
                      <a:pt x="8262" y="794"/>
                    </a:lnTo>
                    <a:lnTo>
                      <a:pt x="8535" y="885"/>
                    </a:lnTo>
                    <a:lnTo>
                      <a:pt x="8809" y="994"/>
                    </a:lnTo>
                    <a:lnTo>
                      <a:pt x="9073" y="1113"/>
                    </a:lnTo>
                    <a:lnTo>
                      <a:pt x="9329" y="1250"/>
                    </a:lnTo>
                    <a:lnTo>
                      <a:pt x="9584" y="1386"/>
                    </a:lnTo>
                    <a:lnTo>
                      <a:pt x="9821" y="1541"/>
                    </a:lnTo>
                    <a:lnTo>
                      <a:pt x="10058" y="1715"/>
                    </a:lnTo>
                    <a:lnTo>
                      <a:pt x="10277" y="1888"/>
                    </a:lnTo>
                    <a:lnTo>
                      <a:pt x="10496" y="2079"/>
                    </a:lnTo>
                    <a:lnTo>
                      <a:pt x="10706" y="2271"/>
                    </a:lnTo>
                    <a:lnTo>
                      <a:pt x="10906" y="2481"/>
                    </a:lnTo>
                    <a:lnTo>
                      <a:pt x="11089" y="2699"/>
                    </a:lnTo>
                    <a:lnTo>
                      <a:pt x="11271" y="2918"/>
                    </a:lnTo>
                    <a:lnTo>
                      <a:pt x="11435" y="3155"/>
                    </a:lnTo>
                    <a:lnTo>
                      <a:pt x="11590" y="3402"/>
                    </a:lnTo>
                    <a:lnTo>
                      <a:pt x="11736" y="3648"/>
                    </a:lnTo>
                    <a:lnTo>
                      <a:pt x="11864" y="3903"/>
                    </a:lnTo>
                    <a:lnTo>
                      <a:pt x="11982" y="4168"/>
                    </a:lnTo>
                    <a:lnTo>
                      <a:pt x="12092" y="4441"/>
                    </a:lnTo>
                    <a:lnTo>
                      <a:pt x="12183" y="4715"/>
                    </a:lnTo>
                    <a:lnTo>
                      <a:pt x="12265" y="4997"/>
                    </a:lnTo>
                    <a:lnTo>
                      <a:pt x="12338" y="5289"/>
                    </a:lnTo>
                    <a:lnTo>
                      <a:pt x="12383" y="5581"/>
                    </a:lnTo>
                    <a:lnTo>
                      <a:pt x="12420" y="5882"/>
                    </a:lnTo>
                    <a:lnTo>
                      <a:pt x="12447" y="6183"/>
                    </a:lnTo>
                    <a:lnTo>
                      <a:pt x="12456" y="6493"/>
                    </a:lnTo>
                    <a:lnTo>
                      <a:pt x="12447" y="6794"/>
                    </a:lnTo>
                    <a:lnTo>
                      <a:pt x="12420" y="7095"/>
                    </a:lnTo>
                    <a:lnTo>
                      <a:pt x="12383" y="7396"/>
                    </a:lnTo>
                    <a:lnTo>
                      <a:pt x="12338" y="7687"/>
                    </a:lnTo>
                    <a:lnTo>
                      <a:pt x="12265" y="7979"/>
                    </a:lnTo>
                    <a:lnTo>
                      <a:pt x="12183" y="8262"/>
                    </a:lnTo>
                    <a:lnTo>
                      <a:pt x="12092" y="8535"/>
                    </a:lnTo>
                    <a:lnTo>
                      <a:pt x="11982" y="8809"/>
                    </a:lnTo>
                    <a:lnTo>
                      <a:pt x="11864" y="9073"/>
                    </a:lnTo>
                    <a:lnTo>
                      <a:pt x="11736" y="9329"/>
                    </a:lnTo>
                    <a:lnTo>
                      <a:pt x="11590" y="9584"/>
                    </a:lnTo>
                    <a:lnTo>
                      <a:pt x="11435" y="9821"/>
                    </a:lnTo>
                    <a:lnTo>
                      <a:pt x="11271" y="10058"/>
                    </a:lnTo>
                    <a:lnTo>
                      <a:pt x="11089" y="10286"/>
                    </a:lnTo>
                    <a:lnTo>
                      <a:pt x="10906" y="10496"/>
                    </a:lnTo>
                    <a:lnTo>
                      <a:pt x="10706" y="10706"/>
                    </a:lnTo>
                    <a:lnTo>
                      <a:pt x="10496" y="10906"/>
                    </a:lnTo>
                    <a:lnTo>
                      <a:pt x="10277" y="11089"/>
                    </a:lnTo>
                    <a:lnTo>
                      <a:pt x="10058" y="11271"/>
                    </a:lnTo>
                    <a:lnTo>
                      <a:pt x="9821" y="11435"/>
                    </a:lnTo>
                    <a:lnTo>
                      <a:pt x="9584" y="11590"/>
                    </a:lnTo>
                    <a:lnTo>
                      <a:pt x="9329" y="11736"/>
                    </a:lnTo>
                    <a:lnTo>
                      <a:pt x="9073" y="11864"/>
                    </a:lnTo>
                    <a:lnTo>
                      <a:pt x="8809" y="11982"/>
                    </a:lnTo>
                    <a:lnTo>
                      <a:pt x="8535" y="12092"/>
                    </a:lnTo>
                    <a:lnTo>
                      <a:pt x="8262" y="12192"/>
                    </a:lnTo>
                    <a:lnTo>
                      <a:pt x="7979" y="12265"/>
                    </a:lnTo>
                    <a:lnTo>
                      <a:pt x="7687" y="12338"/>
                    </a:lnTo>
                    <a:lnTo>
                      <a:pt x="7396" y="12383"/>
                    </a:lnTo>
                    <a:lnTo>
                      <a:pt x="7095" y="12429"/>
                    </a:lnTo>
                    <a:lnTo>
                      <a:pt x="6794" y="12447"/>
                    </a:lnTo>
                    <a:lnTo>
                      <a:pt x="6484" y="12456"/>
                    </a:lnTo>
                    <a:lnTo>
                      <a:pt x="6484" y="12985"/>
                    </a:lnTo>
                    <a:lnTo>
                      <a:pt x="6821" y="12976"/>
                    </a:lnTo>
                    <a:lnTo>
                      <a:pt x="7149" y="12949"/>
                    </a:lnTo>
                    <a:lnTo>
                      <a:pt x="7478" y="12903"/>
                    </a:lnTo>
                    <a:lnTo>
                      <a:pt x="7797" y="12848"/>
                    </a:lnTo>
                    <a:lnTo>
                      <a:pt x="8107" y="12775"/>
                    </a:lnTo>
                    <a:lnTo>
                      <a:pt x="8417" y="12693"/>
                    </a:lnTo>
                    <a:lnTo>
                      <a:pt x="8718" y="12584"/>
                    </a:lnTo>
                    <a:lnTo>
                      <a:pt x="9010" y="12475"/>
                    </a:lnTo>
                    <a:lnTo>
                      <a:pt x="9301" y="12338"/>
                    </a:lnTo>
                    <a:lnTo>
                      <a:pt x="9584" y="12201"/>
                    </a:lnTo>
                    <a:lnTo>
                      <a:pt x="9849" y="12037"/>
                    </a:lnTo>
                    <a:lnTo>
                      <a:pt x="10113" y="11873"/>
                    </a:lnTo>
                    <a:lnTo>
                      <a:pt x="10368" y="11690"/>
                    </a:lnTo>
                    <a:lnTo>
                      <a:pt x="10614" y="11499"/>
                    </a:lnTo>
                    <a:lnTo>
                      <a:pt x="10852" y="11289"/>
                    </a:lnTo>
                    <a:lnTo>
                      <a:pt x="11080" y="11079"/>
                    </a:lnTo>
                    <a:lnTo>
                      <a:pt x="11289" y="10851"/>
                    </a:lnTo>
                    <a:lnTo>
                      <a:pt x="11499" y="10614"/>
                    </a:lnTo>
                    <a:lnTo>
                      <a:pt x="11690" y="10368"/>
                    </a:lnTo>
                    <a:lnTo>
                      <a:pt x="11873" y="10113"/>
                    </a:lnTo>
                    <a:lnTo>
                      <a:pt x="12037" y="9848"/>
                    </a:lnTo>
                    <a:lnTo>
                      <a:pt x="12192" y="9584"/>
                    </a:lnTo>
                    <a:lnTo>
                      <a:pt x="12338" y="9301"/>
                    </a:lnTo>
                    <a:lnTo>
                      <a:pt x="12466" y="9010"/>
                    </a:lnTo>
                    <a:lnTo>
                      <a:pt x="12584" y="8718"/>
                    </a:lnTo>
                    <a:lnTo>
                      <a:pt x="12684" y="8417"/>
                    </a:lnTo>
                    <a:lnTo>
                      <a:pt x="12776" y="8107"/>
                    </a:lnTo>
                    <a:lnTo>
                      <a:pt x="12849" y="7797"/>
                    </a:lnTo>
                    <a:lnTo>
                      <a:pt x="12903" y="7478"/>
                    </a:lnTo>
                    <a:lnTo>
                      <a:pt x="12949" y="7149"/>
                    </a:lnTo>
                    <a:lnTo>
                      <a:pt x="12967" y="6821"/>
                    </a:lnTo>
                    <a:lnTo>
                      <a:pt x="12976" y="6493"/>
                    </a:lnTo>
                    <a:lnTo>
                      <a:pt x="12967" y="6155"/>
                    </a:lnTo>
                    <a:lnTo>
                      <a:pt x="12949" y="5827"/>
                    </a:lnTo>
                    <a:lnTo>
                      <a:pt x="12903" y="5499"/>
                    </a:lnTo>
                    <a:lnTo>
                      <a:pt x="12849" y="5180"/>
                    </a:lnTo>
                    <a:lnTo>
                      <a:pt x="12776" y="4870"/>
                    </a:lnTo>
                    <a:lnTo>
                      <a:pt x="12684" y="4560"/>
                    </a:lnTo>
                    <a:lnTo>
                      <a:pt x="12584" y="4259"/>
                    </a:lnTo>
                    <a:lnTo>
                      <a:pt x="12466" y="3967"/>
                    </a:lnTo>
                    <a:lnTo>
                      <a:pt x="12338" y="3675"/>
                    </a:lnTo>
                    <a:lnTo>
                      <a:pt x="12192" y="3402"/>
                    </a:lnTo>
                    <a:lnTo>
                      <a:pt x="12037" y="3128"/>
                    </a:lnTo>
                    <a:lnTo>
                      <a:pt x="11873" y="2864"/>
                    </a:lnTo>
                    <a:lnTo>
                      <a:pt x="11690" y="2608"/>
                    </a:lnTo>
                    <a:lnTo>
                      <a:pt x="11499" y="2362"/>
                    </a:lnTo>
                    <a:lnTo>
                      <a:pt x="11289" y="2125"/>
                    </a:lnTo>
                    <a:lnTo>
                      <a:pt x="11080" y="1906"/>
                    </a:lnTo>
                    <a:lnTo>
                      <a:pt x="10852" y="1687"/>
                    </a:lnTo>
                    <a:lnTo>
                      <a:pt x="10614" y="1487"/>
                    </a:lnTo>
                    <a:lnTo>
                      <a:pt x="10368" y="1286"/>
                    </a:lnTo>
                    <a:lnTo>
                      <a:pt x="10113" y="1113"/>
                    </a:lnTo>
                    <a:lnTo>
                      <a:pt x="9849" y="940"/>
                    </a:lnTo>
                    <a:lnTo>
                      <a:pt x="9584" y="785"/>
                    </a:lnTo>
                    <a:lnTo>
                      <a:pt x="9301" y="639"/>
                    </a:lnTo>
                    <a:lnTo>
                      <a:pt x="9010" y="511"/>
                    </a:lnTo>
                    <a:lnTo>
                      <a:pt x="8718" y="392"/>
                    </a:lnTo>
                    <a:lnTo>
                      <a:pt x="8417" y="292"/>
                    </a:lnTo>
                    <a:lnTo>
                      <a:pt x="8107" y="201"/>
                    </a:lnTo>
                    <a:lnTo>
                      <a:pt x="7797" y="128"/>
                    </a:lnTo>
                    <a:lnTo>
                      <a:pt x="7478" y="73"/>
                    </a:lnTo>
                    <a:lnTo>
                      <a:pt x="7149" y="37"/>
                    </a:lnTo>
                    <a:lnTo>
                      <a:pt x="6821" y="9"/>
                    </a:lnTo>
                    <a:lnTo>
                      <a:pt x="64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3">
                <a:extLst>
                  <a:ext uri="{FF2B5EF4-FFF2-40B4-BE49-F238E27FC236}">
                    <a16:creationId xmlns:a16="http://schemas.microsoft.com/office/drawing/2014/main" id="{D99B8C7E-D8BA-0187-70DF-EF7CBEBAF5D0}"/>
                  </a:ext>
                </a:extLst>
              </p:cNvPr>
              <p:cNvSpPr/>
              <p:nvPr/>
            </p:nvSpPr>
            <p:spPr>
              <a:xfrm>
                <a:off x="4423717" y="2437374"/>
                <a:ext cx="134004" cy="438090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8500" extrusionOk="0">
                    <a:moveTo>
                      <a:pt x="2317" y="1"/>
                    </a:moveTo>
                    <a:lnTo>
                      <a:pt x="2098" y="156"/>
                    </a:lnTo>
                    <a:lnTo>
                      <a:pt x="1888" y="311"/>
                    </a:lnTo>
                    <a:lnTo>
                      <a:pt x="1697" y="484"/>
                    </a:lnTo>
                    <a:lnTo>
                      <a:pt x="1505" y="666"/>
                    </a:lnTo>
                    <a:lnTo>
                      <a:pt x="1323" y="858"/>
                    </a:lnTo>
                    <a:lnTo>
                      <a:pt x="1159" y="1059"/>
                    </a:lnTo>
                    <a:lnTo>
                      <a:pt x="995" y="1268"/>
                    </a:lnTo>
                    <a:lnTo>
                      <a:pt x="849" y="1487"/>
                    </a:lnTo>
                    <a:lnTo>
                      <a:pt x="712" y="1715"/>
                    </a:lnTo>
                    <a:lnTo>
                      <a:pt x="584" y="1952"/>
                    </a:lnTo>
                    <a:lnTo>
                      <a:pt x="475" y="2198"/>
                    </a:lnTo>
                    <a:lnTo>
                      <a:pt x="365" y="2445"/>
                    </a:lnTo>
                    <a:lnTo>
                      <a:pt x="274" y="2700"/>
                    </a:lnTo>
                    <a:lnTo>
                      <a:pt x="201" y="2964"/>
                    </a:lnTo>
                    <a:lnTo>
                      <a:pt x="128" y="3229"/>
                    </a:lnTo>
                    <a:lnTo>
                      <a:pt x="74" y="3502"/>
                    </a:lnTo>
                    <a:lnTo>
                      <a:pt x="37" y="3776"/>
                    </a:lnTo>
                    <a:lnTo>
                      <a:pt x="10" y="4049"/>
                    </a:lnTo>
                    <a:lnTo>
                      <a:pt x="1" y="4323"/>
                    </a:lnTo>
                    <a:lnTo>
                      <a:pt x="1" y="4587"/>
                    </a:lnTo>
                    <a:lnTo>
                      <a:pt x="19" y="4861"/>
                    </a:lnTo>
                    <a:lnTo>
                      <a:pt x="46" y="5125"/>
                    </a:lnTo>
                    <a:lnTo>
                      <a:pt x="83" y="5381"/>
                    </a:lnTo>
                    <a:lnTo>
                      <a:pt x="138" y="5645"/>
                    </a:lnTo>
                    <a:lnTo>
                      <a:pt x="210" y="5901"/>
                    </a:lnTo>
                    <a:lnTo>
                      <a:pt x="283" y="6147"/>
                    </a:lnTo>
                    <a:lnTo>
                      <a:pt x="375" y="6393"/>
                    </a:lnTo>
                    <a:lnTo>
                      <a:pt x="484" y="6630"/>
                    </a:lnTo>
                    <a:lnTo>
                      <a:pt x="603" y="6867"/>
                    </a:lnTo>
                    <a:lnTo>
                      <a:pt x="730" y="7086"/>
                    </a:lnTo>
                    <a:lnTo>
                      <a:pt x="867" y="7305"/>
                    </a:lnTo>
                    <a:lnTo>
                      <a:pt x="1022" y="7515"/>
                    </a:lnTo>
                    <a:lnTo>
                      <a:pt x="1131" y="7651"/>
                    </a:lnTo>
                    <a:lnTo>
                      <a:pt x="1250" y="7788"/>
                    </a:lnTo>
                    <a:lnTo>
                      <a:pt x="1369" y="7916"/>
                    </a:lnTo>
                    <a:lnTo>
                      <a:pt x="1487" y="8043"/>
                    </a:lnTo>
                    <a:lnTo>
                      <a:pt x="1615" y="8162"/>
                    </a:lnTo>
                    <a:lnTo>
                      <a:pt x="1752" y="8280"/>
                    </a:lnTo>
                    <a:lnTo>
                      <a:pt x="1888" y="8399"/>
                    </a:lnTo>
                    <a:lnTo>
                      <a:pt x="2025" y="8499"/>
                    </a:lnTo>
                    <a:lnTo>
                      <a:pt x="2344" y="8080"/>
                    </a:lnTo>
                    <a:lnTo>
                      <a:pt x="2089" y="7879"/>
                    </a:lnTo>
                    <a:lnTo>
                      <a:pt x="1861" y="7670"/>
                    </a:lnTo>
                    <a:lnTo>
                      <a:pt x="1642" y="7442"/>
                    </a:lnTo>
                    <a:lnTo>
                      <a:pt x="1533" y="7323"/>
                    </a:lnTo>
                    <a:lnTo>
                      <a:pt x="1441" y="7195"/>
                    </a:lnTo>
                    <a:lnTo>
                      <a:pt x="1305" y="7013"/>
                    </a:lnTo>
                    <a:lnTo>
                      <a:pt x="1177" y="6812"/>
                    </a:lnTo>
                    <a:lnTo>
                      <a:pt x="1058" y="6612"/>
                    </a:lnTo>
                    <a:lnTo>
                      <a:pt x="958" y="6402"/>
                    </a:lnTo>
                    <a:lnTo>
                      <a:pt x="858" y="6192"/>
                    </a:lnTo>
                    <a:lnTo>
                      <a:pt x="776" y="5974"/>
                    </a:lnTo>
                    <a:lnTo>
                      <a:pt x="712" y="5746"/>
                    </a:lnTo>
                    <a:lnTo>
                      <a:pt x="648" y="5518"/>
                    </a:lnTo>
                    <a:lnTo>
                      <a:pt x="603" y="5280"/>
                    </a:lnTo>
                    <a:lnTo>
                      <a:pt x="566" y="5053"/>
                    </a:lnTo>
                    <a:lnTo>
                      <a:pt x="539" y="4806"/>
                    </a:lnTo>
                    <a:lnTo>
                      <a:pt x="530" y="4569"/>
                    </a:lnTo>
                    <a:lnTo>
                      <a:pt x="530" y="4323"/>
                    </a:lnTo>
                    <a:lnTo>
                      <a:pt x="539" y="4086"/>
                    </a:lnTo>
                    <a:lnTo>
                      <a:pt x="557" y="3840"/>
                    </a:lnTo>
                    <a:lnTo>
                      <a:pt x="593" y="3594"/>
                    </a:lnTo>
                    <a:lnTo>
                      <a:pt x="648" y="3347"/>
                    </a:lnTo>
                    <a:lnTo>
                      <a:pt x="703" y="3101"/>
                    </a:lnTo>
                    <a:lnTo>
                      <a:pt x="776" y="2873"/>
                    </a:lnTo>
                    <a:lnTo>
                      <a:pt x="858" y="2636"/>
                    </a:lnTo>
                    <a:lnTo>
                      <a:pt x="949" y="2417"/>
                    </a:lnTo>
                    <a:lnTo>
                      <a:pt x="1049" y="2198"/>
                    </a:lnTo>
                    <a:lnTo>
                      <a:pt x="1168" y="1980"/>
                    </a:lnTo>
                    <a:lnTo>
                      <a:pt x="1286" y="1779"/>
                    </a:lnTo>
                    <a:lnTo>
                      <a:pt x="1423" y="1578"/>
                    </a:lnTo>
                    <a:lnTo>
                      <a:pt x="1560" y="1387"/>
                    </a:lnTo>
                    <a:lnTo>
                      <a:pt x="1715" y="1214"/>
                    </a:lnTo>
                    <a:lnTo>
                      <a:pt x="1879" y="1040"/>
                    </a:lnTo>
                    <a:lnTo>
                      <a:pt x="2043" y="876"/>
                    </a:lnTo>
                    <a:lnTo>
                      <a:pt x="2226" y="721"/>
                    </a:lnTo>
                    <a:lnTo>
                      <a:pt x="2408" y="575"/>
                    </a:lnTo>
                    <a:lnTo>
                      <a:pt x="2600" y="448"/>
                    </a:lnTo>
                    <a:lnTo>
                      <a:pt x="23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3">
                <a:extLst>
                  <a:ext uri="{FF2B5EF4-FFF2-40B4-BE49-F238E27FC236}">
                    <a16:creationId xmlns:a16="http://schemas.microsoft.com/office/drawing/2014/main" id="{D88A86D2-C5F7-5E18-9524-772C64DA278E}"/>
                  </a:ext>
                </a:extLst>
              </p:cNvPr>
              <p:cNvSpPr/>
              <p:nvPr/>
            </p:nvSpPr>
            <p:spPr>
              <a:xfrm>
                <a:off x="4504585" y="283310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9" y="10"/>
                    </a:lnTo>
                    <a:lnTo>
                      <a:pt x="465" y="19"/>
                    </a:lnTo>
                    <a:lnTo>
                      <a:pt x="410" y="37"/>
                    </a:lnTo>
                    <a:lnTo>
                      <a:pt x="356" y="55"/>
                    </a:lnTo>
                    <a:lnTo>
                      <a:pt x="301" y="83"/>
                    </a:lnTo>
                    <a:lnTo>
                      <a:pt x="255" y="119"/>
                    </a:lnTo>
                    <a:lnTo>
                      <a:pt x="210" y="156"/>
                    </a:lnTo>
                    <a:lnTo>
                      <a:pt x="164" y="201"/>
                    </a:lnTo>
                    <a:lnTo>
                      <a:pt x="119" y="247"/>
                    </a:lnTo>
                    <a:lnTo>
                      <a:pt x="91" y="302"/>
                    </a:lnTo>
                    <a:lnTo>
                      <a:pt x="55" y="356"/>
                    </a:lnTo>
                    <a:lnTo>
                      <a:pt x="37" y="411"/>
                    </a:lnTo>
                    <a:lnTo>
                      <a:pt x="18" y="466"/>
                    </a:lnTo>
                    <a:lnTo>
                      <a:pt x="9" y="530"/>
                    </a:lnTo>
                    <a:lnTo>
                      <a:pt x="0" y="584"/>
                    </a:lnTo>
                    <a:lnTo>
                      <a:pt x="0" y="648"/>
                    </a:lnTo>
                    <a:lnTo>
                      <a:pt x="9" y="703"/>
                    </a:lnTo>
                    <a:lnTo>
                      <a:pt x="18" y="767"/>
                    </a:lnTo>
                    <a:lnTo>
                      <a:pt x="37" y="821"/>
                    </a:lnTo>
                    <a:lnTo>
                      <a:pt x="55" y="876"/>
                    </a:lnTo>
                    <a:lnTo>
                      <a:pt x="91" y="931"/>
                    </a:lnTo>
                    <a:lnTo>
                      <a:pt x="119" y="976"/>
                    </a:lnTo>
                    <a:lnTo>
                      <a:pt x="155" y="1022"/>
                    </a:lnTo>
                    <a:lnTo>
                      <a:pt x="201" y="1068"/>
                    </a:lnTo>
                    <a:lnTo>
                      <a:pt x="246" y="1113"/>
                    </a:lnTo>
                    <a:lnTo>
                      <a:pt x="301" y="1140"/>
                    </a:lnTo>
                    <a:lnTo>
                      <a:pt x="356" y="1177"/>
                    </a:lnTo>
                    <a:lnTo>
                      <a:pt x="410" y="1195"/>
                    </a:lnTo>
                    <a:lnTo>
                      <a:pt x="474" y="1213"/>
                    </a:lnTo>
                    <a:lnTo>
                      <a:pt x="529" y="1223"/>
                    </a:lnTo>
                    <a:lnTo>
                      <a:pt x="593" y="1232"/>
                    </a:lnTo>
                    <a:lnTo>
                      <a:pt x="648" y="1232"/>
                    </a:lnTo>
                    <a:lnTo>
                      <a:pt x="711" y="1223"/>
                    </a:lnTo>
                    <a:lnTo>
                      <a:pt x="766" y="1213"/>
                    </a:lnTo>
                    <a:lnTo>
                      <a:pt x="821" y="1195"/>
                    </a:lnTo>
                    <a:lnTo>
                      <a:pt x="876" y="1177"/>
                    </a:lnTo>
                    <a:lnTo>
                      <a:pt x="930" y="1150"/>
                    </a:lnTo>
                    <a:lnTo>
                      <a:pt x="976" y="1113"/>
                    </a:lnTo>
                    <a:lnTo>
                      <a:pt x="1031" y="1077"/>
                    </a:lnTo>
                    <a:lnTo>
                      <a:pt x="1067" y="1031"/>
                    </a:lnTo>
                    <a:lnTo>
                      <a:pt x="1113" y="985"/>
                    </a:lnTo>
                    <a:lnTo>
                      <a:pt x="1149" y="931"/>
                    </a:lnTo>
                    <a:lnTo>
                      <a:pt x="1176" y="876"/>
                    </a:lnTo>
                    <a:lnTo>
                      <a:pt x="1195" y="821"/>
                    </a:lnTo>
                    <a:lnTo>
                      <a:pt x="1213" y="758"/>
                    </a:lnTo>
                    <a:lnTo>
                      <a:pt x="1222" y="703"/>
                    </a:lnTo>
                    <a:lnTo>
                      <a:pt x="1231" y="639"/>
                    </a:lnTo>
                    <a:lnTo>
                      <a:pt x="1231" y="584"/>
                    </a:lnTo>
                    <a:lnTo>
                      <a:pt x="1222" y="530"/>
                    </a:lnTo>
                    <a:lnTo>
                      <a:pt x="1213" y="466"/>
                    </a:lnTo>
                    <a:lnTo>
                      <a:pt x="1195" y="411"/>
                    </a:lnTo>
                    <a:lnTo>
                      <a:pt x="1176" y="356"/>
                    </a:lnTo>
                    <a:lnTo>
                      <a:pt x="1149" y="302"/>
                    </a:lnTo>
                    <a:lnTo>
                      <a:pt x="1113" y="256"/>
                    </a:lnTo>
                    <a:lnTo>
                      <a:pt x="1076" y="201"/>
                    </a:lnTo>
                    <a:lnTo>
                      <a:pt x="1031" y="165"/>
                    </a:lnTo>
                    <a:lnTo>
                      <a:pt x="985" y="119"/>
                    </a:lnTo>
                    <a:lnTo>
                      <a:pt x="930" y="83"/>
                    </a:lnTo>
                    <a:lnTo>
                      <a:pt x="876" y="55"/>
                    </a:lnTo>
                    <a:lnTo>
                      <a:pt x="821" y="37"/>
                    </a:lnTo>
                    <a:lnTo>
                      <a:pt x="766" y="19"/>
                    </a:lnTo>
                    <a:lnTo>
                      <a:pt x="702" y="10"/>
                    </a:lnTo>
                    <a:lnTo>
                      <a:pt x="6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3">
                <a:extLst>
                  <a:ext uri="{FF2B5EF4-FFF2-40B4-BE49-F238E27FC236}">
                    <a16:creationId xmlns:a16="http://schemas.microsoft.com/office/drawing/2014/main" id="{6EFB318B-50DD-E046-16F9-9F1826ED198C}"/>
                  </a:ext>
                </a:extLst>
              </p:cNvPr>
              <p:cNvSpPr/>
              <p:nvPr/>
            </p:nvSpPr>
            <p:spPr>
              <a:xfrm>
                <a:off x="3603138" y="2348106"/>
                <a:ext cx="1937749" cy="1518059"/>
              </a:xfrm>
              <a:custGeom>
                <a:avLst/>
                <a:gdLst/>
                <a:ahLst/>
                <a:cxnLst/>
                <a:rect l="l" t="t" r="r" b="b"/>
                <a:pathLst>
                  <a:path w="37597" h="29454" extrusionOk="0">
                    <a:moveTo>
                      <a:pt x="14198" y="520"/>
                    </a:moveTo>
                    <a:lnTo>
                      <a:pt x="14463" y="529"/>
                    </a:lnTo>
                    <a:lnTo>
                      <a:pt x="14727" y="557"/>
                    </a:lnTo>
                    <a:lnTo>
                      <a:pt x="14992" y="593"/>
                    </a:lnTo>
                    <a:lnTo>
                      <a:pt x="15247" y="639"/>
                    </a:lnTo>
                    <a:lnTo>
                      <a:pt x="15502" y="702"/>
                    </a:lnTo>
                    <a:lnTo>
                      <a:pt x="15748" y="785"/>
                    </a:lnTo>
                    <a:lnTo>
                      <a:pt x="15986" y="876"/>
                    </a:lnTo>
                    <a:lnTo>
                      <a:pt x="16223" y="985"/>
                    </a:lnTo>
                    <a:lnTo>
                      <a:pt x="16460" y="1095"/>
                    </a:lnTo>
                    <a:lnTo>
                      <a:pt x="16679" y="1231"/>
                    </a:lnTo>
                    <a:lnTo>
                      <a:pt x="16897" y="1377"/>
                    </a:lnTo>
                    <a:lnTo>
                      <a:pt x="17107" y="1532"/>
                    </a:lnTo>
                    <a:lnTo>
                      <a:pt x="17308" y="1696"/>
                    </a:lnTo>
                    <a:lnTo>
                      <a:pt x="17499" y="1879"/>
                    </a:lnTo>
                    <a:lnTo>
                      <a:pt x="17682" y="2070"/>
                    </a:lnTo>
                    <a:lnTo>
                      <a:pt x="17855" y="2271"/>
                    </a:lnTo>
                    <a:lnTo>
                      <a:pt x="17992" y="2435"/>
                    </a:lnTo>
                    <a:lnTo>
                      <a:pt x="18183" y="2344"/>
                    </a:lnTo>
                    <a:lnTo>
                      <a:pt x="18356" y="2253"/>
                    </a:lnTo>
                    <a:lnTo>
                      <a:pt x="18530" y="2180"/>
                    </a:lnTo>
                    <a:lnTo>
                      <a:pt x="18712" y="2098"/>
                    </a:lnTo>
                    <a:lnTo>
                      <a:pt x="18894" y="2034"/>
                    </a:lnTo>
                    <a:lnTo>
                      <a:pt x="19077" y="1970"/>
                    </a:lnTo>
                    <a:lnTo>
                      <a:pt x="19259" y="1915"/>
                    </a:lnTo>
                    <a:lnTo>
                      <a:pt x="19442" y="1860"/>
                    </a:lnTo>
                    <a:lnTo>
                      <a:pt x="19633" y="1815"/>
                    </a:lnTo>
                    <a:lnTo>
                      <a:pt x="19824" y="1769"/>
                    </a:lnTo>
                    <a:lnTo>
                      <a:pt x="20007" y="1733"/>
                    </a:lnTo>
                    <a:lnTo>
                      <a:pt x="20198" y="1705"/>
                    </a:lnTo>
                    <a:lnTo>
                      <a:pt x="20390" y="1678"/>
                    </a:lnTo>
                    <a:lnTo>
                      <a:pt x="20581" y="1660"/>
                    </a:lnTo>
                    <a:lnTo>
                      <a:pt x="20782" y="1651"/>
                    </a:lnTo>
                    <a:lnTo>
                      <a:pt x="20973" y="1642"/>
                    </a:lnTo>
                    <a:lnTo>
                      <a:pt x="21174" y="1633"/>
                    </a:lnTo>
                    <a:lnTo>
                      <a:pt x="21429" y="1642"/>
                    </a:lnTo>
                    <a:lnTo>
                      <a:pt x="21694" y="1660"/>
                    </a:lnTo>
                    <a:lnTo>
                      <a:pt x="21949" y="1678"/>
                    </a:lnTo>
                    <a:lnTo>
                      <a:pt x="22204" y="1715"/>
                    </a:lnTo>
                    <a:lnTo>
                      <a:pt x="22460" y="1760"/>
                    </a:lnTo>
                    <a:lnTo>
                      <a:pt x="22715" y="1815"/>
                    </a:lnTo>
                    <a:lnTo>
                      <a:pt x="22961" y="1879"/>
                    </a:lnTo>
                    <a:lnTo>
                      <a:pt x="23207" y="1952"/>
                    </a:lnTo>
                    <a:lnTo>
                      <a:pt x="23445" y="2034"/>
                    </a:lnTo>
                    <a:lnTo>
                      <a:pt x="23691" y="2125"/>
                    </a:lnTo>
                    <a:lnTo>
                      <a:pt x="23928" y="2225"/>
                    </a:lnTo>
                    <a:lnTo>
                      <a:pt x="24156" y="2335"/>
                    </a:lnTo>
                    <a:lnTo>
                      <a:pt x="24384" y="2453"/>
                    </a:lnTo>
                    <a:lnTo>
                      <a:pt x="24612" y="2590"/>
                    </a:lnTo>
                    <a:lnTo>
                      <a:pt x="24831" y="2727"/>
                    </a:lnTo>
                    <a:lnTo>
                      <a:pt x="25040" y="2873"/>
                    </a:lnTo>
                    <a:lnTo>
                      <a:pt x="25159" y="2955"/>
                    </a:lnTo>
                    <a:lnTo>
                      <a:pt x="25296" y="2900"/>
                    </a:lnTo>
                    <a:lnTo>
                      <a:pt x="25478" y="2827"/>
                    </a:lnTo>
                    <a:lnTo>
                      <a:pt x="25660" y="2772"/>
                    </a:lnTo>
                    <a:lnTo>
                      <a:pt x="25852" y="2718"/>
                    </a:lnTo>
                    <a:lnTo>
                      <a:pt x="26034" y="2681"/>
                    </a:lnTo>
                    <a:lnTo>
                      <a:pt x="26226" y="2645"/>
                    </a:lnTo>
                    <a:lnTo>
                      <a:pt x="26417" y="2626"/>
                    </a:lnTo>
                    <a:lnTo>
                      <a:pt x="26609" y="2608"/>
                    </a:lnTo>
                    <a:lnTo>
                      <a:pt x="26983" y="2608"/>
                    </a:lnTo>
                    <a:lnTo>
                      <a:pt x="27147" y="2617"/>
                    </a:lnTo>
                    <a:lnTo>
                      <a:pt x="27320" y="2636"/>
                    </a:lnTo>
                    <a:lnTo>
                      <a:pt x="27484" y="2663"/>
                    </a:lnTo>
                    <a:lnTo>
                      <a:pt x="27648" y="2690"/>
                    </a:lnTo>
                    <a:lnTo>
                      <a:pt x="27812" y="2736"/>
                    </a:lnTo>
                    <a:lnTo>
                      <a:pt x="27967" y="2772"/>
                    </a:lnTo>
                    <a:lnTo>
                      <a:pt x="28132" y="2827"/>
                    </a:lnTo>
                    <a:lnTo>
                      <a:pt x="28287" y="2882"/>
                    </a:lnTo>
                    <a:lnTo>
                      <a:pt x="28432" y="2946"/>
                    </a:lnTo>
                    <a:lnTo>
                      <a:pt x="28587" y="3019"/>
                    </a:lnTo>
                    <a:lnTo>
                      <a:pt x="28724" y="3092"/>
                    </a:lnTo>
                    <a:lnTo>
                      <a:pt x="28870" y="3174"/>
                    </a:lnTo>
                    <a:lnTo>
                      <a:pt x="29007" y="3256"/>
                    </a:lnTo>
                    <a:lnTo>
                      <a:pt x="29144" y="3356"/>
                    </a:lnTo>
                    <a:lnTo>
                      <a:pt x="29271" y="3447"/>
                    </a:lnTo>
                    <a:lnTo>
                      <a:pt x="29399" y="3547"/>
                    </a:lnTo>
                    <a:lnTo>
                      <a:pt x="29527" y="3657"/>
                    </a:lnTo>
                    <a:lnTo>
                      <a:pt x="29645" y="3775"/>
                    </a:lnTo>
                    <a:lnTo>
                      <a:pt x="29755" y="3894"/>
                    </a:lnTo>
                    <a:lnTo>
                      <a:pt x="29864" y="4012"/>
                    </a:lnTo>
                    <a:lnTo>
                      <a:pt x="29974" y="4140"/>
                    </a:lnTo>
                    <a:lnTo>
                      <a:pt x="30074" y="4268"/>
                    </a:lnTo>
                    <a:lnTo>
                      <a:pt x="30165" y="4405"/>
                    </a:lnTo>
                    <a:lnTo>
                      <a:pt x="30256" y="4541"/>
                    </a:lnTo>
                    <a:lnTo>
                      <a:pt x="30338" y="4687"/>
                    </a:lnTo>
                    <a:lnTo>
                      <a:pt x="30420" y="4833"/>
                    </a:lnTo>
                    <a:lnTo>
                      <a:pt x="30484" y="4988"/>
                    </a:lnTo>
                    <a:lnTo>
                      <a:pt x="30557" y="5143"/>
                    </a:lnTo>
                    <a:lnTo>
                      <a:pt x="30612" y="5298"/>
                    </a:lnTo>
                    <a:lnTo>
                      <a:pt x="30667" y="5462"/>
                    </a:lnTo>
                    <a:lnTo>
                      <a:pt x="30712" y="5626"/>
                    </a:lnTo>
                    <a:lnTo>
                      <a:pt x="30767" y="5854"/>
                    </a:lnTo>
                    <a:lnTo>
                      <a:pt x="30995" y="5827"/>
                    </a:lnTo>
                    <a:lnTo>
                      <a:pt x="31250" y="5800"/>
                    </a:lnTo>
                    <a:lnTo>
                      <a:pt x="31478" y="5791"/>
                    </a:lnTo>
                    <a:lnTo>
                      <a:pt x="31688" y="5800"/>
                    </a:lnTo>
                    <a:lnTo>
                      <a:pt x="31888" y="5818"/>
                    </a:lnTo>
                    <a:lnTo>
                      <a:pt x="32089" y="5836"/>
                    </a:lnTo>
                    <a:lnTo>
                      <a:pt x="32290" y="5873"/>
                    </a:lnTo>
                    <a:lnTo>
                      <a:pt x="32490" y="5918"/>
                    </a:lnTo>
                    <a:lnTo>
                      <a:pt x="32682" y="5973"/>
                    </a:lnTo>
                    <a:lnTo>
                      <a:pt x="32864" y="6037"/>
                    </a:lnTo>
                    <a:lnTo>
                      <a:pt x="33046" y="6110"/>
                    </a:lnTo>
                    <a:lnTo>
                      <a:pt x="33229" y="6192"/>
                    </a:lnTo>
                    <a:lnTo>
                      <a:pt x="33402" y="6283"/>
                    </a:lnTo>
                    <a:lnTo>
                      <a:pt x="33566" y="6374"/>
                    </a:lnTo>
                    <a:lnTo>
                      <a:pt x="33730" y="6484"/>
                    </a:lnTo>
                    <a:lnTo>
                      <a:pt x="33895" y="6593"/>
                    </a:lnTo>
                    <a:lnTo>
                      <a:pt x="34050" y="6712"/>
                    </a:lnTo>
                    <a:lnTo>
                      <a:pt x="34195" y="6839"/>
                    </a:lnTo>
                    <a:lnTo>
                      <a:pt x="34332" y="6976"/>
                    </a:lnTo>
                    <a:lnTo>
                      <a:pt x="34469" y="7113"/>
                    </a:lnTo>
                    <a:lnTo>
                      <a:pt x="34597" y="7259"/>
                    </a:lnTo>
                    <a:lnTo>
                      <a:pt x="34715" y="7414"/>
                    </a:lnTo>
                    <a:lnTo>
                      <a:pt x="34825" y="7578"/>
                    </a:lnTo>
                    <a:lnTo>
                      <a:pt x="34934" y="7733"/>
                    </a:lnTo>
                    <a:lnTo>
                      <a:pt x="35025" y="7906"/>
                    </a:lnTo>
                    <a:lnTo>
                      <a:pt x="35116" y="8079"/>
                    </a:lnTo>
                    <a:lnTo>
                      <a:pt x="35198" y="8262"/>
                    </a:lnTo>
                    <a:lnTo>
                      <a:pt x="35271" y="8444"/>
                    </a:lnTo>
                    <a:lnTo>
                      <a:pt x="35335" y="8626"/>
                    </a:lnTo>
                    <a:lnTo>
                      <a:pt x="35390" y="8818"/>
                    </a:lnTo>
                    <a:lnTo>
                      <a:pt x="35436" y="9019"/>
                    </a:lnTo>
                    <a:lnTo>
                      <a:pt x="35472" y="9219"/>
                    </a:lnTo>
                    <a:lnTo>
                      <a:pt x="35490" y="9420"/>
                    </a:lnTo>
                    <a:lnTo>
                      <a:pt x="35509" y="9620"/>
                    </a:lnTo>
                    <a:lnTo>
                      <a:pt x="35518" y="9830"/>
                    </a:lnTo>
                    <a:lnTo>
                      <a:pt x="35509" y="10085"/>
                    </a:lnTo>
                    <a:lnTo>
                      <a:pt x="35472" y="10368"/>
                    </a:lnTo>
                    <a:lnTo>
                      <a:pt x="35463" y="10496"/>
                    </a:lnTo>
                    <a:lnTo>
                      <a:pt x="35545" y="10578"/>
                    </a:lnTo>
                    <a:lnTo>
                      <a:pt x="35718" y="10788"/>
                    </a:lnTo>
                    <a:lnTo>
                      <a:pt x="35891" y="11006"/>
                    </a:lnTo>
                    <a:lnTo>
                      <a:pt x="36047" y="11234"/>
                    </a:lnTo>
                    <a:lnTo>
                      <a:pt x="36202" y="11462"/>
                    </a:lnTo>
                    <a:lnTo>
                      <a:pt x="36338" y="11699"/>
                    </a:lnTo>
                    <a:lnTo>
                      <a:pt x="36457" y="11937"/>
                    </a:lnTo>
                    <a:lnTo>
                      <a:pt x="36575" y="12183"/>
                    </a:lnTo>
                    <a:lnTo>
                      <a:pt x="36676" y="12438"/>
                    </a:lnTo>
                    <a:lnTo>
                      <a:pt x="36767" y="12693"/>
                    </a:lnTo>
                    <a:lnTo>
                      <a:pt x="36849" y="12949"/>
                    </a:lnTo>
                    <a:lnTo>
                      <a:pt x="36913" y="13213"/>
                    </a:lnTo>
                    <a:lnTo>
                      <a:pt x="36977" y="13478"/>
                    </a:lnTo>
                    <a:lnTo>
                      <a:pt x="37013" y="13751"/>
                    </a:lnTo>
                    <a:lnTo>
                      <a:pt x="37050" y="14025"/>
                    </a:lnTo>
                    <a:lnTo>
                      <a:pt x="37068" y="14298"/>
                    </a:lnTo>
                    <a:lnTo>
                      <a:pt x="37077" y="14572"/>
                    </a:lnTo>
                    <a:lnTo>
                      <a:pt x="37068" y="14882"/>
                    </a:lnTo>
                    <a:lnTo>
                      <a:pt x="37040" y="15183"/>
                    </a:lnTo>
                    <a:lnTo>
                      <a:pt x="37004" y="15484"/>
                    </a:lnTo>
                    <a:lnTo>
                      <a:pt x="36949" y="15775"/>
                    </a:lnTo>
                    <a:lnTo>
                      <a:pt x="36885" y="16058"/>
                    </a:lnTo>
                    <a:lnTo>
                      <a:pt x="36803" y="16341"/>
                    </a:lnTo>
                    <a:lnTo>
                      <a:pt x="36712" y="16623"/>
                    </a:lnTo>
                    <a:lnTo>
                      <a:pt x="36603" y="16897"/>
                    </a:lnTo>
                    <a:lnTo>
                      <a:pt x="36484" y="17152"/>
                    </a:lnTo>
                    <a:lnTo>
                      <a:pt x="36357" y="17417"/>
                    </a:lnTo>
                    <a:lnTo>
                      <a:pt x="36211" y="17663"/>
                    </a:lnTo>
                    <a:lnTo>
                      <a:pt x="36056" y="17909"/>
                    </a:lnTo>
                    <a:lnTo>
                      <a:pt x="35882" y="18137"/>
                    </a:lnTo>
                    <a:lnTo>
                      <a:pt x="35709" y="18365"/>
                    </a:lnTo>
                    <a:lnTo>
                      <a:pt x="35518" y="18584"/>
                    </a:lnTo>
                    <a:lnTo>
                      <a:pt x="35326" y="18794"/>
                    </a:lnTo>
                    <a:lnTo>
                      <a:pt x="35116" y="18985"/>
                    </a:lnTo>
                    <a:lnTo>
                      <a:pt x="34898" y="19177"/>
                    </a:lnTo>
                    <a:lnTo>
                      <a:pt x="34679" y="19350"/>
                    </a:lnTo>
                    <a:lnTo>
                      <a:pt x="34442" y="19523"/>
                    </a:lnTo>
                    <a:lnTo>
                      <a:pt x="34195" y="19678"/>
                    </a:lnTo>
                    <a:lnTo>
                      <a:pt x="33949" y="19815"/>
                    </a:lnTo>
                    <a:lnTo>
                      <a:pt x="33694" y="19952"/>
                    </a:lnTo>
                    <a:lnTo>
                      <a:pt x="33429" y="20070"/>
                    </a:lnTo>
                    <a:lnTo>
                      <a:pt x="33156" y="20180"/>
                    </a:lnTo>
                    <a:lnTo>
                      <a:pt x="32882" y="20271"/>
                    </a:lnTo>
                    <a:lnTo>
                      <a:pt x="32600" y="20353"/>
                    </a:lnTo>
                    <a:lnTo>
                      <a:pt x="32308" y="20417"/>
                    </a:lnTo>
                    <a:lnTo>
                      <a:pt x="32016" y="20471"/>
                    </a:lnTo>
                    <a:lnTo>
                      <a:pt x="31715" y="20508"/>
                    </a:lnTo>
                    <a:lnTo>
                      <a:pt x="31414" y="20535"/>
                    </a:lnTo>
                    <a:lnTo>
                      <a:pt x="30803" y="20535"/>
                    </a:lnTo>
                    <a:lnTo>
                      <a:pt x="30502" y="20508"/>
                    </a:lnTo>
                    <a:lnTo>
                      <a:pt x="30211" y="20471"/>
                    </a:lnTo>
                    <a:lnTo>
                      <a:pt x="29919" y="20417"/>
                    </a:lnTo>
                    <a:lnTo>
                      <a:pt x="29782" y="20399"/>
                    </a:lnTo>
                    <a:lnTo>
                      <a:pt x="29682" y="20481"/>
                    </a:lnTo>
                    <a:lnTo>
                      <a:pt x="29563" y="20581"/>
                    </a:lnTo>
                    <a:lnTo>
                      <a:pt x="29445" y="20681"/>
                    </a:lnTo>
                    <a:lnTo>
                      <a:pt x="29317" y="20772"/>
                    </a:lnTo>
                    <a:lnTo>
                      <a:pt x="29180" y="20854"/>
                    </a:lnTo>
                    <a:lnTo>
                      <a:pt x="29043" y="20927"/>
                    </a:lnTo>
                    <a:lnTo>
                      <a:pt x="28907" y="21000"/>
                    </a:lnTo>
                    <a:lnTo>
                      <a:pt x="28770" y="21064"/>
                    </a:lnTo>
                    <a:lnTo>
                      <a:pt x="28624" y="21128"/>
                    </a:lnTo>
                    <a:lnTo>
                      <a:pt x="28478" y="21174"/>
                    </a:lnTo>
                    <a:lnTo>
                      <a:pt x="28332" y="21219"/>
                    </a:lnTo>
                    <a:lnTo>
                      <a:pt x="28186" y="21265"/>
                    </a:lnTo>
                    <a:lnTo>
                      <a:pt x="28031" y="21292"/>
                    </a:lnTo>
                    <a:lnTo>
                      <a:pt x="27876" y="21320"/>
                    </a:lnTo>
                    <a:lnTo>
                      <a:pt x="27721" y="21338"/>
                    </a:lnTo>
                    <a:lnTo>
                      <a:pt x="27566" y="21347"/>
                    </a:lnTo>
                    <a:lnTo>
                      <a:pt x="27411" y="21347"/>
                    </a:lnTo>
                    <a:lnTo>
                      <a:pt x="27247" y="21338"/>
                    </a:lnTo>
                    <a:lnTo>
                      <a:pt x="27019" y="21329"/>
                    </a:lnTo>
                    <a:lnTo>
                      <a:pt x="26946" y="21484"/>
                    </a:lnTo>
                    <a:lnTo>
                      <a:pt x="26846" y="21666"/>
                    </a:lnTo>
                    <a:lnTo>
                      <a:pt x="26746" y="21848"/>
                    </a:lnTo>
                    <a:lnTo>
                      <a:pt x="26627" y="22031"/>
                    </a:lnTo>
                    <a:lnTo>
                      <a:pt x="26518" y="22204"/>
                    </a:lnTo>
                    <a:lnTo>
                      <a:pt x="26390" y="22377"/>
                    </a:lnTo>
                    <a:lnTo>
                      <a:pt x="26271" y="22541"/>
                    </a:lnTo>
                    <a:lnTo>
                      <a:pt x="26135" y="22696"/>
                    </a:lnTo>
                    <a:lnTo>
                      <a:pt x="25998" y="22851"/>
                    </a:lnTo>
                    <a:lnTo>
                      <a:pt x="25861" y="22997"/>
                    </a:lnTo>
                    <a:lnTo>
                      <a:pt x="25715" y="23143"/>
                    </a:lnTo>
                    <a:lnTo>
                      <a:pt x="25560" y="23280"/>
                    </a:lnTo>
                    <a:lnTo>
                      <a:pt x="25405" y="23408"/>
                    </a:lnTo>
                    <a:lnTo>
                      <a:pt x="25250" y="23535"/>
                    </a:lnTo>
                    <a:lnTo>
                      <a:pt x="25086" y="23663"/>
                    </a:lnTo>
                    <a:lnTo>
                      <a:pt x="24922" y="23772"/>
                    </a:lnTo>
                    <a:lnTo>
                      <a:pt x="24749" y="23882"/>
                    </a:lnTo>
                    <a:lnTo>
                      <a:pt x="24575" y="23991"/>
                    </a:lnTo>
                    <a:lnTo>
                      <a:pt x="24393" y="24082"/>
                    </a:lnTo>
                    <a:lnTo>
                      <a:pt x="24211" y="24174"/>
                    </a:lnTo>
                    <a:lnTo>
                      <a:pt x="24028" y="24265"/>
                    </a:lnTo>
                    <a:lnTo>
                      <a:pt x="23837" y="24338"/>
                    </a:lnTo>
                    <a:lnTo>
                      <a:pt x="23654" y="24411"/>
                    </a:lnTo>
                    <a:lnTo>
                      <a:pt x="23454" y="24475"/>
                    </a:lnTo>
                    <a:lnTo>
                      <a:pt x="23262" y="24538"/>
                    </a:lnTo>
                    <a:lnTo>
                      <a:pt x="23062" y="24593"/>
                    </a:lnTo>
                    <a:lnTo>
                      <a:pt x="22861" y="24639"/>
                    </a:lnTo>
                    <a:lnTo>
                      <a:pt x="22660" y="24675"/>
                    </a:lnTo>
                    <a:lnTo>
                      <a:pt x="22451" y="24712"/>
                    </a:lnTo>
                    <a:lnTo>
                      <a:pt x="22250" y="24730"/>
                    </a:lnTo>
                    <a:lnTo>
                      <a:pt x="22040" y="24748"/>
                    </a:lnTo>
                    <a:lnTo>
                      <a:pt x="21831" y="24766"/>
                    </a:lnTo>
                    <a:lnTo>
                      <a:pt x="21612" y="24766"/>
                    </a:lnTo>
                    <a:lnTo>
                      <a:pt x="21356" y="24757"/>
                    </a:lnTo>
                    <a:lnTo>
                      <a:pt x="21101" y="24748"/>
                    </a:lnTo>
                    <a:lnTo>
                      <a:pt x="20855" y="24721"/>
                    </a:lnTo>
                    <a:lnTo>
                      <a:pt x="20600" y="24675"/>
                    </a:lnTo>
                    <a:lnTo>
                      <a:pt x="20353" y="24630"/>
                    </a:lnTo>
                    <a:lnTo>
                      <a:pt x="20107" y="24566"/>
                    </a:lnTo>
                    <a:lnTo>
                      <a:pt x="19861" y="24502"/>
                    </a:lnTo>
                    <a:lnTo>
                      <a:pt x="19624" y="24420"/>
                    </a:lnTo>
                    <a:lnTo>
                      <a:pt x="19387" y="24329"/>
                    </a:lnTo>
                    <a:lnTo>
                      <a:pt x="19150" y="24228"/>
                    </a:lnTo>
                    <a:lnTo>
                      <a:pt x="18922" y="24119"/>
                    </a:lnTo>
                    <a:lnTo>
                      <a:pt x="18694" y="24000"/>
                    </a:lnTo>
                    <a:lnTo>
                      <a:pt x="18475" y="23873"/>
                    </a:lnTo>
                    <a:lnTo>
                      <a:pt x="18265" y="23736"/>
                    </a:lnTo>
                    <a:lnTo>
                      <a:pt x="18055" y="23590"/>
                    </a:lnTo>
                    <a:lnTo>
                      <a:pt x="17855" y="23426"/>
                    </a:lnTo>
                    <a:lnTo>
                      <a:pt x="17517" y="23161"/>
                    </a:lnTo>
                    <a:lnTo>
                      <a:pt x="17435" y="23581"/>
                    </a:lnTo>
                    <a:lnTo>
                      <a:pt x="17362" y="23864"/>
                    </a:lnTo>
                    <a:lnTo>
                      <a:pt x="17290" y="24146"/>
                    </a:lnTo>
                    <a:lnTo>
                      <a:pt x="17198" y="24429"/>
                    </a:lnTo>
                    <a:lnTo>
                      <a:pt x="17098" y="24703"/>
                    </a:lnTo>
                    <a:lnTo>
                      <a:pt x="16979" y="24967"/>
                    </a:lnTo>
                    <a:lnTo>
                      <a:pt x="16861" y="25222"/>
                    </a:lnTo>
                    <a:lnTo>
                      <a:pt x="16724" y="25478"/>
                    </a:lnTo>
                    <a:lnTo>
                      <a:pt x="16578" y="25724"/>
                    </a:lnTo>
                    <a:lnTo>
                      <a:pt x="16423" y="25961"/>
                    </a:lnTo>
                    <a:lnTo>
                      <a:pt x="16259" y="26189"/>
                    </a:lnTo>
                    <a:lnTo>
                      <a:pt x="16086" y="26417"/>
                    </a:lnTo>
                    <a:lnTo>
                      <a:pt x="15903" y="26627"/>
                    </a:lnTo>
                    <a:lnTo>
                      <a:pt x="15712" y="26836"/>
                    </a:lnTo>
                    <a:lnTo>
                      <a:pt x="15521" y="27037"/>
                    </a:lnTo>
                    <a:lnTo>
                      <a:pt x="15311" y="27228"/>
                    </a:lnTo>
                    <a:lnTo>
                      <a:pt x="15092" y="27411"/>
                    </a:lnTo>
                    <a:lnTo>
                      <a:pt x="14873" y="27584"/>
                    </a:lnTo>
                    <a:lnTo>
                      <a:pt x="14645" y="27748"/>
                    </a:lnTo>
                    <a:lnTo>
                      <a:pt x="14408" y="27903"/>
                    </a:lnTo>
                    <a:lnTo>
                      <a:pt x="14162" y="28049"/>
                    </a:lnTo>
                    <a:lnTo>
                      <a:pt x="13916" y="28186"/>
                    </a:lnTo>
                    <a:lnTo>
                      <a:pt x="13660" y="28304"/>
                    </a:lnTo>
                    <a:lnTo>
                      <a:pt x="13405" y="28423"/>
                    </a:lnTo>
                    <a:lnTo>
                      <a:pt x="13131" y="28523"/>
                    </a:lnTo>
                    <a:lnTo>
                      <a:pt x="12867" y="28614"/>
                    </a:lnTo>
                    <a:lnTo>
                      <a:pt x="12593" y="28696"/>
                    </a:lnTo>
                    <a:lnTo>
                      <a:pt x="12311" y="28760"/>
                    </a:lnTo>
                    <a:lnTo>
                      <a:pt x="12028" y="28824"/>
                    </a:lnTo>
                    <a:lnTo>
                      <a:pt x="11745" y="28861"/>
                    </a:lnTo>
                    <a:lnTo>
                      <a:pt x="11454" y="28897"/>
                    </a:lnTo>
                    <a:lnTo>
                      <a:pt x="11162" y="28915"/>
                    </a:lnTo>
                    <a:lnTo>
                      <a:pt x="10861" y="28924"/>
                    </a:lnTo>
                    <a:lnTo>
                      <a:pt x="10542" y="28915"/>
                    </a:lnTo>
                    <a:lnTo>
                      <a:pt x="10223" y="28888"/>
                    </a:lnTo>
                    <a:lnTo>
                      <a:pt x="9913" y="28851"/>
                    </a:lnTo>
                    <a:lnTo>
                      <a:pt x="9603" y="28806"/>
                    </a:lnTo>
                    <a:lnTo>
                      <a:pt x="9302" y="28742"/>
                    </a:lnTo>
                    <a:lnTo>
                      <a:pt x="9001" y="28660"/>
                    </a:lnTo>
                    <a:lnTo>
                      <a:pt x="8709" y="28569"/>
                    </a:lnTo>
                    <a:lnTo>
                      <a:pt x="8417" y="28468"/>
                    </a:lnTo>
                    <a:lnTo>
                      <a:pt x="8134" y="28350"/>
                    </a:lnTo>
                    <a:lnTo>
                      <a:pt x="7861" y="28222"/>
                    </a:lnTo>
                    <a:lnTo>
                      <a:pt x="7596" y="28076"/>
                    </a:lnTo>
                    <a:lnTo>
                      <a:pt x="7332" y="27921"/>
                    </a:lnTo>
                    <a:lnTo>
                      <a:pt x="7077" y="27757"/>
                    </a:lnTo>
                    <a:lnTo>
                      <a:pt x="6830" y="27584"/>
                    </a:lnTo>
                    <a:lnTo>
                      <a:pt x="6593" y="27402"/>
                    </a:lnTo>
                    <a:lnTo>
                      <a:pt x="6365" y="27201"/>
                    </a:lnTo>
                    <a:lnTo>
                      <a:pt x="6147" y="27000"/>
                    </a:lnTo>
                    <a:lnTo>
                      <a:pt x="5937" y="26782"/>
                    </a:lnTo>
                    <a:lnTo>
                      <a:pt x="5736" y="26554"/>
                    </a:lnTo>
                    <a:lnTo>
                      <a:pt x="5554" y="26316"/>
                    </a:lnTo>
                    <a:lnTo>
                      <a:pt x="5371" y="26079"/>
                    </a:lnTo>
                    <a:lnTo>
                      <a:pt x="5207" y="25824"/>
                    </a:lnTo>
                    <a:lnTo>
                      <a:pt x="5043" y="25569"/>
                    </a:lnTo>
                    <a:lnTo>
                      <a:pt x="4897" y="25295"/>
                    </a:lnTo>
                    <a:lnTo>
                      <a:pt x="4770" y="25022"/>
                    </a:lnTo>
                    <a:lnTo>
                      <a:pt x="4642" y="24739"/>
                    </a:lnTo>
                    <a:lnTo>
                      <a:pt x="4533" y="24447"/>
                    </a:lnTo>
                    <a:lnTo>
                      <a:pt x="4441" y="24155"/>
                    </a:lnTo>
                    <a:lnTo>
                      <a:pt x="4359" y="23854"/>
                    </a:lnTo>
                    <a:lnTo>
                      <a:pt x="4286" y="23544"/>
                    </a:lnTo>
                    <a:lnTo>
                      <a:pt x="4232" y="23234"/>
                    </a:lnTo>
                    <a:lnTo>
                      <a:pt x="4195" y="22915"/>
                    </a:lnTo>
                    <a:lnTo>
                      <a:pt x="4177" y="22778"/>
                    </a:lnTo>
                    <a:lnTo>
                      <a:pt x="4058" y="22706"/>
                    </a:lnTo>
                    <a:lnTo>
                      <a:pt x="3858" y="22596"/>
                    </a:lnTo>
                    <a:lnTo>
                      <a:pt x="3657" y="22478"/>
                    </a:lnTo>
                    <a:lnTo>
                      <a:pt x="3466" y="22350"/>
                    </a:lnTo>
                    <a:lnTo>
                      <a:pt x="3274" y="22222"/>
                    </a:lnTo>
                    <a:lnTo>
                      <a:pt x="3101" y="22085"/>
                    </a:lnTo>
                    <a:lnTo>
                      <a:pt x="2919" y="21940"/>
                    </a:lnTo>
                    <a:lnTo>
                      <a:pt x="2754" y="21794"/>
                    </a:lnTo>
                    <a:lnTo>
                      <a:pt x="2581" y="21639"/>
                    </a:lnTo>
                    <a:lnTo>
                      <a:pt x="2426" y="21484"/>
                    </a:lnTo>
                    <a:lnTo>
                      <a:pt x="2271" y="21320"/>
                    </a:lnTo>
                    <a:lnTo>
                      <a:pt x="2125" y="21146"/>
                    </a:lnTo>
                    <a:lnTo>
                      <a:pt x="1979" y="20973"/>
                    </a:lnTo>
                    <a:lnTo>
                      <a:pt x="1843" y="20800"/>
                    </a:lnTo>
                    <a:lnTo>
                      <a:pt x="1715" y="20617"/>
                    </a:lnTo>
                    <a:lnTo>
                      <a:pt x="1587" y="20435"/>
                    </a:lnTo>
                    <a:lnTo>
                      <a:pt x="1469" y="20244"/>
                    </a:lnTo>
                    <a:lnTo>
                      <a:pt x="1359" y="20052"/>
                    </a:lnTo>
                    <a:lnTo>
                      <a:pt x="1259" y="19851"/>
                    </a:lnTo>
                    <a:lnTo>
                      <a:pt x="1159" y="19651"/>
                    </a:lnTo>
                    <a:lnTo>
                      <a:pt x="1068" y="19450"/>
                    </a:lnTo>
                    <a:lnTo>
                      <a:pt x="985" y="19240"/>
                    </a:lnTo>
                    <a:lnTo>
                      <a:pt x="903" y="19031"/>
                    </a:lnTo>
                    <a:lnTo>
                      <a:pt x="830" y="18821"/>
                    </a:lnTo>
                    <a:lnTo>
                      <a:pt x="767" y="18602"/>
                    </a:lnTo>
                    <a:lnTo>
                      <a:pt x="712" y="18383"/>
                    </a:lnTo>
                    <a:lnTo>
                      <a:pt x="666" y="18164"/>
                    </a:lnTo>
                    <a:lnTo>
                      <a:pt x="621" y="17946"/>
                    </a:lnTo>
                    <a:lnTo>
                      <a:pt x="584" y="17718"/>
                    </a:lnTo>
                    <a:lnTo>
                      <a:pt x="557" y="17490"/>
                    </a:lnTo>
                    <a:lnTo>
                      <a:pt x="539" y="17262"/>
                    </a:lnTo>
                    <a:lnTo>
                      <a:pt x="530" y="17034"/>
                    </a:lnTo>
                    <a:lnTo>
                      <a:pt x="520" y="16806"/>
                    </a:lnTo>
                    <a:lnTo>
                      <a:pt x="530" y="16523"/>
                    </a:lnTo>
                    <a:lnTo>
                      <a:pt x="548" y="16240"/>
                    </a:lnTo>
                    <a:lnTo>
                      <a:pt x="575" y="15958"/>
                    </a:lnTo>
                    <a:lnTo>
                      <a:pt x="621" y="15675"/>
                    </a:lnTo>
                    <a:lnTo>
                      <a:pt x="666" y="15402"/>
                    </a:lnTo>
                    <a:lnTo>
                      <a:pt x="730" y="15128"/>
                    </a:lnTo>
                    <a:lnTo>
                      <a:pt x="812" y="14854"/>
                    </a:lnTo>
                    <a:lnTo>
                      <a:pt x="894" y="14590"/>
                    </a:lnTo>
                    <a:lnTo>
                      <a:pt x="931" y="14490"/>
                    </a:lnTo>
                    <a:lnTo>
                      <a:pt x="894" y="14399"/>
                    </a:lnTo>
                    <a:lnTo>
                      <a:pt x="803" y="14180"/>
                    </a:lnTo>
                    <a:lnTo>
                      <a:pt x="730" y="13961"/>
                    </a:lnTo>
                    <a:lnTo>
                      <a:pt x="666" y="13733"/>
                    </a:lnTo>
                    <a:lnTo>
                      <a:pt x="621" y="13505"/>
                    </a:lnTo>
                    <a:lnTo>
                      <a:pt x="575" y="13277"/>
                    </a:lnTo>
                    <a:lnTo>
                      <a:pt x="548" y="13040"/>
                    </a:lnTo>
                    <a:lnTo>
                      <a:pt x="530" y="12812"/>
                    </a:lnTo>
                    <a:lnTo>
                      <a:pt x="520" y="12575"/>
                    </a:lnTo>
                    <a:lnTo>
                      <a:pt x="530" y="12383"/>
                    </a:lnTo>
                    <a:lnTo>
                      <a:pt x="539" y="12201"/>
                    </a:lnTo>
                    <a:lnTo>
                      <a:pt x="557" y="12019"/>
                    </a:lnTo>
                    <a:lnTo>
                      <a:pt x="584" y="11836"/>
                    </a:lnTo>
                    <a:lnTo>
                      <a:pt x="612" y="11663"/>
                    </a:lnTo>
                    <a:lnTo>
                      <a:pt x="648" y="11481"/>
                    </a:lnTo>
                    <a:lnTo>
                      <a:pt x="694" y="11307"/>
                    </a:lnTo>
                    <a:lnTo>
                      <a:pt x="748" y="11143"/>
                    </a:lnTo>
                    <a:lnTo>
                      <a:pt x="803" y="10970"/>
                    </a:lnTo>
                    <a:lnTo>
                      <a:pt x="867" y="10806"/>
                    </a:lnTo>
                    <a:lnTo>
                      <a:pt x="940" y="10642"/>
                    </a:lnTo>
                    <a:lnTo>
                      <a:pt x="1022" y="10478"/>
                    </a:lnTo>
                    <a:lnTo>
                      <a:pt x="1104" y="10323"/>
                    </a:lnTo>
                    <a:lnTo>
                      <a:pt x="1186" y="10168"/>
                    </a:lnTo>
                    <a:lnTo>
                      <a:pt x="1286" y="10012"/>
                    </a:lnTo>
                    <a:lnTo>
                      <a:pt x="1387" y="9867"/>
                    </a:lnTo>
                    <a:lnTo>
                      <a:pt x="1487" y="9721"/>
                    </a:lnTo>
                    <a:lnTo>
                      <a:pt x="1596" y="9584"/>
                    </a:lnTo>
                    <a:lnTo>
                      <a:pt x="1715" y="9447"/>
                    </a:lnTo>
                    <a:lnTo>
                      <a:pt x="1833" y="9319"/>
                    </a:lnTo>
                    <a:lnTo>
                      <a:pt x="1961" y="9192"/>
                    </a:lnTo>
                    <a:lnTo>
                      <a:pt x="2089" y="9073"/>
                    </a:lnTo>
                    <a:lnTo>
                      <a:pt x="2226" y="8955"/>
                    </a:lnTo>
                    <a:lnTo>
                      <a:pt x="2371" y="8836"/>
                    </a:lnTo>
                    <a:lnTo>
                      <a:pt x="2517" y="8736"/>
                    </a:lnTo>
                    <a:lnTo>
                      <a:pt x="2663" y="8636"/>
                    </a:lnTo>
                    <a:lnTo>
                      <a:pt x="2818" y="8535"/>
                    </a:lnTo>
                    <a:lnTo>
                      <a:pt x="2973" y="8444"/>
                    </a:lnTo>
                    <a:lnTo>
                      <a:pt x="3137" y="8362"/>
                    </a:lnTo>
                    <a:lnTo>
                      <a:pt x="3302" y="8280"/>
                    </a:lnTo>
                    <a:lnTo>
                      <a:pt x="3475" y="8207"/>
                    </a:lnTo>
                    <a:lnTo>
                      <a:pt x="3639" y="8143"/>
                    </a:lnTo>
                    <a:lnTo>
                      <a:pt x="3748" y="8107"/>
                    </a:lnTo>
                    <a:lnTo>
                      <a:pt x="3794" y="8016"/>
                    </a:lnTo>
                    <a:lnTo>
                      <a:pt x="3894" y="7815"/>
                    </a:lnTo>
                    <a:lnTo>
                      <a:pt x="4004" y="7614"/>
                    </a:lnTo>
                    <a:lnTo>
                      <a:pt x="4113" y="7423"/>
                    </a:lnTo>
                    <a:lnTo>
                      <a:pt x="4241" y="7231"/>
                    </a:lnTo>
                    <a:lnTo>
                      <a:pt x="4359" y="7049"/>
                    </a:lnTo>
                    <a:lnTo>
                      <a:pt x="4496" y="6876"/>
                    </a:lnTo>
                    <a:lnTo>
                      <a:pt x="4633" y="6702"/>
                    </a:lnTo>
                    <a:lnTo>
                      <a:pt x="4779" y="6529"/>
                    </a:lnTo>
                    <a:lnTo>
                      <a:pt x="4925" y="6365"/>
                    </a:lnTo>
                    <a:lnTo>
                      <a:pt x="5080" y="6210"/>
                    </a:lnTo>
                    <a:lnTo>
                      <a:pt x="5235" y="6055"/>
                    </a:lnTo>
                    <a:lnTo>
                      <a:pt x="5399" y="5909"/>
                    </a:lnTo>
                    <a:lnTo>
                      <a:pt x="5563" y="5763"/>
                    </a:lnTo>
                    <a:lnTo>
                      <a:pt x="5736" y="5626"/>
                    </a:lnTo>
                    <a:lnTo>
                      <a:pt x="5919" y="5499"/>
                    </a:lnTo>
                    <a:lnTo>
                      <a:pt x="6092" y="5371"/>
                    </a:lnTo>
                    <a:lnTo>
                      <a:pt x="6283" y="5253"/>
                    </a:lnTo>
                    <a:lnTo>
                      <a:pt x="6466" y="5143"/>
                    </a:lnTo>
                    <a:lnTo>
                      <a:pt x="6657" y="5034"/>
                    </a:lnTo>
                    <a:lnTo>
                      <a:pt x="6858" y="4933"/>
                    </a:lnTo>
                    <a:lnTo>
                      <a:pt x="7049" y="4842"/>
                    </a:lnTo>
                    <a:lnTo>
                      <a:pt x="7250" y="4751"/>
                    </a:lnTo>
                    <a:lnTo>
                      <a:pt x="7460" y="4669"/>
                    </a:lnTo>
                    <a:lnTo>
                      <a:pt x="7669" y="4596"/>
                    </a:lnTo>
                    <a:lnTo>
                      <a:pt x="7879" y="4523"/>
                    </a:lnTo>
                    <a:lnTo>
                      <a:pt x="8089" y="4468"/>
                    </a:lnTo>
                    <a:lnTo>
                      <a:pt x="8308" y="4414"/>
                    </a:lnTo>
                    <a:lnTo>
                      <a:pt x="8527" y="4368"/>
                    </a:lnTo>
                    <a:lnTo>
                      <a:pt x="8745" y="4323"/>
                    </a:lnTo>
                    <a:lnTo>
                      <a:pt x="8964" y="4295"/>
                    </a:lnTo>
                    <a:lnTo>
                      <a:pt x="9183" y="4268"/>
                    </a:lnTo>
                    <a:lnTo>
                      <a:pt x="9411" y="4250"/>
                    </a:lnTo>
                    <a:lnTo>
                      <a:pt x="9603" y="4240"/>
                    </a:lnTo>
                    <a:lnTo>
                      <a:pt x="9648" y="4049"/>
                    </a:lnTo>
                    <a:lnTo>
                      <a:pt x="9703" y="3857"/>
                    </a:lnTo>
                    <a:lnTo>
                      <a:pt x="9767" y="3675"/>
                    </a:lnTo>
                    <a:lnTo>
                      <a:pt x="9830" y="3484"/>
                    </a:lnTo>
                    <a:lnTo>
                      <a:pt x="9913" y="3301"/>
                    </a:lnTo>
                    <a:lnTo>
                      <a:pt x="9995" y="3128"/>
                    </a:lnTo>
                    <a:lnTo>
                      <a:pt x="10086" y="2955"/>
                    </a:lnTo>
                    <a:lnTo>
                      <a:pt x="10186" y="2791"/>
                    </a:lnTo>
                    <a:lnTo>
                      <a:pt x="10286" y="2626"/>
                    </a:lnTo>
                    <a:lnTo>
                      <a:pt x="10396" y="2471"/>
                    </a:lnTo>
                    <a:lnTo>
                      <a:pt x="10514" y="2316"/>
                    </a:lnTo>
                    <a:lnTo>
                      <a:pt x="10633" y="2161"/>
                    </a:lnTo>
                    <a:lnTo>
                      <a:pt x="10761" y="2025"/>
                    </a:lnTo>
                    <a:lnTo>
                      <a:pt x="10897" y="1888"/>
                    </a:lnTo>
                    <a:lnTo>
                      <a:pt x="11034" y="1751"/>
                    </a:lnTo>
                    <a:lnTo>
                      <a:pt x="11171" y="1633"/>
                    </a:lnTo>
                    <a:lnTo>
                      <a:pt x="11326" y="1505"/>
                    </a:lnTo>
                    <a:lnTo>
                      <a:pt x="11472" y="1395"/>
                    </a:lnTo>
                    <a:lnTo>
                      <a:pt x="11636" y="1286"/>
                    </a:lnTo>
                    <a:lnTo>
                      <a:pt x="11791" y="1186"/>
                    </a:lnTo>
                    <a:lnTo>
                      <a:pt x="11964" y="1095"/>
                    </a:lnTo>
                    <a:lnTo>
                      <a:pt x="12128" y="1003"/>
                    </a:lnTo>
                    <a:lnTo>
                      <a:pt x="12302" y="921"/>
                    </a:lnTo>
                    <a:lnTo>
                      <a:pt x="12484" y="848"/>
                    </a:lnTo>
                    <a:lnTo>
                      <a:pt x="12657" y="785"/>
                    </a:lnTo>
                    <a:lnTo>
                      <a:pt x="12840" y="721"/>
                    </a:lnTo>
                    <a:lnTo>
                      <a:pt x="13031" y="675"/>
                    </a:lnTo>
                    <a:lnTo>
                      <a:pt x="13223" y="629"/>
                    </a:lnTo>
                    <a:lnTo>
                      <a:pt x="13414" y="593"/>
                    </a:lnTo>
                    <a:lnTo>
                      <a:pt x="13606" y="557"/>
                    </a:lnTo>
                    <a:lnTo>
                      <a:pt x="13797" y="538"/>
                    </a:lnTo>
                    <a:lnTo>
                      <a:pt x="13998" y="529"/>
                    </a:lnTo>
                    <a:lnTo>
                      <a:pt x="14198" y="520"/>
                    </a:lnTo>
                    <a:close/>
                    <a:moveTo>
                      <a:pt x="13979" y="0"/>
                    </a:moveTo>
                    <a:lnTo>
                      <a:pt x="13770" y="19"/>
                    </a:lnTo>
                    <a:lnTo>
                      <a:pt x="13560" y="37"/>
                    </a:lnTo>
                    <a:lnTo>
                      <a:pt x="13350" y="73"/>
                    </a:lnTo>
                    <a:lnTo>
                      <a:pt x="13141" y="110"/>
                    </a:lnTo>
                    <a:lnTo>
                      <a:pt x="12931" y="155"/>
                    </a:lnTo>
                    <a:lnTo>
                      <a:pt x="12730" y="210"/>
                    </a:lnTo>
                    <a:lnTo>
                      <a:pt x="12530" y="274"/>
                    </a:lnTo>
                    <a:lnTo>
                      <a:pt x="12338" y="347"/>
                    </a:lnTo>
                    <a:lnTo>
                      <a:pt x="12147" y="420"/>
                    </a:lnTo>
                    <a:lnTo>
                      <a:pt x="11955" y="511"/>
                    </a:lnTo>
                    <a:lnTo>
                      <a:pt x="11773" y="602"/>
                    </a:lnTo>
                    <a:lnTo>
                      <a:pt x="11590" y="702"/>
                    </a:lnTo>
                    <a:lnTo>
                      <a:pt x="11408" y="803"/>
                    </a:lnTo>
                    <a:lnTo>
                      <a:pt x="11244" y="921"/>
                    </a:lnTo>
                    <a:lnTo>
                      <a:pt x="11071" y="1040"/>
                    </a:lnTo>
                    <a:lnTo>
                      <a:pt x="10906" y="1167"/>
                    </a:lnTo>
                    <a:lnTo>
                      <a:pt x="10751" y="1295"/>
                    </a:lnTo>
                    <a:lnTo>
                      <a:pt x="10596" y="1441"/>
                    </a:lnTo>
                    <a:lnTo>
                      <a:pt x="10451" y="1587"/>
                    </a:lnTo>
                    <a:lnTo>
                      <a:pt x="10314" y="1733"/>
                    </a:lnTo>
                    <a:lnTo>
                      <a:pt x="10177" y="1888"/>
                    </a:lnTo>
                    <a:lnTo>
                      <a:pt x="10049" y="2052"/>
                    </a:lnTo>
                    <a:lnTo>
                      <a:pt x="9922" y="2225"/>
                    </a:lnTo>
                    <a:lnTo>
                      <a:pt x="9812" y="2398"/>
                    </a:lnTo>
                    <a:lnTo>
                      <a:pt x="9703" y="2572"/>
                    </a:lnTo>
                    <a:lnTo>
                      <a:pt x="9593" y="2754"/>
                    </a:lnTo>
                    <a:lnTo>
                      <a:pt x="9502" y="2946"/>
                    </a:lnTo>
                    <a:lnTo>
                      <a:pt x="9411" y="3137"/>
                    </a:lnTo>
                    <a:lnTo>
                      <a:pt x="9329" y="3329"/>
                    </a:lnTo>
                    <a:lnTo>
                      <a:pt x="9256" y="3529"/>
                    </a:lnTo>
                    <a:lnTo>
                      <a:pt x="9192" y="3739"/>
                    </a:lnTo>
                    <a:lnTo>
                      <a:pt x="8964" y="3766"/>
                    </a:lnTo>
                    <a:lnTo>
                      <a:pt x="8727" y="3794"/>
                    </a:lnTo>
                    <a:lnTo>
                      <a:pt x="8499" y="3830"/>
                    </a:lnTo>
                    <a:lnTo>
                      <a:pt x="8271" y="3876"/>
                    </a:lnTo>
                    <a:lnTo>
                      <a:pt x="8052" y="3930"/>
                    </a:lnTo>
                    <a:lnTo>
                      <a:pt x="7824" y="3994"/>
                    </a:lnTo>
                    <a:lnTo>
                      <a:pt x="7606" y="4058"/>
                    </a:lnTo>
                    <a:lnTo>
                      <a:pt x="7396" y="4131"/>
                    </a:lnTo>
                    <a:lnTo>
                      <a:pt x="7177" y="4213"/>
                    </a:lnTo>
                    <a:lnTo>
                      <a:pt x="6967" y="4304"/>
                    </a:lnTo>
                    <a:lnTo>
                      <a:pt x="6758" y="4395"/>
                    </a:lnTo>
                    <a:lnTo>
                      <a:pt x="6557" y="4496"/>
                    </a:lnTo>
                    <a:lnTo>
                      <a:pt x="6356" y="4596"/>
                    </a:lnTo>
                    <a:lnTo>
                      <a:pt x="6156" y="4715"/>
                    </a:lnTo>
                    <a:lnTo>
                      <a:pt x="5964" y="4833"/>
                    </a:lnTo>
                    <a:lnTo>
                      <a:pt x="5773" y="4952"/>
                    </a:lnTo>
                    <a:lnTo>
                      <a:pt x="5581" y="5088"/>
                    </a:lnTo>
                    <a:lnTo>
                      <a:pt x="5399" y="5225"/>
                    </a:lnTo>
                    <a:lnTo>
                      <a:pt x="5226" y="5362"/>
                    </a:lnTo>
                    <a:lnTo>
                      <a:pt x="5052" y="5508"/>
                    </a:lnTo>
                    <a:lnTo>
                      <a:pt x="4879" y="5663"/>
                    </a:lnTo>
                    <a:lnTo>
                      <a:pt x="4715" y="5827"/>
                    </a:lnTo>
                    <a:lnTo>
                      <a:pt x="4560" y="5991"/>
                    </a:lnTo>
                    <a:lnTo>
                      <a:pt x="4405" y="6155"/>
                    </a:lnTo>
                    <a:lnTo>
                      <a:pt x="4250" y="6329"/>
                    </a:lnTo>
                    <a:lnTo>
                      <a:pt x="4113" y="6511"/>
                    </a:lnTo>
                    <a:lnTo>
                      <a:pt x="3967" y="6693"/>
                    </a:lnTo>
                    <a:lnTo>
                      <a:pt x="3840" y="6885"/>
                    </a:lnTo>
                    <a:lnTo>
                      <a:pt x="3712" y="7076"/>
                    </a:lnTo>
                    <a:lnTo>
                      <a:pt x="3593" y="7277"/>
                    </a:lnTo>
                    <a:lnTo>
                      <a:pt x="3475" y="7478"/>
                    </a:lnTo>
                    <a:lnTo>
                      <a:pt x="3365" y="7687"/>
                    </a:lnTo>
                    <a:lnTo>
                      <a:pt x="3183" y="7760"/>
                    </a:lnTo>
                    <a:lnTo>
                      <a:pt x="2992" y="7842"/>
                    </a:lnTo>
                    <a:lnTo>
                      <a:pt x="2818" y="7933"/>
                    </a:lnTo>
                    <a:lnTo>
                      <a:pt x="2645" y="8034"/>
                    </a:lnTo>
                    <a:lnTo>
                      <a:pt x="2472" y="8134"/>
                    </a:lnTo>
                    <a:lnTo>
                      <a:pt x="2308" y="8243"/>
                    </a:lnTo>
                    <a:lnTo>
                      <a:pt x="2144" y="8353"/>
                    </a:lnTo>
                    <a:lnTo>
                      <a:pt x="1988" y="8471"/>
                    </a:lnTo>
                    <a:lnTo>
                      <a:pt x="1833" y="8599"/>
                    </a:lnTo>
                    <a:lnTo>
                      <a:pt x="1688" y="8727"/>
                    </a:lnTo>
                    <a:lnTo>
                      <a:pt x="1551" y="8864"/>
                    </a:lnTo>
                    <a:lnTo>
                      <a:pt x="1414" y="9000"/>
                    </a:lnTo>
                    <a:lnTo>
                      <a:pt x="1286" y="9146"/>
                    </a:lnTo>
                    <a:lnTo>
                      <a:pt x="1159" y="9292"/>
                    </a:lnTo>
                    <a:lnTo>
                      <a:pt x="1040" y="9447"/>
                    </a:lnTo>
                    <a:lnTo>
                      <a:pt x="922" y="9611"/>
                    </a:lnTo>
                    <a:lnTo>
                      <a:pt x="821" y="9766"/>
                    </a:lnTo>
                    <a:lnTo>
                      <a:pt x="712" y="9940"/>
                    </a:lnTo>
                    <a:lnTo>
                      <a:pt x="621" y="10104"/>
                    </a:lnTo>
                    <a:lnTo>
                      <a:pt x="530" y="10277"/>
                    </a:lnTo>
                    <a:lnTo>
                      <a:pt x="447" y="10459"/>
                    </a:lnTo>
                    <a:lnTo>
                      <a:pt x="374" y="10633"/>
                    </a:lnTo>
                    <a:lnTo>
                      <a:pt x="302" y="10815"/>
                    </a:lnTo>
                    <a:lnTo>
                      <a:pt x="238" y="11006"/>
                    </a:lnTo>
                    <a:lnTo>
                      <a:pt x="183" y="11189"/>
                    </a:lnTo>
                    <a:lnTo>
                      <a:pt x="137" y="11380"/>
                    </a:lnTo>
                    <a:lnTo>
                      <a:pt x="92" y="11572"/>
                    </a:lnTo>
                    <a:lnTo>
                      <a:pt x="55" y="11772"/>
                    </a:lnTo>
                    <a:lnTo>
                      <a:pt x="37" y="11973"/>
                    </a:lnTo>
                    <a:lnTo>
                      <a:pt x="10" y="12164"/>
                    </a:lnTo>
                    <a:lnTo>
                      <a:pt x="1" y="12365"/>
                    </a:lnTo>
                    <a:lnTo>
                      <a:pt x="1" y="12575"/>
                    </a:lnTo>
                    <a:lnTo>
                      <a:pt x="1" y="12821"/>
                    </a:lnTo>
                    <a:lnTo>
                      <a:pt x="19" y="13067"/>
                    </a:lnTo>
                    <a:lnTo>
                      <a:pt x="46" y="13313"/>
                    </a:lnTo>
                    <a:lnTo>
                      <a:pt x="92" y="13560"/>
                    </a:lnTo>
                    <a:lnTo>
                      <a:pt x="147" y="13806"/>
                    </a:lnTo>
                    <a:lnTo>
                      <a:pt x="210" y="14043"/>
                    </a:lnTo>
                    <a:lnTo>
                      <a:pt x="283" y="14280"/>
                    </a:lnTo>
                    <a:lnTo>
                      <a:pt x="365" y="14508"/>
                    </a:lnTo>
                    <a:lnTo>
                      <a:pt x="283" y="14791"/>
                    </a:lnTo>
                    <a:lnTo>
                      <a:pt x="210" y="15073"/>
                    </a:lnTo>
                    <a:lnTo>
                      <a:pt x="147" y="15356"/>
                    </a:lnTo>
                    <a:lnTo>
                      <a:pt x="92" y="15639"/>
                    </a:lnTo>
                    <a:lnTo>
                      <a:pt x="46" y="15930"/>
                    </a:lnTo>
                    <a:lnTo>
                      <a:pt x="19" y="16222"/>
                    </a:lnTo>
                    <a:lnTo>
                      <a:pt x="1" y="16514"/>
                    </a:lnTo>
                    <a:lnTo>
                      <a:pt x="1" y="16806"/>
                    </a:lnTo>
                    <a:lnTo>
                      <a:pt x="1" y="17043"/>
                    </a:lnTo>
                    <a:lnTo>
                      <a:pt x="10" y="17289"/>
                    </a:lnTo>
                    <a:lnTo>
                      <a:pt x="37" y="17535"/>
                    </a:lnTo>
                    <a:lnTo>
                      <a:pt x="64" y="17772"/>
                    </a:lnTo>
                    <a:lnTo>
                      <a:pt x="101" y="18009"/>
                    </a:lnTo>
                    <a:lnTo>
                      <a:pt x="147" y="18247"/>
                    </a:lnTo>
                    <a:lnTo>
                      <a:pt x="192" y="18484"/>
                    </a:lnTo>
                    <a:lnTo>
                      <a:pt x="256" y="18712"/>
                    </a:lnTo>
                    <a:lnTo>
                      <a:pt x="320" y="18940"/>
                    </a:lnTo>
                    <a:lnTo>
                      <a:pt x="393" y="19168"/>
                    </a:lnTo>
                    <a:lnTo>
                      <a:pt x="475" y="19386"/>
                    </a:lnTo>
                    <a:lnTo>
                      <a:pt x="566" y="19605"/>
                    </a:lnTo>
                    <a:lnTo>
                      <a:pt x="657" y="19824"/>
                    </a:lnTo>
                    <a:lnTo>
                      <a:pt x="757" y="20043"/>
                    </a:lnTo>
                    <a:lnTo>
                      <a:pt x="867" y="20253"/>
                    </a:lnTo>
                    <a:lnTo>
                      <a:pt x="985" y="20453"/>
                    </a:lnTo>
                    <a:lnTo>
                      <a:pt x="1113" y="20654"/>
                    </a:lnTo>
                    <a:lnTo>
                      <a:pt x="1241" y="20854"/>
                    </a:lnTo>
                    <a:lnTo>
                      <a:pt x="1378" y="21046"/>
                    </a:lnTo>
                    <a:lnTo>
                      <a:pt x="1514" y="21237"/>
                    </a:lnTo>
                    <a:lnTo>
                      <a:pt x="1669" y="21420"/>
                    </a:lnTo>
                    <a:lnTo>
                      <a:pt x="1824" y="21602"/>
                    </a:lnTo>
                    <a:lnTo>
                      <a:pt x="1979" y="21775"/>
                    </a:lnTo>
                    <a:lnTo>
                      <a:pt x="2153" y="21949"/>
                    </a:lnTo>
                    <a:lnTo>
                      <a:pt x="2317" y="22113"/>
                    </a:lnTo>
                    <a:lnTo>
                      <a:pt x="2499" y="22277"/>
                    </a:lnTo>
                    <a:lnTo>
                      <a:pt x="2681" y="22423"/>
                    </a:lnTo>
                    <a:lnTo>
                      <a:pt x="2873" y="22578"/>
                    </a:lnTo>
                    <a:lnTo>
                      <a:pt x="3064" y="22715"/>
                    </a:lnTo>
                    <a:lnTo>
                      <a:pt x="3265" y="22851"/>
                    </a:lnTo>
                    <a:lnTo>
                      <a:pt x="3475" y="22979"/>
                    </a:lnTo>
                    <a:lnTo>
                      <a:pt x="3685" y="23107"/>
                    </a:lnTo>
                    <a:lnTo>
                      <a:pt x="3730" y="23426"/>
                    </a:lnTo>
                    <a:lnTo>
                      <a:pt x="3794" y="23745"/>
                    </a:lnTo>
                    <a:lnTo>
                      <a:pt x="3867" y="24055"/>
                    </a:lnTo>
                    <a:lnTo>
                      <a:pt x="3958" y="24365"/>
                    </a:lnTo>
                    <a:lnTo>
                      <a:pt x="4058" y="24666"/>
                    </a:lnTo>
                    <a:lnTo>
                      <a:pt x="4177" y="24967"/>
                    </a:lnTo>
                    <a:lnTo>
                      <a:pt x="4305" y="25259"/>
                    </a:lnTo>
                    <a:lnTo>
                      <a:pt x="4441" y="25541"/>
                    </a:lnTo>
                    <a:lnTo>
                      <a:pt x="4596" y="25824"/>
                    </a:lnTo>
                    <a:lnTo>
                      <a:pt x="4761" y="26098"/>
                    </a:lnTo>
                    <a:lnTo>
                      <a:pt x="4943" y="26362"/>
                    </a:lnTo>
                    <a:lnTo>
                      <a:pt x="5134" y="26627"/>
                    </a:lnTo>
                    <a:lnTo>
                      <a:pt x="5335" y="26873"/>
                    </a:lnTo>
                    <a:lnTo>
                      <a:pt x="5545" y="27119"/>
                    </a:lnTo>
                    <a:lnTo>
                      <a:pt x="5773" y="27347"/>
                    </a:lnTo>
                    <a:lnTo>
                      <a:pt x="6010" y="27575"/>
                    </a:lnTo>
                    <a:lnTo>
                      <a:pt x="6265" y="27794"/>
                    </a:lnTo>
                    <a:lnTo>
                      <a:pt x="6520" y="28003"/>
                    </a:lnTo>
                    <a:lnTo>
                      <a:pt x="6794" y="28195"/>
                    </a:lnTo>
                    <a:lnTo>
                      <a:pt x="7077" y="28377"/>
                    </a:lnTo>
                    <a:lnTo>
                      <a:pt x="7359" y="28541"/>
                    </a:lnTo>
                    <a:lnTo>
                      <a:pt x="7651" y="28696"/>
                    </a:lnTo>
                    <a:lnTo>
                      <a:pt x="7952" y="28842"/>
                    </a:lnTo>
                    <a:lnTo>
                      <a:pt x="8262" y="28961"/>
                    </a:lnTo>
                    <a:lnTo>
                      <a:pt x="8572" y="29079"/>
                    </a:lnTo>
                    <a:lnTo>
                      <a:pt x="8891" y="29171"/>
                    </a:lnTo>
                    <a:lnTo>
                      <a:pt x="9210" y="29253"/>
                    </a:lnTo>
                    <a:lnTo>
                      <a:pt x="9530" y="29326"/>
                    </a:lnTo>
                    <a:lnTo>
                      <a:pt x="9858" y="29380"/>
                    </a:lnTo>
                    <a:lnTo>
                      <a:pt x="10195" y="29417"/>
                    </a:lnTo>
                    <a:lnTo>
                      <a:pt x="10524" y="29444"/>
                    </a:lnTo>
                    <a:lnTo>
                      <a:pt x="10861" y="29453"/>
                    </a:lnTo>
                    <a:lnTo>
                      <a:pt x="11171" y="29444"/>
                    </a:lnTo>
                    <a:lnTo>
                      <a:pt x="11472" y="29426"/>
                    </a:lnTo>
                    <a:lnTo>
                      <a:pt x="11773" y="29389"/>
                    </a:lnTo>
                    <a:lnTo>
                      <a:pt x="12074" y="29344"/>
                    </a:lnTo>
                    <a:lnTo>
                      <a:pt x="12365" y="29289"/>
                    </a:lnTo>
                    <a:lnTo>
                      <a:pt x="12657" y="29225"/>
                    </a:lnTo>
                    <a:lnTo>
                      <a:pt x="12940" y="29143"/>
                    </a:lnTo>
                    <a:lnTo>
                      <a:pt x="13223" y="29052"/>
                    </a:lnTo>
                    <a:lnTo>
                      <a:pt x="13496" y="28952"/>
                    </a:lnTo>
                    <a:lnTo>
                      <a:pt x="13770" y="28833"/>
                    </a:lnTo>
                    <a:lnTo>
                      <a:pt x="14034" y="28715"/>
                    </a:lnTo>
                    <a:lnTo>
                      <a:pt x="14289" y="28578"/>
                    </a:lnTo>
                    <a:lnTo>
                      <a:pt x="14545" y="28432"/>
                    </a:lnTo>
                    <a:lnTo>
                      <a:pt x="14800" y="28277"/>
                    </a:lnTo>
                    <a:lnTo>
                      <a:pt x="15037" y="28113"/>
                    </a:lnTo>
                    <a:lnTo>
                      <a:pt x="15274" y="27940"/>
                    </a:lnTo>
                    <a:lnTo>
                      <a:pt x="15502" y="27757"/>
                    </a:lnTo>
                    <a:lnTo>
                      <a:pt x="15721" y="27566"/>
                    </a:lnTo>
                    <a:lnTo>
                      <a:pt x="15931" y="27365"/>
                    </a:lnTo>
                    <a:lnTo>
                      <a:pt x="16141" y="27155"/>
                    </a:lnTo>
                    <a:lnTo>
                      <a:pt x="16332" y="26946"/>
                    </a:lnTo>
                    <a:lnTo>
                      <a:pt x="16524" y="26718"/>
                    </a:lnTo>
                    <a:lnTo>
                      <a:pt x="16697" y="26481"/>
                    </a:lnTo>
                    <a:lnTo>
                      <a:pt x="16870" y="26244"/>
                    </a:lnTo>
                    <a:lnTo>
                      <a:pt x="17025" y="25997"/>
                    </a:lnTo>
                    <a:lnTo>
                      <a:pt x="17180" y="25742"/>
                    </a:lnTo>
                    <a:lnTo>
                      <a:pt x="17317" y="25487"/>
                    </a:lnTo>
                    <a:lnTo>
                      <a:pt x="17445" y="25213"/>
                    </a:lnTo>
                    <a:lnTo>
                      <a:pt x="17563" y="24940"/>
                    </a:lnTo>
                    <a:lnTo>
                      <a:pt x="17673" y="24666"/>
                    </a:lnTo>
                    <a:lnTo>
                      <a:pt x="17764" y="24374"/>
                    </a:lnTo>
                    <a:lnTo>
                      <a:pt x="17855" y="24082"/>
                    </a:lnTo>
                    <a:lnTo>
                      <a:pt x="18065" y="24228"/>
                    </a:lnTo>
                    <a:lnTo>
                      <a:pt x="18274" y="24365"/>
                    </a:lnTo>
                    <a:lnTo>
                      <a:pt x="18493" y="24484"/>
                    </a:lnTo>
                    <a:lnTo>
                      <a:pt x="18712" y="24602"/>
                    </a:lnTo>
                    <a:lnTo>
                      <a:pt x="18940" y="24712"/>
                    </a:lnTo>
                    <a:lnTo>
                      <a:pt x="19168" y="24812"/>
                    </a:lnTo>
                    <a:lnTo>
                      <a:pt x="19405" y="24903"/>
                    </a:lnTo>
                    <a:lnTo>
                      <a:pt x="19642" y="24985"/>
                    </a:lnTo>
                    <a:lnTo>
                      <a:pt x="19879" y="25058"/>
                    </a:lnTo>
                    <a:lnTo>
                      <a:pt x="20125" y="25113"/>
                    </a:lnTo>
                    <a:lnTo>
                      <a:pt x="20362" y="25168"/>
                    </a:lnTo>
                    <a:lnTo>
                      <a:pt x="20618" y="25213"/>
                    </a:lnTo>
                    <a:lnTo>
                      <a:pt x="20864" y="25250"/>
                    </a:lnTo>
                    <a:lnTo>
                      <a:pt x="21110" y="25268"/>
                    </a:lnTo>
                    <a:lnTo>
                      <a:pt x="21366" y="25286"/>
                    </a:lnTo>
                    <a:lnTo>
                      <a:pt x="21612" y="25295"/>
                    </a:lnTo>
                    <a:lnTo>
                      <a:pt x="21840" y="25286"/>
                    </a:lnTo>
                    <a:lnTo>
                      <a:pt x="22068" y="25277"/>
                    </a:lnTo>
                    <a:lnTo>
                      <a:pt x="22287" y="25259"/>
                    </a:lnTo>
                    <a:lnTo>
                      <a:pt x="22505" y="25231"/>
                    </a:lnTo>
                    <a:lnTo>
                      <a:pt x="22724" y="25195"/>
                    </a:lnTo>
                    <a:lnTo>
                      <a:pt x="22943" y="25158"/>
                    </a:lnTo>
                    <a:lnTo>
                      <a:pt x="23153" y="25113"/>
                    </a:lnTo>
                    <a:lnTo>
                      <a:pt x="23363" y="25058"/>
                    </a:lnTo>
                    <a:lnTo>
                      <a:pt x="23572" y="24994"/>
                    </a:lnTo>
                    <a:lnTo>
                      <a:pt x="23782" y="24921"/>
                    </a:lnTo>
                    <a:lnTo>
                      <a:pt x="23983" y="24848"/>
                    </a:lnTo>
                    <a:lnTo>
                      <a:pt x="24183" y="24766"/>
                    </a:lnTo>
                    <a:lnTo>
                      <a:pt x="24384" y="24675"/>
                    </a:lnTo>
                    <a:lnTo>
                      <a:pt x="24575" y="24584"/>
                    </a:lnTo>
                    <a:lnTo>
                      <a:pt x="24767" y="24484"/>
                    </a:lnTo>
                    <a:lnTo>
                      <a:pt x="24949" y="24374"/>
                    </a:lnTo>
                    <a:lnTo>
                      <a:pt x="25132" y="24265"/>
                    </a:lnTo>
                    <a:lnTo>
                      <a:pt x="25314" y="24137"/>
                    </a:lnTo>
                    <a:lnTo>
                      <a:pt x="25487" y="24019"/>
                    </a:lnTo>
                    <a:lnTo>
                      <a:pt x="25660" y="23882"/>
                    </a:lnTo>
                    <a:lnTo>
                      <a:pt x="25825" y="23745"/>
                    </a:lnTo>
                    <a:lnTo>
                      <a:pt x="25989" y="23599"/>
                    </a:lnTo>
                    <a:lnTo>
                      <a:pt x="26144" y="23453"/>
                    </a:lnTo>
                    <a:lnTo>
                      <a:pt x="26299" y="23298"/>
                    </a:lnTo>
                    <a:lnTo>
                      <a:pt x="26445" y="23143"/>
                    </a:lnTo>
                    <a:lnTo>
                      <a:pt x="26591" y="22970"/>
                    </a:lnTo>
                    <a:lnTo>
                      <a:pt x="26727" y="22806"/>
                    </a:lnTo>
                    <a:lnTo>
                      <a:pt x="26864" y="22623"/>
                    </a:lnTo>
                    <a:lnTo>
                      <a:pt x="26983" y="22450"/>
                    </a:lnTo>
                    <a:lnTo>
                      <a:pt x="27110" y="22259"/>
                    </a:lnTo>
                    <a:lnTo>
                      <a:pt x="27220" y="22067"/>
                    </a:lnTo>
                    <a:lnTo>
                      <a:pt x="27329" y="21876"/>
                    </a:lnTo>
                    <a:lnTo>
                      <a:pt x="27411" y="21876"/>
                    </a:lnTo>
                    <a:lnTo>
                      <a:pt x="27584" y="21867"/>
                    </a:lnTo>
                    <a:lnTo>
                      <a:pt x="27758" y="21858"/>
                    </a:lnTo>
                    <a:lnTo>
                      <a:pt x="27922" y="21839"/>
                    </a:lnTo>
                    <a:lnTo>
                      <a:pt x="28095" y="21812"/>
                    </a:lnTo>
                    <a:lnTo>
                      <a:pt x="28259" y="21785"/>
                    </a:lnTo>
                    <a:lnTo>
                      <a:pt x="28423" y="21739"/>
                    </a:lnTo>
                    <a:lnTo>
                      <a:pt x="28587" y="21693"/>
                    </a:lnTo>
                    <a:lnTo>
                      <a:pt x="28752" y="21639"/>
                    </a:lnTo>
                    <a:lnTo>
                      <a:pt x="28916" y="21575"/>
                    </a:lnTo>
                    <a:lnTo>
                      <a:pt x="29071" y="21511"/>
                    </a:lnTo>
                    <a:lnTo>
                      <a:pt x="29217" y="21429"/>
                    </a:lnTo>
                    <a:lnTo>
                      <a:pt x="29372" y="21356"/>
                    </a:lnTo>
                    <a:lnTo>
                      <a:pt x="29518" y="21265"/>
                    </a:lnTo>
                    <a:lnTo>
                      <a:pt x="29663" y="21165"/>
                    </a:lnTo>
                    <a:lnTo>
                      <a:pt x="29800" y="21064"/>
                    </a:lnTo>
                    <a:lnTo>
                      <a:pt x="29937" y="20955"/>
                    </a:lnTo>
                    <a:lnTo>
                      <a:pt x="30229" y="21009"/>
                    </a:lnTo>
                    <a:lnTo>
                      <a:pt x="30521" y="21037"/>
                    </a:lnTo>
                    <a:lnTo>
                      <a:pt x="30812" y="21055"/>
                    </a:lnTo>
                    <a:lnTo>
                      <a:pt x="31104" y="21064"/>
                    </a:lnTo>
                    <a:lnTo>
                      <a:pt x="31442" y="21055"/>
                    </a:lnTo>
                    <a:lnTo>
                      <a:pt x="31770" y="21028"/>
                    </a:lnTo>
                    <a:lnTo>
                      <a:pt x="32098" y="20991"/>
                    </a:lnTo>
                    <a:lnTo>
                      <a:pt x="32417" y="20937"/>
                    </a:lnTo>
                    <a:lnTo>
                      <a:pt x="32727" y="20864"/>
                    </a:lnTo>
                    <a:lnTo>
                      <a:pt x="33037" y="20772"/>
                    </a:lnTo>
                    <a:lnTo>
                      <a:pt x="33338" y="20672"/>
                    </a:lnTo>
                    <a:lnTo>
                      <a:pt x="33630" y="20554"/>
                    </a:lnTo>
                    <a:lnTo>
                      <a:pt x="33922" y="20426"/>
                    </a:lnTo>
                    <a:lnTo>
                      <a:pt x="34195" y="20280"/>
                    </a:lnTo>
                    <a:lnTo>
                      <a:pt x="34469" y="20125"/>
                    </a:lnTo>
                    <a:lnTo>
                      <a:pt x="34733" y="19952"/>
                    </a:lnTo>
                    <a:lnTo>
                      <a:pt x="34989" y="19769"/>
                    </a:lnTo>
                    <a:lnTo>
                      <a:pt x="35235" y="19578"/>
                    </a:lnTo>
                    <a:lnTo>
                      <a:pt x="35472" y="19377"/>
                    </a:lnTo>
                    <a:lnTo>
                      <a:pt x="35700" y="19158"/>
                    </a:lnTo>
                    <a:lnTo>
                      <a:pt x="35910" y="18940"/>
                    </a:lnTo>
                    <a:lnTo>
                      <a:pt x="36110" y="18702"/>
                    </a:lnTo>
                    <a:lnTo>
                      <a:pt x="36311" y="18456"/>
                    </a:lnTo>
                    <a:lnTo>
                      <a:pt x="36493" y="18201"/>
                    </a:lnTo>
                    <a:lnTo>
                      <a:pt x="36657" y="17937"/>
                    </a:lnTo>
                    <a:lnTo>
                      <a:pt x="36812" y="17663"/>
                    </a:lnTo>
                    <a:lnTo>
                      <a:pt x="36958" y="17380"/>
                    </a:lnTo>
                    <a:lnTo>
                      <a:pt x="37086" y="17098"/>
                    </a:lnTo>
                    <a:lnTo>
                      <a:pt x="37205" y="16806"/>
                    </a:lnTo>
                    <a:lnTo>
                      <a:pt x="37305" y="16505"/>
                    </a:lnTo>
                    <a:lnTo>
                      <a:pt x="37396" y="16195"/>
                    </a:lnTo>
                    <a:lnTo>
                      <a:pt x="37469" y="15876"/>
                    </a:lnTo>
                    <a:lnTo>
                      <a:pt x="37524" y="15557"/>
                    </a:lnTo>
                    <a:lnTo>
                      <a:pt x="37569" y="15237"/>
                    </a:lnTo>
                    <a:lnTo>
                      <a:pt x="37588" y="14909"/>
                    </a:lnTo>
                    <a:lnTo>
                      <a:pt x="37597" y="14572"/>
                    </a:lnTo>
                    <a:lnTo>
                      <a:pt x="37597" y="14280"/>
                    </a:lnTo>
                    <a:lnTo>
                      <a:pt x="37569" y="13988"/>
                    </a:lnTo>
                    <a:lnTo>
                      <a:pt x="37542" y="13696"/>
                    </a:lnTo>
                    <a:lnTo>
                      <a:pt x="37496" y="13414"/>
                    </a:lnTo>
                    <a:lnTo>
                      <a:pt x="37442" y="13131"/>
                    </a:lnTo>
                    <a:lnTo>
                      <a:pt x="37369" y="12848"/>
                    </a:lnTo>
                    <a:lnTo>
                      <a:pt x="37287" y="12575"/>
                    </a:lnTo>
                    <a:lnTo>
                      <a:pt x="37186" y="12301"/>
                    </a:lnTo>
                    <a:lnTo>
                      <a:pt x="37086" y="12037"/>
                    </a:lnTo>
                    <a:lnTo>
                      <a:pt x="36967" y="11772"/>
                    </a:lnTo>
                    <a:lnTo>
                      <a:pt x="36831" y="11517"/>
                    </a:lnTo>
                    <a:lnTo>
                      <a:pt x="36694" y="11262"/>
                    </a:lnTo>
                    <a:lnTo>
                      <a:pt x="36539" y="11016"/>
                    </a:lnTo>
                    <a:lnTo>
                      <a:pt x="36375" y="10778"/>
                    </a:lnTo>
                    <a:lnTo>
                      <a:pt x="36202" y="10541"/>
                    </a:lnTo>
                    <a:lnTo>
                      <a:pt x="36010" y="10323"/>
                    </a:lnTo>
                    <a:lnTo>
                      <a:pt x="36037" y="10067"/>
                    </a:lnTo>
                    <a:lnTo>
                      <a:pt x="36047" y="9830"/>
                    </a:lnTo>
                    <a:lnTo>
                      <a:pt x="36037" y="9593"/>
                    </a:lnTo>
                    <a:lnTo>
                      <a:pt x="36019" y="9365"/>
                    </a:lnTo>
                    <a:lnTo>
                      <a:pt x="35992" y="9137"/>
                    </a:lnTo>
                    <a:lnTo>
                      <a:pt x="35946" y="8909"/>
                    </a:lnTo>
                    <a:lnTo>
                      <a:pt x="35901" y="8690"/>
                    </a:lnTo>
                    <a:lnTo>
                      <a:pt x="35837" y="8471"/>
                    </a:lnTo>
                    <a:lnTo>
                      <a:pt x="35764" y="8262"/>
                    </a:lnTo>
                    <a:lnTo>
                      <a:pt x="35682" y="8052"/>
                    </a:lnTo>
                    <a:lnTo>
                      <a:pt x="35591" y="7851"/>
                    </a:lnTo>
                    <a:lnTo>
                      <a:pt x="35490" y="7660"/>
                    </a:lnTo>
                    <a:lnTo>
                      <a:pt x="35381" y="7468"/>
                    </a:lnTo>
                    <a:lnTo>
                      <a:pt x="35262" y="7277"/>
                    </a:lnTo>
                    <a:lnTo>
                      <a:pt x="35135" y="7104"/>
                    </a:lnTo>
                    <a:lnTo>
                      <a:pt x="34998" y="6930"/>
                    </a:lnTo>
                    <a:lnTo>
                      <a:pt x="34852" y="6766"/>
                    </a:lnTo>
                    <a:lnTo>
                      <a:pt x="34706" y="6602"/>
                    </a:lnTo>
                    <a:lnTo>
                      <a:pt x="34542" y="6456"/>
                    </a:lnTo>
                    <a:lnTo>
                      <a:pt x="34378" y="6310"/>
                    </a:lnTo>
                    <a:lnTo>
                      <a:pt x="34205" y="6174"/>
                    </a:lnTo>
                    <a:lnTo>
                      <a:pt x="34031" y="6046"/>
                    </a:lnTo>
                    <a:lnTo>
                      <a:pt x="33840" y="5927"/>
                    </a:lnTo>
                    <a:lnTo>
                      <a:pt x="33648" y="5818"/>
                    </a:lnTo>
                    <a:lnTo>
                      <a:pt x="33457" y="5718"/>
                    </a:lnTo>
                    <a:lnTo>
                      <a:pt x="33256" y="5626"/>
                    </a:lnTo>
                    <a:lnTo>
                      <a:pt x="33046" y="5544"/>
                    </a:lnTo>
                    <a:lnTo>
                      <a:pt x="32837" y="5471"/>
                    </a:lnTo>
                    <a:lnTo>
                      <a:pt x="32618" y="5408"/>
                    </a:lnTo>
                    <a:lnTo>
                      <a:pt x="32399" y="5362"/>
                    </a:lnTo>
                    <a:lnTo>
                      <a:pt x="32171" y="5316"/>
                    </a:lnTo>
                    <a:lnTo>
                      <a:pt x="31943" y="5289"/>
                    </a:lnTo>
                    <a:lnTo>
                      <a:pt x="31715" y="5271"/>
                    </a:lnTo>
                    <a:lnTo>
                      <a:pt x="31323" y="5271"/>
                    </a:lnTo>
                    <a:lnTo>
                      <a:pt x="31159" y="5280"/>
                    </a:lnTo>
                    <a:lnTo>
                      <a:pt x="31104" y="5107"/>
                    </a:lnTo>
                    <a:lnTo>
                      <a:pt x="31031" y="4933"/>
                    </a:lnTo>
                    <a:lnTo>
                      <a:pt x="30958" y="4760"/>
                    </a:lnTo>
                    <a:lnTo>
                      <a:pt x="30885" y="4596"/>
                    </a:lnTo>
                    <a:lnTo>
                      <a:pt x="30803" y="4441"/>
                    </a:lnTo>
                    <a:lnTo>
                      <a:pt x="30712" y="4277"/>
                    </a:lnTo>
                    <a:lnTo>
                      <a:pt x="30612" y="4131"/>
                    </a:lnTo>
                    <a:lnTo>
                      <a:pt x="30512" y="3976"/>
                    </a:lnTo>
                    <a:lnTo>
                      <a:pt x="30402" y="3839"/>
                    </a:lnTo>
                    <a:lnTo>
                      <a:pt x="30293" y="3693"/>
                    </a:lnTo>
                    <a:lnTo>
                      <a:pt x="30174" y="3566"/>
                    </a:lnTo>
                    <a:lnTo>
                      <a:pt x="30046" y="3438"/>
                    </a:lnTo>
                    <a:lnTo>
                      <a:pt x="29919" y="3310"/>
                    </a:lnTo>
                    <a:lnTo>
                      <a:pt x="29791" y="3192"/>
                    </a:lnTo>
                    <a:lnTo>
                      <a:pt x="29654" y="3073"/>
                    </a:lnTo>
                    <a:lnTo>
                      <a:pt x="29508" y="2973"/>
                    </a:lnTo>
                    <a:lnTo>
                      <a:pt x="29363" y="2864"/>
                    </a:lnTo>
                    <a:lnTo>
                      <a:pt x="29217" y="2772"/>
                    </a:lnTo>
                    <a:lnTo>
                      <a:pt x="29062" y="2681"/>
                    </a:lnTo>
                    <a:lnTo>
                      <a:pt x="28907" y="2590"/>
                    </a:lnTo>
                    <a:lnTo>
                      <a:pt x="28742" y="2517"/>
                    </a:lnTo>
                    <a:lnTo>
                      <a:pt x="28587" y="2444"/>
                    </a:lnTo>
                    <a:lnTo>
                      <a:pt x="28414" y="2371"/>
                    </a:lnTo>
                    <a:lnTo>
                      <a:pt x="28250" y="2316"/>
                    </a:lnTo>
                    <a:lnTo>
                      <a:pt x="28077" y="2262"/>
                    </a:lnTo>
                    <a:lnTo>
                      <a:pt x="27904" y="2216"/>
                    </a:lnTo>
                    <a:lnTo>
                      <a:pt x="27721" y="2171"/>
                    </a:lnTo>
                    <a:lnTo>
                      <a:pt x="27548" y="2143"/>
                    </a:lnTo>
                    <a:lnTo>
                      <a:pt x="27366" y="2116"/>
                    </a:lnTo>
                    <a:lnTo>
                      <a:pt x="27183" y="2098"/>
                    </a:lnTo>
                    <a:lnTo>
                      <a:pt x="26992" y="2079"/>
                    </a:lnTo>
                    <a:lnTo>
                      <a:pt x="26809" y="2079"/>
                    </a:lnTo>
                    <a:lnTo>
                      <a:pt x="26609" y="2088"/>
                    </a:lnTo>
                    <a:lnTo>
                      <a:pt x="26408" y="2098"/>
                    </a:lnTo>
                    <a:lnTo>
                      <a:pt x="26208" y="2116"/>
                    </a:lnTo>
                    <a:lnTo>
                      <a:pt x="26007" y="2152"/>
                    </a:lnTo>
                    <a:lnTo>
                      <a:pt x="25815" y="2189"/>
                    </a:lnTo>
                    <a:lnTo>
                      <a:pt x="25615" y="2234"/>
                    </a:lnTo>
                    <a:lnTo>
                      <a:pt x="25423" y="2298"/>
                    </a:lnTo>
                    <a:lnTo>
                      <a:pt x="25232" y="2362"/>
                    </a:lnTo>
                    <a:lnTo>
                      <a:pt x="25004" y="2207"/>
                    </a:lnTo>
                    <a:lnTo>
                      <a:pt x="24776" y="2070"/>
                    </a:lnTo>
                    <a:lnTo>
                      <a:pt x="24539" y="1943"/>
                    </a:lnTo>
                    <a:lnTo>
                      <a:pt x="24293" y="1824"/>
                    </a:lnTo>
                    <a:lnTo>
                      <a:pt x="24056" y="1705"/>
                    </a:lnTo>
                    <a:lnTo>
                      <a:pt x="23800" y="1605"/>
                    </a:lnTo>
                    <a:lnTo>
                      <a:pt x="23554" y="1514"/>
                    </a:lnTo>
                    <a:lnTo>
                      <a:pt x="23299" y="1432"/>
                    </a:lnTo>
                    <a:lnTo>
                      <a:pt x="23043" y="1359"/>
                    </a:lnTo>
                    <a:lnTo>
                      <a:pt x="22779" y="1286"/>
                    </a:lnTo>
                    <a:lnTo>
                      <a:pt x="22514" y="1231"/>
                    </a:lnTo>
                    <a:lnTo>
                      <a:pt x="22250" y="1195"/>
                    </a:lnTo>
                    <a:lnTo>
                      <a:pt x="21986" y="1158"/>
                    </a:lnTo>
                    <a:lnTo>
                      <a:pt x="21712" y="1131"/>
                    </a:lnTo>
                    <a:lnTo>
                      <a:pt x="21448" y="1113"/>
                    </a:lnTo>
                    <a:lnTo>
                      <a:pt x="21174" y="1113"/>
                    </a:lnTo>
                    <a:lnTo>
                      <a:pt x="20773" y="1122"/>
                    </a:lnTo>
                    <a:lnTo>
                      <a:pt x="20381" y="1149"/>
                    </a:lnTo>
                    <a:lnTo>
                      <a:pt x="19998" y="1204"/>
                    </a:lnTo>
                    <a:lnTo>
                      <a:pt x="19615" y="1277"/>
                    </a:lnTo>
                    <a:lnTo>
                      <a:pt x="19232" y="1377"/>
                    </a:lnTo>
                    <a:lnTo>
                      <a:pt x="18858" y="1487"/>
                    </a:lnTo>
                    <a:lnTo>
                      <a:pt x="18493" y="1623"/>
                    </a:lnTo>
                    <a:lnTo>
                      <a:pt x="18128" y="1778"/>
                    </a:lnTo>
                    <a:lnTo>
                      <a:pt x="17937" y="1578"/>
                    </a:lnTo>
                    <a:lnTo>
                      <a:pt x="17736" y="1377"/>
                    </a:lnTo>
                    <a:lnTo>
                      <a:pt x="17527" y="1195"/>
                    </a:lnTo>
                    <a:lnTo>
                      <a:pt x="17308" y="1022"/>
                    </a:lnTo>
                    <a:lnTo>
                      <a:pt x="17080" y="867"/>
                    </a:lnTo>
                    <a:lnTo>
                      <a:pt x="16852" y="721"/>
                    </a:lnTo>
                    <a:lnTo>
                      <a:pt x="16606" y="584"/>
                    </a:lnTo>
                    <a:lnTo>
                      <a:pt x="16359" y="465"/>
                    </a:lnTo>
                    <a:lnTo>
                      <a:pt x="16104" y="356"/>
                    </a:lnTo>
                    <a:lnTo>
                      <a:pt x="15849" y="265"/>
                    </a:lnTo>
                    <a:lnTo>
                      <a:pt x="15584" y="183"/>
                    </a:lnTo>
                    <a:lnTo>
                      <a:pt x="15311" y="119"/>
                    </a:lnTo>
                    <a:lnTo>
                      <a:pt x="15037" y="64"/>
                    </a:lnTo>
                    <a:lnTo>
                      <a:pt x="14764" y="28"/>
                    </a:lnTo>
                    <a:lnTo>
                      <a:pt x="14481" y="9"/>
                    </a:lnTo>
                    <a:lnTo>
                      <a:pt x="1419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3">
                <a:extLst>
                  <a:ext uri="{FF2B5EF4-FFF2-40B4-BE49-F238E27FC236}">
                    <a16:creationId xmlns:a16="http://schemas.microsoft.com/office/drawing/2014/main" id="{B976DD8F-F612-7E87-81A7-E336AB79C3D0}"/>
                  </a:ext>
                </a:extLst>
              </p:cNvPr>
              <p:cNvSpPr/>
              <p:nvPr/>
            </p:nvSpPr>
            <p:spPr>
              <a:xfrm>
                <a:off x="3987580" y="3705378"/>
                <a:ext cx="218117" cy="126943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2463" extrusionOk="0">
                    <a:moveTo>
                      <a:pt x="3739" y="1"/>
                    </a:moveTo>
                    <a:lnTo>
                      <a:pt x="3685" y="138"/>
                    </a:lnTo>
                    <a:lnTo>
                      <a:pt x="3630" y="265"/>
                    </a:lnTo>
                    <a:lnTo>
                      <a:pt x="3575" y="393"/>
                    </a:lnTo>
                    <a:lnTo>
                      <a:pt x="3511" y="511"/>
                    </a:lnTo>
                    <a:lnTo>
                      <a:pt x="3438" y="630"/>
                    </a:lnTo>
                    <a:lnTo>
                      <a:pt x="3356" y="748"/>
                    </a:lnTo>
                    <a:lnTo>
                      <a:pt x="3274" y="858"/>
                    </a:lnTo>
                    <a:lnTo>
                      <a:pt x="3192" y="958"/>
                    </a:lnTo>
                    <a:lnTo>
                      <a:pt x="3101" y="1058"/>
                    </a:lnTo>
                    <a:lnTo>
                      <a:pt x="3001" y="1159"/>
                    </a:lnTo>
                    <a:lnTo>
                      <a:pt x="2900" y="1250"/>
                    </a:lnTo>
                    <a:lnTo>
                      <a:pt x="2791" y="1341"/>
                    </a:lnTo>
                    <a:lnTo>
                      <a:pt x="2682" y="1423"/>
                    </a:lnTo>
                    <a:lnTo>
                      <a:pt x="2563" y="1496"/>
                    </a:lnTo>
                    <a:lnTo>
                      <a:pt x="2444" y="1569"/>
                    </a:lnTo>
                    <a:lnTo>
                      <a:pt x="2317" y="1633"/>
                    </a:lnTo>
                    <a:lnTo>
                      <a:pt x="2189" y="1697"/>
                    </a:lnTo>
                    <a:lnTo>
                      <a:pt x="2061" y="1751"/>
                    </a:lnTo>
                    <a:lnTo>
                      <a:pt x="1934" y="1797"/>
                    </a:lnTo>
                    <a:lnTo>
                      <a:pt x="1797" y="1834"/>
                    </a:lnTo>
                    <a:lnTo>
                      <a:pt x="1669" y="1870"/>
                    </a:lnTo>
                    <a:lnTo>
                      <a:pt x="1533" y="1897"/>
                    </a:lnTo>
                    <a:lnTo>
                      <a:pt x="1396" y="1916"/>
                    </a:lnTo>
                    <a:lnTo>
                      <a:pt x="1259" y="1925"/>
                    </a:lnTo>
                    <a:lnTo>
                      <a:pt x="1122" y="1934"/>
                    </a:lnTo>
                    <a:lnTo>
                      <a:pt x="985" y="1934"/>
                    </a:lnTo>
                    <a:lnTo>
                      <a:pt x="849" y="1925"/>
                    </a:lnTo>
                    <a:lnTo>
                      <a:pt x="712" y="1907"/>
                    </a:lnTo>
                    <a:lnTo>
                      <a:pt x="575" y="1888"/>
                    </a:lnTo>
                    <a:lnTo>
                      <a:pt x="438" y="1861"/>
                    </a:lnTo>
                    <a:lnTo>
                      <a:pt x="302" y="1824"/>
                    </a:lnTo>
                    <a:lnTo>
                      <a:pt x="165" y="1788"/>
                    </a:lnTo>
                    <a:lnTo>
                      <a:pt x="1" y="2280"/>
                    </a:lnTo>
                    <a:lnTo>
                      <a:pt x="128" y="2326"/>
                    </a:lnTo>
                    <a:lnTo>
                      <a:pt x="265" y="2362"/>
                    </a:lnTo>
                    <a:lnTo>
                      <a:pt x="393" y="2390"/>
                    </a:lnTo>
                    <a:lnTo>
                      <a:pt x="530" y="2417"/>
                    </a:lnTo>
                    <a:lnTo>
                      <a:pt x="794" y="2445"/>
                    </a:lnTo>
                    <a:lnTo>
                      <a:pt x="1068" y="2463"/>
                    </a:lnTo>
                    <a:lnTo>
                      <a:pt x="1259" y="2454"/>
                    </a:lnTo>
                    <a:lnTo>
                      <a:pt x="1451" y="2435"/>
                    </a:lnTo>
                    <a:lnTo>
                      <a:pt x="1633" y="2408"/>
                    </a:lnTo>
                    <a:lnTo>
                      <a:pt x="1824" y="2372"/>
                    </a:lnTo>
                    <a:lnTo>
                      <a:pt x="2016" y="2317"/>
                    </a:lnTo>
                    <a:lnTo>
                      <a:pt x="2198" y="2262"/>
                    </a:lnTo>
                    <a:lnTo>
                      <a:pt x="2381" y="2189"/>
                    </a:lnTo>
                    <a:lnTo>
                      <a:pt x="2554" y="2107"/>
                    </a:lnTo>
                    <a:lnTo>
                      <a:pt x="2700" y="2025"/>
                    </a:lnTo>
                    <a:lnTo>
                      <a:pt x="2846" y="1943"/>
                    </a:lnTo>
                    <a:lnTo>
                      <a:pt x="2982" y="1852"/>
                    </a:lnTo>
                    <a:lnTo>
                      <a:pt x="3119" y="1751"/>
                    </a:lnTo>
                    <a:lnTo>
                      <a:pt x="3238" y="1651"/>
                    </a:lnTo>
                    <a:lnTo>
                      <a:pt x="3365" y="1542"/>
                    </a:lnTo>
                    <a:lnTo>
                      <a:pt x="3475" y="1423"/>
                    </a:lnTo>
                    <a:lnTo>
                      <a:pt x="3584" y="1305"/>
                    </a:lnTo>
                    <a:lnTo>
                      <a:pt x="3694" y="1177"/>
                    </a:lnTo>
                    <a:lnTo>
                      <a:pt x="3785" y="1049"/>
                    </a:lnTo>
                    <a:lnTo>
                      <a:pt x="3876" y="913"/>
                    </a:lnTo>
                    <a:lnTo>
                      <a:pt x="3967" y="776"/>
                    </a:lnTo>
                    <a:lnTo>
                      <a:pt x="4040" y="630"/>
                    </a:lnTo>
                    <a:lnTo>
                      <a:pt x="4113" y="484"/>
                    </a:lnTo>
                    <a:lnTo>
                      <a:pt x="4177" y="329"/>
                    </a:lnTo>
                    <a:lnTo>
                      <a:pt x="4232" y="174"/>
                    </a:lnTo>
                    <a:lnTo>
                      <a:pt x="37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3">
                <a:extLst>
                  <a:ext uri="{FF2B5EF4-FFF2-40B4-BE49-F238E27FC236}">
                    <a16:creationId xmlns:a16="http://schemas.microsoft.com/office/drawing/2014/main" id="{F35B3761-B706-CAF4-2240-95FD81FDBA99}"/>
                  </a:ext>
                </a:extLst>
              </p:cNvPr>
              <p:cNvSpPr/>
              <p:nvPr/>
            </p:nvSpPr>
            <p:spPr>
              <a:xfrm>
                <a:off x="4159108" y="368610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12" y="1"/>
                    </a:moveTo>
                    <a:lnTo>
                      <a:pt x="457" y="19"/>
                    </a:lnTo>
                    <a:lnTo>
                      <a:pt x="393" y="37"/>
                    </a:lnTo>
                    <a:lnTo>
                      <a:pt x="338" y="65"/>
                    </a:lnTo>
                    <a:lnTo>
                      <a:pt x="284" y="92"/>
                    </a:lnTo>
                    <a:lnTo>
                      <a:pt x="238" y="129"/>
                    </a:lnTo>
                    <a:lnTo>
                      <a:pt x="183" y="165"/>
                    </a:lnTo>
                    <a:lnTo>
                      <a:pt x="147" y="211"/>
                    </a:lnTo>
                    <a:lnTo>
                      <a:pt x="110" y="256"/>
                    </a:lnTo>
                    <a:lnTo>
                      <a:pt x="74" y="311"/>
                    </a:lnTo>
                    <a:lnTo>
                      <a:pt x="47" y="356"/>
                    </a:lnTo>
                    <a:lnTo>
                      <a:pt x="28" y="411"/>
                    </a:lnTo>
                    <a:lnTo>
                      <a:pt x="10" y="475"/>
                    </a:lnTo>
                    <a:lnTo>
                      <a:pt x="1" y="530"/>
                    </a:lnTo>
                    <a:lnTo>
                      <a:pt x="1" y="594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1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9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66" y="1177"/>
                    </a:lnTo>
                    <a:lnTo>
                      <a:pt x="420" y="1195"/>
                    </a:lnTo>
                    <a:lnTo>
                      <a:pt x="475" y="1214"/>
                    </a:lnTo>
                    <a:lnTo>
                      <a:pt x="530" y="1223"/>
                    </a:lnTo>
                    <a:lnTo>
                      <a:pt x="712" y="1223"/>
                    </a:lnTo>
                    <a:lnTo>
                      <a:pt x="767" y="1205"/>
                    </a:lnTo>
                    <a:lnTo>
                      <a:pt x="831" y="1186"/>
                    </a:lnTo>
                    <a:lnTo>
                      <a:pt x="885" y="1159"/>
                    </a:lnTo>
                    <a:lnTo>
                      <a:pt x="940" y="1132"/>
                    </a:lnTo>
                    <a:lnTo>
                      <a:pt x="995" y="1095"/>
                    </a:lnTo>
                    <a:lnTo>
                      <a:pt x="1040" y="1059"/>
                    </a:lnTo>
                    <a:lnTo>
                      <a:pt x="1077" y="1013"/>
                    </a:lnTo>
                    <a:lnTo>
                      <a:pt x="1113" y="967"/>
                    </a:lnTo>
                    <a:lnTo>
                      <a:pt x="1150" y="913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4" y="749"/>
                    </a:lnTo>
                    <a:lnTo>
                      <a:pt x="1223" y="694"/>
                    </a:lnTo>
                    <a:lnTo>
                      <a:pt x="1232" y="630"/>
                    </a:lnTo>
                    <a:lnTo>
                      <a:pt x="1223" y="575"/>
                    </a:lnTo>
                    <a:lnTo>
                      <a:pt x="1223" y="512"/>
                    </a:lnTo>
                    <a:lnTo>
                      <a:pt x="1205" y="457"/>
                    </a:lnTo>
                    <a:lnTo>
                      <a:pt x="1186" y="393"/>
                    </a:lnTo>
                    <a:lnTo>
                      <a:pt x="1168" y="338"/>
                    </a:lnTo>
                    <a:lnTo>
                      <a:pt x="1132" y="284"/>
                    </a:lnTo>
                    <a:lnTo>
                      <a:pt x="1095" y="229"/>
                    </a:lnTo>
                    <a:lnTo>
                      <a:pt x="1059" y="183"/>
                    </a:lnTo>
                    <a:lnTo>
                      <a:pt x="1013" y="147"/>
                    </a:lnTo>
                    <a:lnTo>
                      <a:pt x="968" y="110"/>
                    </a:lnTo>
                    <a:lnTo>
                      <a:pt x="913" y="74"/>
                    </a:lnTo>
                    <a:lnTo>
                      <a:pt x="867" y="46"/>
                    </a:lnTo>
                    <a:lnTo>
                      <a:pt x="81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7" name="Google Shape;547;p23">
            <a:extLst>
              <a:ext uri="{FF2B5EF4-FFF2-40B4-BE49-F238E27FC236}">
                <a16:creationId xmlns:a16="http://schemas.microsoft.com/office/drawing/2014/main" id="{FAA2EA04-DD17-8BC4-234A-27C77B0F3656}"/>
              </a:ext>
            </a:extLst>
          </p:cNvPr>
          <p:cNvSpPr/>
          <p:nvPr/>
        </p:nvSpPr>
        <p:spPr>
          <a:xfrm>
            <a:off x="4532285" y="1241367"/>
            <a:ext cx="680700" cy="680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2" name="Google Shape;552;p23">
            <a:extLst>
              <a:ext uri="{FF2B5EF4-FFF2-40B4-BE49-F238E27FC236}">
                <a16:creationId xmlns:a16="http://schemas.microsoft.com/office/drawing/2014/main" id="{F0F4AA1D-0AFF-D606-B90C-023B50E119BC}"/>
              </a:ext>
            </a:extLst>
          </p:cNvPr>
          <p:cNvSpPr/>
          <p:nvPr/>
        </p:nvSpPr>
        <p:spPr>
          <a:xfrm>
            <a:off x="4532285" y="2299239"/>
            <a:ext cx="680700" cy="680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3" name="Google Shape;553;p23">
            <a:extLst>
              <a:ext uri="{FF2B5EF4-FFF2-40B4-BE49-F238E27FC236}">
                <a16:creationId xmlns:a16="http://schemas.microsoft.com/office/drawing/2014/main" id="{F906926C-30C7-9E38-E1A0-B82FE6431D20}"/>
              </a:ext>
            </a:extLst>
          </p:cNvPr>
          <p:cNvSpPr/>
          <p:nvPr/>
        </p:nvSpPr>
        <p:spPr>
          <a:xfrm>
            <a:off x="5318140" y="2136783"/>
            <a:ext cx="443100" cy="443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4" name="Google Shape;554;p23">
            <a:extLst>
              <a:ext uri="{FF2B5EF4-FFF2-40B4-BE49-F238E27FC236}">
                <a16:creationId xmlns:a16="http://schemas.microsoft.com/office/drawing/2014/main" id="{26E1BBED-0A5D-7092-D91D-4663B31F11F0}"/>
              </a:ext>
            </a:extLst>
          </p:cNvPr>
          <p:cNvSpPr/>
          <p:nvPr/>
        </p:nvSpPr>
        <p:spPr>
          <a:xfrm>
            <a:off x="5318190" y="2682834"/>
            <a:ext cx="443100" cy="443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5" name="Google Shape;555;p23">
            <a:extLst>
              <a:ext uri="{FF2B5EF4-FFF2-40B4-BE49-F238E27FC236}">
                <a16:creationId xmlns:a16="http://schemas.microsoft.com/office/drawing/2014/main" id="{C86A0C8C-7255-BDFF-0F29-B5E669BCDBC3}"/>
              </a:ext>
            </a:extLst>
          </p:cNvPr>
          <p:cNvSpPr/>
          <p:nvPr/>
        </p:nvSpPr>
        <p:spPr>
          <a:xfrm>
            <a:off x="5318240" y="3228885"/>
            <a:ext cx="443100" cy="443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556" name="Google Shape;556;p23">
            <a:extLst>
              <a:ext uri="{FF2B5EF4-FFF2-40B4-BE49-F238E27FC236}">
                <a16:creationId xmlns:a16="http://schemas.microsoft.com/office/drawing/2014/main" id="{6690B0EE-61F6-28DD-F374-55FB3410113D}"/>
              </a:ext>
            </a:extLst>
          </p:cNvPr>
          <p:cNvCxnSpPr>
            <a:stCxn id="547" idx="6"/>
            <a:endCxn id="553" idx="0"/>
          </p:cNvCxnSpPr>
          <p:nvPr/>
        </p:nvCxnSpPr>
        <p:spPr>
          <a:xfrm>
            <a:off x="5212985" y="1581717"/>
            <a:ext cx="326705" cy="555066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7" name="Google Shape;557;p23">
            <a:extLst>
              <a:ext uri="{FF2B5EF4-FFF2-40B4-BE49-F238E27FC236}">
                <a16:creationId xmlns:a16="http://schemas.microsoft.com/office/drawing/2014/main" id="{474B0F84-01BC-304F-4BEF-F20B71639D6D}"/>
              </a:ext>
            </a:extLst>
          </p:cNvPr>
          <p:cNvCxnSpPr>
            <a:cxnSpLocks/>
            <a:stCxn id="552" idx="6"/>
            <a:endCxn id="554" idx="2"/>
          </p:cNvCxnSpPr>
          <p:nvPr/>
        </p:nvCxnSpPr>
        <p:spPr>
          <a:xfrm>
            <a:off x="5212985" y="2639589"/>
            <a:ext cx="105205" cy="26479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23">
            <a:extLst>
              <a:ext uri="{FF2B5EF4-FFF2-40B4-BE49-F238E27FC236}">
                <a16:creationId xmlns:a16="http://schemas.microsoft.com/office/drawing/2014/main" id="{F9910C2D-9755-0913-0C79-72C4A821E8BC}"/>
              </a:ext>
            </a:extLst>
          </p:cNvPr>
          <p:cNvSpPr/>
          <p:nvPr/>
        </p:nvSpPr>
        <p:spPr>
          <a:xfrm>
            <a:off x="5370254" y="2172714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3">
            <a:extLst>
              <a:ext uri="{FF2B5EF4-FFF2-40B4-BE49-F238E27FC236}">
                <a16:creationId xmlns:a16="http://schemas.microsoft.com/office/drawing/2014/main" id="{D6A4978C-0B96-891F-6781-7200FB92137E}"/>
              </a:ext>
            </a:extLst>
          </p:cNvPr>
          <p:cNvSpPr/>
          <p:nvPr/>
        </p:nvSpPr>
        <p:spPr>
          <a:xfrm>
            <a:off x="5370254" y="2700801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3">
            <a:extLst>
              <a:ext uri="{FF2B5EF4-FFF2-40B4-BE49-F238E27FC236}">
                <a16:creationId xmlns:a16="http://schemas.microsoft.com/office/drawing/2014/main" id="{0476173B-19BD-9815-AC22-49A90B495F30}"/>
              </a:ext>
            </a:extLst>
          </p:cNvPr>
          <p:cNvSpPr/>
          <p:nvPr/>
        </p:nvSpPr>
        <p:spPr>
          <a:xfrm>
            <a:off x="5370254" y="3264726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46;p23">
            <a:extLst>
              <a:ext uri="{FF2B5EF4-FFF2-40B4-BE49-F238E27FC236}">
                <a16:creationId xmlns:a16="http://schemas.microsoft.com/office/drawing/2014/main" id="{463EAC6B-12C4-D3D6-8D19-3DD58ADE3193}"/>
              </a:ext>
            </a:extLst>
          </p:cNvPr>
          <p:cNvSpPr txBox="1"/>
          <p:nvPr/>
        </p:nvSpPr>
        <p:spPr>
          <a:xfrm>
            <a:off x="327648" y="1380146"/>
            <a:ext cx="4069092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dirty="0"/>
              <a:t>A reliable predictive system has the potential to </a:t>
            </a:r>
            <a:r>
              <a:rPr lang="en-US" b="1" dirty="0"/>
              <a:t>support clinicians in recognizing subtle signs that might otherwise go unnoticed</a:t>
            </a:r>
            <a:r>
              <a:rPr lang="en-US" dirty="0"/>
              <a:t>. </a:t>
            </a:r>
            <a:endParaRPr lang="en-GB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D01759E-820F-1B68-A6E1-DB4D3C976EAA}"/>
              </a:ext>
            </a:extLst>
          </p:cNvPr>
          <p:cNvSpPr txBox="1"/>
          <p:nvPr/>
        </p:nvSpPr>
        <p:spPr>
          <a:xfrm>
            <a:off x="330431" y="2180039"/>
            <a:ext cx="40690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Predictive modeling can help researchers </a:t>
            </a:r>
            <a:r>
              <a:rPr lang="en-US" b="1" dirty="0"/>
              <a:t>gain deeper insight into the complex interactions that contribute to the onset of neurodegenerative disorders</a:t>
            </a:r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00F28E0-901B-4212-4413-E027A6F256B5}"/>
              </a:ext>
            </a:extLst>
          </p:cNvPr>
          <p:cNvSpPr/>
          <p:nvPr/>
        </p:nvSpPr>
        <p:spPr>
          <a:xfrm>
            <a:off x="125932" y="1221112"/>
            <a:ext cx="5692699" cy="1913034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38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>
          <a:extLst>
            <a:ext uri="{FF2B5EF4-FFF2-40B4-BE49-F238E27FC236}">
              <a16:creationId xmlns:a16="http://schemas.microsoft.com/office/drawing/2014/main" id="{DA3F8588-078C-6E93-4B03-BB192BB8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">
            <a:extLst>
              <a:ext uri="{FF2B5EF4-FFF2-40B4-BE49-F238E27FC236}">
                <a16:creationId xmlns:a16="http://schemas.microsoft.com/office/drawing/2014/main" id="{6220D787-06F0-84C4-2F31-9943C5F4B6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Why develop a predictive model?</a:t>
            </a:r>
            <a:endParaRPr dirty="0"/>
          </a:p>
        </p:txBody>
      </p:sp>
      <p:grpSp>
        <p:nvGrpSpPr>
          <p:cNvPr id="493" name="Google Shape;493;p23">
            <a:extLst>
              <a:ext uri="{FF2B5EF4-FFF2-40B4-BE49-F238E27FC236}">
                <a16:creationId xmlns:a16="http://schemas.microsoft.com/office/drawing/2014/main" id="{9525ACA9-52E4-0CD7-9945-ADA3E6D56164}"/>
              </a:ext>
            </a:extLst>
          </p:cNvPr>
          <p:cNvGrpSpPr/>
          <p:nvPr/>
        </p:nvGrpSpPr>
        <p:grpSpPr>
          <a:xfrm flipH="1">
            <a:off x="5917432" y="1983027"/>
            <a:ext cx="2898920" cy="1854809"/>
            <a:chOff x="1615800" y="1453351"/>
            <a:chExt cx="3805707" cy="2437413"/>
          </a:xfrm>
        </p:grpSpPr>
        <p:sp>
          <p:nvSpPr>
            <p:cNvPr id="494" name="Google Shape;494;p23">
              <a:extLst>
                <a:ext uri="{FF2B5EF4-FFF2-40B4-BE49-F238E27FC236}">
                  <a16:creationId xmlns:a16="http://schemas.microsoft.com/office/drawing/2014/main" id="{09B70314-B9A7-300C-56A4-4C2C3AE38591}"/>
                </a:ext>
              </a:extLst>
            </p:cNvPr>
            <p:cNvSpPr/>
            <p:nvPr/>
          </p:nvSpPr>
          <p:spPr>
            <a:xfrm>
              <a:off x="3617261" y="3753326"/>
              <a:ext cx="1184905" cy="115102"/>
            </a:xfrm>
            <a:custGeom>
              <a:avLst/>
              <a:gdLst/>
              <a:ahLst/>
              <a:cxnLst/>
              <a:rect l="l" t="t" r="r" b="b"/>
              <a:pathLst>
                <a:path w="15493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493" y="1505"/>
                  </a:lnTo>
                  <a:lnTo>
                    <a:pt x="15493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3">
              <a:extLst>
                <a:ext uri="{FF2B5EF4-FFF2-40B4-BE49-F238E27FC236}">
                  <a16:creationId xmlns:a16="http://schemas.microsoft.com/office/drawing/2014/main" id="{AE7652D1-808C-A0EF-B536-D5E567D5F280}"/>
                </a:ext>
              </a:extLst>
            </p:cNvPr>
            <p:cNvSpPr/>
            <p:nvPr/>
          </p:nvSpPr>
          <p:spPr>
            <a:xfrm>
              <a:off x="3894804" y="2961760"/>
              <a:ext cx="629813" cy="791644"/>
            </a:xfrm>
            <a:custGeom>
              <a:avLst/>
              <a:gdLst/>
              <a:ahLst/>
              <a:cxnLst/>
              <a:rect l="l" t="t" r="r" b="b"/>
              <a:pathLst>
                <a:path w="8235" h="10351" extrusionOk="0">
                  <a:moveTo>
                    <a:pt x="1" y="1"/>
                  </a:moveTo>
                  <a:lnTo>
                    <a:pt x="1" y="10350"/>
                  </a:lnTo>
                  <a:lnTo>
                    <a:pt x="8235" y="1035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3">
              <a:extLst>
                <a:ext uri="{FF2B5EF4-FFF2-40B4-BE49-F238E27FC236}">
                  <a16:creationId xmlns:a16="http://schemas.microsoft.com/office/drawing/2014/main" id="{75F407EB-A1FC-4CC0-3F03-85DA2B6FEBF8}"/>
                </a:ext>
              </a:extLst>
            </p:cNvPr>
            <p:cNvSpPr/>
            <p:nvPr/>
          </p:nvSpPr>
          <p:spPr>
            <a:xfrm>
              <a:off x="2998009" y="1790167"/>
              <a:ext cx="2423498" cy="1601950"/>
            </a:xfrm>
            <a:custGeom>
              <a:avLst/>
              <a:gdLst/>
              <a:ahLst/>
              <a:cxnLst/>
              <a:rect l="l" t="t" r="r" b="b"/>
              <a:pathLst>
                <a:path w="31688" h="2094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9" y="119"/>
                  </a:lnTo>
                  <a:lnTo>
                    <a:pt x="265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55" y="429"/>
                  </a:lnTo>
                  <a:lnTo>
                    <a:pt x="37" y="493"/>
                  </a:lnTo>
                  <a:lnTo>
                    <a:pt x="18" y="566"/>
                  </a:lnTo>
                  <a:lnTo>
                    <a:pt x="9" y="630"/>
                  </a:lnTo>
                  <a:lnTo>
                    <a:pt x="0" y="703"/>
                  </a:lnTo>
                  <a:lnTo>
                    <a:pt x="0" y="20244"/>
                  </a:lnTo>
                  <a:lnTo>
                    <a:pt x="9" y="20308"/>
                  </a:lnTo>
                  <a:lnTo>
                    <a:pt x="18" y="20381"/>
                  </a:lnTo>
                  <a:lnTo>
                    <a:pt x="37" y="20454"/>
                  </a:lnTo>
                  <a:lnTo>
                    <a:pt x="55" y="20517"/>
                  </a:lnTo>
                  <a:lnTo>
                    <a:pt x="91" y="20581"/>
                  </a:lnTo>
                  <a:lnTo>
                    <a:pt x="128" y="20636"/>
                  </a:lnTo>
                  <a:lnTo>
                    <a:pt x="164" y="20691"/>
                  </a:lnTo>
                  <a:lnTo>
                    <a:pt x="210" y="20736"/>
                  </a:lnTo>
                  <a:lnTo>
                    <a:pt x="265" y="20782"/>
                  </a:lnTo>
                  <a:lnTo>
                    <a:pt x="319" y="20827"/>
                  </a:lnTo>
                  <a:lnTo>
                    <a:pt x="374" y="20864"/>
                  </a:lnTo>
                  <a:lnTo>
                    <a:pt x="438" y="20891"/>
                  </a:lnTo>
                  <a:lnTo>
                    <a:pt x="502" y="20919"/>
                  </a:lnTo>
                  <a:lnTo>
                    <a:pt x="565" y="20937"/>
                  </a:lnTo>
                  <a:lnTo>
                    <a:pt x="638" y="20946"/>
                  </a:lnTo>
                  <a:lnTo>
                    <a:pt x="31049" y="20946"/>
                  </a:lnTo>
                  <a:lnTo>
                    <a:pt x="31122" y="20937"/>
                  </a:lnTo>
                  <a:lnTo>
                    <a:pt x="31195" y="20919"/>
                  </a:lnTo>
                  <a:lnTo>
                    <a:pt x="31259" y="20891"/>
                  </a:lnTo>
                  <a:lnTo>
                    <a:pt x="31323" y="20864"/>
                  </a:lnTo>
                  <a:lnTo>
                    <a:pt x="31377" y="20827"/>
                  </a:lnTo>
                  <a:lnTo>
                    <a:pt x="31432" y="20782"/>
                  </a:lnTo>
                  <a:lnTo>
                    <a:pt x="31487" y="20736"/>
                  </a:lnTo>
                  <a:lnTo>
                    <a:pt x="31532" y="20691"/>
                  </a:lnTo>
                  <a:lnTo>
                    <a:pt x="31569" y="20636"/>
                  </a:lnTo>
                  <a:lnTo>
                    <a:pt x="31605" y="20581"/>
                  </a:lnTo>
                  <a:lnTo>
                    <a:pt x="31633" y="20517"/>
                  </a:lnTo>
                  <a:lnTo>
                    <a:pt x="31660" y="20454"/>
                  </a:lnTo>
                  <a:lnTo>
                    <a:pt x="31678" y="20381"/>
                  </a:lnTo>
                  <a:lnTo>
                    <a:pt x="31687" y="20308"/>
                  </a:lnTo>
                  <a:lnTo>
                    <a:pt x="31687" y="20244"/>
                  </a:lnTo>
                  <a:lnTo>
                    <a:pt x="31687" y="703"/>
                  </a:lnTo>
                  <a:lnTo>
                    <a:pt x="31687" y="630"/>
                  </a:lnTo>
                  <a:lnTo>
                    <a:pt x="31678" y="566"/>
                  </a:lnTo>
                  <a:lnTo>
                    <a:pt x="31660" y="493"/>
                  </a:lnTo>
                  <a:lnTo>
                    <a:pt x="31633" y="429"/>
                  </a:lnTo>
                  <a:lnTo>
                    <a:pt x="31605" y="365"/>
                  </a:lnTo>
                  <a:lnTo>
                    <a:pt x="31569" y="311"/>
                  </a:lnTo>
                  <a:lnTo>
                    <a:pt x="31532" y="256"/>
                  </a:lnTo>
                  <a:lnTo>
                    <a:pt x="31487" y="201"/>
                  </a:lnTo>
                  <a:lnTo>
                    <a:pt x="31432" y="156"/>
                  </a:lnTo>
                  <a:lnTo>
                    <a:pt x="31377" y="119"/>
                  </a:lnTo>
                  <a:lnTo>
                    <a:pt x="31323" y="83"/>
                  </a:lnTo>
                  <a:lnTo>
                    <a:pt x="31259" y="55"/>
                  </a:lnTo>
                  <a:lnTo>
                    <a:pt x="31195" y="28"/>
                  </a:lnTo>
                  <a:lnTo>
                    <a:pt x="31122" y="10"/>
                  </a:lnTo>
                  <a:lnTo>
                    <a:pt x="31049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3">
              <a:extLst>
                <a:ext uri="{FF2B5EF4-FFF2-40B4-BE49-F238E27FC236}">
                  <a16:creationId xmlns:a16="http://schemas.microsoft.com/office/drawing/2014/main" id="{781DBEEB-4129-8105-CB67-0DBC40862346}"/>
                </a:ext>
              </a:extLst>
            </p:cNvPr>
            <p:cNvSpPr/>
            <p:nvPr/>
          </p:nvSpPr>
          <p:spPr>
            <a:xfrm>
              <a:off x="3085884" y="1873148"/>
              <a:ext cx="2247747" cy="1435988"/>
            </a:xfrm>
            <a:custGeom>
              <a:avLst/>
              <a:gdLst/>
              <a:ahLst/>
              <a:cxnLst/>
              <a:rect l="l" t="t" r="r" b="b"/>
              <a:pathLst>
                <a:path w="29390" h="1877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0" y="119"/>
                  </a:lnTo>
                  <a:lnTo>
                    <a:pt x="264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64" y="429"/>
                  </a:lnTo>
                  <a:lnTo>
                    <a:pt x="37" y="493"/>
                  </a:lnTo>
                  <a:lnTo>
                    <a:pt x="18" y="557"/>
                  </a:lnTo>
                  <a:lnTo>
                    <a:pt x="9" y="630"/>
                  </a:lnTo>
                  <a:lnTo>
                    <a:pt x="0" y="694"/>
                  </a:lnTo>
                  <a:lnTo>
                    <a:pt x="0" y="18074"/>
                  </a:lnTo>
                  <a:lnTo>
                    <a:pt x="9" y="18147"/>
                  </a:lnTo>
                  <a:lnTo>
                    <a:pt x="18" y="18220"/>
                  </a:lnTo>
                  <a:lnTo>
                    <a:pt x="37" y="18283"/>
                  </a:lnTo>
                  <a:lnTo>
                    <a:pt x="64" y="18347"/>
                  </a:lnTo>
                  <a:lnTo>
                    <a:pt x="91" y="18411"/>
                  </a:lnTo>
                  <a:lnTo>
                    <a:pt x="128" y="18466"/>
                  </a:lnTo>
                  <a:lnTo>
                    <a:pt x="164" y="18520"/>
                  </a:lnTo>
                  <a:lnTo>
                    <a:pt x="210" y="18575"/>
                  </a:lnTo>
                  <a:lnTo>
                    <a:pt x="264" y="18621"/>
                  </a:lnTo>
                  <a:lnTo>
                    <a:pt x="310" y="18657"/>
                  </a:lnTo>
                  <a:lnTo>
                    <a:pt x="374" y="18694"/>
                  </a:lnTo>
                  <a:lnTo>
                    <a:pt x="438" y="18721"/>
                  </a:lnTo>
                  <a:lnTo>
                    <a:pt x="502" y="18748"/>
                  </a:lnTo>
                  <a:lnTo>
                    <a:pt x="565" y="18767"/>
                  </a:lnTo>
                  <a:lnTo>
                    <a:pt x="638" y="18776"/>
                  </a:lnTo>
                  <a:lnTo>
                    <a:pt x="28760" y="18776"/>
                  </a:lnTo>
                  <a:lnTo>
                    <a:pt x="28833" y="18767"/>
                  </a:lnTo>
                  <a:lnTo>
                    <a:pt x="28897" y="18748"/>
                  </a:lnTo>
                  <a:lnTo>
                    <a:pt x="28961" y="18721"/>
                  </a:lnTo>
                  <a:lnTo>
                    <a:pt x="29025" y="18694"/>
                  </a:lnTo>
                  <a:lnTo>
                    <a:pt x="29079" y="18657"/>
                  </a:lnTo>
                  <a:lnTo>
                    <a:pt x="29134" y="18621"/>
                  </a:lnTo>
                  <a:lnTo>
                    <a:pt x="29189" y="18575"/>
                  </a:lnTo>
                  <a:lnTo>
                    <a:pt x="29225" y="18520"/>
                  </a:lnTo>
                  <a:lnTo>
                    <a:pt x="29271" y="18466"/>
                  </a:lnTo>
                  <a:lnTo>
                    <a:pt x="29307" y="18411"/>
                  </a:lnTo>
                  <a:lnTo>
                    <a:pt x="29335" y="18347"/>
                  </a:lnTo>
                  <a:lnTo>
                    <a:pt x="29362" y="18283"/>
                  </a:lnTo>
                  <a:lnTo>
                    <a:pt x="29380" y="18220"/>
                  </a:lnTo>
                  <a:lnTo>
                    <a:pt x="29389" y="18147"/>
                  </a:lnTo>
                  <a:lnTo>
                    <a:pt x="29389" y="18074"/>
                  </a:lnTo>
                  <a:lnTo>
                    <a:pt x="29389" y="694"/>
                  </a:lnTo>
                  <a:lnTo>
                    <a:pt x="29389" y="630"/>
                  </a:lnTo>
                  <a:lnTo>
                    <a:pt x="29380" y="557"/>
                  </a:lnTo>
                  <a:lnTo>
                    <a:pt x="29362" y="493"/>
                  </a:lnTo>
                  <a:lnTo>
                    <a:pt x="29335" y="429"/>
                  </a:lnTo>
                  <a:lnTo>
                    <a:pt x="29307" y="365"/>
                  </a:lnTo>
                  <a:lnTo>
                    <a:pt x="29271" y="311"/>
                  </a:lnTo>
                  <a:lnTo>
                    <a:pt x="29225" y="256"/>
                  </a:lnTo>
                  <a:lnTo>
                    <a:pt x="29189" y="201"/>
                  </a:lnTo>
                  <a:lnTo>
                    <a:pt x="29134" y="156"/>
                  </a:lnTo>
                  <a:lnTo>
                    <a:pt x="29079" y="119"/>
                  </a:lnTo>
                  <a:lnTo>
                    <a:pt x="29025" y="83"/>
                  </a:lnTo>
                  <a:lnTo>
                    <a:pt x="28961" y="55"/>
                  </a:lnTo>
                  <a:lnTo>
                    <a:pt x="28897" y="28"/>
                  </a:lnTo>
                  <a:lnTo>
                    <a:pt x="28833" y="10"/>
                  </a:lnTo>
                  <a:lnTo>
                    <a:pt x="28760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3">
              <a:extLst>
                <a:ext uri="{FF2B5EF4-FFF2-40B4-BE49-F238E27FC236}">
                  <a16:creationId xmlns:a16="http://schemas.microsoft.com/office/drawing/2014/main" id="{2A08AE1E-5C7E-B19E-FAB8-7F885F6D915B}"/>
                </a:ext>
              </a:extLst>
            </p:cNvPr>
            <p:cNvSpPr/>
            <p:nvPr/>
          </p:nvSpPr>
          <p:spPr>
            <a:xfrm>
              <a:off x="2823636" y="1902440"/>
              <a:ext cx="2509309" cy="594250"/>
            </a:xfrm>
            <a:custGeom>
              <a:avLst/>
              <a:gdLst/>
              <a:ahLst/>
              <a:cxnLst/>
              <a:rect l="l" t="t" r="r" b="b"/>
              <a:pathLst>
                <a:path w="32810" h="7770" extrusionOk="0">
                  <a:moveTo>
                    <a:pt x="3949" y="1"/>
                  </a:moveTo>
                  <a:lnTo>
                    <a:pt x="3921" y="10"/>
                  </a:lnTo>
                  <a:lnTo>
                    <a:pt x="3885" y="28"/>
                  </a:lnTo>
                  <a:lnTo>
                    <a:pt x="3858" y="46"/>
                  </a:lnTo>
                  <a:lnTo>
                    <a:pt x="3839" y="74"/>
                  </a:lnTo>
                  <a:lnTo>
                    <a:pt x="3821" y="101"/>
                  </a:lnTo>
                  <a:lnTo>
                    <a:pt x="3803" y="137"/>
                  </a:lnTo>
                  <a:lnTo>
                    <a:pt x="3794" y="174"/>
                  </a:lnTo>
                  <a:lnTo>
                    <a:pt x="3073" y="6210"/>
                  </a:lnTo>
                  <a:lnTo>
                    <a:pt x="2025" y="1870"/>
                  </a:lnTo>
                  <a:lnTo>
                    <a:pt x="2016" y="1843"/>
                  </a:lnTo>
                  <a:lnTo>
                    <a:pt x="2007" y="1815"/>
                  </a:lnTo>
                  <a:lnTo>
                    <a:pt x="1961" y="1770"/>
                  </a:lnTo>
                  <a:lnTo>
                    <a:pt x="1906" y="1733"/>
                  </a:lnTo>
                  <a:lnTo>
                    <a:pt x="1870" y="1724"/>
                  </a:lnTo>
                  <a:lnTo>
                    <a:pt x="1842" y="1724"/>
                  </a:lnTo>
                  <a:lnTo>
                    <a:pt x="1779" y="1733"/>
                  </a:lnTo>
                  <a:lnTo>
                    <a:pt x="1724" y="1761"/>
                  </a:lnTo>
                  <a:lnTo>
                    <a:pt x="1678" y="1806"/>
                  </a:lnTo>
                  <a:lnTo>
                    <a:pt x="1660" y="1833"/>
                  </a:lnTo>
                  <a:lnTo>
                    <a:pt x="1651" y="1870"/>
                  </a:lnTo>
                  <a:lnTo>
                    <a:pt x="1113" y="3767"/>
                  </a:lnTo>
                  <a:lnTo>
                    <a:pt x="155" y="3767"/>
                  </a:lnTo>
                  <a:lnTo>
                    <a:pt x="119" y="3785"/>
                  </a:lnTo>
                  <a:lnTo>
                    <a:pt x="92" y="3803"/>
                  </a:lnTo>
                  <a:lnTo>
                    <a:pt x="64" y="3821"/>
                  </a:lnTo>
                  <a:lnTo>
                    <a:pt x="37" y="3858"/>
                  </a:lnTo>
                  <a:lnTo>
                    <a:pt x="19" y="3885"/>
                  </a:lnTo>
                  <a:lnTo>
                    <a:pt x="10" y="3922"/>
                  </a:lnTo>
                  <a:lnTo>
                    <a:pt x="0" y="3967"/>
                  </a:lnTo>
                  <a:lnTo>
                    <a:pt x="10" y="4004"/>
                  </a:lnTo>
                  <a:lnTo>
                    <a:pt x="19" y="4040"/>
                  </a:lnTo>
                  <a:lnTo>
                    <a:pt x="37" y="4077"/>
                  </a:lnTo>
                  <a:lnTo>
                    <a:pt x="64" y="4104"/>
                  </a:lnTo>
                  <a:lnTo>
                    <a:pt x="92" y="4122"/>
                  </a:lnTo>
                  <a:lnTo>
                    <a:pt x="119" y="4140"/>
                  </a:lnTo>
                  <a:lnTo>
                    <a:pt x="155" y="4159"/>
                  </a:lnTo>
                  <a:lnTo>
                    <a:pt x="1259" y="4159"/>
                  </a:lnTo>
                  <a:lnTo>
                    <a:pt x="1323" y="4150"/>
                  </a:lnTo>
                  <a:lnTo>
                    <a:pt x="1377" y="4122"/>
                  </a:lnTo>
                  <a:lnTo>
                    <a:pt x="1423" y="4077"/>
                  </a:lnTo>
                  <a:lnTo>
                    <a:pt x="1450" y="4013"/>
                  </a:lnTo>
                  <a:lnTo>
                    <a:pt x="1824" y="2700"/>
                  </a:lnTo>
                  <a:lnTo>
                    <a:pt x="2946" y="7368"/>
                  </a:lnTo>
                  <a:lnTo>
                    <a:pt x="2955" y="7405"/>
                  </a:lnTo>
                  <a:lnTo>
                    <a:pt x="2973" y="7432"/>
                  </a:lnTo>
                  <a:lnTo>
                    <a:pt x="3000" y="7460"/>
                  </a:lnTo>
                  <a:lnTo>
                    <a:pt x="3028" y="7487"/>
                  </a:lnTo>
                  <a:lnTo>
                    <a:pt x="3055" y="7496"/>
                  </a:lnTo>
                  <a:lnTo>
                    <a:pt x="3083" y="7514"/>
                  </a:lnTo>
                  <a:lnTo>
                    <a:pt x="3119" y="7523"/>
                  </a:lnTo>
                  <a:lnTo>
                    <a:pt x="3146" y="7523"/>
                  </a:lnTo>
                  <a:lnTo>
                    <a:pt x="3183" y="7514"/>
                  </a:lnTo>
                  <a:lnTo>
                    <a:pt x="3219" y="7505"/>
                  </a:lnTo>
                  <a:lnTo>
                    <a:pt x="3247" y="7487"/>
                  </a:lnTo>
                  <a:lnTo>
                    <a:pt x="3274" y="7469"/>
                  </a:lnTo>
                  <a:lnTo>
                    <a:pt x="3292" y="7441"/>
                  </a:lnTo>
                  <a:lnTo>
                    <a:pt x="3310" y="7414"/>
                  </a:lnTo>
                  <a:lnTo>
                    <a:pt x="3329" y="7378"/>
                  </a:lnTo>
                  <a:lnTo>
                    <a:pt x="3338" y="7350"/>
                  </a:lnTo>
                  <a:lnTo>
                    <a:pt x="4031" y="1514"/>
                  </a:lnTo>
                  <a:lnTo>
                    <a:pt x="4733" y="5390"/>
                  </a:lnTo>
                  <a:lnTo>
                    <a:pt x="4742" y="5426"/>
                  </a:lnTo>
                  <a:lnTo>
                    <a:pt x="4760" y="5454"/>
                  </a:lnTo>
                  <a:lnTo>
                    <a:pt x="4797" y="5499"/>
                  </a:lnTo>
                  <a:lnTo>
                    <a:pt x="4852" y="5536"/>
                  </a:lnTo>
                  <a:lnTo>
                    <a:pt x="4879" y="5545"/>
                  </a:lnTo>
                  <a:lnTo>
                    <a:pt x="4915" y="5554"/>
                  </a:lnTo>
                  <a:lnTo>
                    <a:pt x="4943" y="5554"/>
                  </a:lnTo>
                  <a:lnTo>
                    <a:pt x="4979" y="5545"/>
                  </a:lnTo>
                  <a:lnTo>
                    <a:pt x="5034" y="5517"/>
                  </a:lnTo>
                  <a:lnTo>
                    <a:pt x="5089" y="5472"/>
                  </a:lnTo>
                  <a:lnTo>
                    <a:pt x="5107" y="5444"/>
                  </a:lnTo>
                  <a:lnTo>
                    <a:pt x="5116" y="5417"/>
                  </a:lnTo>
                  <a:lnTo>
                    <a:pt x="6092" y="2472"/>
                  </a:lnTo>
                  <a:lnTo>
                    <a:pt x="6958" y="4852"/>
                  </a:lnTo>
                  <a:lnTo>
                    <a:pt x="6985" y="4906"/>
                  </a:lnTo>
                  <a:lnTo>
                    <a:pt x="7031" y="4943"/>
                  </a:lnTo>
                  <a:lnTo>
                    <a:pt x="7076" y="4970"/>
                  </a:lnTo>
                  <a:lnTo>
                    <a:pt x="7131" y="4979"/>
                  </a:lnTo>
                  <a:lnTo>
                    <a:pt x="7195" y="4979"/>
                  </a:lnTo>
                  <a:lnTo>
                    <a:pt x="7250" y="4961"/>
                  </a:lnTo>
                  <a:lnTo>
                    <a:pt x="7286" y="4925"/>
                  </a:lnTo>
                  <a:lnTo>
                    <a:pt x="7323" y="4870"/>
                  </a:lnTo>
                  <a:lnTo>
                    <a:pt x="7970" y="3566"/>
                  </a:lnTo>
                  <a:lnTo>
                    <a:pt x="8882" y="5682"/>
                  </a:lnTo>
                  <a:lnTo>
                    <a:pt x="8918" y="5736"/>
                  </a:lnTo>
                  <a:lnTo>
                    <a:pt x="8964" y="5773"/>
                  </a:lnTo>
                  <a:lnTo>
                    <a:pt x="9010" y="5800"/>
                  </a:lnTo>
                  <a:lnTo>
                    <a:pt x="9073" y="5800"/>
                  </a:lnTo>
                  <a:lnTo>
                    <a:pt x="9137" y="5791"/>
                  </a:lnTo>
                  <a:lnTo>
                    <a:pt x="9183" y="5764"/>
                  </a:lnTo>
                  <a:lnTo>
                    <a:pt x="9228" y="5718"/>
                  </a:lnTo>
                  <a:lnTo>
                    <a:pt x="9256" y="5663"/>
                  </a:lnTo>
                  <a:lnTo>
                    <a:pt x="10414" y="1952"/>
                  </a:lnTo>
                  <a:lnTo>
                    <a:pt x="11353" y="7232"/>
                  </a:lnTo>
                  <a:lnTo>
                    <a:pt x="11362" y="7268"/>
                  </a:lnTo>
                  <a:lnTo>
                    <a:pt x="11371" y="7295"/>
                  </a:lnTo>
                  <a:lnTo>
                    <a:pt x="11390" y="7323"/>
                  </a:lnTo>
                  <a:lnTo>
                    <a:pt x="11417" y="7350"/>
                  </a:lnTo>
                  <a:lnTo>
                    <a:pt x="11444" y="7368"/>
                  </a:lnTo>
                  <a:lnTo>
                    <a:pt x="11472" y="7387"/>
                  </a:lnTo>
                  <a:lnTo>
                    <a:pt x="11499" y="7396"/>
                  </a:lnTo>
                  <a:lnTo>
                    <a:pt x="11535" y="7396"/>
                  </a:lnTo>
                  <a:lnTo>
                    <a:pt x="11599" y="7387"/>
                  </a:lnTo>
                  <a:lnTo>
                    <a:pt x="11663" y="7350"/>
                  </a:lnTo>
                  <a:lnTo>
                    <a:pt x="11681" y="7332"/>
                  </a:lnTo>
                  <a:lnTo>
                    <a:pt x="11709" y="7305"/>
                  </a:lnTo>
                  <a:lnTo>
                    <a:pt x="11718" y="7277"/>
                  </a:lnTo>
                  <a:lnTo>
                    <a:pt x="11736" y="7250"/>
                  </a:lnTo>
                  <a:lnTo>
                    <a:pt x="12529" y="4159"/>
                  </a:lnTo>
                  <a:lnTo>
                    <a:pt x="16870" y="4159"/>
                  </a:lnTo>
                  <a:lnTo>
                    <a:pt x="16925" y="4150"/>
                  </a:lnTo>
                  <a:lnTo>
                    <a:pt x="16979" y="4122"/>
                  </a:lnTo>
                  <a:lnTo>
                    <a:pt x="17025" y="4077"/>
                  </a:lnTo>
                  <a:lnTo>
                    <a:pt x="17052" y="4022"/>
                  </a:lnTo>
                  <a:lnTo>
                    <a:pt x="17627" y="2335"/>
                  </a:lnTo>
                  <a:lnTo>
                    <a:pt x="18593" y="7031"/>
                  </a:lnTo>
                  <a:lnTo>
                    <a:pt x="18602" y="7058"/>
                  </a:lnTo>
                  <a:lnTo>
                    <a:pt x="18621" y="7095"/>
                  </a:lnTo>
                  <a:lnTo>
                    <a:pt x="18657" y="7140"/>
                  </a:lnTo>
                  <a:lnTo>
                    <a:pt x="18712" y="7177"/>
                  </a:lnTo>
                  <a:lnTo>
                    <a:pt x="18748" y="7186"/>
                  </a:lnTo>
                  <a:lnTo>
                    <a:pt x="18776" y="7186"/>
                  </a:lnTo>
                  <a:lnTo>
                    <a:pt x="18849" y="7177"/>
                  </a:lnTo>
                  <a:lnTo>
                    <a:pt x="18903" y="7150"/>
                  </a:lnTo>
                  <a:lnTo>
                    <a:pt x="18949" y="7104"/>
                  </a:lnTo>
                  <a:lnTo>
                    <a:pt x="18967" y="7077"/>
                  </a:lnTo>
                  <a:lnTo>
                    <a:pt x="18976" y="7049"/>
                  </a:lnTo>
                  <a:lnTo>
                    <a:pt x="20317" y="2499"/>
                  </a:lnTo>
                  <a:lnTo>
                    <a:pt x="21384" y="5882"/>
                  </a:lnTo>
                  <a:lnTo>
                    <a:pt x="21411" y="5937"/>
                  </a:lnTo>
                  <a:lnTo>
                    <a:pt x="21457" y="5982"/>
                  </a:lnTo>
                  <a:lnTo>
                    <a:pt x="21475" y="6001"/>
                  </a:lnTo>
                  <a:lnTo>
                    <a:pt x="21511" y="6010"/>
                  </a:lnTo>
                  <a:lnTo>
                    <a:pt x="21539" y="6019"/>
                  </a:lnTo>
                  <a:lnTo>
                    <a:pt x="21575" y="6019"/>
                  </a:lnTo>
                  <a:lnTo>
                    <a:pt x="21639" y="6010"/>
                  </a:lnTo>
                  <a:lnTo>
                    <a:pt x="21694" y="5982"/>
                  </a:lnTo>
                  <a:lnTo>
                    <a:pt x="21730" y="5937"/>
                  </a:lnTo>
                  <a:lnTo>
                    <a:pt x="21757" y="5882"/>
                  </a:lnTo>
                  <a:lnTo>
                    <a:pt x="23189" y="1223"/>
                  </a:lnTo>
                  <a:lnTo>
                    <a:pt x="24949" y="7624"/>
                  </a:lnTo>
                  <a:lnTo>
                    <a:pt x="24976" y="7678"/>
                  </a:lnTo>
                  <a:lnTo>
                    <a:pt x="25022" y="7724"/>
                  </a:lnTo>
                  <a:lnTo>
                    <a:pt x="25077" y="7761"/>
                  </a:lnTo>
                  <a:lnTo>
                    <a:pt x="25131" y="7770"/>
                  </a:lnTo>
                  <a:lnTo>
                    <a:pt x="25140" y="7770"/>
                  </a:lnTo>
                  <a:lnTo>
                    <a:pt x="25204" y="7761"/>
                  </a:lnTo>
                  <a:lnTo>
                    <a:pt x="25259" y="7733"/>
                  </a:lnTo>
                  <a:lnTo>
                    <a:pt x="25295" y="7688"/>
                  </a:lnTo>
                  <a:lnTo>
                    <a:pt x="25323" y="7633"/>
                  </a:lnTo>
                  <a:lnTo>
                    <a:pt x="26700" y="3612"/>
                  </a:lnTo>
                  <a:lnTo>
                    <a:pt x="27101" y="4906"/>
                  </a:lnTo>
                  <a:lnTo>
                    <a:pt x="27119" y="4961"/>
                  </a:lnTo>
                  <a:lnTo>
                    <a:pt x="27165" y="4998"/>
                  </a:lnTo>
                  <a:lnTo>
                    <a:pt x="27210" y="5034"/>
                  </a:lnTo>
                  <a:lnTo>
                    <a:pt x="27274" y="5043"/>
                  </a:lnTo>
                  <a:lnTo>
                    <a:pt x="27329" y="5043"/>
                  </a:lnTo>
                  <a:lnTo>
                    <a:pt x="27384" y="5016"/>
                  </a:lnTo>
                  <a:lnTo>
                    <a:pt x="27429" y="4979"/>
                  </a:lnTo>
                  <a:lnTo>
                    <a:pt x="27466" y="4934"/>
                  </a:lnTo>
                  <a:lnTo>
                    <a:pt x="28678" y="2381"/>
                  </a:lnTo>
                  <a:lnTo>
                    <a:pt x="30010" y="5827"/>
                  </a:lnTo>
                  <a:lnTo>
                    <a:pt x="30037" y="5873"/>
                  </a:lnTo>
                  <a:lnTo>
                    <a:pt x="30074" y="5909"/>
                  </a:lnTo>
                  <a:lnTo>
                    <a:pt x="30119" y="5937"/>
                  </a:lnTo>
                  <a:lnTo>
                    <a:pt x="30174" y="5955"/>
                  </a:lnTo>
                  <a:lnTo>
                    <a:pt x="30229" y="5946"/>
                  </a:lnTo>
                  <a:lnTo>
                    <a:pt x="30283" y="5928"/>
                  </a:lnTo>
                  <a:lnTo>
                    <a:pt x="30329" y="5900"/>
                  </a:lnTo>
                  <a:lnTo>
                    <a:pt x="30356" y="5855"/>
                  </a:lnTo>
                  <a:lnTo>
                    <a:pt x="31341" y="4159"/>
                  </a:lnTo>
                  <a:lnTo>
                    <a:pt x="32764" y="4159"/>
                  </a:lnTo>
                  <a:lnTo>
                    <a:pt x="32809" y="4150"/>
                  </a:lnTo>
                  <a:lnTo>
                    <a:pt x="32809" y="3776"/>
                  </a:lnTo>
                  <a:lnTo>
                    <a:pt x="32764" y="3767"/>
                  </a:lnTo>
                  <a:lnTo>
                    <a:pt x="31232" y="3767"/>
                  </a:lnTo>
                  <a:lnTo>
                    <a:pt x="31177" y="3776"/>
                  </a:lnTo>
                  <a:lnTo>
                    <a:pt x="31131" y="3794"/>
                  </a:lnTo>
                  <a:lnTo>
                    <a:pt x="31095" y="3821"/>
                  </a:lnTo>
                  <a:lnTo>
                    <a:pt x="31058" y="3867"/>
                  </a:lnTo>
                  <a:lnTo>
                    <a:pt x="30229" y="5299"/>
                  </a:lnTo>
                  <a:lnTo>
                    <a:pt x="28879" y="1815"/>
                  </a:lnTo>
                  <a:lnTo>
                    <a:pt x="28852" y="1761"/>
                  </a:lnTo>
                  <a:lnTo>
                    <a:pt x="28815" y="1724"/>
                  </a:lnTo>
                  <a:lnTo>
                    <a:pt x="28761" y="1697"/>
                  </a:lnTo>
                  <a:lnTo>
                    <a:pt x="28706" y="1688"/>
                  </a:lnTo>
                  <a:lnTo>
                    <a:pt x="28651" y="1697"/>
                  </a:lnTo>
                  <a:lnTo>
                    <a:pt x="28596" y="1715"/>
                  </a:lnTo>
                  <a:lnTo>
                    <a:pt x="28551" y="1751"/>
                  </a:lnTo>
                  <a:lnTo>
                    <a:pt x="28523" y="1797"/>
                  </a:lnTo>
                  <a:lnTo>
                    <a:pt x="27320" y="4305"/>
                  </a:lnTo>
                  <a:lnTo>
                    <a:pt x="26900" y="2919"/>
                  </a:lnTo>
                  <a:lnTo>
                    <a:pt x="26873" y="2864"/>
                  </a:lnTo>
                  <a:lnTo>
                    <a:pt x="26827" y="2818"/>
                  </a:lnTo>
                  <a:lnTo>
                    <a:pt x="26773" y="2791"/>
                  </a:lnTo>
                  <a:lnTo>
                    <a:pt x="26709" y="2782"/>
                  </a:lnTo>
                  <a:lnTo>
                    <a:pt x="26672" y="2782"/>
                  </a:lnTo>
                  <a:lnTo>
                    <a:pt x="26645" y="2791"/>
                  </a:lnTo>
                  <a:lnTo>
                    <a:pt x="26618" y="2800"/>
                  </a:lnTo>
                  <a:lnTo>
                    <a:pt x="26590" y="2818"/>
                  </a:lnTo>
                  <a:lnTo>
                    <a:pt x="26554" y="2855"/>
                  </a:lnTo>
                  <a:lnTo>
                    <a:pt x="26526" y="2919"/>
                  </a:lnTo>
                  <a:lnTo>
                    <a:pt x="25159" y="6903"/>
                  </a:lnTo>
                  <a:lnTo>
                    <a:pt x="23390" y="475"/>
                  </a:lnTo>
                  <a:lnTo>
                    <a:pt x="23362" y="411"/>
                  </a:lnTo>
                  <a:lnTo>
                    <a:pt x="23317" y="365"/>
                  </a:lnTo>
                  <a:lnTo>
                    <a:pt x="23262" y="338"/>
                  </a:lnTo>
                  <a:lnTo>
                    <a:pt x="23198" y="329"/>
                  </a:lnTo>
                  <a:lnTo>
                    <a:pt x="23134" y="338"/>
                  </a:lnTo>
                  <a:lnTo>
                    <a:pt x="23080" y="365"/>
                  </a:lnTo>
                  <a:lnTo>
                    <a:pt x="23034" y="411"/>
                  </a:lnTo>
                  <a:lnTo>
                    <a:pt x="23007" y="466"/>
                  </a:lnTo>
                  <a:lnTo>
                    <a:pt x="21566" y="5162"/>
                  </a:lnTo>
                  <a:lnTo>
                    <a:pt x="20499" y="1770"/>
                  </a:lnTo>
                  <a:lnTo>
                    <a:pt x="20481" y="1733"/>
                  </a:lnTo>
                  <a:lnTo>
                    <a:pt x="20463" y="1706"/>
                  </a:lnTo>
                  <a:lnTo>
                    <a:pt x="20417" y="1660"/>
                  </a:lnTo>
                  <a:lnTo>
                    <a:pt x="20362" y="1633"/>
                  </a:lnTo>
                  <a:lnTo>
                    <a:pt x="20308" y="1633"/>
                  </a:lnTo>
                  <a:lnTo>
                    <a:pt x="20244" y="1642"/>
                  </a:lnTo>
                  <a:lnTo>
                    <a:pt x="20189" y="1669"/>
                  </a:lnTo>
                  <a:lnTo>
                    <a:pt x="20153" y="1715"/>
                  </a:lnTo>
                  <a:lnTo>
                    <a:pt x="20125" y="1770"/>
                  </a:lnTo>
                  <a:lnTo>
                    <a:pt x="18821" y="6183"/>
                  </a:lnTo>
                  <a:lnTo>
                    <a:pt x="17864" y="1551"/>
                  </a:lnTo>
                  <a:lnTo>
                    <a:pt x="17846" y="1487"/>
                  </a:lnTo>
                  <a:lnTo>
                    <a:pt x="17800" y="1441"/>
                  </a:lnTo>
                  <a:lnTo>
                    <a:pt x="17745" y="1405"/>
                  </a:lnTo>
                  <a:lnTo>
                    <a:pt x="17718" y="1396"/>
                  </a:lnTo>
                  <a:lnTo>
                    <a:pt x="17618" y="1396"/>
                  </a:lnTo>
                  <a:lnTo>
                    <a:pt x="17563" y="1423"/>
                  </a:lnTo>
                  <a:lnTo>
                    <a:pt x="17517" y="1469"/>
                  </a:lnTo>
                  <a:lnTo>
                    <a:pt x="17490" y="1523"/>
                  </a:lnTo>
                  <a:lnTo>
                    <a:pt x="16724" y="3767"/>
                  </a:lnTo>
                  <a:lnTo>
                    <a:pt x="12347" y="3767"/>
                  </a:lnTo>
                  <a:lnTo>
                    <a:pt x="12311" y="3776"/>
                  </a:lnTo>
                  <a:lnTo>
                    <a:pt x="12256" y="3812"/>
                  </a:lnTo>
                  <a:lnTo>
                    <a:pt x="12210" y="3858"/>
                  </a:lnTo>
                  <a:lnTo>
                    <a:pt x="12201" y="3885"/>
                  </a:lnTo>
                  <a:lnTo>
                    <a:pt x="12183" y="3913"/>
                  </a:lnTo>
                  <a:lnTo>
                    <a:pt x="11581" y="6274"/>
                  </a:lnTo>
                  <a:lnTo>
                    <a:pt x="10660" y="1086"/>
                  </a:lnTo>
                  <a:lnTo>
                    <a:pt x="10651" y="1058"/>
                  </a:lnTo>
                  <a:lnTo>
                    <a:pt x="10633" y="1022"/>
                  </a:lnTo>
                  <a:lnTo>
                    <a:pt x="10596" y="976"/>
                  </a:lnTo>
                  <a:lnTo>
                    <a:pt x="10542" y="940"/>
                  </a:lnTo>
                  <a:lnTo>
                    <a:pt x="10514" y="931"/>
                  </a:lnTo>
                  <a:lnTo>
                    <a:pt x="10478" y="922"/>
                  </a:lnTo>
                  <a:lnTo>
                    <a:pt x="10441" y="922"/>
                  </a:lnTo>
                  <a:lnTo>
                    <a:pt x="10414" y="931"/>
                  </a:lnTo>
                  <a:lnTo>
                    <a:pt x="10377" y="940"/>
                  </a:lnTo>
                  <a:lnTo>
                    <a:pt x="10350" y="958"/>
                  </a:lnTo>
                  <a:lnTo>
                    <a:pt x="10304" y="1004"/>
                  </a:lnTo>
                  <a:lnTo>
                    <a:pt x="10277" y="1058"/>
                  </a:lnTo>
                  <a:lnTo>
                    <a:pt x="9037" y="5043"/>
                  </a:lnTo>
                  <a:lnTo>
                    <a:pt x="8162" y="3019"/>
                  </a:lnTo>
                  <a:lnTo>
                    <a:pt x="8125" y="2973"/>
                  </a:lnTo>
                  <a:lnTo>
                    <a:pt x="8089" y="2937"/>
                  </a:lnTo>
                  <a:lnTo>
                    <a:pt x="8043" y="2909"/>
                  </a:lnTo>
                  <a:lnTo>
                    <a:pt x="7979" y="2900"/>
                  </a:lnTo>
                  <a:lnTo>
                    <a:pt x="7925" y="2909"/>
                  </a:lnTo>
                  <a:lnTo>
                    <a:pt x="7879" y="2928"/>
                  </a:lnTo>
                  <a:lnTo>
                    <a:pt x="7833" y="2964"/>
                  </a:lnTo>
                  <a:lnTo>
                    <a:pt x="7806" y="3010"/>
                  </a:lnTo>
                  <a:lnTo>
                    <a:pt x="7177" y="4286"/>
                  </a:lnTo>
                  <a:lnTo>
                    <a:pt x="6274" y="1806"/>
                  </a:lnTo>
                  <a:lnTo>
                    <a:pt x="6238" y="1751"/>
                  </a:lnTo>
                  <a:lnTo>
                    <a:pt x="6192" y="1715"/>
                  </a:lnTo>
                  <a:lnTo>
                    <a:pt x="6137" y="1688"/>
                  </a:lnTo>
                  <a:lnTo>
                    <a:pt x="6083" y="1678"/>
                  </a:lnTo>
                  <a:lnTo>
                    <a:pt x="6019" y="1688"/>
                  </a:lnTo>
                  <a:lnTo>
                    <a:pt x="5973" y="1715"/>
                  </a:lnTo>
                  <a:lnTo>
                    <a:pt x="5928" y="1761"/>
                  </a:lnTo>
                  <a:lnTo>
                    <a:pt x="5900" y="1815"/>
                  </a:lnTo>
                  <a:lnTo>
                    <a:pt x="4988" y="4560"/>
                  </a:lnTo>
                  <a:lnTo>
                    <a:pt x="4186" y="156"/>
                  </a:lnTo>
                  <a:lnTo>
                    <a:pt x="4177" y="128"/>
                  </a:lnTo>
                  <a:lnTo>
                    <a:pt x="4159" y="92"/>
                  </a:lnTo>
                  <a:lnTo>
                    <a:pt x="4140" y="64"/>
                  </a:lnTo>
                  <a:lnTo>
                    <a:pt x="4122" y="37"/>
                  </a:lnTo>
                  <a:lnTo>
                    <a:pt x="4095" y="19"/>
                  </a:lnTo>
                  <a:lnTo>
                    <a:pt x="4058" y="10"/>
                  </a:lnTo>
                  <a:lnTo>
                    <a:pt x="40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3">
              <a:extLst>
                <a:ext uri="{FF2B5EF4-FFF2-40B4-BE49-F238E27FC236}">
                  <a16:creationId xmlns:a16="http://schemas.microsoft.com/office/drawing/2014/main" id="{E9BF2C3E-5078-B588-A47C-7E2144167E57}"/>
                </a:ext>
              </a:extLst>
            </p:cNvPr>
            <p:cNvSpPr/>
            <p:nvPr/>
          </p:nvSpPr>
          <p:spPr>
            <a:xfrm>
              <a:off x="2836179" y="2709989"/>
              <a:ext cx="2496766" cy="560828"/>
            </a:xfrm>
            <a:custGeom>
              <a:avLst/>
              <a:gdLst/>
              <a:ahLst/>
              <a:cxnLst/>
              <a:rect l="l" t="t" r="r" b="b"/>
              <a:pathLst>
                <a:path w="32646" h="7333" extrusionOk="0">
                  <a:moveTo>
                    <a:pt x="8226" y="1"/>
                  </a:moveTo>
                  <a:lnTo>
                    <a:pt x="8162" y="10"/>
                  </a:lnTo>
                  <a:lnTo>
                    <a:pt x="8107" y="28"/>
                  </a:lnTo>
                  <a:lnTo>
                    <a:pt x="8061" y="65"/>
                  </a:lnTo>
                  <a:lnTo>
                    <a:pt x="8025" y="119"/>
                  </a:lnTo>
                  <a:lnTo>
                    <a:pt x="6128" y="4241"/>
                  </a:lnTo>
                  <a:lnTo>
                    <a:pt x="5526" y="2290"/>
                  </a:lnTo>
                  <a:lnTo>
                    <a:pt x="5499" y="2235"/>
                  </a:lnTo>
                  <a:lnTo>
                    <a:pt x="5463" y="2189"/>
                  </a:lnTo>
                  <a:lnTo>
                    <a:pt x="5408" y="2162"/>
                  </a:lnTo>
                  <a:lnTo>
                    <a:pt x="5344" y="2153"/>
                  </a:lnTo>
                  <a:lnTo>
                    <a:pt x="5280" y="2153"/>
                  </a:lnTo>
                  <a:lnTo>
                    <a:pt x="5253" y="2162"/>
                  </a:lnTo>
                  <a:lnTo>
                    <a:pt x="5226" y="2180"/>
                  </a:lnTo>
                  <a:lnTo>
                    <a:pt x="5180" y="2226"/>
                  </a:lnTo>
                  <a:lnTo>
                    <a:pt x="5153" y="2281"/>
                  </a:lnTo>
                  <a:lnTo>
                    <a:pt x="3922" y="5937"/>
                  </a:lnTo>
                  <a:lnTo>
                    <a:pt x="2846" y="1414"/>
                  </a:lnTo>
                  <a:lnTo>
                    <a:pt x="2818" y="1360"/>
                  </a:lnTo>
                  <a:lnTo>
                    <a:pt x="2782" y="1314"/>
                  </a:lnTo>
                  <a:lnTo>
                    <a:pt x="2727" y="1278"/>
                  </a:lnTo>
                  <a:lnTo>
                    <a:pt x="2672" y="1259"/>
                  </a:lnTo>
                  <a:lnTo>
                    <a:pt x="2608" y="1268"/>
                  </a:lnTo>
                  <a:lnTo>
                    <a:pt x="2554" y="1287"/>
                  </a:lnTo>
                  <a:lnTo>
                    <a:pt x="2508" y="1323"/>
                  </a:lnTo>
                  <a:lnTo>
                    <a:pt x="2472" y="1378"/>
                  </a:lnTo>
                  <a:lnTo>
                    <a:pt x="1450" y="3612"/>
                  </a:lnTo>
                  <a:lnTo>
                    <a:pt x="37" y="3612"/>
                  </a:lnTo>
                  <a:lnTo>
                    <a:pt x="1" y="3621"/>
                  </a:lnTo>
                  <a:lnTo>
                    <a:pt x="1" y="3995"/>
                  </a:lnTo>
                  <a:lnTo>
                    <a:pt x="37" y="4004"/>
                  </a:lnTo>
                  <a:lnTo>
                    <a:pt x="1578" y="4004"/>
                  </a:lnTo>
                  <a:lnTo>
                    <a:pt x="1633" y="3995"/>
                  </a:lnTo>
                  <a:lnTo>
                    <a:pt x="1678" y="3977"/>
                  </a:lnTo>
                  <a:lnTo>
                    <a:pt x="1724" y="3940"/>
                  </a:lnTo>
                  <a:lnTo>
                    <a:pt x="1751" y="3895"/>
                  </a:lnTo>
                  <a:lnTo>
                    <a:pt x="2590" y="2062"/>
                  </a:lnTo>
                  <a:lnTo>
                    <a:pt x="3694" y="6694"/>
                  </a:lnTo>
                  <a:lnTo>
                    <a:pt x="3721" y="6749"/>
                  </a:lnTo>
                  <a:lnTo>
                    <a:pt x="3767" y="6794"/>
                  </a:lnTo>
                  <a:lnTo>
                    <a:pt x="3821" y="6831"/>
                  </a:lnTo>
                  <a:lnTo>
                    <a:pt x="3876" y="6840"/>
                  </a:lnTo>
                  <a:lnTo>
                    <a:pt x="3940" y="6840"/>
                  </a:lnTo>
                  <a:lnTo>
                    <a:pt x="3976" y="6831"/>
                  </a:lnTo>
                  <a:lnTo>
                    <a:pt x="4004" y="6813"/>
                  </a:lnTo>
                  <a:lnTo>
                    <a:pt x="4049" y="6767"/>
                  </a:lnTo>
                  <a:lnTo>
                    <a:pt x="4077" y="6712"/>
                  </a:lnTo>
                  <a:lnTo>
                    <a:pt x="5335" y="2983"/>
                  </a:lnTo>
                  <a:lnTo>
                    <a:pt x="5909" y="4852"/>
                  </a:lnTo>
                  <a:lnTo>
                    <a:pt x="5928" y="4907"/>
                  </a:lnTo>
                  <a:lnTo>
                    <a:pt x="5973" y="4943"/>
                  </a:lnTo>
                  <a:lnTo>
                    <a:pt x="6019" y="4980"/>
                  </a:lnTo>
                  <a:lnTo>
                    <a:pt x="6083" y="4989"/>
                  </a:lnTo>
                  <a:lnTo>
                    <a:pt x="6137" y="4980"/>
                  </a:lnTo>
                  <a:lnTo>
                    <a:pt x="6192" y="4961"/>
                  </a:lnTo>
                  <a:lnTo>
                    <a:pt x="6238" y="4925"/>
                  </a:lnTo>
                  <a:lnTo>
                    <a:pt x="6274" y="4879"/>
                  </a:lnTo>
                  <a:lnTo>
                    <a:pt x="8134" y="822"/>
                  </a:lnTo>
                  <a:lnTo>
                    <a:pt x="9502" y="7168"/>
                  </a:lnTo>
                  <a:lnTo>
                    <a:pt x="9511" y="7205"/>
                  </a:lnTo>
                  <a:lnTo>
                    <a:pt x="9520" y="7232"/>
                  </a:lnTo>
                  <a:lnTo>
                    <a:pt x="9566" y="7278"/>
                  </a:lnTo>
                  <a:lnTo>
                    <a:pt x="9621" y="7314"/>
                  </a:lnTo>
                  <a:lnTo>
                    <a:pt x="9648" y="7323"/>
                  </a:lnTo>
                  <a:lnTo>
                    <a:pt x="9685" y="7332"/>
                  </a:lnTo>
                  <a:lnTo>
                    <a:pt x="9694" y="7332"/>
                  </a:lnTo>
                  <a:lnTo>
                    <a:pt x="9748" y="7314"/>
                  </a:lnTo>
                  <a:lnTo>
                    <a:pt x="9812" y="7287"/>
                  </a:lnTo>
                  <a:lnTo>
                    <a:pt x="9849" y="7241"/>
                  </a:lnTo>
                  <a:lnTo>
                    <a:pt x="9876" y="7186"/>
                  </a:lnTo>
                  <a:lnTo>
                    <a:pt x="11235" y="2618"/>
                  </a:lnTo>
                  <a:lnTo>
                    <a:pt x="12302" y="6001"/>
                  </a:lnTo>
                  <a:lnTo>
                    <a:pt x="12329" y="6056"/>
                  </a:lnTo>
                  <a:lnTo>
                    <a:pt x="12375" y="6101"/>
                  </a:lnTo>
                  <a:lnTo>
                    <a:pt x="12429" y="6129"/>
                  </a:lnTo>
                  <a:lnTo>
                    <a:pt x="12484" y="6138"/>
                  </a:lnTo>
                  <a:lnTo>
                    <a:pt x="12539" y="6129"/>
                  </a:lnTo>
                  <a:lnTo>
                    <a:pt x="12593" y="6110"/>
                  </a:lnTo>
                  <a:lnTo>
                    <a:pt x="12639" y="6074"/>
                  </a:lnTo>
                  <a:lnTo>
                    <a:pt x="12675" y="6019"/>
                  </a:lnTo>
                  <a:lnTo>
                    <a:pt x="13952" y="2974"/>
                  </a:lnTo>
                  <a:lnTo>
                    <a:pt x="14864" y="5107"/>
                  </a:lnTo>
                  <a:lnTo>
                    <a:pt x="14891" y="5153"/>
                  </a:lnTo>
                  <a:lnTo>
                    <a:pt x="14928" y="5189"/>
                  </a:lnTo>
                  <a:lnTo>
                    <a:pt x="14973" y="5217"/>
                  </a:lnTo>
                  <a:lnTo>
                    <a:pt x="15028" y="5226"/>
                  </a:lnTo>
                  <a:lnTo>
                    <a:pt x="15083" y="5226"/>
                  </a:lnTo>
                  <a:lnTo>
                    <a:pt x="15128" y="5217"/>
                  </a:lnTo>
                  <a:lnTo>
                    <a:pt x="15174" y="5189"/>
                  </a:lnTo>
                  <a:lnTo>
                    <a:pt x="15210" y="5153"/>
                  </a:lnTo>
                  <a:lnTo>
                    <a:pt x="16031" y="4004"/>
                  </a:lnTo>
                  <a:lnTo>
                    <a:pt x="20463" y="4004"/>
                  </a:lnTo>
                  <a:lnTo>
                    <a:pt x="20490" y="3995"/>
                  </a:lnTo>
                  <a:lnTo>
                    <a:pt x="20545" y="3968"/>
                  </a:lnTo>
                  <a:lnTo>
                    <a:pt x="20590" y="3913"/>
                  </a:lnTo>
                  <a:lnTo>
                    <a:pt x="20609" y="3885"/>
                  </a:lnTo>
                  <a:lnTo>
                    <a:pt x="20618" y="3858"/>
                  </a:lnTo>
                  <a:lnTo>
                    <a:pt x="21229" y="1460"/>
                  </a:lnTo>
                  <a:lnTo>
                    <a:pt x="22141" y="6074"/>
                  </a:lnTo>
                  <a:lnTo>
                    <a:pt x="22150" y="6110"/>
                  </a:lnTo>
                  <a:lnTo>
                    <a:pt x="22168" y="6138"/>
                  </a:lnTo>
                  <a:lnTo>
                    <a:pt x="22204" y="6183"/>
                  </a:lnTo>
                  <a:lnTo>
                    <a:pt x="22259" y="6220"/>
                  </a:lnTo>
                  <a:lnTo>
                    <a:pt x="22296" y="6229"/>
                  </a:lnTo>
                  <a:lnTo>
                    <a:pt x="22323" y="6238"/>
                  </a:lnTo>
                  <a:lnTo>
                    <a:pt x="22359" y="6229"/>
                  </a:lnTo>
                  <a:lnTo>
                    <a:pt x="22396" y="6229"/>
                  </a:lnTo>
                  <a:lnTo>
                    <a:pt x="22423" y="6211"/>
                  </a:lnTo>
                  <a:lnTo>
                    <a:pt x="22451" y="6202"/>
                  </a:lnTo>
                  <a:lnTo>
                    <a:pt x="22496" y="6156"/>
                  </a:lnTo>
                  <a:lnTo>
                    <a:pt x="22524" y="6092"/>
                  </a:lnTo>
                  <a:lnTo>
                    <a:pt x="23691" y="2062"/>
                  </a:lnTo>
                  <a:lnTo>
                    <a:pt x="24356" y="4834"/>
                  </a:lnTo>
                  <a:lnTo>
                    <a:pt x="24375" y="4898"/>
                  </a:lnTo>
                  <a:lnTo>
                    <a:pt x="24411" y="4943"/>
                  </a:lnTo>
                  <a:lnTo>
                    <a:pt x="24466" y="4971"/>
                  </a:lnTo>
                  <a:lnTo>
                    <a:pt x="24530" y="4989"/>
                  </a:lnTo>
                  <a:lnTo>
                    <a:pt x="24584" y="4980"/>
                  </a:lnTo>
                  <a:lnTo>
                    <a:pt x="24639" y="4961"/>
                  </a:lnTo>
                  <a:lnTo>
                    <a:pt x="24685" y="4925"/>
                  </a:lnTo>
                  <a:lnTo>
                    <a:pt x="24721" y="4870"/>
                  </a:lnTo>
                  <a:lnTo>
                    <a:pt x="25606" y="2928"/>
                  </a:lnTo>
                  <a:lnTo>
                    <a:pt x="26527" y="5955"/>
                  </a:lnTo>
                  <a:lnTo>
                    <a:pt x="26554" y="6010"/>
                  </a:lnTo>
                  <a:lnTo>
                    <a:pt x="26600" y="6056"/>
                  </a:lnTo>
                  <a:lnTo>
                    <a:pt x="26654" y="6083"/>
                  </a:lnTo>
                  <a:lnTo>
                    <a:pt x="26718" y="6092"/>
                  </a:lnTo>
                  <a:lnTo>
                    <a:pt x="26782" y="6083"/>
                  </a:lnTo>
                  <a:lnTo>
                    <a:pt x="26837" y="6056"/>
                  </a:lnTo>
                  <a:lnTo>
                    <a:pt x="26873" y="6010"/>
                  </a:lnTo>
                  <a:lnTo>
                    <a:pt x="26900" y="5955"/>
                  </a:lnTo>
                  <a:lnTo>
                    <a:pt x="27894" y="2974"/>
                  </a:lnTo>
                  <a:lnTo>
                    <a:pt x="28761" y="4989"/>
                  </a:lnTo>
                  <a:lnTo>
                    <a:pt x="28788" y="5034"/>
                  </a:lnTo>
                  <a:lnTo>
                    <a:pt x="28834" y="5071"/>
                  </a:lnTo>
                  <a:lnTo>
                    <a:pt x="28888" y="5089"/>
                  </a:lnTo>
                  <a:lnTo>
                    <a:pt x="28943" y="5107"/>
                  </a:lnTo>
                  <a:lnTo>
                    <a:pt x="28998" y="5089"/>
                  </a:lnTo>
                  <a:lnTo>
                    <a:pt x="29052" y="5071"/>
                  </a:lnTo>
                  <a:lnTo>
                    <a:pt x="29098" y="5025"/>
                  </a:lnTo>
                  <a:lnTo>
                    <a:pt x="29125" y="4980"/>
                  </a:lnTo>
                  <a:lnTo>
                    <a:pt x="29828" y="3138"/>
                  </a:lnTo>
                  <a:lnTo>
                    <a:pt x="30776" y="5919"/>
                  </a:lnTo>
                  <a:lnTo>
                    <a:pt x="30812" y="5964"/>
                  </a:lnTo>
                  <a:lnTo>
                    <a:pt x="30849" y="6010"/>
                  </a:lnTo>
                  <a:lnTo>
                    <a:pt x="30904" y="6037"/>
                  </a:lnTo>
                  <a:lnTo>
                    <a:pt x="30967" y="6047"/>
                  </a:lnTo>
                  <a:lnTo>
                    <a:pt x="31031" y="6037"/>
                  </a:lnTo>
                  <a:lnTo>
                    <a:pt x="31086" y="6010"/>
                  </a:lnTo>
                  <a:lnTo>
                    <a:pt x="31132" y="5964"/>
                  </a:lnTo>
                  <a:lnTo>
                    <a:pt x="31159" y="5901"/>
                  </a:lnTo>
                  <a:lnTo>
                    <a:pt x="31688" y="4004"/>
                  </a:lnTo>
                  <a:lnTo>
                    <a:pt x="32600" y="4004"/>
                  </a:lnTo>
                  <a:lnTo>
                    <a:pt x="32645" y="3995"/>
                  </a:lnTo>
                  <a:lnTo>
                    <a:pt x="32645" y="3621"/>
                  </a:lnTo>
                  <a:lnTo>
                    <a:pt x="32600" y="3612"/>
                  </a:lnTo>
                  <a:lnTo>
                    <a:pt x="31542" y="3612"/>
                  </a:lnTo>
                  <a:lnTo>
                    <a:pt x="31478" y="3621"/>
                  </a:lnTo>
                  <a:lnTo>
                    <a:pt x="31423" y="3648"/>
                  </a:lnTo>
                  <a:lnTo>
                    <a:pt x="31378" y="3694"/>
                  </a:lnTo>
                  <a:lnTo>
                    <a:pt x="31350" y="3758"/>
                  </a:lnTo>
                  <a:lnTo>
                    <a:pt x="30949" y="5189"/>
                  </a:lnTo>
                  <a:lnTo>
                    <a:pt x="30019" y="2490"/>
                  </a:lnTo>
                  <a:lnTo>
                    <a:pt x="29992" y="2436"/>
                  </a:lnTo>
                  <a:lnTo>
                    <a:pt x="29955" y="2399"/>
                  </a:lnTo>
                  <a:lnTo>
                    <a:pt x="29901" y="2372"/>
                  </a:lnTo>
                  <a:lnTo>
                    <a:pt x="29837" y="2363"/>
                  </a:lnTo>
                  <a:lnTo>
                    <a:pt x="29782" y="2372"/>
                  </a:lnTo>
                  <a:lnTo>
                    <a:pt x="29736" y="2399"/>
                  </a:lnTo>
                  <a:lnTo>
                    <a:pt x="29682" y="2436"/>
                  </a:lnTo>
                  <a:lnTo>
                    <a:pt x="29663" y="2463"/>
                  </a:lnTo>
                  <a:lnTo>
                    <a:pt x="29654" y="2490"/>
                  </a:lnTo>
                  <a:lnTo>
                    <a:pt x="28934" y="4387"/>
                  </a:lnTo>
                  <a:lnTo>
                    <a:pt x="28059" y="2335"/>
                  </a:lnTo>
                  <a:lnTo>
                    <a:pt x="28022" y="2290"/>
                  </a:lnTo>
                  <a:lnTo>
                    <a:pt x="27976" y="2253"/>
                  </a:lnTo>
                  <a:lnTo>
                    <a:pt x="27922" y="2226"/>
                  </a:lnTo>
                  <a:lnTo>
                    <a:pt x="27867" y="2217"/>
                  </a:lnTo>
                  <a:lnTo>
                    <a:pt x="27803" y="2235"/>
                  </a:lnTo>
                  <a:lnTo>
                    <a:pt x="27758" y="2262"/>
                  </a:lnTo>
                  <a:lnTo>
                    <a:pt x="27712" y="2299"/>
                  </a:lnTo>
                  <a:lnTo>
                    <a:pt x="27685" y="2354"/>
                  </a:lnTo>
                  <a:lnTo>
                    <a:pt x="26727" y="5253"/>
                  </a:lnTo>
                  <a:lnTo>
                    <a:pt x="25834" y="2317"/>
                  </a:lnTo>
                  <a:lnTo>
                    <a:pt x="25806" y="2262"/>
                  </a:lnTo>
                  <a:lnTo>
                    <a:pt x="25761" y="2217"/>
                  </a:lnTo>
                  <a:lnTo>
                    <a:pt x="25715" y="2189"/>
                  </a:lnTo>
                  <a:lnTo>
                    <a:pt x="25651" y="2171"/>
                  </a:lnTo>
                  <a:lnTo>
                    <a:pt x="25597" y="2180"/>
                  </a:lnTo>
                  <a:lnTo>
                    <a:pt x="25542" y="2199"/>
                  </a:lnTo>
                  <a:lnTo>
                    <a:pt x="25496" y="2235"/>
                  </a:lnTo>
                  <a:lnTo>
                    <a:pt x="25460" y="2290"/>
                  </a:lnTo>
                  <a:lnTo>
                    <a:pt x="24603" y="4186"/>
                  </a:lnTo>
                  <a:lnTo>
                    <a:pt x="23900" y="1250"/>
                  </a:lnTo>
                  <a:lnTo>
                    <a:pt x="23882" y="1223"/>
                  </a:lnTo>
                  <a:lnTo>
                    <a:pt x="23873" y="1186"/>
                  </a:lnTo>
                  <a:lnTo>
                    <a:pt x="23828" y="1141"/>
                  </a:lnTo>
                  <a:lnTo>
                    <a:pt x="23773" y="1113"/>
                  </a:lnTo>
                  <a:lnTo>
                    <a:pt x="23745" y="1104"/>
                  </a:lnTo>
                  <a:lnTo>
                    <a:pt x="23709" y="1095"/>
                  </a:lnTo>
                  <a:lnTo>
                    <a:pt x="23645" y="1113"/>
                  </a:lnTo>
                  <a:lnTo>
                    <a:pt x="23590" y="1141"/>
                  </a:lnTo>
                  <a:lnTo>
                    <a:pt x="23545" y="1186"/>
                  </a:lnTo>
                  <a:lnTo>
                    <a:pt x="23517" y="1241"/>
                  </a:lnTo>
                  <a:lnTo>
                    <a:pt x="22369" y="5208"/>
                  </a:lnTo>
                  <a:lnTo>
                    <a:pt x="21448" y="530"/>
                  </a:lnTo>
                  <a:lnTo>
                    <a:pt x="21438" y="502"/>
                  </a:lnTo>
                  <a:lnTo>
                    <a:pt x="21429" y="475"/>
                  </a:lnTo>
                  <a:lnTo>
                    <a:pt x="21411" y="448"/>
                  </a:lnTo>
                  <a:lnTo>
                    <a:pt x="21384" y="420"/>
                  </a:lnTo>
                  <a:lnTo>
                    <a:pt x="21329" y="393"/>
                  </a:lnTo>
                  <a:lnTo>
                    <a:pt x="21302" y="375"/>
                  </a:lnTo>
                  <a:lnTo>
                    <a:pt x="21229" y="375"/>
                  </a:lnTo>
                  <a:lnTo>
                    <a:pt x="21192" y="384"/>
                  </a:lnTo>
                  <a:lnTo>
                    <a:pt x="21165" y="393"/>
                  </a:lnTo>
                  <a:lnTo>
                    <a:pt x="21138" y="411"/>
                  </a:lnTo>
                  <a:lnTo>
                    <a:pt x="21092" y="466"/>
                  </a:lnTo>
                  <a:lnTo>
                    <a:pt x="21065" y="521"/>
                  </a:lnTo>
                  <a:lnTo>
                    <a:pt x="20271" y="3612"/>
                  </a:lnTo>
                  <a:lnTo>
                    <a:pt x="15931" y="3612"/>
                  </a:lnTo>
                  <a:lnTo>
                    <a:pt x="15885" y="3621"/>
                  </a:lnTo>
                  <a:lnTo>
                    <a:pt x="15849" y="3630"/>
                  </a:lnTo>
                  <a:lnTo>
                    <a:pt x="15803" y="3657"/>
                  </a:lnTo>
                  <a:lnTo>
                    <a:pt x="15776" y="3694"/>
                  </a:lnTo>
                  <a:lnTo>
                    <a:pt x="15092" y="4642"/>
                  </a:lnTo>
                  <a:lnTo>
                    <a:pt x="14125" y="2390"/>
                  </a:lnTo>
                  <a:lnTo>
                    <a:pt x="14098" y="2335"/>
                  </a:lnTo>
                  <a:lnTo>
                    <a:pt x="14052" y="2299"/>
                  </a:lnTo>
                  <a:lnTo>
                    <a:pt x="14007" y="2281"/>
                  </a:lnTo>
                  <a:lnTo>
                    <a:pt x="13943" y="2271"/>
                  </a:lnTo>
                  <a:lnTo>
                    <a:pt x="13879" y="2271"/>
                  </a:lnTo>
                  <a:lnTo>
                    <a:pt x="13852" y="2281"/>
                  </a:lnTo>
                  <a:lnTo>
                    <a:pt x="13834" y="2299"/>
                  </a:lnTo>
                  <a:lnTo>
                    <a:pt x="13788" y="2335"/>
                  </a:lnTo>
                  <a:lnTo>
                    <a:pt x="13761" y="2390"/>
                  </a:lnTo>
                  <a:lnTo>
                    <a:pt x="12520" y="5372"/>
                  </a:lnTo>
                  <a:lnTo>
                    <a:pt x="11417" y="1888"/>
                  </a:lnTo>
                  <a:lnTo>
                    <a:pt x="11390" y="1834"/>
                  </a:lnTo>
                  <a:lnTo>
                    <a:pt x="11344" y="1788"/>
                  </a:lnTo>
                  <a:lnTo>
                    <a:pt x="11289" y="1761"/>
                  </a:lnTo>
                  <a:lnTo>
                    <a:pt x="11262" y="1752"/>
                  </a:lnTo>
                  <a:lnTo>
                    <a:pt x="11226" y="1752"/>
                  </a:lnTo>
                  <a:lnTo>
                    <a:pt x="11162" y="1761"/>
                  </a:lnTo>
                  <a:lnTo>
                    <a:pt x="11107" y="1797"/>
                  </a:lnTo>
                  <a:lnTo>
                    <a:pt x="11071" y="1834"/>
                  </a:lnTo>
                  <a:lnTo>
                    <a:pt x="11043" y="1898"/>
                  </a:lnTo>
                  <a:lnTo>
                    <a:pt x="9721" y="6338"/>
                  </a:lnTo>
                  <a:lnTo>
                    <a:pt x="8399" y="156"/>
                  </a:lnTo>
                  <a:lnTo>
                    <a:pt x="8371" y="101"/>
                  </a:lnTo>
                  <a:lnTo>
                    <a:pt x="8335" y="56"/>
                  </a:lnTo>
                  <a:lnTo>
                    <a:pt x="8289" y="19"/>
                  </a:lnTo>
                  <a:lnTo>
                    <a:pt x="82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>
              <a:extLst>
                <a:ext uri="{FF2B5EF4-FFF2-40B4-BE49-F238E27FC236}">
                  <a16:creationId xmlns:a16="http://schemas.microsoft.com/office/drawing/2014/main" id="{537586DD-3A23-4E9E-B00B-9D1B7CB2747E}"/>
                </a:ext>
              </a:extLst>
            </p:cNvPr>
            <p:cNvSpPr/>
            <p:nvPr/>
          </p:nvSpPr>
          <p:spPr>
            <a:xfrm>
              <a:off x="2836179" y="2499440"/>
              <a:ext cx="2496766" cy="299955"/>
            </a:xfrm>
            <a:custGeom>
              <a:avLst/>
              <a:gdLst/>
              <a:ahLst/>
              <a:cxnLst/>
              <a:rect l="l" t="t" r="r" b="b"/>
              <a:pathLst>
                <a:path w="32646" h="3922" extrusionOk="0">
                  <a:moveTo>
                    <a:pt x="13742" y="0"/>
                  </a:moveTo>
                  <a:lnTo>
                    <a:pt x="13040" y="2344"/>
                  </a:lnTo>
                  <a:lnTo>
                    <a:pt x="12302" y="939"/>
                  </a:lnTo>
                  <a:lnTo>
                    <a:pt x="11563" y="2699"/>
                  </a:lnTo>
                  <a:lnTo>
                    <a:pt x="10833" y="27"/>
                  </a:lnTo>
                  <a:lnTo>
                    <a:pt x="9703" y="2453"/>
                  </a:lnTo>
                  <a:lnTo>
                    <a:pt x="8554" y="620"/>
                  </a:lnTo>
                  <a:lnTo>
                    <a:pt x="7615" y="1687"/>
                  </a:lnTo>
                  <a:lnTo>
                    <a:pt x="6511" y="876"/>
                  </a:lnTo>
                  <a:lnTo>
                    <a:pt x="6393" y="1040"/>
                  </a:lnTo>
                  <a:lnTo>
                    <a:pt x="5864" y="1769"/>
                  </a:lnTo>
                  <a:lnTo>
                    <a:pt x="5454" y="2316"/>
                  </a:lnTo>
                  <a:lnTo>
                    <a:pt x="4378" y="648"/>
                  </a:lnTo>
                  <a:lnTo>
                    <a:pt x="3438" y="1979"/>
                  </a:lnTo>
                  <a:lnTo>
                    <a:pt x="2344" y="638"/>
                  </a:lnTo>
                  <a:lnTo>
                    <a:pt x="1533" y="2298"/>
                  </a:lnTo>
                  <a:lnTo>
                    <a:pt x="821" y="520"/>
                  </a:lnTo>
                  <a:lnTo>
                    <a:pt x="101" y="1979"/>
                  </a:lnTo>
                  <a:lnTo>
                    <a:pt x="1" y="1860"/>
                  </a:lnTo>
                  <a:lnTo>
                    <a:pt x="1" y="2490"/>
                  </a:lnTo>
                  <a:lnTo>
                    <a:pt x="183" y="2717"/>
                  </a:lnTo>
                  <a:lnTo>
                    <a:pt x="785" y="1496"/>
                  </a:lnTo>
                  <a:lnTo>
                    <a:pt x="1505" y="3283"/>
                  </a:lnTo>
                  <a:lnTo>
                    <a:pt x="2426" y="1377"/>
                  </a:lnTo>
                  <a:lnTo>
                    <a:pt x="3466" y="2635"/>
                  </a:lnTo>
                  <a:lnTo>
                    <a:pt x="4368" y="1359"/>
                  </a:lnTo>
                  <a:lnTo>
                    <a:pt x="5371" y="2918"/>
                  </a:lnTo>
                  <a:lnTo>
                    <a:pt x="5536" y="2818"/>
                  </a:lnTo>
                  <a:lnTo>
                    <a:pt x="5554" y="2809"/>
                  </a:lnTo>
                  <a:lnTo>
                    <a:pt x="5590" y="2772"/>
                  </a:lnTo>
                  <a:lnTo>
                    <a:pt x="5645" y="2717"/>
                  </a:lnTo>
                  <a:lnTo>
                    <a:pt x="5727" y="2608"/>
                  </a:lnTo>
                  <a:lnTo>
                    <a:pt x="6046" y="2198"/>
                  </a:lnTo>
                  <a:lnTo>
                    <a:pt x="6602" y="1432"/>
                  </a:lnTo>
                  <a:lnTo>
                    <a:pt x="7678" y="2225"/>
                  </a:lnTo>
                  <a:lnTo>
                    <a:pt x="8499" y="1286"/>
                  </a:lnTo>
                  <a:lnTo>
                    <a:pt x="9757" y="3283"/>
                  </a:lnTo>
                  <a:lnTo>
                    <a:pt x="10733" y="1186"/>
                  </a:lnTo>
                  <a:lnTo>
                    <a:pt x="11481" y="3921"/>
                  </a:lnTo>
                  <a:lnTo>
                    <a:pt x="12347" y="1879"/>
                  </a:lnTo>
                  <a:lnTo>
                    <a:pt x="13150" y="3392"/>
                  </a:lnTo>
                  <a:lnTo>
                    <a:pt x="13660" y="1669"/>
                  </a:lnTo>
                  <a:lnTo>
                    <a:pt x="14034" y="3575"/>
                  </a:lnTo>
                  <a:lnTo>
                    <a:pt x="15283" y="1249"/>
                  </a:lnTo>
                  <a:lnTo>
                    <a:pt x="16305" y="3055"/>
                  </a:lnTo>
                  <a:lnTo>
                    <a:pt x="17271" y="1541"/>
                  </a:lnTo>
                  <a:lnTo>
                    <a:pt x="18265" y="2891"/>
                  </a:lnTo>
                  <a:lnTo>
                    <a:pt x="19715" y="1404"/>
                  </a:lnTo>
                  <a:lnTo>
                    <a:pt x="20563" y="2544"/>
                  </a:lnTo>
                  <a:lnTo>
                    <a:pt x="21694" y="1477"/>
                  </a:lnTo>
                  <a:lnTo>
                    <a:pt x="22615" y="2216"/>
                  </a:lnTo>
                  <a:lnTo>
                    <a:pt x="23435" y="1559"/>
                  </a:lnTo>
                  <a:lnTo>
                    <a:pt x="24721" y="2918"/>
                  </a:lnTo>
                  <a:lnTo>
                    <a:pt x="25934" y="1377"/>
                  </a:lnTo>
                  <a:lnTo>
                    <a:pt x="26992" y="2964"/>
                  </a:lnTo>
                  <a:lnTo>
                    <a:pt x="27876" y="1468"/>
                  </a:lnTo>
                  <a:lnTo>
                    <a:pt x="28742" y="2462"/>
                  </a:lnTo>
                  <a:lnTo>
                    <a:pt x="29372" y="1404"/>
                  </a:lnTo>
                  <a:lnTo>
                    <a:pt x="30083" y="2262"/>
                  </a:lnTo>
                  <a:lnTo>
                    <a:pt x="30794" y="1486"/>
                  </a:lnTo>
                  <a:lnTo>
                    <a:pt x="31369" y="2763"/>
                  </a:lnTo>
                  <a:lnTo>
                    <a:pt x="32244" y="1423"/>
                  </a:lnTo>
                  <a:lnTo>
                    <a:pt x="32645" y="1824"/>
                  </a:lnTo>
                  <a:lnTo>
                    <a:pt x="32645" y="1258"/>
                  </a:lnTo>
                  <a:lnTo>
                    <a:pt x="32189" y="793"/>
                  </a:lnTo>
                  <a:lnTo>
                    <a:pt x="31442" y="1933"/>
                  </a:lnTo>
                  <a:lnTo>
                    <a:pt x="30922" y="766"/>
                  </a:lnTo>
                  <a:lnTo>
                    <a:pt x="30101" y="1660"/>
                  </a:lnTo>
                  <a:lnTo>
                    <a:pt x="29308" y="711"/>
                  </a:lnTo>
                  <a:lnTo>
                    <a:pt x="28679" y="1787"/>
                  </a:lnTo>
                  <a:lnTo>
                    <a:pt x="27812" y="784"/>
                  </a:lnTo>
                  <a:lnTo>
                    <a:pt x="26973" y="2207"/>
                  </a:lnTo>
                  <a:lnTo>
                    <a:pt x="25970" y="693"/>
                  </a:lnTo>
                  <a:lnTo>
                    <a:pt x="24694" y="2307"/>
                  </a:lnTo>
                  <a:lnTo>
                    <a:pt x="23472" y="1021"/>
                  </a:lnTo>
                  <a:lnTo>
                    <a:pt x="22615" y="1705"/>
                  </a:lnTo>
                  <a:lnTo>
                    <a:pt x="21676" y="948"/>
                  </a:lnTo>
                  <a:lnTo>
                    <a:pt x="20618" y="1952"/>
                  </a:lnTo>
                  <a:lnTo>
                    <a:pt x="19751" y="793"/>
                  </a:lnTo>
                  <a:lnTo>
                    <a:pt x="18311" y="2280"/>
                  </a:lnTo>
                  <a:lnTo>
                    <a:pt x="17253" y="830"/>
                  </a:lnTo>
                  <a:lnTo>
                    <a:pt x="16332" y="2289"/>
                  </a:lnTo>
                  <a:lnTo>
                    <a:pt x="15274" y="420"/>
                  </a:lnTo>
                  <a:lnTo>
                    <a:pt x="14207" y="2398"/>
                  </a:lnTo>
                  <a:lnTo>
                    <a:pt x="13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3">
              <a:extLst>
                <a:ext uri="{FF2B5EF4-FFF2-40B4-BE49-F238E27FC236}">
                  <a16:creationId xmlns:a16="http://schemas.microsoft.com/office/drawing/2014/main" id="{E0229BD5-F0DE-1D40-515C-68AD8F97143C}"/>
                </a:ext>
              </a:extLst>
            </p:cNvPr>
            <p:cNvSpPr/>
            <p:nvPr/>
          </p:nvSpPr>
          <p:spPr>
            <a:xfrm>
              <a:off x="2261514" y="2832739"/>
              <a:ext cx="1007165" cy="1058024"/>
            </a:xfrm>
            <a:custGeom>
              <a:avLst/>
              <a:gdLst/>
              <a:ahLst/>
              <a:cxnLst/>
              <a:rect l="l" t="t" r="r" b="b"/>
              <a:pathLst>
                <a:path w="13169" h="13834" extrusionOk="0">
                  <a:moveTo>
                    <a:pt x="6639" y="1"/>
                  </a:moveTo>
                  <a:lnTo>
                    <a:pt x="6037" y="10"/>
                  </a:lnTo>
                  <a:lnTo>
                    <a:pt x="5436" y="28"/>
                  </a:lnTo>
                  <a:lnTo>
                    <a:pt x="4852" y="46"/>
                  </a:lnTo>
                  <a:lnTo>
                    <a:pt x="4277" y="83"/>
                  </a:lnTo>
                  <a:lnTo>
                    <a:pt x="3730" y="138"/>
                  </a:lnTo>
                  <a:lnTo>
                    <a:pt x="3201" y="201"/>
                  </a:lnTo>
                  <a:lnTo>
                    <a:pt x="2709" y="283"/>
                  </a:lnTo>
                  <a:lnTo>
                    <a:pt x="2481" y="329"/>
                  </a:lnTo>
                  <a:lnTo>
                    <a:pt x="2253" y="375"/>
                  </a:lnTo>
                  <a:lnTo>
                    <a:pt x="2043" y="429"/>
                  </a:lnTo>
                  <a:lnTo>
                    <a:pt x="1834" y="493"/>
                  </a:lnTo>
                  <a:lnTo>
                    <a:pt x="1642" y="557"/>
                  </a:lnTo>
                  <a:lnTo>
                    <a:pt x="1469" y="621"/>
                  </a:lnTo>
                  <a:lnTo>
                    <a:pt x="1296" y="694"/>
                  </a:lnTo>
                  <a:lnTo>
                    <a:pt x="1150" y="767"/>
                  </a:lnTo>
                  <a:lnTo>
                    <a:pt x="1004" y="858"/>
                  </a:lnTo>
                  <a:lnTo>
                    <a:pt x="885" y="940"/>
                  </a:lnTo>
                  <a:lnTo>
                    <a:pt x="776" y="1031"/>
                  </a:lnTo>
                  <a:lnTo>
                    <a:pt x="676" y="1132"/>
                  </a:lnTo>
                  <a:lnTo>
                    <a:pt x="603" y="1241"/>
                  </a:lnTo>
                  <a:lnTo>
                    <a:pt x="539" y="1350"/>
                  </a:lnTo>
                  <a:lnTo>
                    <a:pt x="493" y="1460"/>
                  </a:lnTo>
                  <a:lnTo>
                    <a:pt x="466" y="1587"/>
                  </a:lnTo>
                  <a:lnTo>
                    <a:pt x="466" y="1715"/>
                  </a:lnTo>
                  <a:lnTo>
                    <a:pt x="475" y="1852"/>
                  </a:lnTo>
                  <a:lnTo>
                    <a:pt x="521" y="2153"/>
                  </a:lnTo>
                  <a:lnTo>
                    <a:pt x="557" y="2481"/>
                  </a:lnTo>
                  <a:lnTo>
                    <a:pt x="584" y="2846"/>
                  </a:lnTo>
                  <a:lnTo>
                    <a:pt x="603" y="3238"/>
                  </a:lnTo>
                  <a:lnTo>
                    <a:pt x="612" y="3648"/>
                  </a:lnTo>
                  <a:lnTo>
                    <a:pt x="621" y="4086"/>
                  </a:lnTo>
                  <a:lnTo>
                    <a:pt x="621" y="4542"/>
                  </a:lnTo>
                  <a:lnTo>
                    <a:pt x="621" y="5007"/>
                  </a:lnTo>
                  <a:lnTo>
                    <a:pt x="594" y="5983"/>
                  </a:lnTo>
                  <a:lnTo>
                    <a:pt x="548" y="6977"/>
                  </a:lnTo>
                  <a:lnTo>
                    <a:pt x="493" y="7989"/>
                  </a:lnTo>
                  <a:lnTo>
                    <a:pt x="429" y="8983"/>
                  </a:lnTo>
                  <a:lnTo>
                    <a:pt x="356" y="9949"/>
                  </a:lnTo>
                  <a:lnTo>
                    <a:pt x="284" y="10852"/>
                  </a:lnTo>
                  <a:lnTo>
                    <a:pt x="147" y="12393"/>
                  </a:lnTo>
                  <a:lnTo>
                    <a:pt x="46" y="13451"/>
                  </a:lnTo>
                  <a:lnTo>
                    <a:pt x="1" y="13834"/>
                  </a:lnTo>
                  <a:lnTo>
                    <a:pt x="12895" y="13834"/>
                  </a:lnTo>
                  <a:lnTo>
                    <a:pt x="12758" y="13241"/>
                  </a:lnTo>
                  <a:lnTo>
                    <a:pt x="12621" y="12557"/>
                  </a:lnTo>
                  <a:lnTo>
                    <a:pt x="12448" y="11700"/>
                  </a:lnTo>
                  <a:lnTo>
                    <a:pt x="12265" y="10697"/>
                  </a:lnTo>
                  <a:lnTo>
                    <a:pt x="12174" y="10159"/>
                  </a:lnTo>
                  <a:lnTo>
                    <a:pt x="12083" y="9612"/>
                  </a:lnTo>
                  <a:lnTo>
                    <a:pt x="12001" y="9046"/>
                  </a:lnTo>
                  <a:lnTo>
                    <a:pt x="11928" y="8481"/>
                  </a:lnTo>
                  <a:lnTo>
                    <a:pt x="11855" y="7916"/>
                  </a:lnTo>
                  <a:lnTo>
                    <a:pt x="11800" y="7359"/>
                  </a:lnTo>
                  <a:lnTo>
                    <a:pt x="11791" y="7159"/>
                  </a:lnTo>
                  <a:lnTo>
                    <a:pt x="11791" y="6931"/>
                  </a:lnTo>
                  <a:lnTo>
                    <a:pt x="11791" y="6703"/>
                  </a:lnTo>
                  <a:lnTo>
                    <a:pt x="11809" y="6457"/>
                  </a:lnTo>
                  <a:lnTo>
                    <a:pt x="11828" y="6201"/>
                  </a:lnTo>
                  <a:lnTo>
                    <a:pt x="11855" y="5928"/>
                  </a:lnTo>
                  <a:lnTo>
                    <a:pt x="11937" y="5381"/>
                  </a:lnTo>
                  <a:lnTo>
                    <a:pt x="12037" y="4806"/>
                  </a:lnTo>
                  <a:lnTo>
                    <a:pt x="12156" y="4223"/>
                  </a:lnTo>
                  <a:lnTo>
                    <a:pt x="12284" y="3639"/>
                  </a:lnTo>
                  <a:lnTo>
                    <a:pt x="12411" y="3065"/>
                  </a:lnTo>
                  <a:lnTo>
                    <a:pt x="12548" y="2527"/>
                  </a:lnTo>
                  <a:lnTo>
                    <a:pt x="12685" y="2016"/>
                  </a:lnTo>
                  <a:lnTo>
                    <a:pt x="12931" y="1159"/>
                  </a:lnTo>
                  <a:lnTo>
                    <a:pt x="13104" y="575"/>
                  </a:lnTo>
                  <a:lnTo>
                    <a:pt x="13168" y="356"/>
                  </a:lnTo>
                  <a:lnTo>
                    <a:pt x="12603" y="302"/>
                  </a:lnTo>
                  <a:lnTo>
                    <a:pt x="11955" y="247"/>
                  </a:lnTo>
                  <a:lnTo>
                    <a:pt x="11116" y="174"/>
                  </a:lnTo>
                  <a:lnTo>
                    <a:pt x="10122" y="110"/>
                  </a:lnTo>
                  <a:lnTo>
                    <a:pt x="9019" y="56"/>
                  </a:lnTo>
                  <a:lnTo>
                    <a:pt x="8445" y="37"/>
                  </a:lnTo>
                  <a:lnTo>
                    <a:pt x="7843" y="19"/>
                  </a:lnTo>
                  <a:lnTo>
                    <a:pt x="7241" y="10"/>
                  </a:lnTo>
                  <a:lnTo>
                    <a:pt x="66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3">
              <a:extLst>
                <a:ext uri="{FF2B5EF4-FFF2-40B4-BE49-F238E27FC236}">
                  <a16:creationId xmlns:a16="http://schemas.microsoft.com/office/drawing/2014/main" id="{250ECA3F-FBD4-6ED7-86F2-D4C503A837DD}"/>
                </a:ext>
              </a:extLst>
            </p:cNvPr>
            <p:cNvSpPr/>
            <p:nvPr/>
          </p:nvSpPr>
          <p:spPr>
            <a:xfrm>
              <a:off x="1833383" y="1453351"/>
              <a:ext cx="1692579" cy="1693344"/>
            </a:xfrm>
            <a:custGeom>
              <a:avLst/>
              <a:gdLst/>
              <a:ahLst/>
              <a:cxnLst/>
              <a:rect l="l" t="t" r="r" b="b"/>
              <a:pathLst>
                <a:path w="22131" h="22141" extrusionOk="0">
                  <a:moveTo>
                    <a:pt x="11061" y="0"/>
                  </a:moveTo>
                  <a:lnTo>
                    <a:pt x="10778" y="9"/>
                  </a:lnTo>
                  <a:lnTo>
                    <a:pt x="10496" y="19"/>
                  </a:lnTo>
                  <a:lnTo>
                    <a:pt x="10213" y="37"/>
                  </a:lnTo>
                  <a:lnTo>
                    <a:pt x="9930" y="64"/>
                  </a:lnTo>
                  <a:lnTo>
                    <a:pt x="9657" y="91"/>
                  </a:lnTo>
                  <a:lnTo>
                    <a:pt x="9374" y="128"/>
                  </a:lnTo>
                  <a:lnTo>
                    <a:pt x="9100" y="174"/>
                  </a:lnTo>
                  <a:lnTo>
                    <a:pt x="8836" y="228"/>
                  </a:lnTo>
                  <a:lnTo>
                    <a:pt x="8562" y="283"/>
                  </a:lnTo>
                  <a:lnTo>
                    <a:pt x="8298" y="356"/>
                  </a:lnTo>
                  <a:lnTo>
                    <a:pt x="8034" y="420"/>
                  </a:lnTo>
                  <a:lnTo>
                    <a:pt x="7769" y="502"/>
                  </a:lnTo>
                  <a:lnTo>
                    <a:pt x="7514" y="584"/>
                  </a:lnTo>
                  <a:lnTo>
                    <a:pt x="7258" y="675"/>
                  </a:lnTo>
                  <a:lnTo>
                    <a:pt x="7003" y="775"/>
                  </a:lnTo>
                  <a:lnTo>
                    <a:pt x="6757" y="876"/>
                  </a:lnTo>
                  <a:lnTo>
                    <a:pt x="6511" y="985"/>
                  </a:lnTo>
                  <a:lnTo>
                    <a:pt x="6264" y="1095"/>
                  </a:lnTo>
                  <a:lnTo>
                    <a:pt x="6027" y="1213"/>
                  </a:lnTo>
                  <a:lnTo>
                    <a:pt x="5790" y="1341"/>
                  </a:lnTo>
                  <a:lnTo>
                    <a:pt x="5553" y="1468"/>
                  </a:lnTo>
                  <a:lnTo>
                    <a:pt x="5325" y="1605"/>
                  </a:lnTo>
                  <a:lnTo>
                    <a:pt x="5097" y="1751"/>
                  </a:lnTo>
                  <a:lnTo>
                    <a:pt x="4878" y="1897"/>
                  </a:lnTo>
                  <a:lnTo>
                    <a:pt x="4660" y="2043"/>
                  </a:lnTo>
                  <a:lnTo>
                    <a:pt x="4441" y="2198"/>
                  </a:lnTo>
                  <a:lnTo>
                    <a:pt x="4231" y="2362"/>
                  </a:lnTo>
                  <a:lnTo>
                    <a:pt x="4021" y="2526"/>
                  </a:lnTo>
                  <a:lnTo>
                    <a:pt x="3821" y="2699"/>
                  </a:lnTo>
                  <a:lnTo>
                    <a:pt x="3620" y="2882"/>
                  </a:lnTo>
                  <a:lnTo>
                    <a:pt x="3429" y="3055"/>
                  </a:lnTo>
                  <a:lnTo>
                    <a:pt x="3237" y="3246"/>
                  </a:lnTo>
                  <a:lnTo>
                    <a:pt x="3055" y="3438"/>
                  </a:lnTo>
                  <a:lnTo>
                    <a:pt x="2872" y="3629"/>
                  </a:lnTo>
                  <a:lnTo>
                    <a:pt x="2699" y="3830"/>
                  </a:lnTo>
                  <a:lnTo>
                    <a:pt x="2526" y="4031"/>
                  </a:lnTo>
                  <a:lnTo>
                    <a:pt x="2353" y="4240"/>
                  </a:lnTo>
                  <a:lnTo>
                    <a:pt x="2198" y="4450"/>
                  </a:lnTo>
                  <a:lnTo>
                    <a:pt x="2043" y="4660"/>
                  </a:lnTo>
                  <a:lnTo>
                    <a:pt x="1888" y="4879"/>
                  </a:lnTo>
                  <a:lnTo>
                    <a:pt x="1742" y="5107"/>
                  </a:lnTo>
                  <a:lnTo>
                    <a:pt x="1596" y="5335"/>
                  </a:lnTo>
                  <a:lnTo>
                    <a:pt x="1459" y="5563"/>
                  </a:lnTo>
                  <a:lnTo>
                    <a:pt x="1331" y="5800"/>
                  </a:lnTo>
                  <a:lnTo>
                    <a:pt x="1204" y="6028"/>
                  </a:lnTo>
                  <a:lnTo>
                    <a:pt x="1085" y="6274"/>
                  </a:lnTo>
                  <a:lnTo>
                    <a:pt x="976" y="6520"/>
                  </a:lnTo>
                  <a:lnTo>
                    <a:pt x="866" y="6766"/>
                  </a:lnTo>
                  <a:lnTo>
                    <a:pt x="766" y="7012"/>
                  </a:lnTo>
                  <a:lnTo>
                    <a:pt x="666" y="7268"/>
                  </a:lnTo>
                  <a:lnTo>
                    <a:pt x="574" y="7523"/>
                  </a:lnTo>
                  <a:lnTo>
                    <a:pt x="492" y="7778"/>
                  </a:lnTo>
                  <a:lnTo>
                    <a:pt x="419" y="8043"/>
                  </a:lnTo>
                  <a:lnTo>
                    <a:pt x="347" y="8307"/>
                  </a:lnTo>
                  <a:lnTo>
                    <a:pt x="283" y="8572"/>
                  </a:lnTo>
                  <a:lnTo>
                    <a:pt x="219" y="8836"/>
                  </a:lnTo>
                  <a:lnTo>
                    <a:pt x="173" y="9110"/>
                  </a:lnTo>
                  <a:lnTo>
                    <a:pt x="128" y="9383"/>
                  </a:lnTo>
                  <a:lnTo>
                    <a:pt x="82" y="9657"/>
                  </a:lnTo>
                  <a:lnTo>
                    <a:pt x="55" y="9940"/>
                  </a:lnTo>
                  <a:lnTo>
                    <a:pt x="27" y="10222"/>
                  </a:lnTo>
                  <a:lnTo>
                    <a:pt x="9" y="10505"/>
                  </a:lnTo>
                  <a:lnTo>
                    <a:pt x="0" y="10788"/>
                  </a:lnTo>
                  <a:lnTo>
                    <a:pt x="0" y="11070"/>
                  </a:lnTo>
                  <a:lnTo>
                    <a:pt x="0" y="11353"/>
                  </a:lnTo>
                  <a:lnTo>
                    <a:pt x="9" y="11636"/>
                  </a:lnTo>
                  <a:lnTo>
                    <a:pt x="27" y="11918"/>
                  </a:lnTo>
                  <a:lnTo>
                    <a:pt x="55" y="12201"/>
                  </a:lnTo>
                  <a:lnTo>
                    <a:pt x="82" y="12484"/>
                  </a:lnTo>
                  <a:lnTo>
                    <a:pt x="128" y="12757"/>
                  </a:lnTo>
                  <a:lnTo>
                    <a:pt x="173" y="13031"/>
                  </a:lnTo>
                  <a:lnTo>
                    <a:pt x="219" y="13304"/>
                  </a:lnTo>
                  <a:lnTo>
                    <a:pt x="283" y="13569"/>
                  </a:lnTo>
                  <a:lnTo>
                    <a:pt x="347" y="13833"/>
                  </a:lnTo>
                  <a:lnTo>
                    <a:pt x="419" y="14098"/>
                  </a:lnTo>
                  <a:lnTo>
                    <a:pt x="492" y="14362"/>
                  </a:lnTo>
                  <a:lnTo>
                    <a:pt x="574" y="14617"/>
                  </a:lnTo>
                  <a:lnTo>
                    <a:pt x="666" y="14873"/>
                  </a:lnTo>
                  <a:lnTo>
                    <a:pt x="766" y="15128"/>
                  </a:lnTo>
                  <a:lnTo>
                    <a:pt x="866" y="15374"/>
                  </a:lnTo>
                  <a:lnTo>
                    <a:pt x="976" y="15630"/>
                  </a:lnTo>
                  <a:lnTo>
                    <a:pt x="1085" y="15867"/>
                  </a:lnTo>
                  <a:lnTo>
                    <a:pt x="1204" y="16113"/>
                  </a:lnTo>
                  <a:lnTo>
                    <a:pt x="1331" y="16350"/>
                  </a:lnTo>
                  <a:lnTo>
                    <a:pt x="1459" y="16578"/>
                  </a:lnTo>
                  <a:lnTo>
                    <a:pt x="1596" y="16806"/>
                  </a:lnTo>
                  <a:lnTo>
                    <a:pt x="1742" y="17034"/>
                  </a:lnTo>
                  <a:lnTo>
                    <a:pt x="1888" y="17262"/>
                  </a:lnTo>
                  <a:lnTo>
                    <a:pt x="2043" y="17481"/>
                  </a:lnTo>
                  <a:lnTo>
                    <a:pt x="2198" y="17690"/>
                  </a:lnTo>
                  <a:lnTo>
                    <a:pt x="2353" y="17900"/>
                  </a:lnTo>
                  <a:lnTo>
                    <a:pt x="2526" y="18110"/>
                  </a:lnTo>
                  <a:lnTo>
                    <a:pt x="2699" y="18310"/>
                  </a:lnTo>
                  <a:lnTo>
                    <a:pt x="2872" y="18511"/>
                  </a:lnTo>
                  <a:lnTo>
                    <a:pt x="3055" y="18702"/>
                  </a:lnTo>
                  <a:lnTo>
                    <a:pt x="3237" y="18894"/>
                  </a:lnTo>
                  <a:lnTo>
                    <a:pt x="3429" y="19085"/>
                  </a:lnTo>
                  <a:lnTo>
                    <a:pt x="3620" y="19259"/>
                  </a:lnTo>
                  <a:lnTo>
                    <a:pt x="3821" y="19441"/>
                  </a:lnTo>
                  <a:lnTo>
                    <a:pt x="4021" y="19614"/>
                  </a:lnTo>
                  <a:lnTo>
                    <a:pt x="4231" y="19778"/>
                  </a:lnTo>
                  <a:lnTo>
                    <a:pt x="4441" y="19943"/>
                  </a:lnTo>
                  <a:lnTo>
                    <a:pt x="4660" y="20098"/>
                  </a:lnTo>
                  <a:lnTo>
                    <a:pt x="4878" y="20244"/>
                  </a:lnTo>
                  <a:lnTo>
                    <a:pt x="5097" y="20399"/>
                  </a:lnTo>
                  <a:lnTo>
                    <a:pt x="5325" y="20535"/>
                  </a:lnTo>
                  <a:lnTo>
                    <a:pt x="5553" y="20672"/>
                  </a:lnTo>
                  <a:lnTo>
                    <a:pt x="5790" y="20800"/>
                  </a:lnTo>
                  <a:lnTo>
                    <a:pt x="6027" y="20927"/>
                  </a:lnTo>
                  <a:lnTo>
                    <a:pt x="6264" y="21046"/>
                  </a:lnTo>
                  <a:lnTo>
                    <a:pt x="6511" y="21164"/>
                  </a:lnTo>
                  <a:lnTo>
                    <a:pt x="6757" y="21265"/>
                  </a:lnTo>
                  <a:lnTo>
                    <a:pt x="7003" y="21374"/>
                  </a:lnTo>
                  <a:lnTo>
                    <a:pt x="7258" y="21465"/>
                  </a:lnTo>
                  <a:lnTo>
                    <a:pt x="7514" y="21557"/>
                  </a:lnTo>
                  <a:lnTo>
                    <a:pt x="7769" y="21639"/>
                  </a:lnTo>
                  <a:lnTo>
                    <a:pt x="8034" y="21721"/>
                  </a:lnTo>
                  <a:lnTo>
                    <a:pt x="8298" y="21794"/>
                  </a:lnTo>
                  <a:lnTo>
                    <a:pt x="8562" y="21857"/>
                  </a:lnTo>
                  <a:lnTo>
                    <a:pt x="8836" y="21912"/>
                  </a:lnTo>
                  <a:lnTo>
                    <a:pt x="9100" y="21967"/>
                  </a:lnTo>
                  <a:lnTo>
                    <a:pt x="9374" y="22013"/>
                  </a:lnTo>
                  <a:lnTo>
                    <a:pt x="9657" y="22049"/>
                  </a:lnTo>
                  <a:lnTo>
                    <a:pt x="9930" y="22076"/>
                  </a:lnTo>
                  <a:lnTo>
                    <a:pt x="10213" y="22104"/>
                  </a:lnTo>
                  <a:lnTo>
                    <a:pt x="10496" y="22122"/>
                  </a:lnTo>
                  <a:lnTo>
                    <a:pt x="10778" y="22131"/>
                  </a:lnTo>
                  <a:lnTo>
                    <a:pt x="11061" y="22140"/>
                  </a:lnTo>
                  <a:lnTo>
                    <a:pt x="11462" y="22131"/>
                  </a:lnTo>
                  <a:lnTo>
                    <a:pt x="11863" y="22113"/>
                  </a:lnTo>
                  <a:lnTo>
                    <a:pt x="12255" y="22076"/>
                  </a:lnTo>
                  <a:lnTo>
                    <a:pt x="12648" y="22022"/>
                  </a:lnTo>
                  <a:lnTo>
                    <a:pt x="13031" y="21967"/>
                  </a:lnTo>
                  <a:lnTo>
                    <a:pt x="13413" y="21885"/>
                  </a:lnTo>
                  <a:lnTo>
                    <a:pt x="13787" y="21803"/>
                  </a:lnTo>
                  <a:lnTo>
                    <a:pt x="14161" y="21702"/>
                  </a:lnTo>
                  <a:lnTo>
                    <a:pt x="14526" y="21584"/>
                  </a:lnTo>
                  <a:lnTo>
                    <a:pt x="14891" y="21456"/>
                  </a:lnTo>
                  <a:lnTo>
                    <a:pt x="15246" y="21319"/>
                  </a:lnTo>
                  <a:lnTo>
                    <a:pt x="15593" y="21174"/>
                  </a:lnTo>
                  <a:lnTo>
                    <a:pt x="15930" y="21009"/>
                  </a:lnTo>
                  <a:lnTo>
                    <a:pt x="16268" y="20836"/>
                  </a:lnTo>
                  <a:lnTo>
                    <a:pt x="16596" y="20654"/>
                  </a:lnTo>
                  <a:lnTo>
                    <a:pt x="16924" y="20462"/>
                  </a:lnTo>
                  <a:lnTo>
                    <a:pt x="17207" y="20271"/>
                  </a:lnTo>
                  <a:lnTo>
                    <a:pt x="17499" y="20079"/>
                  </a:lnTo>
                  <a:lnTo>
                    <a:pt x="17772" y="19870"/>
                  </a:lnTo>
                  <a:lnTo>
                    <a:pt x="18046" y="19660"/>
                  </a:lnTo>
                  <a:lnTo>
                    <a:pt x="18310" y="19441"/>
                  </a:lnTo>
                  <a:lnTo>
                    <a:pt x="18566" y="19213"/>
                  </a:lnTo>
                  <a:lnTo>
                    <a:pt x="18812" y="18976"/>
                  </a:lnTo>
                  <a:lnTo>
                    <a:pt x="19058" y="18730"/>
                  </a:lnTo>
                  <a:lnTo>
                    <a:pt x="19286" y="18475"/>
                  </a:lnTo>
                  <a:lnTo>
                    <a:pt x="19514" y="18219"/>
                  </a:lnTo>
                  <a:lnTo>
                    <a:pt x="19733" y="17946"/>
                  </a:lnTo>
                  <a:lnTo>
                    <a:pt x="19942" y="17672"/>
                  </a:lnTo>
                  <a:lnTo>
                    <a:pt x="20143" y="17399"/>
                  </a:lnTo>
                  <a:lnTo>
                    <a:pt x="20344" y="17107"/>
                  </a:lnTo>
                  <a:lnTo>
                    <a:pt x="20526" y="16815"/>
                  </a:lnTo>
                  <a:lnTo>
                    <a:pt x="20699" y="16514"/>
                  </a:lnTo>
                  <a:lnTo>
                    <a:pt x="20863" y="16213"/>
                  </a:lnTo>
                  <a:lnTo>
                    <a:pt x="21018" y="15903"/>
                  </a:lnTo>
                  <a:lnTo>
                    <a:pt x="21173" y="15584"/>
                  </a:lnTo>
                  <a:lnTo>
                    <a:pt x="21310" y="15265"/>
                  </a:lnTo>
                  <a:lnTo>
                    <a:pt x="21438" y="14946"/>
                  </a:lnTo>
                  <a:lnTo>
                    <a:pt x="21556" y="14608"/>
                  </a:lnTo>
                  <a:lnTo>
                    <a:pt x="21657" y="14271"/>
                  </a:lnTo>
                  <a:lnTo>
                    <a:pt x="21757" y="13933"/>
                  </a:lnTo>
                  <a:lnTo>
                    <a:pt x="21839" y="13587"/>
                  </a:lnTo>
                  <a:lnTo>
                    <a:pt x="21921" y="13240"/>
                  </a:lnTo>
                  <a:lnTo>
                    <a:pt x="21985" y="12885"/>
                  </a:lnTo>
                  <a:lnTo>
                    <a:pt x="22040" y="12529"/>
                  </a:lnTo>
                  <a:lnTo>
                    <a:pt x="22076" y="12174"/>
                  </a:lnTo>
                  <a:lnTo>
                    <a:pt x="22104" y="11809"/>
                  </a:lnTo>
                  <a:lnTo>
                    <a:pt x="22122" y="11444"/>
                  </a:lnTo>
                  <a:lnTo>
                    <a:pt x="22131" y="11070"/>
                  </a:lnTo>
                  <a:lnTo>
                    <a:pt x="22122" y="10578"/>
                  </a:lnTo>
                  <a:lnTo>
                    <a:pt x="22085" y="10095"/>
                  </a:lnTo>
                  <a:lnTo>
                    <a:pt x="22040" y="9611"/>
                  </a:lnTo>
                  <a:lnTo>
                    <a:pt x="21967" y="9137"/>
                  </a:lnTo>
                  <a:lnTo>
                    <a:pt x="21866" y="8672"/>
                  </a:lnTo>
                  <a:lnTo>
                    <a:pt x="21757" y="8216"/>
                  </a:lnTo>
                  <a:lnTo>
                    <a:pt x="21629" y="7760"/>
                  </a:lnTo>
                  <a:lnTo>
                    <a:pt x="21483" y="7322"/>
                  </a:lnTo>
                  <a:lnTo>
                    <a:pt x="21310" y="6885"/>
                  </a:lnTo>
                  <a:lnTo>
                    <a:pt x="21128" y="6456"/>
                  </a:lnTo>
                  <a:lnTo>
                    <a:pt x="20927" y="6046"/>
                  </a:lnTo>
                  <a:lnTo>
                    <a:pt x="20708" y="5636"/>
                  </a:lnTo>
                  <a:lnTo>
                    <a:pt x="20471" y="5243"/>
                  </a:lnTo>
                  <a:lnTo>
                    <a:pt x="20225" y="4851"/>
                  </a:lnTo>
                  <a:lnTo>
                    <a:pt x="19952" y="4478"/>
                  </a:lnTo>
                  <a:lnTo>
                    <a:pt x="19678" y="4122"/>
                  </a:lnTo>
                  <a:lnTo>
                    <a:pt x="19477" y="3885"/>
                  </a:lnTo>
                  <a:lnTo>
                    <a:pt x="19286" y="3657"/>
                  </a:lnTo>
                  <a:lnTo>
                    <a:pt x="19076" y="3438"/>
                  </a:lnTo>
                  <a:lnTo>
                    <a:pt x="18866" y="3219"/>
                  </a:lnTo>
                  <a:lnTo>
                    <a:pt x="18648" y="3009"/>
                  </a:lnTo>
                  <a:lnTo>
                    <a:pt x="18429" y="2809"/>
                  </a:lnTo>
                  <a:lnTo>
                    <a:pt x="18201" y="2608"/>
                  </a:lnTo>
                  <a:lnTo>
                    <a:pt x="17964" y="2417"/>
                  </a:lnTo>
                  <a:lnTo>
                    <a:pt x="17727" y="2234"/>
                  </a:lnTo>
                  <a:lnTo>
                    <a:pt x="17480" y="2052"/>
                  </a:lnTo>
                  <a:lnTo>
                    <a:pt x="17234" y="1879"/>
                  </a:lnTo>
                  <a:lnTo>
                    <a:pt x="16979" y="1715"/>
                  </a:lnTo>
                  <a:lnTo>
                    <a:pt x="16714" y="1550"/>
                  </a:lnTo>
                  <a:lnTo>
                    <a:pt x="16450" y="1405"/>
                  </a:lnTo>
                  <a:lnTo>
                    <a:pt x="16186" y="1259"/>
                  </a:lnTo>
                  <a:lnTo>
                    <a:pt x="15912" y="1122"/>
                  </a:lnTo>
                  <a:lnTo>
                    <a:pt x="15638" y="985"/>
                  </a:lnTo>
                  <a:lnTo>
                    <a:pt x="15356" y="867"/>
                  </a:lnTo>
                  <a:lnTo>
                    <a:pt x="15073" y="748"/>
                  </a:lnTo>
                  <a:lnTo>
                    <a:pt x="14781" y="648"/>
                  </a:lnTo>
                  <a:lnTo>
                    <a:pt x="14489" y="547"/>
                  </a:lnTo>
                  <a:lnTo>
                    <a:pt x="14198" y="456"/>
                  </a:lnTo>
                  <a:lnTo>
                    <a:pt x="13897" y="365"/>
                  </a:lnTo>
                  <a:lnTo>
                    <a:pt x="13596" y="292"/>
                  </a:lnTo>
                  <a:lnTo>
                    <a:pt x="13286" y="228"/>
                  </a:lnTo>
                  <a:lnTo>
                    <a:pt x="12976" y="164"/>
                  </a:lnTo>
                  <a:lnTo>
                    <a:pt x="12666" y="119"/>
                  </a:lnTo>
                  <a:lnTo>
                    <a:pt x="12347" y="73"/>
                  </a:lnTo>
                  <a:lnTo>
                    <a:pt x="12027" y="46"/>
                  </a:lnTo>
                  <a:lnTo>
                    <a:pt x="11708" y="19"/>
                  </a:lnTo>
                  <a:lnTo>
                    <a:pt x="11389" y="9"/>
                  </a:lnTo>
                  <a:lnTo>
                    <a:pt x="110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3">
              <a:extLst>
                <a:ext uri="{FF2B5EF4-FFF2-40B4-BE49-F238E27FC236}">
                  <a16:creationId xmlns:a16="http://schemas.microsoft.com/office/drawing/2014/main" id="{74C664EB-2012-0F92-BE74-7C8B27D870AE}"/>
                </a:ext>
              </a:extLst>
            </p:cNvPr>
            <p:cNvSpPr/>
            <p:nvPr/>
          </p:nvSpPr>
          <p:spPr>
            <a:xfrm>
              <a:off x="1615800" y="1453351"/>
              <a:ext cx="1839726" cy="1928367"/>
            </a:xfrm>
            <a:custGeom>
              <a:avLst/>
              <a:gdLst/>
              <a:ahLst/>
              <a:cxnLst/>
              <a:rect l="l" t="t" r="r" b="b"/>
              <a:pathLst>
                <a:path w="24055" h="25214" extrusionOk="0">
                  <a:moveTo>
                    <a:pt x="13942" y="0"/>
                  </a:moveTo>
                  <a:lnTo>
                    <a:pt x="13550" y="9"/>
                  </a:lnTo>
                  <a:lnTo>
                    <a:pt x="13158" y="19"/>
                  </a:lnTo>
                  <a:lnTo>
                    <a:pt x="12757" y="37"/>
                  </a:lnTo>
                  <a:lnTo>
                    <a:pt x="12374" y="64"/>
                  </a:lnTo>
                  <a:lnTo>
                    <a:pt x="11936" y="101"/>
                  </a:lnTo>
                  <a:lnTo>
                    <a:pt x="11508" y="146"/>
                  </a:lnTo>
                  <a:lnTo>
                    <a:pt x="11079" y="201"/>
                  </a:lnTo>
                  <a:lnTo>
                    <a:pt x="10660" y="265"/>
                  </a:lnTo>
                  <a:lnTo>
                    <a:pt x="10249" y="338"/>
                  </a:lnTo>
                  <a:lnTo>
                    <a:pt x="9839" y="420"/>
                  </a:lnTo>
                  <a:lnTo>
                    <a:pt x="9438" y="502"/>
                  </a:lnTo>
                  <a:lnTo>
                    <a:pt x="9046" y="593"/>
                  </a:lnTo>
                  <a:lnTo>
                    <a:pt x="8799" y="666"/>
                  </a:lnTo>
                  <a:lnTo>
                    <a:pt x="8544" y="739"/>
                  </a:lnTo>
                  <a:lnTo>
                    <a:pt x="8307" y="812"/>
                  </a:lnTo>
                  <a:lnTo>
                    <a:pt x="8061" y="894"/>
                  </a:lnTo>
                  <a:lnTo>
                    <a:pt x="7833" y="985"/>
                  </a:lnTo>
                  <a:lnTo>
                    <a:pt x="7596" y="1076"/>
                  </a:lnTo>
                  <a:lnTo>
                    <a:pt x="7377" y="1177"/>
                  </a:lnTo>
                  <a:lnTo>
                    <a:pt x="7158" y="1286"/>
                  </a:lnTo>
                  <a:lnTo>
                    <a:pt x="6939" y="1395"/>
                  </a:lnTo>
                  <a:lnTo>
                    <a:pt x="6720" y="1505"/>
                  </a:lnTo>
                  <a:lnTo>
                    <a:pt x="6520" y="1633"/>
                  </a:lnTo>
                  <a:lnTo>
                    <a:pt x="6310" y="1760"/>
                  </a:lnTo>
                  <a:lnTo>
                    <a:pt x="6109" y="1888"/>
                  </a:lnTo>
                  <a:lnTo>
                    <a:pt x="5918" y="2025"/>
                  </a:lnTo>
                  <a:lnTo>
                    <a:pt x="5726" y="2171"/>
                  </a:lnTo>
                  <a:lnTo>
                    <a:pt x="5544" y="2316"/>
                  </a:lnTo>
                  <a:lnTo>
                    <a:pt x="5362" y="2462"/>
                  </a:lnTo>
                  <a:lnTo>
                    <a:pt x="5179" y="2626"/>
                  </a:lnTo>
                  <a:lnTo>
                    <a:pt x="5006" y="2781"/>
                  </a:lnTo>
                  <a:lnTo>
                    <a:pt x="4842" y="2955"/>
                  </a:lnTo>
                  <a:lnTo>
                    <a:pt x="4669" y="3128"/>
                  </a:lnTo>
                  <a:lnTo>
                    <a:pt x="4514" y="3301"/>
                  </a:lnTo>
                  <a:lnTo>
                    <a:pt x="4350" y="3484"/>
                  </a:lnTo>
                  <a:lnTo>
                    <a:pt x="4195" y="3675"/>
                  </a:lnTo>
                  <a:lnTo>
                    <a:pt x="4049" y="3867"/>
                  </a:lnTo>
                  <a:lnTo>
                    <a:pt x="3903" y="4058"/>
                  </a:lnTo>
                  <a:lnTo>
                    <a:pt x="3757" y="4259"/>
                  </a:lnTo>
                  <a:lnTo>
                    <a:pt x="3620" y="4468"/>
                  </a:lnTo>
                  <a:lnTo>
                    <a:pt x="3492" y="4678"/>
                  </a:lnTo>
                  <a:lnTo>
                    <a:pt x="3356" y="4897"/>
                  </a:lnTo>
                  <a:lnTo>
                    <a:pt x="3228" y="5116"/>
                  </a:lnTo>
                  <a:lnTo>
                    <a:pt x="3109" y="5344"/>
                  </a:lnTo>
                  <a:lnTo>
                    <a:pt x="2982" y="5581"/>
                  </a:lnTo>
                  <a:lnTo>
                    <a:pt x="2872" y="5818"/>
                  </a:lnTo>
                  <a:lnTo>
                    <a:pt x="2763" y="6064"/>
                  </a:lnTo>
                  <a:lnTo>
                    <a:pt x="2672" y="6319"/>
                  </a:lnTo>
                  <a:lnTo>
                    <a:pt x="2581" y="6575"/>
                  </a:lnTo>
                  <a:lnTo>
                    <a:pt x="2499" y="6830"/>
                  </a:lnTo>
                  <a:lnTo>
                    <a:pt x="2426" y="7095"/>
                  </a:lnTo>
                  <a:lnTo>
                    <a:pt x="2371" y="7359"/>
                  </a:lnTo>
                  <a:lnTo>
                    <a:pt x="2325" y="7623"/>
                  </a:lnTo>
                  <a:lnTo>
                    <a:pt x="2289" y="7888"/>
                  </a:lnTo>
                  <a:lnTo>
                    <a:pt x="2261" y="8161"/>
                  </a:lnTo>
                  <a:lnTo>
                    <a:pt x="2243" y="8426"/>
                  </a:lnTo>
                  <a:lnTo>
                    <a:pt x="2243" y="8699"/>
                  </a:lnTo>
                  <a:lnTo>
                    <a:pt x="2252" y="8973"/>
                  </a:lnTo>
                  <a:lnTo>
                    <a:pt x="2280" y="9237"/>
                  </a:lnTo>
                  <a:lnTo>
                    <a:pt x="2316" y="9511"/>
                  </a:lnTo>
                  <a:lnTo>
                    <a:pt x="2353" y="9730"/>
                  </a:lnTo>
                  <a:lnTo>
                    <a:pt x="2380" y="9940"/>
                  </a:lnTo>
                  <a:lnTo>
                    <a:pt x="2398" y="10149"/>
                  </a:lnTo>
                  <a:lnTo>
                    <a:pt x="2407" y="10350"/>
                  </a:lnTo>
                  <a:lnTo>
                    <a:pt x="2407" y="10541"/>
                  </a:lnTo>
                  <a:lnTo>
                    <a:pt x="2407" y="10733"/>
                  </a:lnTo>
                  <a:lnTo>
                    <a:pt x="2389" y="10924"/>
                  </a:lnTo>
                  <a:lnTo>
                    <a:pt x="2371" y="11116"/>
                  </a:lnTo>
                  <a:lnTo>
                    <a:pt x="2334" y="11298"/>
                  </a:lnTo>
                  <a:lnTo>
                    <a:pt x="2289" y="11481"/>
                  </a:lnTo>
                  <a:lnTo>
                    <a:pt x="2234" y="11663"/>
                  </a:lnTo>
                  <a:lnTo>
                    <a:pt x="2161" y="11845"/>
                  </a:lnTo>
                  <a:lnTo>
                    <a:pt x="2088" y="12028"/>
                  </a:lnTo>
                  <a:lnTo>
                    <a:pt x="1988" y="12219"/>
                  </a:lnTo>
                  <a:lnTo>
                    <a:pt x="1888" y="12402"/>
                  </a:lnTo>
                  <a:lnTo>
                    <a:pt x="1769" y="12593"/>
                  </a:lnTo>
                  <a:lnTo>
                    <a:pt x="1550" y="12940"/>
                  </a:lnTo>
                  <a:lnTo>
                    <a:pt x="1286" y="13395"/>
                  </a:lnTo>
                  <a:lnTo>
                    <a:pt x="994" y="13906"/>
                  </a:lnTo>
                  <a:lnTo>
                    <a:pt x="711" y="14444"/>
                  </a:lnTo>
                  <a:lnTo>
                    <a:pt x="219" y="15365"/>
                  </a:lnTo>
                  <a:lnTo>
                    <a:pt x="64" y="15666"/>
                  </a:lnTo>
                  <a:lnTo>
                    <a:pt x="9" y="15794"/>
                  </a:lnTo>
                  <a:lnTo>
                    <a:pt x="0" y="15848"/>
                  </a:lnTo>
                  <a:lnTo>
                    <a:pt x="9" y="15912"/>
                  </a:lnTo>
                  <a:lnTo>
                    <a:pt x="27" y="15958"/>
                  </a:lnTo>
                  <a:lnTo>
                    <a:pt x="55" y="16012"/>
                  </a:lnTo>
                  <a:lnTo>
                    <a:pt x="91" y="16058"/>
                  </a:lnTo>
                  <a:lnTo>
                    <a:pt x="137" y="16104"/>
                  </a:lnTo>
                  <a:lnTo>
                    <a:pt x="191" y="16149"/>
                  </a:lnTo>
                  <a:lnTo>
                    <a:pt x="246" y="16195"/>
                  </a:lnTo>
                  <a:lnTo>
                    <a:pt x="383" y="16268"/>
                  </a:lnTo>
                  <a:lnTo>
                    <a:pt x="529" y="16341"/>
                  </a:lnTo>
                  <a:lnTo>
                    <a:pt x="702" y="16405"/>
                  </a:lnTo>
                  <a:lnTo>
                    <a:pt x="875" y="16459"/>
                  </a:lnTo>
                  <a:lnTo>
                    <a:pt x="1240" y="16560"/>
                  </a:lnTo>
                  <a:lnTo>
                    <a:pt x="1587" y="16660"/>
                  </a:lnTo>
                  <a:lnTo>
                    <a:pt x="1742" y="16696"/>
                  </a:lnTo>
                  <a:lnTo>
                    <a:pt x="1878" y="16742"/>
                  </a:lnTo>
                  <a:lnTo>
                    <a:pt x="1988" y="16788"/>
                  </a:lnTo>
                  <a:lnTo>
                    <a:pt x="2061" y="16833"/>
                  </a:lnTo>
                  <a:lnTo>
                    <a:pt x="2143" y="16897"/>
                  </a:lnTo>
                  <a:lnTo>
                    <a:pt x="2198" y="16970"/>
                  </a:lnTo>
                  <a:lnTo>
                    <a:pt x="2252" y="17034"/>
                  </a:lnTo>
                  <a:lnTo>
                    <a:pt x="2298" y="17098"/>
                  </a:lnTo>
                  <a:lnTo>
                    <a:pt x="2325" y="17161"/>
                  </a:lnTo>
                  <a:lnTo>
                    <a:pt x="2343" y="17225"/>
                  </a:lnTo>
                  <a:lnTo>
                    <a:pt x="2362" y="17289"/>
                  </a:lnTo>
                  <a:lnTo>
                    <a:pt x="2362" y="17353"/>
                  </a:lnTo>
                  <a:lnTo>
                    <a:pt x="2362" y="17417"/>
                  </a:lnTo>
                  <a:lnTo>
                    <a:pt x="2353" y="17481"/>
                  </a:lnTo>
                  <a:lnTo>
                    <a:pt x="2343" y="17544"/>
                  </a:lnTo>
                  <a:lnTo>
                    <a:pt x="2316" y="17608"/>
                  </a:lnTo>
                  <a:lnTo>
                    <a:pt x="2261" y="17727"/>
                  </a:lnTo>
                  <a:lnTo>
                    <a:pt x="2198" y="17854"/>
                  </a:lnTo>
                  <a:lnTo>
                    <a:pt x="2033" y="18101"/>
                  </a:lnTo>
                  <a:lnTo>
                    <a:pt x="1951" y="18228"/>
                  </a:lnTo>
                  <a:lnTo>
                    <a:pt x="1869" y="18356"/>
                  </a:lnTo>
                  <a:lnTo>
                    <a:pt x="1805" y="18493"/>
                  </a:lnTo>
                  <a:lnTo>
                    <a:pt x="1751" y="18620"/>
                  </a:lnTo>
                  <a:lnTo>
                    <a:pt x="1733" y="18693"/>
                  </a:lnTo>
                  <a:lnTo>
                    <a:pt x="1723" y="18757"/>
                  </a:lnTo>
                  <a:lnTo>
                    <a:pt x="1714" y="18830"/>
                  </a:lnTo>
                  <a:lnTo>
                    <a:pt x="1714" y="18894"/>
                  </a:lnTo>
                  <a:lnTo>
                    <a:pt x="1733" y="18985"/>
                  </a:lnTo>
                  <a:lnTo>
                    <a:pt x="1760" y="19067"/>
                  </a:lnTo>
                  <a:lnTo>
                    <a:pt x="1805" y="19131"/>
                  </a:lnTo>
                  <a:lnTo>
                    <a:pt x="1869" y="19186"/>
                  </a:lnTo>
                  <a:lnTo>
                    <a:pt x="1933" y="19231"/>
                  </a:lnTo>
                  <a:lnTo>
                    <a:pt x="1997" y="19268"/>
                  </a:lnTo>
                  <a:lnTo>
                    <a:pt x="2134" y="19341"/>
                  </a:lnTo>
                  <a:lnTo>
                    <a:pt x="2198" y="19377"/>
                  </a:lnTo>
                  <a:lnTo>
                    <a:pt x="2252" y="19414"/>
                  </a:lnTo>
                  <a:lnTo>
                    <a:pt x="2298" y="19450"/>
                  </a:lnTo>
                  <a:lnTo>
                    <a:pt x="2316" y="19496"/>
                  </a:lnTo>
                  <a:lnTo>
                    <a:pt x="2325" y="19523"/>
                  </a:lnTo>
                  <a:lnTo>
                    <a:pt x="2325" y="19550"/>
                  </a:lnTo>
                  <a:lnTo>
                    <a:pt x="2307" y="19605"/>
                  </a:lnTo>
                  <a:lnTo>
                    <a:pt x="2271" y="19678"/>
                  </a:lnTo>
                  <a:lnTo>
                    <a:pt x="2198" y="19760"/>
                  </a:lnTo>
                  <a:lnTo>
                    <a:pt x="2052" y="19924"/>
                  </a:lnTo>
                  <a:lnTo>
                    <a:pt x="1997" y="19997"/>
                  </a:lnTo>
                  <a:lnTo>
                    <a:pt x="1961" y="20070"/>
                  </a:lnTo>
                  <a:lnTo>
                    <a:pt x="1951" y="20098"/>
                  </a:lnTo>
                  <a:lnTo>
                    <a:pt x="1951" y="20134"/>
                  </a:lnTo>
                  <a:lnTo>
                    <a:pt x="1951" y="20171"/>
                  </a:lnTo>
                  <a:lnTo>
                    <a:pt x="1961" y="20207"/>
                  </a:lnTo>
                  <a:lnTo>
                    <a:pt x="1979" y="20253"/>
                  </a:lnTo>
                  <a:lnTo>
                    <a:pt x="2006" y="20289"/>
                  </a:lnTo>
                  <a:lnTo>
                    <a:pt x="2079" y="20380"/>
                  </a:lnTo>
                  <a:lnTo>
                    <a:pt x="2152" y="20426"/>
                  </a:lnTo>
                  <a:lnTo>
                    <a:pt x="2225" y="20481"/>
                  </a:lnTo>
                  <a:lnTo>
                    <a:pt x="2280" y="20544"/>
                  </a:lnTo>
                  <a:lnTo>
                    <a:pt x="2325" y="20617"/>
                  </a:lnTo>
                  <a:lnTo>
                    <a:pt x="2371" y="20709"/>
                  </a:lnTo>
                  <a:lnTo>
                    <a:pt x="2407" y="20800"/>
                  </a:lnTo>
                  <a:lnTo>
                    <a:pt x="2426" y="20891"/>
                  </a:lnTo>
                  <a:lnTo>
                    <a:pt x="2453" y="21000"/>
                  </a:lnTo>
                  <a:lnTo>
                    <a:pt x="2462" y="21101"/>
                  </a:lnTo>
                  <a:lnTo>
                    <a:pt x="2471" y="21201"/>
                  </a:lnTo>
                  <a:lnTo>
                    <a:pt x="2471" y="21411"/>
                  </a:lnTo>
                  <a:lnTo>
                    <a:pt x="2462" y="21593"/>
                  </a:lnTo>
                  <a:lnTo>
                    <a:pt x="2435" y="21748"/>
                  </a:lnTo>
                  <a:lnTo>
                    <a:pt x="2435" y="21912"/>
                  </a:lnTo>
                  <a:lnTo>
                    <a:pt x="2416" y="22095"/>
                  </a:lnTo>
                  <a:lnTo>
                    <a:pt x="2371" y="22505"/>
                  </a:lnTo>
                  <a:lnTo>
                    <a:pt x="2334" y="22943"/>
                  </a:lnTo>
                  <a:lnTo>
                    <a:pt x="2325" y="23171"/>
                  </a:lnTo>
                  <a:lnTo>
                    <a:pt x="2316" y="23399"/>
                  </a:lnTo>
                  <a:lnTo>
                    <a:pt x="2334" y="23617"/>
                  </a:lnTo>
                  <a:lnTo>
                    <a:pt x="2353" y="23836"/>
                  </a:lnTo>
                  <a:lnTo>
                    <a:pt x="2398" y="24046"/>
                  </a:lnTo>
                  <a:lnTo>
                    <a:pt x="2426" y="24146"/>
                  </a:lnTo>
                  <a:lnTo>
                    <a:pt x="2462" y="24247"/>
                  </a:lnTo>
                  <a:lnTo>
                    <a:pt x="2508" y="24347"/>
                  </a:lnTo>
                  <a:lnTo>
                    <a:pt x="2553" y="24429"/>
                  </a:lnTo>
                  <a:lnTo>
                    <a:pt x="2608" y="24520"/>
                  </a:lnTo>
                  <a:lnTo>
                    <a:pt x="2663" y="24602"/>
                  </a:lnTo>
                  <a:lnTo>
                    <a:pt x="2736" y="24675"/>
                  </a:lnTo>
                  <a:lnTo>
                    <a:pt x="2809" y="24748"/>
                  </a:lnTo>
                  <a:lnTo>
                    <a:pt x="2900" y="24812"/>
                  </a:lnTo>
                  <a:lnTo>
                    <a:pt x="2991" y="24876"/>
                  </a:lnTo>
                  <a:lnTo>
                    <a:pt x="3091" y="24930"/>
                  </a:lnTo>
                  <a:lnTo>
                    <a:pt x="3201" y="24976"/>
                  </a:lnTo>
                  <a:lnTo>
                    <a:pt x="3337" y="25013"/>
                  </a:lnTo>
                  <a:lnTo>
                    <a:pt x="3492" y="25058"/>
                  </a:lnTo>
                  <a:lnTo>
                    <a:pt x="3666" y="25095"/>
                  </a:lnTo>
                  <a:lnTo>
                    <a:pt x="3848" y="25122"/>
                  </a:lnTo>
                  <a:lnTo>
                    <a:pt x="4049" y="25149"/>
                  </a:lnTo>
                  <a:lnTo>
                    <a:pt x="4268" y="25168"/>
                  </a:lnTo>
                  <a:lnTo>
                    <a:pt x="4495" y="25186"/>
                  </a:lnTo>
                  <a:lnTo>
                    <a:pt x="4742" y="25204"/>
                  </a:lnTo>
                  <a:lnTo>
                    <a:pt x="5261" y="25213"/>
                  </a:lnTo>
                  <a:lnTo>
                    <a:pt x="5836" y="25204"/>
                  </a:lnTo>
                  <a:lnTo>
                    <a:pt x="6456" y="25168"/>
                  </a:lnTo>
                  <a:lnTo>
                    <a:pt x="7113" y="25113"/>
                  </a:lnTo>
                  <a:lnTo>
                    <a:pt x="7796" y="25031"/>
                  </a:lnTo>
                  <a:lnTo>
                    <a:pt x="8152" y="24985"/>
                  </a:lnTo>
                  <a:lnTo>
                    <a:pt x="8508" y="24921"/>
                  </a:lnTo>
                  <a:lnTo>
                    <a:pt x="8882" y="24867"/>
                  </a:lnTo>
                  <a:lnTo>
                    <a:pt x="9246" y="24794"/>
                  </a:lnTo>
                  <a:lnTo>
                    <a:pt x="9629" y="24721"/>
                  </a:lnTo>
                  <a:lnTo>
                    <a:pt x="10003" y="24630"/>
                  </a:lnTo>
                  <a:lnTo>
                    <a:pt x="10395" y="24538"/>
                  </a:lnTo>
                  <a:lnTo>
                    <a:pt x="10778" y="24447"/>
                  </a:lnTo>
                  <a:lnTo>
                    <a:pt x="11170" y="24338"/>
                  </a:lnTo>
                  <a:lnTo>
                    <a:pt x="11553" y="24219"/>
                  </a:lnTo>
                  <a:lnTo>
                    <a:pt x="11945" y="24101"/>
                  </a:lnTo>
                  <a:lnTo>
                    <a:pt x="12337" y="23973"/>
                  </a:lnTo>
                  <a:lnTo>
                    <a:pt x="12730" y="23836"/>
                  </a:lnTo>
                  <a:lnTo>
                    <a:pt x="13122" y="23690"/>
                  </a:lnTo>
                  <a:lnTo>
                    <a:pt x="13514" y="23535"/>
                  </a:lnTo>
                  <a:lnTo>
                    <a:pt x="13897" y="23371"/>
                  </a:lnTo>
                  <a:lnTo>
                    <a:pt x="14280" y="23198"/>
                  </a:lnTo>
                  <a:lnTo>
                    <a:pt x="14663" y="23016"/>
                  </a:lnTo>
                  <a:lnTo>
                    <a:pt x="15037" y="22833"/>
                  </a:lnTo>
                  <a:lnTo>
                    <a:pt x="15410" y="22633"/>
                  </a:lnTo>
                  <a:lnTo>
                    <a:pt x="15775" y="22423"/>
                  </a:lnTo>
                  <a:lnTo>
                    <a:pt x="16140" y="22204"/>
                  </a:lnTo>
                  <a:lnTo>
                    <a:pt x="16496" y="21976"/>
                  </a:lnTo>
                  <a:lnTo>
                    <a:pt x="16842" y="21739"/>
                  </a:lnTo>
                  <a:lnTo>
                    <a:pt x="17189" y="21493"/>
                  </a:lnTo>
                  <a:lnTo>
                    <a:pt x="17517" y="21237"/>
                  </a:lnTo>
                  <a:lnTo>
                    <a:pt x="17845" y="20964"/>
                  </a:lnTo>
                  <a:lnTo>
                    <a:pt x="18155" y="20690"/>
                  </a:lnTo>
                  <a:lnTo>
                    <a:pt x="18456" y="20399"/>
                  </a:lnTo>
                  <a:lnTo>
                    <a:pt x="18757" y="20107"/>
                  </a:lnTo>
                  <a:lnTo>
                    <a:pt x="19040" y="19797"/>
                  </a:lnTo>
                  <a:lnTo>
                    <a:pt x="19304" y="19478"/>
                  </a:lnTo>
                  <a:lnTo>
                    <a:pt x="19569" y="19140"/>
                  </a:lnTo>
                  <a:lnTo>
                    <a:pt x="19815" y="18803"/>
                  </a:lnTo>
                  <a:lnTo>
                    <a:pt x="20043" y="18447"/>
                  </a:lnTo>
                  <a:lnTo>
                    <a:pt x="20262" y="18082"/>
                  </a:lnTo>
                  <a:lnTo>
                    <a:pt x="20462" y="17699"/>
                  </a:lnTo>
                  <a:lnTo>
                    <a:pt x="20645" y="17316"/>
                  </a:lnTo>
                  <a:lnTo>
                    <a:pt x="20818" y="16915"/>
                  </a:lnTo>
                  <a:lnTo>
                    <a:pt x="20973" y="16496"/>
                  </a:lnTo>
                  <a:lnTo>
                    <a:pt x="21110" y="16076"/>
                  </a:lnTo>
                  <a:lnTo>
                    <a:pt x="21228" y="15630"/>
                  </a:lnTo>
                  <a:lnTo>
                    <a:pt x="21328" y="15183"/>
                  </a:lnTo>
                  <a:lnTo>
                    <a:pt x="21411" y="14718"/>
                  </a:lnTo>
                  <a:lnTo>
                    <a:pt x="21456" y="14462"/>
                  </a:lnTo>
                  <a:lnTo>
                    <a:pt x="21520" y="14198"/>
                  </a:lnTo>
                  <a:lnTo>
                    <a:pt x="21593" y="13943"/>
                  </a:lnTo>
                  <a:lnTo>
                    <a:pt x="21684" y="13678"/>
                  </a:lnTo>
                  <a:lnTo>
                    <a:pt x="21775" y="13423"/>
                  </a:lnTo>
                  <a:lnTo>
                    <a:pt x="21885" y="13158"/>
                  </a:lnTo>
                  <a:lnTo>
                    <a:pt x="21994" y="12903"/>
                  </a:lnTo>
                  <a:lnTo>
                    <a:pt x="22113" y="12639"/>
                  </a:lnTo>
                  <a:lnTo>
                    <a:pt x="22368" y="12119"/>
                  </a:lnTo>
                  <a:lnTo>
                    <a:pt x="22642" y="11599"/>
                  </a:lnTo>
                  <a:lnTo>
                    <a:pt x="22906" y="11079"/>
                  </a:lnTo>
                  <a:lnTo>
                    <a:pt x="23170" y="10560"/>
                  </a:lnTo>
                  <a:lnTo>
                    <a:pt x="23417" y="10040"/>
                  </a:lnTo>
                  <a:lnTo>
                    <a:pt x="23535" y="9785"/>
                  </a:lnTo>
                  <a:lnTo>
                    <a:pt x="23635" y="9520"/>
                  </a:lnTo>
                  <a:lnTo>
                    <a:pt x="23736" y="9265"/>
                  </a:lnTo>
                  <a:lnTo>
                    <a:pt x="23818" y="9009"/>
                  </a:lnTo>
                  <a:lnTo>
                    <a:pt x="23891" y="8754"/>
                  </a:lnTo>
                  <a:lnTo>
                    <a:pt x="23955" y="8499"/>
                  </a:lnTo>
                  <a:lnTo>
                    <a:pt x="24000" y="8243"/>
                  </a:lnTo>
                  <a:lnTo>
                    <a:pt x="24037" y="7988"/>
                  </a:lnTo>
                  <a:lnTo>
                    <a:pt x="24055" y="7733"/>
                  </a:lnTo>
                  <a:lnTo>
                    <a:pt x="24055" y="7478"/>
                  </a:lnTo>
                  <a:lnTo>
                    <a:pt x="24028" y="7231"/>
                  </a:lnTo>
                  <a:lnTo>
                    <a:pt x="23991" y="6976"/>
                  </a:lnTo>
                  <a:lnTo>
                    <a:pt x="23927" y="6721"/>
                  </a:lnTo>
                  <a:lnTo>
                    <a:pt x="23891" y="6602"/>
                  </a:lnTo>
                  <a:lnTo>
                    <a:pt x="23845" y="6474"/>
                  </a:lnTo>
                  <a:lnTo>
                    <a:pt x="23754" y="6237"/>
                  </a:lnTo>
                  <a:lnTo>
                    <a:pt x="23654" y="6009"/>
                  </a:lnTo>
                  <a:lnTo>
                    <a:pt x="23544" y="5772"/>
                  </a:lnTo>
                  <a:lnTo>
                    <a:pt x="23435" y="5544"/>
                  </a:lnTo>
                  <a:lnTo>
                    <a:pt x="23325" y="5316"/>
                  </a:lnTo>
                  <a:lnTo>
                    <a:pt x="23198" y="5088"/>
                  </a:lnTo>
                  <a:lnTo>
                    <a:pt x="23070" y="4870"/>
                  </a:lnTo>
                  <a:lnTo>
                    <a:pt x="22942" y="4642"/>
                  </a:lnTo>
                  <a:lnTo>
                    <a:pt x="22806" y="4423"/>
                  </a:lnTo>
                  <a:lnTo>
                    <a:pt x="22660" y="4213"/>
                  </a:lnTo>
                  <a:lnTo>
                    <a:pt x="22514" y="4003"/>
                  </a:lnTo>
                  <a:lnTo>
                    <a:pt x="22368" y="3794"/>
                  </a:lnTo>
                  <a:lnTo>
                    <a:pt x="22204" y="3584"/>
                  </a:lnTo>
                  <a:lnTo>
                    <a:pt x="22049" y="3383"/>
                  </a:lnTo>
                  <a:lnTo>
                    <a:pt x="21885" y="3192"/>
                  </a:lnTo>
                  <a:lnTo>
                    <a:pt x="21711" y="3000"/>
                  </a:lnTo>
                  <a:lnTo>
                    <a:pt x="21538" y="2809"/>
                  </a:lnTo>
                  <a:lnTo>
                    <a:pt x="21356" y="2626"/>
                  </a:lnTo>
                  <a:lnTo>
                    <a:pt x="21173" y="2453"/>
                  </a:lnTo>
                  <a:lnTo>
                    <a:pt x="20982" y="2280"/>
                  </a:lnTo>
                  <a:lnTo>
                    <a:pt x="20790" y="2116"/>
                  </a:lnTo>
                  <a:lnTo>
                    <a:pt x="20590" y="1952"/>
                  </a:lnTo>
                  <a:lnTo>
                    <a:pt x="20389" y="1797"/>
                  </a:lnTo>
                  <a:lnTo>
                    <a:pt x="20189" y="1651"/>
                  </a:lnTo>
                  <a:lnTo>
                    <a:pt x="19979" y="1505"/>
                  </a:lnTo>
                  <a:lnTo>
                    <a:pt x="19760" y="1368"/>
                  </a:lnTo>
                  <a:lnTo>
                    <a:pt x="19550" y="1240"/>
                  </a:lnTo>
                  <a:lnTo>
                    <a:pt x="19322" y="1122"/>
                  </a:lnTo>
                  <a:lnTo>
                    <a:pt x="19103" y="1003"/>
                  </a:lnTo>
                  <a:lnTo>
                    <a:pt x="18876" y="903"/>
                  </a:lnTo>
                  <a:lnTo>
                    <a:pt x="18648" y="803"/>
                  </a:lnTo>
                  <a:lnTo>
                    <a:pt x="18410" y="712"/>
                  </a:lnTo>
                  <a:lnTo>
                    <a:pt x="18073" y="593"/>
                  </a:lnTo>
                  <a:lnTo>
                    <a:pt x="17717" y="484"/>
                  </a:lnTo>
                  <a:lnTo>
                    <a:pt x="17362" y="392"/>
                  </a:lnTo>
                  <a:lnTo>
                    <a:pt x="17006" y="310"/>
                  </a:lnTo>
                  <a:lnTo>
                    <a:pt x="16632" y="237"/>
                  </a:lnTo>
                  <a:lnTo>
                    <a:pt x="16258" y="174"/>
                  </a:lnTo>
                  <a:lnTo>
                    <a:pt x="15885" y="119"/>
                  </a:lnTo>
                  <a:lnTo>
                    <a:pt x="15502" y="82"/>
                  </a:lnTo>
                  <a:lnTo>
                    <a:pt x="15110" y="46"/>
                  </a:lnTo>
                  <a:lnTo>
                    <a:pt x="14727" y="19"/>
                  </a:lnTo>
                  <a:lnTo>
                    <a:pt x="14334" y="9"/>
                  </a:lnTo>
                  <a:lnTo>
                    <a:pt x="13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4" name="Google Shape;504;p23">
              <a:extLst>
                <a:ext uri="{FF2B5EF4-FFF2-40B4-BE49-F238E27FC236}">
                  <a16:creationId xmlns:a16="http://schemas.microsoft.com/office/drawing/2014/main" id="{4B025E16-3215-CEC9-F448-476825B73D48}"/>
                </a:ext>
              </a:extLst>
            </p:cNvPr>
            <p:cNvGrpSpPr/>
            <p:nvPr/>
          </p:nvGrpSpPr>
          <p:grpSpPr>
            <a:xfrm flipH="1">
              <a:off x="1967097" y="1609784"/>
              <a:ext cx="1301586" cy="1179425"/>
              <a:chOff x="3603138" y="2348106"/>
              <a:chExt cx="1937749" cy="1755881"/>
            </a:xfrm>
          </p:grpSpPr>
          <p:sp>
            <p:nvSpPr>
              <p:cNvPr id="505" name="Google Shape;505;p23">
                <a:extLst>
                  <a:ext uri="{FF2B5EF4-FFF2-40B4-BE49-F238E27FC236}">
                    <a16:creationId xmlns:a16="http://schemas.microsoft.com/office/drawing/2014/main" id="{0F2D16E4-D66D-9AB1-D0E7-2A23C144BFB8}"/>
                  </a:ext>
                </a:extLst>
              </p:cNvPr>
              <p:cNvSpPr/>
              <p:nvPr/>
            </p:nvSpPr>
            <p:spPr>
              <a:xfrm>
                <a:off x="3616281" y="2361713"/>
                <a:ext cx="1911464" cy="1490331"/>
              </a:xfrm>
              <a:custGeom>
                <a:avLst/>
                <a:gdLst/>
                <a:ahLst/>
                <a:cxnLst/>
                <a:rect l="l" t="t" r="r" b="b"/>
                <a:pathLst>
                  <a:path w="37087" h="28916" extrusionOk="0">
                    <a:moveTo>
                      <a:pt x="13734" y="1"/>
                    </a:moveTo>
                    <a:lnTo>
                      <a:pt x="13515" y="19"/>
                    </a:lnTo>
                    <a:lnTo>
                      <a:pt x="13305" y="37"/>
                    </a:lnTo>
                    <a:lnTo>
                      <a:pt x="13095" y="74"/>
                    </a:lnTo>
                    <a:lnTo>
                      <a:pt x="12895" y="110"/>
                    </a:lnTo>
                    <a:lnTo>
                      <a:pt x="12694" y="156"/>
                    </a:lnTo>
                    <a:lnTo>
                      <a:pt x="12493" y="210"/>
                    </a:lnTo>
                    <a:lnTo>
                      <a:pt x="12293" y="274"/>
                    </a:lnTo>
                    <a:lnTo>
                      <a:pt x="12101" y="347"/>
                    </a:lnTo>
                    <a:lnTo>
                      <a:pt x="11919" y="429"/>
                    </a:lnTo>
                    <a:lnTo>
                      <a:pt x="11737" y="521"/>
                    </a:lnTo>
                    <a:lnTo>
                      <a:pt x="11554" y="612"/>
                    </a:lnTo>
                    <a:lnTo>
                      <a:pt x="11381" y="712"/>
                    </a:lnTo>
                    <a:lnTo>
                      <a:pt x="11208" y="821"/>
                    </a:lnTo>
                    <a:lnTo>
                      <a:pt x="11044" y="940"/>
                    </a:lnTo>
                    <a:lnTo>
                      <a:pt x="10879" y="1059"/>
                    </a:lnTo>
                    <a:lnTo>
                      <a:pt x="10724" y="1186"/>
                    </a:lnTo>
                    <a:lnTo>
                      <a:pt x="10579" y="1314"/>
                    </a:lnTo>
                    <a:lnTo>
                      <a:pt x="10433" y="1460"/>
                    </a:lnTo>
                    <a:lnTo>
                      <a:pt x="10296" y="1606"/>
                    </a:lnTo>
                    <a:lnTo>
                      <a:pt x="10159" y="1752"/>
                    </a:lnTo>
                    <a:lnTo>
                      <a:pt x="10031" y="1907"/>
                    </a:lnTo>
                    <a:lnTo>
                      <a:pt x="9913" y="2071"/>
                    </a:lnTo>
                    <a:lnTo>
                      <a:pt x="9803" y="2235"/>
                    </a:lnTo>
                    <a:lnTo>
                      <a:pt x="9694" y="2408"/>
                    </a:lnTo>
                    <a:lnTo>
                      <a:pt x="9594" y="2581"/>
                    </a:lnTo>
                    <a:lnTo>
                      <a:pt x="9493" y="2764"/>
                    </a:lnTo>
                    <a:lnTo>
                      <a:pt x="9411" y="2946"/>
                    </a:lnTo>
                    <a:lnTo>
                      <a:pt x="9329" y="3138"/>
                    </a:lnTo>
                    <a:lnTo>
                      <a:pt x="9256" y="3329"/>
                    </a:lnTo>
                    <a:lnTo>
                      <a:pt x="9193" y="3521"/>
                    </a:lnTo>
                    <a:lnTo>
                      <a:pt x="9138" y="3721"/>
                    </a:lnTo>
                    <a:lnTo>
                      <a:pt x="8901" y="3739"/>
                    </a:lnTo>
                    <a:lnTo>
                      <a:pt x="8664" y="3767"/>
                    </a:lnTo>
                    <a:lnTo>
                      <a:pt x="8427" y="3803"/>
                    </a:lnTo>
                    <a:lnTo>
                      <a:pt x="8199" y="3849"/>
                    </a:lnTo>
                    <a:lnTo>
                      <a:pt x="7961" y="3894"/>
                    </a:lnTo>
                    <a:lnTo>
                      <a:pt x="7734" y="3949"/>
                    </a:lnTo>
                    <a:lnTo>
                      <a:pt x="7515" y="4013"/>
                    </a:lnTo>
                    <a:lnTo>
                      <a:pt x="7296" y="4086"/>
                    </a:lnTo>
                    <a:lnTo>
                      <a:pt x="7077" y="4168"/>
                    </a:lnTo>
                    <a:lnTo>
                      <a:pt x="6858" y="4259"/>
                    </a:lnTo>
                    <a:lnTo>
                      <a:pt x="6648" y="4350"/>
                    </a:lnTo>
                    <a:lnTo>
                      <a:pt x="6448" y="4451"/>
                    </a:lnTo>
                    <a:lnTo>
                      <a:pt x="6238" y="4551"/>
                    </a:lnTo>
                    <a:lnTo>
                      <a:pt x="6037" y="4669"/>
                    </a:lnTo>
                    <a:lnTo>
                      <a:pt x="5846" y="4788"/>
                    </a:lnTo>
                    <a:lnTo>
                      <a:pt x="5654" y="4907"/>
                    </a:lnTo>
                    <a:lnTo>
                      <a:pt x="5472" y="5043"/>
                    </a:lnTo>
                    <a:lnTo>
                      <a:pt x="5290" y="5180"/>
                    </a:lnTo>
                    <a:lnTo>
                      <a:pt x="5107" y="5317"/>
                    </a:lnTo>
                    <a:lnTo>
                      <a:pt x="4943" y="5472"/>
                    </a:lnTo>
                    <a:lnTo>
                      <a:pt x="4770" y="5627"/>
                    </a:lnTo>
                    <a:lnTo>
                      <a:pt x="4615" y="5782"/>
                    </a:lnTo>
                    <a:lnTo>
                      <a:pt x="4451" y="5946"/>
                    </a:lnTo>
                    <a:lnTo>
                      <a:pt x="4305" y="6119"/>
                    </a:lnTo>
                    <a:lnTo>
                      <a:pt x="4159" y="6293"/>
                    </a:lnTo>
                    <a:lnTo>
                      <a:pt x="4013" y="6466"/>
                    </a:lnTo>
                    <a:lnTo>
                      <a:pt x="3885" y="6648"/>
                    </a:lnTo>
                    <a:lnTo>
                      <a:pt x="3749" y="6840"/>
                    </a:lnTo>
                    <a:lnTo>
                      <a:pt x="3630" y="7031"/>
                    </a:lnTo>
                    <a:lnTo>
                      <a:pt x="3512" y="7232"/>
                    </a:lnTo>
                    <a:lnTo>
                      <a:pt x="3402" y="7423"/>
                    </a:lnTo>
                    <a:lnTo>
                      <a:pt x="3302" y="7633"/>
                    </a:lnTo>
                    <a:lnTo>
                      <a:pt x="3120" y="7697"/>
                    </a:lnTo>
                    <a:lnTo>
                      <a:pt x="2946" y="7779"/>
                    </a:lnTo>
                    <a:lnTo>
                      <a:pt x="2773" y="7852"/>
                    </a:lnTo>
                    <a:lnTo>
                      <a:pt x="2609" y="7943"/>
                    </a:lnTo>
                    <a:lnTo>
                      <a:pt x="2445" y="8034"/>
                    </a:lnTo>
                    <a:lnTo>
                      <a:pt x="2281" y="8135"/>
                    </a:lnTo>
                    <a:lnTo>
                      <a:pt x="2126" y="8244"/>
                    </a:lnTo>
                    <a:lnTo>
                      <a:pt x="1971" y="8353"/>
                    </a:lnTo>
                    <a:lnTo>
                      <a:pt x="1825" y="8463"/>
                    </a:lnTo>
                    <a:lnTo>
                      <a:pt x="1688" y="8590"/>
                    </a:lnTo>
                    <a:lnTo>
                      <a:pt x="1551" y="8718"/>
                    </a:lnTo>
                    <a:lnTo>
                      <a:pt x="1414" y="8846"/>
                    </a:lnTo>
                    <a:lnTo>
                      <a:pt x="1287" y="8983"/>
                    </a:lnTo>
                    <a:lnTo>
                      <a:pt x="1159" y="9128"/>
                    </a:lnTo>
                    <a:lnTo>
                      <a:pt x="1040" y="9274"/>
                    </a:lnTo>
                    <a:lnTo>
                      <a:pt x="931" y="9420"/>
                    </a:lnTo>
                    <a:lnTo>
                      <a:pt x="822" y="9575"/>
                    </a:lnTo>
                    <a:lnTo>
                      <a:pt x="721" y="9730"/>
                    </a:lnTo>
                    <a:lnTo>
                      <a:pt x="630" y="9894"/>
                    </a:lnTo>
                    <a:lnTo>
                      <a:pt x="539" y="10059"/>
                    </a:lnTo>
                    <a:lnTo>
                      <a:pt x="457" y="10232"/>
                    </a:lnTo>
                    <a:lnTo>
                      <a:pt x="384" y="10405"/>
                    </a:lnTo>
                    <a:lnTo>
                      <a:pt x="311" y="10587"/>
                    </a:lnTo>
                    <a:lnTo>
                      <a:pt x="247" y="10761"/>
                    </a:lnTo>
                    <a:lnTo>
                      <a:pt x="192" y="10952"/>
                    </a:lnTo>
                    <a:lnTo>
                      <a:pt x="147" y="11135"/>
                    </a:lnTo>
                    <a:lnTo>
                      <a:pt x="101" y="11326"/>
                    </a:lnTo>
                    <a:lnTo>
                      <a:pt x="65" y="11518"/>
                    </a:lnTo>
                    <a:lnTo>
                      <a:pt x="37" y="11709"/>
                    </a:lnTo>
                    <a:lnTo>
                      <a:pt x="19" y="11910"/>
                    </a:lnTo>
                    <a:lnTo>
                      <a:pt x="10" y="12101"/>
                    </a:lnTo>
                    <a:lnTo>
                      <a:pt x="1" y="12311"/>
                    </a:lnTo>
                    <a:lnTo>
                      <a:pt x="10" y="12566"/>
                    </a:lnTo>
                    <a:lnTo>
                      <a:pt x="28" y="12812"/>
                    </a:lnTo>
                    <a:lnTo>
                      <a:pt x="65" y="13059"/>
                    </a:lnTo>
                    <a:lnTo>
                      <a:pt x="101" y="13305"/>
                    </a:lnTo>
                    <a:lnTo>
                      <a:pt x="165" y="13551"/>
                    </a:lnTo>
                    <a:lnTo>
                      <a:pt x="229" y="13779"/>
                    </a:lnTo>
                    <a:lnTo>
                      <a:pt x="302" y="14016"/>
                    </a:lnTo>
                    <a:lnTo>
                      <a:pt x="393" y="14235"/>
                    </a:lnTo>
                    <a:lnTo>
                      <a:pt x="302" y="14508"/>
                    </a:lnTo>
                    <a:lnTo>
                      <a:pt x="229" y="14791"/>
                    </a:lnTo>
                    <a:lnTo>
                      <a:pt x="165" y="15074"/>
                    </a:lnTo>
                    <a:lnTo>
                      <a:pt x="101" y="15356"/>
                    </a:lnTo>
                    <a:lnTo>
                      <a:pt x="65" y="15648"/>
                    </a:lnTo>
                    <a:lnTo>
                      <a:pt x="28" y="15940"/>
                    </a:lnTo>
                    <a:lnTo>
                      <a:pt x="10" y="16241"/>
                    </a:lnTo>
                    <a:lnTo>
                      <a:pt x="1" y="16542"/>
                    </a:lnTo>
                    <a:lnTo>
                      <a:pt x="10" y="16788"/>
                    </a:lnTo>
                    <a:lnTo>
                      <a:pt x="19" y="17034"/>
                    </a:lnTo>
                    <a:lnTo>
                      <a:pt x="47" y="17271"/>
                    </a:lnTo>
                    <a:lnTo>
                      <a:pt x="74" y="17518"/>
                    </a:lnTo>
                    <a:lnTo>
                      <a:pt x="110" y="17755"/>
                    </a:lnTo>
                    <a:lnTo>
                      <a:pt x="156" y="17992"/>
                    </a:lnTo>
                    <a:lnTo>
                      <a:pt x="211" y="18220"/>
                    </a:lnTo>
                    <a:lnTo>
                      <a:pt x="275" y="18457"/>
                    </a:lnTo>
                    <a:lnTo>
                      <a:pt x="338" y="18676"/>
                    </a:lnTo>
                    <a:lnTo>
                      <a:pt x="411" y="18904"/>
                    </a:lnTo>
                    <a:lnTo>
                      <a:pt x="502" y="19122"/>
                    </a:lnTo>
                    <a:lnTo>
                      <a:pt x="594" y="19341"/>
                    </a:lnTo>
                    <a:lnTo>
                      <a:pt x="685" y="19551"/>
                    </a:lnTo>
                    <a:lnTo>
                      <a:pt x="794" y="19761"/>
                    </a:lnTo>
                    <a:lnTo>
                      <a:pt x="904" y="19961"/>
                    </a:lnTo>
                    <a:lnTo>
                      <a:pt x="1022" y="20162"/>
                    </a:lnTo>
                    <a:lnTo>
                      <a:pt x="1141" y="20363"/>
                    </a:lnTo>
                    <a:lnTo>
                      <a:pt x="1278" y="20554"/>
                    </a:lnTo>
                    <a:lnTo>
                      <a:pt x="1414" y="20736"/>
                    </a:lnTo>
                    <a:lnTo>
                      <a:pt x="1551" y="20919"/>
                    </a:lnTo>
                    <a:lnTo>
                      <a:pt x="1706" y="21092"/>
                    </a:lnTo>
                    <a:lnTo>
                      <a:pt x="1852" y="21265"/>
                    </a:lnTo>
                    <a:lnTo>
                      <a:pt x="2016" y="21439"/>
                    </a:lnTo>
                    <a:lnTo>
                      <a:pt x="2180" y="21594"/>
                    </a:lnTo>
                    <a:lnTo>
                      <a:pt x="2354" y="21749"/>
                    </a:lnTo>
                    <a:lnTo>
                      <a:pt x="2527" y="21904"/>
                    </a:lnTo>
                    <a:lnTo>
                      <a:pt x="2709" y="22049"/>
                    </a:lnTo>
                    <a:lnTo>
                      <a:pt x="2892" y="22186"/>
                    </a:lnTo>
                    <a:lnTo>
                      <a:pt x="3083" y="22323"/>
                    </a:lnTo>
                    <a:lnTo>
                      <a:pt x="3275" y="22442"/>
                    </a:lnTo>
                    <a:lnTo>
                      <a:pt x="3475" y="22569"/>
                    </a:lnTo>
                    <a:lnTo>
                      <a:pt x="3676" y="22679"/>
                    </a:lnTo>
                    <a:lnTo>
                      <a:pt x="3721" y="23007"/>
                    </a:lnTo>
                    <a:lnTo>
                      <a:pt x="3776" y="23326"/>
                    </a:lnTo>
                    <a:lnTo>
                      <a:pt x="3849" y="23645"/>
                    </a:lnTo>
                    <a:lnTo>
                      <a:pt x="3931" y="23955"/>
                    </a:lnTo>
                    <a:lnTo>
                      <a:pt x="4031" y="24256"/>
                    </a:lnTo>
                    <a:lnTo>
                      <a:pt x="4141" y="24557"/>
                    </a:lnTo>
                    <a:lnTo>
                      <a:pt x="4268" y="24849"/>
                    </a:lnTo>
                    <a:lnTo>
                      <a:pt x="4405" y="25132"/>
                    </a:lnTo>
                    <a:lnTo>
                      <a:pt x="4560" y="25414"/>
                    </a:lnTo>
                    <a:lnTo>
                      <a:pt x="4724" y="25679"/>
                    </a:lnTo>
                    <a:lnTo>
                      <a:pt x="4898" y="25943"/>
                    </a:lnTo>
                    <a:lnTo>
                      <a:pt x="5080" y="26198"/>
                    </a:lnTo>
                    <a:lnTo>
                      <a:pt x="5281" y="26435"/>
                    </a:lnTo>
                    <a:lnTo>
                      <a:pt x="5481" y="26673"/>
                    </a:lnTo>
                    <a:lnTo>
                      <a:pt x="5700" y="26901"/>
                    </a:lnTo>
                    <a:lnTo>
                      <a:pt x="5928" y="27110"/>
                    </a:lnTo>
                    <a:lnTo>
                      <a:pt x="6165" y="27320"/>
                    </a:lnTo>
                    <a:lnTo>
                      <a:pt x="6411" y="27511"/>
                    </a:lnTo>
                    <a:lnTo>
                      <a:pt x="6667" y="27694"/>
                    </a:lnTo>
                    <a:lnTo>
                      <a:pt x="6931" y="27867"/>
                    </a:lnTo>
                    <a:lnTo>
                      <a:pt x="7196" y="28031"/>
                    </a:lnTo>
                    <a:lnTo>
                      <a:pt x="7478" y="28177"/>
                    </a:lnTo>
                    <a:lnTo>
                      <a:pt x="7761" y="28314"/>
                    </a:lnTo>
                    <a:lnTo>
                      <a:pt x="8053" y="28442"/>
                    </a:lnTo>
                    <a:lnTo>
                      <a:pt x="8354" y="28551"/>
                    </a:lnTo>
                    <a:lnTo>
                      <a:pt x="8664" y="28642"/>
                    </a:lnTo>
                    <a:lnTo>
                      <a:pt x="8974" y="28724"/>
                    </a:lnTo>
                    <a:lnTo>
                      <a:pt x="9293" y="28797"/>
                    </a:lnTo>
                    <a:lnTo>
                      <a:pt x="9612" y="28852"/>
                    </a:lnTo>
                    <a:lnTo>
                      <a:pt x="9940" y="28888"/>
                    </a:lnTo>
                    <a:lnTo>
                      <a:pt x="10269" y="28916"/>
                    </a:lnTo>
                    <a:lnTo>
                      <a:pt x="10925" y="28916"/>
                    </a:lnTo>
                    <a:lnTo>
                      <a:pt x="11235" y="28888"/>
                    </a:lnTo>
                    <a:lnTo>
                      <a:pt x="11536" y="28861"/>
                    </a:lnTo>
                    <a:lnTo>
                      <a:pt x="11837" y="28815"/>
                    </a:lnTo>
                    <a:lnTo>
                      <a:pt x="12138" y="28752"/>
                    </a:lnTo>
                    <a:lnTo>
                      <a:pt x="12430" y="28679"/>
                    </a:lnTo>
                    <a:lnTo>
                      <a:pt x="12721" y="28597"/>
                    </a:lnTo>
                    <a:lnTo>
                      <a:pt x="13004" y="28496"/>
                    </a:lnTo>
                    <a:lnTo>
                      <a:pt x="13278" y="28387"/>
                    </a:lnTo>
                    <a:lnTo>
                      <a:pt x="13551" y="28268"/>
                    </a:lnTo>
                    <a:lnTo>
                      <a:pt x="13816" y="28141"/>
                    </a:lnTo>
                    <a:lnTo>
                      <a:pt x="14071" y="27995"/>
                    </a:lnTo>
                    <a:lnTo>
                      <a:pt x="14326" y="27849"/>
                    </a:lnTo>
                    <a:lnTo>
                      <a:pt x="14572" y="27685"/>
                    </a:lnTo>
                    <a:lnTo>
                      <a:pt x="14810" y="27511"/>
                    </a:lnTo>
                    <a:lnTo>
                      <a:pt x="15038" y="27329"/>
                    </a:lnTo>
                    <a:lnTo>
                      <a:pt x="15256" y="27147"/>
                    </a:lnTo>
                    <a:lnTo>
                      <a:pt x="15475" y="26946"/>
                    </a:lnTo>
                    <a:lnTo>
                      <a:pt x="15676" y="26736"/>
                    </a:lnTo>
                    <a:lnTo>
                      <a:pt x="15876" y="26518"/>
                    </a:lnTo>
                    <a:lnTo>
                      <a:pt x="16059" y="26290"/>
                    </a:lnTo>
                    <a:lnTo>
                      <a:pt x="16241" y="26062"/>
                    </a:lnTo>
                    <a:lnTo>
                      <a:pt x="16405" y="25825"/>
                    </a:lnTo>
                    <a:lnTo>
                      <a:pt x="16560" y="25569"/>
                    </a:lnTo>
                    <a:lnTo>
                      <a:pt x="16715" y="25323"/>
                    </a:lnTo>
                    <a:lnTo>
                      <a:pt x="16852" y="25059"/>
                    </a:lnTo>
                    <a:lnTo>
                      <a:pt x="16980" y="24794"/>
                    </a:lnTo>
                    <a:lnTo>
                      <a:pt x="17089" y="24521"/>
                    </a:lnTo>
                    <a:lnTo>
                      <a:pt x="17199" y="24238"/>
                    </a:lnTo>
                    <a:lnTo>
                      <a:pt x="17290" y="23955"/>
                    </a:lnTo>
                    <a:lnTo>
                      <a:pt x="17363" y="23663"/>
                    </a:lnTo>
                    <a:lnTo>
                      <a:pt x="17436" y="23372"/>
                    </a:lnTo>
                    <a:lnTo>
                      <a:pt x="17636" y="23527"/>
                    </a:lnTo>
                    <a:lnTo>
                      <a:pt x="17846" y="23682"/>
                    </a:lnTo>
                    <a:lnTo>
                      <a:pt x="18065" y="23818"/>
                    </a:lnTo>
                    <a:lnTo>
                      <a:pt x="18293" y="23955"/>
                    </a:lnTo>
                    <a:lnTo>
                      <a:pt x="18521" y="24083"/>
                    </a:lnTo>
                    <a:lnTo>
                      <a:pt x="18758" y="24192"/>
                    </a:lnTo>
                    <a:lnTo>
                      <a:pt x="18995" y="24302"/>
                    </a:lnTo>
                    <a:lnTo>
                      <a:pt x="19241" y="24393"/>
                    </a:lnTo>
                    <a:lnTo>
                      <a:pt x="19487" y="24475"/>
                    </a:lnTo>
                    <a:lnTo>
                      <a:pt x="19743" y="24557"/>
                    </a:lnTo>
                    <a:lnTo>
                      <a:pt x="20007" y="24621"/>
                    </a:lnTo>
                    <a:lnTo>
                      <a:pt x="20272" y="24666"/>
                    </a:lnTo>
                    <a:lnTo>
                      <a:pt x="20536" y="24712"/>
                    </a:lnTo>
                    <a:lnTo>
                      <a:pt x="20810" y="24739"/>
                    </a:lnTo>
                    <a:lnTo>
                      <a:pt x="21083" y="24758"/>
                    </a:lnTo>
                    <a:lnTo>
                      <a:pt x="21357" y="24767"/>
                    </a:lnTo>
                    <a:lnTo>
                      <a:pt x="21585" y="24758"/>
                    </a:lnTo>
                    <a:lnTo>
                      <a:pt x="21813" y="24749"/>
                    </a:lnTo>
                    <a:lnTo>
                      <a:pt x="22032" y="24730"/>
                    </a:lnTo>
                    <a:lnTo>
                      <a:pt x="22259" y="24703"/>
                    </a:lnTo>
                    <a:lnTo>
                      <a:pt x="22478" y="24666"/>
                    </a:lnTo>
                    <a:lnTo>
                      <a:pt x="22688" y="24621"/>
                    </a:lnTo>
                    <a:lnTo>
                      <a:pt x="22907" y="24575"/>
                    </a:lnTo>
                    <a:lnTo>
                      <a:pt x="23117" y="24511"/>
                    </a:lnTo>
                    <a:lnTo>
                      <a:pt x="23317" y="24448"/>
                    </a:lnTo>
                    <a:lnTo>
                      <a:pt x="23527" y="24375"/>
                    </a:lnTo>
                    <a:lnTo>
                      <a:pt x="23718" y="24302"/>
                    </a:lnTo>
                    <a:lnTo>
                      <a:pt x="23919" y="24220"/>
                    </a:lnTo>
                    <a:lnTo>
                      <a:pt x="24111" y="24128"/>
                    </a:lnTo>
                    <a:lnTo>
                      <a:pt x="24302" y="24028"/>
                    </a:lnTo>
                    <a:lnTo>
                      <a:pt x="24484" y="23919"/>
                    </a:lnTo>
                    <a:lnTo>
                      <a:pt x="24667" y="23809"/>
                    </a:lnTo>
                    <a:lnTo>
                      <a:pt x="24849" y="23700"/>
                    </a:lnTo>
                    <a:lnTo>
                      <a:pt x="25022" y="23572"/>
                    </a:lnTo>
                    <a:lnTo>
                      <a:pt x="25187" y="23445"/>
                    </a:lnTo>
                    <a:lnTo>
                      <a:pt x="25351" y="23317"/>
                    </a:lnTo>
                    <a:lnTo>
                      <a:pt x="25515" y="23171"/>
                    </a:lnTo>
                    <a:lnTo>
                      <a:pt x="25670" y="23034"/>
                    </a:lnTo>
                    <a:lnTo>
                      <a:pt x="25816" y="22879"/>
                    </a:lnTo>
                    <a:lnTo>
                      <a:pt x="25962" y="22733"/>
                    </a:lnTo>
                    <a:lnTo>
                      <a:pt x="26108" y="22569"/>
                    </a:lnTo>
                    <a:lnTo>
                      <a:pt x="26235" y="22405"/>
                    </a:lnTo>
                    <a:lnTo>
                      <a:pt x="26363" y="22241"/>
                    </a:lnTo>
                    <a:lnTo>
                      <a:pt x="26491" y="22068"/>
                    </a:lnTo>
                    <a:lnTo>
                      <a:pt x="26609" y="21885"/>
                    </a:lnTo>
                    <a:lnTo>
                      <a:pt x="26718" y="21712"/>
                    </a:lnTo>
                    <a:lnTo>
                      <a:pt x="26828" y="21521"/>
                    </a:lnTo>
                    <a:lnTo>
                      <a:pt x="26928" y="21338"/>
                    </a:lnTo>
                    <a:lnTo>
                      <a:pt x="27038" y="21347"/>
                    </a:lnTo>
                    <a:lnTo>
                      <a:pt x="27329" y="21347"/>
                    </a:lnTo>
                    <a:lnTo>
                      <a:pt x="27503" y="21329"/>
                    </a:lnTo>
                    <a:lnTo>
                      <a:pt x="27676" y="21311"/>
                    </a:lnTo>
                    <a:lnTo>
                      <a:pt x="27840" y="21283"/>
                    </a:lnTo>
                    <a:lnTo>
                      <a:pt x="28004" y="21247"/>
                    </a:lnTo>
                    <a:lnTo>
                      <a:pt x="28168" y="21201"/>
                    </a:lnTo>
                    <a:lnTo>
                      <a:pt x="28332" y="21156"/>
                    </a:lnTo>
                    <a:lnTo>
                      <a:pt x="28487" y="21101"/>
                    </a:lnTo>
                    <a:lnTo>
                      <a:pt x="28643" y="21037"/>
                    </a:lnTo>
                    <a:lnTo>
                      <a:pt x="28788" y="20964"/>
                    </a:lnTo>
                    <a:lnTo>
                      <a:pt x="28934" y="20891"/>
                    </a:lnTo>
                    <a:lnTo>
                      <a:pt x="29080" y="20800"/>
                    </a:lnTo>
                    <a:lnTo>
                      <a:pt x="29217" y="20718"/>
                    </a:lnTo>
                    <a:lnTo>
                      <a:pt x="29354" y="20618"/>
                    </a:lnTo>
                    <a:lnTo>
                      <a:pt x="29481" y="20518"/>
                    </a:lnTo>
                    <a:lnTo>
                      <a:pt x="29609" y="20417"/>
                    </a:lnTo>
                    <a:lnTo>
                      <a:pt x="29910" y="20463"/>
                    </a:lnTo>
                    <a:lnTo>
                      <a:pt x="30220" y="20508"/>
                    </a:lnTo>
                    <a:lnTo>
                      <a:pt x="30530" y="20527"/>
                    </a:lnTo>
                    <a:lnTo>
                      <a:pt x="30849" y="20536"/>
                    </a:lnTo>
                    <a:lnTo>
                      <a:pt x="31177" y="20527"/>
                    </a:lnTo>
                    <a:lnTo>
                      <a:pt x="31488" y="20508"/>
                    </a:lnTo>
                    <a:lnTo>
                      <a:pt x="31798" y="20463"/>
                    </a:lnTo>
                    <a:lnTo>
                      <a:pt x="32108" y="20408"/>
                    </a:lnTo>
                    <a:lnTo>
                      <a:pt x="32409" y="20344"/>
                    </a:lnTo>
                    <a:lnTo>
                      <a:pt x="32709" y="20262"/>
                    </a:lnTo>
                    <a:lnTo>
                      <a:pt x="32992" y="20162"/>
                    </a:lnTo>
                    <a:lnTo>
                      <a:pt x="33275" y="20052"/>
                    </a:lnTo>
                    <a:lnTo>
                      <a:pt x="33557" y="19925"/>
                    </a:lnTo>
                    <a:lnTo>
                      <a:pt x="33822" y="19788"/>
                    </a:lnTo>
                    <a:lnTo>
                      <a:pt x="34086" y="19633"/>
                    </a:lnTo>
                    <a:lnTo>
                      <a:pt x="34333" y="19478"/>
                    </a:lnTo>
                    <a:lnTo>
                      <a:pt x="34579" y="19305"/>
                    </a:lnTo>
                    <a:lnTo>
                      <a:pt x="34816" y="19113"/>
                    </a:lnTo>
                    <a:lnTo>
                      <a:pt x="35044" y="18922"/>
                    </a:lnTo>
                    <a:lnTo>
                      <a:pt x="35254" y="18712"/>
                    </a:lnTo>
                    <a:lnTo>
                      <a:pt x="35463" y="18493"/>
                    </a:lnTo>
                    <a:lnTo>
                      <a:pt x="35664" y="18274"/>
                    </a:lnTo>
                    <a:lnTo>
                      <a:pt x="35846" y="18037"/>
                    </a:lnTo>
                    <a:lnTo>
                      <a:pt x="36019" y="17791"/>
                    </a:lnTo>
                    <a:lnTo>
                      <a:pt x="36184" y="17536"/>
                    </a:lnTo>
                    <a:lnTo>
                      <a:pt x="36330" y="17280"/>
                    </a:lnTo>
                    <a:lnTo>
                      <a:pt x="36466" y="17007"/>
                    </a:lnTo>
                    <a:lnTo>
                      <a:pt x="36594" y="16733"/>
                    </a:lnTo>
                    <a:lnTo>
                      <a:pt x="36703" y="16451"/>
                    </a:lnTo>
                    <a:lnTo>
                      <a:pt x="36804" y="16159"/>
                    </a:lnTo>
                    <a:lnTo>
                      <a:pt x="36886" y="15867"/>
                    </a:lnTo>
                    <a:lnTo>
                      <a:pt x="36959" y="15566"/>
                    </a:lnTo>
                    <a:lnTo>
                      <a:pt x="37013" y="15256"/>
                    </a:lnTo>
                    <a:lnTo>
                      <a:pt x="37050" y="14946"/>
                    </a:lnTo>
                    <a:lnTo>
                      <a:pt x="37077" y="14627"/>
                    </a:lnTo>
                    <a:lnTo>
                      <a:pt x="37086" y="14308"/>
                    </a:lnTo>
                    <a:lnTo>
                      <a:pt x="37077" y="14007"/>
                    </a:lnTo>
                    <a:lnTo>
                      <a:pt x="37050" y="13715"/>
                    </a:lnTo>
                    <a:lnTo>
                      <a:pt x="37023" y="13423"/>
                    </a:lnTo>
                    <a:lnTo>
                      <a:pt x="36968" y="13141"/>
                    </a:lnTo>
                    <a:lnTo>
                      <a:pt x="36913" y="12858"/>
                    </a:lnTo>
                    <a:lnTo>
                      <a:pt x="36840" y="12575"/>
                    </a:lnTo>
                    <a:lnTo>
                      <a:pt x="36749" y="12302"/>
                    </a:lnTo>
                    <a:lnTo>
                      <a:pt x="36658" y="12037"/>
                    </a:lnTo>
                    <a:lnTo>
                      <a:pt x="36548" y="11782"/>
                    </a:lnTo>
                    <a:lnTo>
                      <a:pt x="36421" y="11527"/>
                    </a:lnTo>
                    <a:lnTo>
                      <a:pt x="36293" y="11271"/>
                    </a:lnTo>
                    <a:lnTo>
                      <a:pt x="36147" y="11034"/>
                    </a:lnTo>
                    <a:lnTo>
                      <a:pt x="36001" y="10797"/>
                    </a:lnTo>
                    <a:lnTo>
                      <a:pt x="35837" y="10569"/>
                    </a:lnTo>
                    <a:lnTo>
                      <a:pt x="35664" y="10350"/>
                    </a:lnTo>
                    <a:lnTo>
                      <a:pt x="35481" y="10141"/>
                    </a:lnTo>
                    <a:lnTo>
                      <a:pt x="35509" y="9858"/>
                    </a:lnTo>
                    <a:lnTo>
                      <a:pt x="35518" y="9712"/>
                    </a:lnTo>
                    <a:lnTo>
                      <a:pt x="35527" y="9566"/>
                    </a:lnTo>
                    <a:lnTo>
                      <a:pt x="35518" y="9347"/>
                    </a:lnTo>
                    <a:lnTo>
                      <a:pt x="35500" y="9128"/>
                    </a:lnTo>
                    <a:lnTo>
                      <a:pt x="35472" y="8910"/>
                    </a:lnTo>
                    <a:lnTo>
                      <a:pt x="35436" y="8700"/>
                    </a:lnTo>
                    <a:lnTo>
                      <a:pt x="35390" y="8490"/>
                    </a:lnTo>
                    <a:lnTo>
                      <a:pt x="35336" y="8290"/>
                    </a:lnTo>
                    <a:lnTo>
                      <a:pt x="35263" y="8089"/>
                    </a:lnTo>
                    <a:lnTo>
                      <a:pt x="35190" y="7888"/>
                    </a:lnTo>
                    <a:lnTo>
                      <a:pt x="35098" y="7697"/>
                    </a:lnTo>
                    <a:lnTo>
                      <a:pt x="35007" y="7514"/>
                    </a:lnTo>
                    <a:lnTo>
                      <a:pt x="34898" y="7332"/>
                    </a:lnTo>
                    <a:lnTo>
                      <a:pt x="34788" y="7159"/>
                    </a:lnTo>
                    <a:lnTo>
                      <a:pt x="34670" y="6995"/>
                    </a:lnTo>
                    <a:lnTo>
                      <a:pt x="34542" y="6831"/>
                    </a:lnTo>
                    <a:lnTo>
                      <a:pt x="34405" y="6676"/>
                    </a:lnTo>
                    <a:lnTo>
                      <a:pt x="34269" y="6530"/>
                    </a:lnTo>
                    <a:lnTo>
                      <a:pt x="34114" y="6384"/>
                    </a:lnTo>
                    <a:lnTo>
                      <a:pt x="33959" y="6247"/>
                    </a:lnTo>
                    <a:lnTo>
                      <a:pt x="33795" y="6119"/>
                    </a:lnTo>
                    <a:lnTo>
                      <a:pt x="33630" y="6001"/>
                    </a:lnTo>
                    <a:lnTo>
                      <a:pt x="33457" y="5891"/>
                    </a:lnTo>
                    <a:lnTo>
                      <a:pt x="33275" y="5782"/>
                    </a:lnTo>
                    <a:lnTo>
                      <a:pt x="33092" y="5691"/>
                    </a:lnTo>
                    <a:lnTo>
                      <a:pt x="32901" y="5600"/>
                    </a:lnTo>
                    <a:lnTo>
                      <a:pt x="32700" y="5527"/>
                    </a:lnTo>
                    <a:lnTo>
                      <a:pt x="32500" y="5463"/>
                    </a:lnTo>
                    <a:lnTo>
                      <a:pt x="32299" y="5399"/>
                    </a:lnTo>
                    <a:lnTo>
                      <a:pt x="32089" y="5353"/>
                    </a:lnTo>
                    <a:lnTo>
                      <a:pt x="31880" y="5317"/>
                    </a:lnTo>
                    <a:lnTo>
                      <a:pt x="31661" y="5290"/>
                    </a:lnTo>
                    <a:lnTo>
                      <a:pt x="31442" y="5271"/>
                    </a:lnTo>
                    <a:lnTo>
                      <a:pt x="31223" y="5262"/>
                    </a:lnTo>
                    <a:lnTo>
                      <a:pt x="30968" y="5271"/>
                    </a:lnTo>
                    <a:lnTo>
                      <a:pt x="30712" y="5299"/>
                    </a:lnTo>
                    <a:lnTo>
                      <a:pt x="30667" y="5125"/>
                    </a:lnTo>
                    <a:lnTo>
                      <a:pt x="30612" y="4961"/>
                    </a:lnTo>
                    <a:lnTo>
                      <a:pt x="30548" y="4788"/>
                    </a:lnTo>
                    <a:lnTo>
                      <a:pt x="30475" y="4633"/>
                    </a:lnTo>
                    <a:lnTo>
                      <a:pt x="30402" y="4469"/>
                    </a:lnTo>
                    <a:lnTo>
                      <a:pt x="30320" y="4314"/>
                    </a:lnTo>
                    <a:lnTo>
                      <a:pt x="30238" y="4159"/>
                    </a:lnTo>
                    <a:lnTo>
                      <a:pt x="30138" y="4013"/>
                    </a:lnTo>
                    <a:lnTo>
                      <a:pt x="30038" y="3867"/>
                    </a:lnTo>
                    <a:lnTo>
                      <a:pt x="29937" y="3730"/>
                    </a:lnTo>
                    <a:lnTo>
                      <a:pt x="29828" y="3593"/>
                    </a:lnTo>
                    <a:lnTo>
                      <a:pt x="29709" y="3466"/>
                    </a:lnTo>
                    <a:lnTo>
                      <a:pt x="29591" y="3338"/>
                    </a:lnTo>
                    <a:lnTo>
                      <a:pt x="29463" y="3220"/>
                    </a:lnTo>
                    <a:lnTo>
                      <a:pt x="29336" y="3101"/>
                    </a:lnTo>
                    <a:lnTo>
                      <a:pt x="29199" y="2992"/>
                    </a:lnTo>
                    <a:lnTo>
                      <a:pt x="29062" y="2891"/>
                    </a:lnTo>
                    <a:lnTo>
                      <a:pt x="28916" y="2791"/>
                    </a:lnTo>
                    <a:lnTo>
                      <a:pt x="28770" y="2691"/>
                    </a:lnTo>
                    <a:lnTo>
                      <a:pt x="28624" y="2609"/>
                    </a:lnTo>
                    <a:lnTo>
                      <a:pt x="28469" y="2527"/>
                    </a:lnTo>
                    <a:lnTo>
                      <a:pt x="28305" y="2454"/>
                    </a:lnTo>
                    <a:lnTo>
                      <a:pt x="28141" y="2381"/>
                    </a:lnTo>
                    <a:lnTo>
                      <a:pt x="27977" y="2317"/>
                    </a:lnTo>
                    <a:lnTo>
                      <a:pt x="27813" y="2262"/>
                    </a:lnTo>
                    <a:lnTo>
                      <a:pt x="27639" y="2217"/>
                    </a:lnTo>
                    <a:lnTo>
                      <a:pt x="27466" y="2171"/>
                    </a:lnTo>
                    <a:lnTo>
                      <a:pt x="27284" y="2134"/>
                    </a:lnTo>
                    <a:lnTo>
                      <a:pt x="27101" y="2107"/>
                    </a:lnTo>
                    <a:lnTo>
                      <a:pt x="26919" y="2089"/>
                    </a:lnTo>
                    <a:lnTo>
                      <a:pt x="26737" y="2080"/>
                    </a:lnTo>
                    <a:lnTo>
                      <a:pt x="26336" y="2080"/>
                    </a:lnTo>
                    <a:lnTo>
                      <a:pt x="26135" y="2098"/>
                    </a:lnTo>
                    <a:lnTo>
                      <a:pt x="25925" y="2125"/>
                    </a:lnTo>
                    <a:lnTo>
                      <a:pt x="25725" y="2162"/>
                    </a:lnTo>
                    <a:lnTo>
                      <a:pt x="25524" y="2207"/>
                    </a:lnTo>
                    <a:lnTo>
                      <a:pt x="25323" y="2253"/>
                    </a:lnTo>
                    <a:lnTo>
                      <a:pt x="25132" y="2317"/>
                    </a:lnTo>
                    <a:lnTo>
                      <a:pt x="24940" y="2390"/>
                    </a:lnTo>
                    <a:lnTo>
                      <a:pt x="24731" y="2244"/>
                    </a:lnTo>
                    <a:lnTo>
                      <a:pt x="24503" y="2107"/>
                    </a:lnTo>
                    <a:lnTo>
                      <a:pt x="24275" y="1970"/>
                    </a:lnTo>
                    <a:lnTo>
                      <a:pt x="24047" y="1852"/>
                    </a:lnTo>
                    <a:lnTo>
                      <a:pt x="23810" y="1733"/>
                    </a:lnTo>
                    <a:lnTo>
                      <a:pt x="23563" y="1633"/>
                    </a:lnTo>
                    <a:lnTo>
                      <a:pt x="23317" y="1533"/>
                    </a:lnTo>
                    <a:lnTo>
                      <a:pt x="23062" y="1451"/>
                    </a:lnTo>
                    <a:lnTo>
                      <a:pt x="22807" y="1369"/>
                    </a:lnTo>
                    <a:lnTo>
                      <a:pt x="22551" y="1305"/>
                    </a:lnTo>
                    <a:lnTo>
                      <a:pt x="22287" y="1250"/>
                    </a:lnTo>
                    <a:lnTo>
                      <a:pt x="22022" y="1195"/>
                    </a:lnTo>
                    <a:lnTo>
                      <a:pt x="21749" y="1159"/>
                    </a:lnTo>
                    <a:lnTo>
                      <a:pt x="21475" y="1131"/>
                    </a:lnTo>
                    <a:lnTo>
                      <a:pt x="21193" y="1113"/>
                    </a:lnTo>
                    <a:lnTo>
                      <a:pt x="20709" y="1113"/>
                    </a:lnTo>
                    <a:lnTo>
                      <a:pt x="20500" y="1122"/>
                    </a:lnTo>
                    <a:lnTo>
                      <a:pt x="20299" y="1141"/>
                    </a:lnTo>
                    <a:lnTo>
                      <a:pt x="20089" y="1159"/>
                    </a:lnTo>
                    <a:lnTo>
                      <a:pt x="19889" y="1186"/>
                    </a:lnTo>
                    <a:lnTo>
                      <a:pt x="19688" y="1223"/>
                    </a:lnTo>
                    <a:lnTo>
                      <a:pt x="19487" y="1259"/>
                    </a:lnTo>
                    <a:lnTo>
                      <a:pt x="19296" y="1305"/>
                    </a:lnTo>
                    <a:lnTo>
                      <a:pt x="19095" y="1350"/>
                    </a:lnTo>
                    <a:lnTo>
                      <a:pt x="18904" y="1405"/>
                    </a:lnTo>
                    <a:lnTo>
                      <a:pt x="18721" y="1469"/>
                    </a:lnTo>
                    <a:lnTo>
                      <a:pt x="18530" y="1533"/>
                    </a:lnTo>
                    <a:lnTo>
                      <a:pt x="18348" y="1606"/>
                    </a:lnTo>
                    <a:lnTo>
                      <a:pt x="18165" y="1679"/>
                    </a:lnTo>
                    <a:lnTo>
                      <a:pt x="17983" y="1761"/>
                    </a:lnTo>
                    <a:lnTo>
                      <a:pt x="17810" y="1843"/>
                    </a:lnTo>
                    <a:lnTo>
                      <a:pt x="17627" y="1633"/>
                    </a:lnTo>
                    <a:lnTo>
                      <a:pt x="17445" y="1441"/>
                    </a:lnTo>
                    <a:lnTo>
                      <a:pt x="17244" y="1250"/>
                    </a:lnTo>
                    <a:lnTo>
                      <a:pt x="17035" y="1077"/>
                    </a:lnTo>
                    <a:lnTo>
                      <a:pt x="16825" y="913"/>
                    </a:lnTo>
                    <a:lnTo>
                      <a:pt x="16597" y="767"/>
                    </a:lnTo>
                    <a:lnTo>
                      <a:pt x="16360" y="621"/>
                    </a:lnTo>
                    <a:lnTo>
                      <a:pt x="16123" y="502"/>
                    </a:lnTo>
                    <a:lnTo>
                      <a:pt x="15867" y="384"/>
                    </a:lnTo>
                    <a:lnTo>
                      <a:pt x="15612" y="283"/>
                    </a:lnTo>
                    <a:lnTo>
                      <a:pt x="15348" y="201"/>
                    </a:lnTo>
                    <a:lnTo>
                      <a:pt x="15083" y="128"/>
                    </a:lnTo>
                    <a:lnTo>
                      <a:pt x="14800" y="74"/>
                    </a:lnTo>
                    <a:lnTo>
                      <a:pt x="14518" y="28"/>
                    </a:lnTo>
                    <a:lnTo>
                      <a:pt x="14235" y="10"/>
                    </a:lnTo>
                    <a:lnTo>
                      <a:pt x="139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3">
                <a:extLst>
                  <a:ext uri="{FF2B5EF4-FFF2-40B4-BE49-F238E27FC236}">
                    <a16:creationId xmlns:a16="http://schemas.microsoft.com/office/drawing/2014/main" id="{73EA7E33-24EF-25D3-9A3C-1C4019C931E6}"/>
                  </a:ext>
                </a:extLst>
              </p:cNvPr>
              <p:cNvSpPr/>
              <p:nvPr/>
            </p:nvSpPr>
            <p:spPr>
              <a:xfrm>
                <a:off x="4089579" y="2539374"/>
                <a:ext cx="281563" cy="494939"/>
              </a:xfrm>
              <a:custGeom>
                <a:avLst/>
                <a:gdLst/>
                <a:ahLst/>
                <a:cxnLst/>
                <a:rect l="l" t="t" r="r" b="b"/>
                <a:pathLst>
                  <a:path w="5463" h="9603" extrusionOk="0">
                    <a:moveTo>
                      <a:pt x="0" y="1"/>
                    </a:moveTo>
                    <a:lnTo>
                      <a:pt x="0" y="529"/>
                    </a:lnTo>
                    <a:lnTo>
                      <a:pt x="256" y="539"/>
                    </a:lnTo>
                    <a:lnTo>
                      <a:pt x="511" y="557"/>
                    </a:lnTo>
                    <a:lnTo>
                      <a:pt x="757" y="584"/>
                    </a:lnTo>
                    <a:lnTo>
                      <a:pt x="994" y="630"/>
                    </a:lnTo>
                    <a:lnTo>
                      <a:pt x="1231" y="684"/>
                    </a:lnTo>
                    <a:lnTo>
                      <a:pt x="1468" y="748"/>
                    </a:lnTo>
                    <a:lnTo>
                      <a:pt x="1696" y="830"/>
                    </a:lnTo>
                    <a:lnTo>
                      <a:pt x="1924" y="912"/>
                    </a:lnTo>
                    <a:lnTo>
                      <a:pt x="2143" y="1013"/>
                    </a:lnTo>
                    <a:lnTo>
                      <a:pt x="2353" y="1122"/>
                    </a:lnTo>
                    <a:lnTo>
                      <a:pt x="2563" y="1241"/>
                    </a:lnTo>
                    <a:lnTo>
                      <a:pt x="2754" y="1368"/>
                    </a:lnTo>
                    <a:lnTo>
                      <a:pt x="2955" y="1505"/>
                    </a:lnTo>
                    <a:lnTo>
                      <a:pt x="3137" y="1660"/>
                    </a:lnTo>
                    <a:lnTo>
                      <a:pt x="3320" y="1815"/>
                    </a:lnTo>
                    <a:lnTo>
                      <a:pt x="3493" y="1970"/>
                    </a:lnTo>
                    <a:lnTo>
                      <a:pt x="3648" y="2143"/>
                    </a:lnTo>
                    <a:lnTo>
                      <a:pt x="3803" y="2326"/>
                    </a:lnTo>
                    <a:lnTo>
                      <a:pt x="3958" y="2508"/>
                    </a:lnTo>
                    <a:lnTo>
                      <a:pt x="4095" y="2700"/>
                    </a:lnTo>
                    <a:lnTo>
                      <a:pt x="4222" y="2900"/>
                    </a:lnTo>
                    <a:lnTo>
                      <a:pt x="4341" y="3110"/>
                    </a:lnTo>
                    <a:lnTo>
                      <a:pt x="4450" y="3320"/>
                    </a:lnTo>
                    <a:lnTo>
                      <a:pt x="4551" y="3539"/>
                    </a:lnTo>
                    <a:lnTo>
                      <a:pt x="4633" y="3767"/>
                    </a:lnTo>
                    <a:lnTo>
                      <a:pt x="4715" y="3995"/>
                    </a:lnTo>
                    <a:lnTo>
                      <a:pt x="4779" y="4232"/>
                    </a:lnTo>
                    <a:lnTo>
                      <a:pt x="4833" y="4469"/>
                    </a:lnTo>
                    <a:lnTo>
                      <a:pt x="4879" y="4706"/>
                    </a:lnTo>
                    <a:lnTo>
                      <a:pt x="4906" y="4952"/>
                    </a:lnTo>
                    <a:lnTo>
                      <a:pt x="4924" y="5207"/>
                    </a:lnTo>
                    <a:lnTo>
                      <a:pt x="4934" y="5453"/>
                    </a:lnTo>
                    <a:lnTo>
                      <a:pt x="4924" y="5727"/>
                    </a:lnTo>
                    <a:lnTo>
                      <a:pt x="4906" y="5991"/>
                    </a:lnTo>
                    <a:lnTo>
                      <a:pt x="4870" y="6256"/>
                    </a:lnTo>
                    <a:lnTo>
                      <a:pt x="4815" y="6520"/>
                    </a:lnTo>
                    <a:lnTo>
                      <a:pt x="4751" y="6776"/>
                    </a:lnTo>
                    <a:lnTo>
                      <a:pt x="4678" y="7031"/>
                    </a:lnTo>
                    <a:lnTo>
                      <a:pt x="4587" y="7277"/>
                    </a:lnTo>
                    <a:lnTo>
                      <a:pt x="4487" y="7523"/>
                    </a:lnTo>
                    <a:lnTo>
                      <a:pt x="4368" y="7760"/>
                    </a:lnTo>
                    <a:lnTo>
                      <a:pt x="4231" y="7988"/>
                    </a:lnTo>
                    <a:lnTo>
                      <a:pt x="4095" y="8207"/>
                    </a:lnTo>
                    <a:lnTo>
                      <a:pt x="3940" y="8426"/>
                    </a:lnTo>
                    <a:lnTo>
                      <a:pt x="3775" y="8636"/>
                    </a:lnTo>
                    <a:lnTo>
                      <a:pt x="3593" y="8836"/>
                    </a:lnTo>
                    <a:lnTo>
                      <a:pt x="3411" y="9028"/>
                    </a:lnTo>
                    <a:lnTo>
                      <a:pt x="3210" y="9201"/>
                    </a:lnTo>
                    <a:lnTo>
                      <a:pt x="3548" y="9602"/>
                    </a:lnTo>
                    <a:lnTo>
                      <a:pt x="3766" y="9402"/>
                    </a:lnTo>
                    <a:lnTo>
                      <a:pt x="3976" y="9192"/>
                    </a:lnTo>
                    <a:lnTo>
                      <a:pt x="4177" y="8973"/>
                    </a:lnTo>
                    <a:lnTo>
                      <a:pt x="4359" y="8745"/>
                    </a:lnTo>
                    <a:lnTo>
                      <a:pt x="4532" y="8508"/>
                    </a:lnTo>
                    <a:lnTo>
                      <a:pt x="4687" y="8253"/>
                    </a:lnTo>
                    <a:lnTo>
                      <a:pt x="4833" y="8007"/>
                    </a:lnTo>
                    <a:lnTo>
                      <a:pt x="4961" y="7742"/>
                    </a:lnTo>
                    <a:lnTo>
                      <a:pt x="5070" y="7469"/>
                    </a:lnTo>
                    <a:lnTo>
                      <a:pt x="5180" y="7195"/>
                    </a:lnTo>
                    <a:lnTo>
                      <a:pt x="5262" y="6922"/>
                    </a:lnTo>
                    <a:lnTo>
                      <a:pt x="5335" y="6630"/>
                    </a:lnTo>
                    <a:lnTo>
                      <a:pt x="5389" y="6347"/>
                    </a:lnTo>
                    <a:lnTo>
                      <a:pt x="5426" y="6055"/>
                    </a:lnTo>
                    <a:lnTo>
                      <a:pt x="5453" y="5754"/>
                    </a:lnTo>
                    <a:lnTo>
                      <a:pt x="5462" y="5453"/>
                    </a:lnTo>
                    <a:lnTo>
                      <a:pt x="5453" y="5180"/>
                    </a:lnTo>
                    <a:lnTo>
                      <a:pt x="5435" y="4897"/>
                    </a:lnTo>
                    <a:lnTo>
                      <a:pt x="5399" y="4624"/>
                    </a:lnTo>
                    <a:lnTo>
                      <a:pt x="5353" y="4359"/>
                    </a:lnTo>
                    <a:lnTo>
                      <a:pt x="5289" y="4095"/>
                    </a:lnTo>
                    <a:lnTo>
                      <a:pt x="5216" y="3839"/>
                    </a:lnTo>
                    <a:lnTo>
                      <a:pt x="5125" y="3584"/>
                    </a:lnTo>
                    <a:lnTo>
                      <a:pt x="5034" y="3338"/>
                    </a:lnTo>
                    <a:lnTo>
                      <a:pt x="4924" y="3092"/>
                    </a:lnTo>
                    <a:lnTo>
                      <a:pt x="4797" y="2864"/>
                    </a:lnTo>
                    <a:lnTo>
                      <a:pt x="4669" y="2627"/>
                    </a:lnTo>
                    <a:lnTo>
                      <a:pt x="4523" y="2408"/>
                    </a:lnTo>
                    <a:lnTo>
                      <a:pt x="4377" y="2198"/>
                    </a:lnTo>
                    <a:lnTo>
                      <a:pt x="4213" y="1988"/>
                    </a:lnTo>
                    <a:lnTo>
                      <a:pt x="4040" y="1788"/>
                    </a:lnTo>
                    <a:lnTo>
                      <a:pt x="3858" y="1605"/>
                    </a:lnTo>
                    <a:lnTo>
                      <a:pt x="3666" y="1423"/>
                    </a:lnTo>
                    <a:lnTo>
                      <a:pt x="3475" y="1250"/>
                    </a:lnTo>
                    <a:lnTo>
                      <a:pt x="3265" y="1086"/>
                    </a:lnTo>
                    <a:lnTo>
                      <a:pt x="3055" y="940"/>
                    </a:lnTo>
                    <a:lnTo>
                      <a:pt x="2827" y="794"/>
                    </a:lnTo>
                    <a:lnTo>
                      <a:pt x="2599" y="666"/>
                    </a:lnTo>
                    <a:lnTo>
                      <a:pt x="2371" y="539"/>
                    </a:lnTo>
                    <a:lnTo>
                      <a:pt x="2125" y="429"/>
                    </a:lnTo>
                    <a:lnTo>
                      <a:pt x="1879" y="338"/>
                    </a:lnTo>
                    <a:lnTo>
                      <a:pt x="1624" y="247"/>
                    </a:lnTo>
                    <a:lnTo>
                      <a:pt x="1368" y="174"/>
                    </a:lnTo>
                    <a:lnTo>
                      <a:pt x="1104" y="110"/>
                    </a:lnTo>
                    <a:lnTo>
                      <a:pt x="830" y="64"/>
                    </a:lnTo>
                    <a:lnTo>
                      <a:pt x="566" y="28"/>
                    </a:lnTo>
                    <a:lnTo>
                      <a:pt x="283" y="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3">
                <a:extLst>
                  <a:ext uri="{FF2B5EF4-FFF2-40B4-BE49-F238E27FC236}">
                    <a16:creationId xmlns:a16="http://schemas.microsoft.com/office/drawing/2014/main" id="{5BAE0987-7FA7-A354-9DAA-AE4A921B99C6}"/>
                  </a:ext>
                </a:extLst>
              </p:cNvPr>
              <p:cNvSpPr/>
              <p:nvPr/>
            </p:nvSpPr>
            <p:spPr>
              <a:xfrm>
                <a:off x="4291206" y="2526231"/>
                <a:ext cx="100606" cy="151373"/>
              </a:xfrm>
              <a:custGeom>
                <a:avLst/>
                <a:gdLst/>
                <a:ahLst/>
                <a:cxnLst/>
                <a:rect l="l" t="t" r="r" b="b"/>
                <a:pathLst>
                  <a:path w="1952" h="2937" extrusionOk="0">
                    <a:moveTo>
                      <a:pt x="1423" y="0"/>
                    </a:moveTo>
                    <a:lnTo>
                      <a:pt x="1414" y="192"/>
                    </a:lnTo>
                    <a:lnTo>
                      <a:pt x="1386" y="374"/>
                    </a:lnTo>
                    <a:lnTo>
                      <a:pt x="1341" y="547"/>
                    </a:lnTo>
                    <a:lnTo>
                      <a:pt x="1295" y="730"/>
                    </a:lnTo>
                    <a:lnTo>
                      <a:pt x="1240" y="903"/>
                    </a:lnTo>
                    <a:lnTo>
                      <a:pt x="1167" y="1076"/>
                    </a:lnTo>
                    <a:lnTo>
                      <a:pt x="1095" y="1240"/>
                    </a:lnTo>
                    <a:lnTo>
                      <a:pt x="1003" y="1405"/>
                    </a:lnTo>
                    <a:lnTo>
                      <a:pt x="912" y="1560"/>
                    </a:lnTo>
                    <a:lnTo>
                      <a:pt x="803" y="1715"/>
                    </a:lnTo>
                    <a:lnTo>
                      <a:pt x="684" y="1860"/>
                    </a:lnTo>
                    <a:lnTo>
                      <a:pt x="566" y="2006"/>
                    </a:lnTo>
                    <a:lnTo>
                      <a:pt x="438" y="2143"/>
                    </a:lnTo>
                    <a:lnTo>
                      <a:pt x="301" y="2271"/>
                    </a:lnTo>
                    <a:lnTo>
                      <a:pt x="155" y="2389"/>
                    </a:lnTo>
                    <a:lnTo>
                      <a:pt x="0" y="2499"/>
                    </a:lnTo>
                    <a:lnTo>
                      <a:pt x="292" y="2936"/>
                    </a:lnTo>
                    <a:lnTo>
                      <a:pt x="474" y="2800"/>
                    </a:lnTo>
                    <a:lnTo>
                      <a:pt x="648" y="2663"/>
                    </a:lnTo>
                    <a:lnTo>
                      <a:pt x="803" y="2517"/>
                    </a:lnTo>
                    <a:lnTo>
                      <a:pt x="958" y="2362"/>
                    </a:lnTo>
                    <a:lnTo>
                      <a:pt x="1095" y="2198"/>
                    </a:lnTo>
                    <a:lnTo>
                      <a:pt x="1231" y="2025"/>
                    </a:lnTo>
                    <a:lnTo>
                      <a:pt x="1350" y="1842"/>
                    </a:lnTo>
                    <a:lnTo>
                      <a:pt x="1459" y="1660"/>
                    </a:lnTo>
                    <a:lnTo>
                      <a:pt x="1560" y="1468"/>
                    </a:lnTo>
                    <a:lnTo>
                      <a:pt x="1651" y="1277"/>
                    </a:lnTo>
                    <a:lnTo>
                      <a:pt x="1733" y="1076"/>
                    </a:lnTo>
                    <a:lnTo>
                      <a:pt x="1797" y="876"/>
                    </a:lnTo>
                    <a:lnTo>
                      <a:pt x="1860" y="666"/>
                    </a:lnTo>
                    <a:lnTo>
                      <a:pt x="1897" y="456"/>
                    </a:lnTo>
                    <a:lnTo>
                      <a:pt x="1933" y="246"/>
                    </a:lnTo>
                    <a:lnTo>
                      <a:pt x="1952" y="37"/>
                    </a:lnTo>
                    <a:lnTo>
                      <a:pt x="14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3">
                <a:extLst>
                  <a:ext uri="{FF2B5EF4-FFF2-40B4-BE49-F238E27FC236}">
                    <a16:creationId xmlns:a16="http://schemas.microsoft.com/office/drawing/2014/main" id="{35C67F49-8C8B-5544-461E-FA1187065A1F}"/>
                  </a:ext>
                </a:extLst>
              </p:cNvPr>
              <p:cNvSpPr/>
              <p:nvPr/>
            </p:nvSpPr>
            <p:spPr>
              <a:xfrm>
                <a:off x="3942946" y="2583544"/>
                <a:ext cx="120810" cy="187606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3640" extrusionOk="0">
                    <a:moveTo>
                      <a:pt x="137" y="1"/>
                    </a:moveTo>
                    <a:lnTo>
                      <a:pt x="0" y="511"/>
                    </a:lnTo>
                    <a:lnTo>
                      <a:pt x="119" y="548"/>
                    </a:lnTo>
                    <a:lnTo>
                      <a:pt x="237" y="584"/>
                    </a:lnTo>
                    <a:lnTo>
                      <a:pt x="347" y="630"/>
                    </a:lnTo>
                    <a:lnTo>
                      <a:pt x="456" y="675"/>
                    </a:lnTo>
                    <a:lnTo>
                      <a:pt x="566" y="730"/>
                    </a:lnTo>
                    <a:lnTo>
                      <a:pt x="666" y="794"/>
                    </a:lnTo>
                    <a:lnTo>
                      <a:pt x="766" y="858"/>
                    </a:lnTo>
                    <a:lnTo>
                      <a:pt x="858" y="931"/>
                    </a:lnTo>
                    <a:lnTo>
                      <a:pt x="949" y="1004"/>
                    </a:lnTo>
                    <a:lnTo>
                      <a:pt x="1040" y="1086"/>
                    </a:lnTo>
                    <a:lnTo>
                      <a:pt x="1131" y="1168"/>
                    </a:lnTo>
                    <a:lnTo>
                      <a:pt x="1204" y="1259"/>
                    </a:lnTo>
                    <a:lnTo>
                      <a:pt x="1286" y="1350"/>
                    </a:lnTo>
                    <a:lnTo>
                      <a:pt x="1359" y="1441"/>
                    </a:lnTo>
                    <a:lnTo>
                      <a:pt x="1423" y="1542"/>
                    </a:lnTo>
                    <a:lnTo>
                      <a:pt x="1487" y="1651"/>
                    </a:lnTo>
                    <a:lnTo>
                      <a:pt x="1551" y="1751"/>
                    </a:lnTo>
                    <a:lnTo>
                      <a:pt x="1596" y="1861"/>
                    </a:lnTo>
                    <a:lnTo>
                      <a:pt x="1651" y="1979"/>
                    </a:lnTo>
                    <a:lnTo>
                      <a:pt x="1687" y="2089"/>
                    </a:lnTo>
                    <a:lnTo>
                      <a:pt x="1724" y="2198"/>
                    </a:lnTo>
                    <a:lnTo>
                      <a:pt x="1751" y="2317"/>
                    </a:lnTo>
                    <a:lnTo>
                      <a:pt x="1779" y="2435"/>
                    </a:lnTo>
                    <a:lnTo>
                      <a:pt x="1797" y="2554"/>
                    </a:lnTo>
                    <a:lnTo>
                      <a:pt x="1806" y="2672"/>
                    </a:lnTo>
                    <a:lnTo>
                      <a:pt x="1815" y="2791"/>
                    </a:lnTo>
                    <a:lnTo>
                      <a:pt x="1815" y="2910"/>
                    </a:lnTo>
                    <a:lnTo>
                      <a:pt x="1815" y="3028"/>
                    </a:lnTo>
                    <a:lnTo>
                      <a:pt x="1797" y="3147"/>
                    </a:lnTo>
                    <a:lnTo>
                      <a:pt x="1788" y="3265"/>
                    </a:lnTo>
                    <a:lnTo>
                      <a:pt x="1760" y="3384"/>
                    </a:lnTo>
                    <a:lnTo>
                      <a:pt x="1733" y="3502"/>
                    </a:lnTo>
                    <a:lnTo>
                      <a:pt x="2244" y="3639"/>
                    </a:lnTo>
                    <a:lnTo>
                      <a:pt x="2280" y="3493"/>
                    </a:lnTo>
                    <a:lnTo>
                      <a:pt x="2307" y="3347"/>
                    </a:lnTo>
                    <a:lnTo>
                      <a:pt x="2326" y="3201"/>
                    </a:lnTo>
                    <a:lnTo>
                      <a:pt x="2335" y="3055"/>
                    </a:lnTo>
                    <a:lnTo>
                      <a:pt x="2344" y="2919"/>
                    </a:lnTo>
                    <a:lnTo>
                      <a:pt x="2344" y="2773"/>
                    </a:lnTo>
                    <a:lnTo>
                      <a:pt x="2335" y="2627"/>
                    </a:lnTo>
                    <a:lnTo>
                      <a:pt x="2317" y="2481"/>
                    </a:lnTo>
                    <a:lnTo>
                      <a:pt x="2298" y="2335"/>
                    </a:lnTo>
                    <a:lnTo>
                      <a:pt x="2262" y="2198"/>
                    </a:lnTo>
                    <a:lnTo>
                      <a:pt x="2225" y="2062"/>
                    </a:lnTo>
                    <a:lnTo>
                      <a:pt x="2189" y="1916"/>
                    </a:lnTo>
                    <a:lnTo>
                      <a:pt x="2134" y="1779"/>
                    </a:lnTo>
                    <a:lnTo>
                      <a:pt x="2079" y="1651"/>
                    </a:lnTo>
                    <a:lnTo>
                      <a:pt x="2016" y="1514"/>
                    </a:lnTo>
                    <a:lnTo>
                      <a:pt x="1943" y="1387"/>
                    </a:lnTo>
                    <a:lnTo>
                      <a:pt x="1870" y="1259"/>
                    </a:lnTo>
                    <a:lnTo>
                      <a:pt x="1788" y="1141"/>
                    </a:lnTo>
                    <a:lnTo>
                      <a:pt x="1696" y="1022"/>
                    </a:lnTo>
                    <a:lnTo>
                      <a:pt x="1605" y="913"/>
                    </a:lnTo>
                    <a:lnTo>
                      <a:pt x="1505" y="803"/>
                    </a:lnTo>
                    <a:lnTo>
                      <a:pt x="1405" y="703"/>
                    </a:lnTo>
                    <a:lnTo>
                      <a:pt x="1295" y="603"/>
                    </a:lnTo>
                    <a:lnTo>
                      <a:pt x="1177" y="511"/>
                    </a:lnTo>
                    <a:lnTo>
                      <a:pt x="1067" y="429"/>
                    </a:lnTo>
                    <a:lnTo>
                      <a:pt x="940" y="347"/>
                    </a:lnTo>
                    <a:lnTo>
                      <a:pt x="821" y="274"/>
                    </a:lnTo>
                    <a:lnTo>
                      <a:pt x="693" y="210"/>
                    </a:lnTo>
                    <a:lnTo>
                      <a:pt x="557" y="147"/>
                    </a:lnTo>
                    <a:lnTo>
                      <a:pt x="420" y="92"/>
                    </a:lnTo>
                    <a:lnTo>
                      <a:pt x="283" y="4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3">
                <a:extLst>
                  <a:ext uri="{FF2B5EF4-FFF2-40B4-BE49-F238E27FC236}">
                    <a16:creationId xmlns:a16="http://schemas.microsoft.com/office/drawing/2014/main" id="{1E78872B-1868-C2D2-9D40-511C773F6323}"/>
                  </a:ext>
                </a:extLst>
              </p:cNvPr>
              <p:cNvSpPr/>
              <p:nvPr/>
            </p:nvSpPr>
            <p:spPr>
              <a:xfrm>
                <a:off x="4346664" y="2495203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611" y="0"/>
                    </a:moveTo>
                    <a:lnTo>
                      <a:pt x="547" y="10"/>
                    </a:lnTo>
                    <a:lnTo>
                      <a:pt x="493" y="19"/>
                    </a:lnTo>
                    <a:lnTo>
                      <a:pt x="429" y="28"/>
                    </a:lnTo>
                    <a:lnTo>
                      <a:pt x="374" y="55"/>
                    </a:lnTo>
                    <a:lnTo>
                      <a:pt x="319" y="82"/>
                    </a:lnTo>
                    <a:lnTo>
                      <a:pt x="265" y="110"/>
                    </a:lnTo>
                    <a:lnTo>
                      <a:pt x="219" y="146"/>
                    </a:lnTo>
                    <a:lnTo>
                      <a:pt x="174" y="183"/>
                    </a:lnTo>
                    <a:lnTo>
                      <a:pt x="137" y="228"/>
                    </a:lnTo>
                    <a:lnTo>
                      <a:pt x="101" y="274"/>
                    </a:lnTo>
                    <a:lnTo>
                      <a:pt x="73" y="329"/>
                    </a:lnTo>
                    <a:lnTo>
                      <a:pt x="46" y="383"/>
                    </a:lnTo>
                    <a:lnTo>
                      <a:pt x="28" y="438"/>
                    </a:lnTo>
                    <a:lnTo>
                      <a:pt x="9" y="493"/>
                    </a:lnTo>
                    <a:lnTo>
                      <a:pt x="0" y="557"/>
                    </a:lnTo>
                    <a:lnTo>
                      <a:pt x="0" y="620"/>
                    </a:lnTo>
                    <a:lnTo>
                      <a:pt x="0" y="684"/>
                    </a:lnTo>
                    <a:lnTo>
                      <a:pt x="9" y="748"/>
                    </a:lnTo>
                    <a:lnTo>
                      <a:pt x="28" y="803"/>
                    </a:lnTo>
                    <a:lnTo>
                      <a:pt x="46" y="858"/>
                    </a:lnTo>
                    <a:lnTo>
                      <a:pt x="73" y="912"/>
                    </a:lnTo>
                    <a:lnTo>
                      <a:pt x="101" y="967"/>
                    </a:lnTo>
                    <a:lnTo>
                      <a:pt x="137" y="1013"/>
                    </a:lnTo>
                    <a:lnTo>
                      <a:pt x="174" y="1058"/>
                    </a:lnTo>
                    <a:lnTo>
                      <a:pt x="219" y="1095"/>
                    </a:lnTo>
                    <a:lnTo>
                      <a:pt x="265" y="1131"/>
                    </a:lnTo>
                    <a:lnTo>
                      <a:pt x="319" y="1158"/>
                    </a:lnTo>
                    <a:lnTo>
                      <a:pt x="374" y="1186"/>
                    </a:lnTo>
                    <a:lnTo>
                      <a:pt x="429" y="1204"/>
                    </a:lnTo>
                    <a:lnTo>
                      <a:pt x="493" y="1222"/>
                    </a:lnTo>
                    <a:lnTo>
                      <a:pt x="547" y="1231"/>
                    </a:lnTo>
                    <a:lnTo>
                      <a:pt x="675" y="1231"/>
                    </a:lnTo>
                    <a:lnTo>
                      <a:pt x="739" y="1222"/>
                    </a:lnTo>
                    <a:lnTo>
                      <a:pt x="794" y="1204"/>
                    </a:lnTo>
                    <a:lnTo>
                      <a:pt x="848" y="1186"/>
                    </a:lnTo>
                    <a:lnTo>
                      <a:pt x="903" y="1158"/>
                    </a:lnTo>
                    <a:lnTo>
                      <a:pt x="958" y="1131"/>
                    </a:lnTo>
                    <a:lnTo>
                      <a:pt x="1003" y="1095"/>
                    </a:lnTo>
                    <a:lnTo>
                      <a:pt x="1049" y="1058"/>
                    </a:lnTo>
                    <a:lnTo>
                      <a:pt x="1085" y="1013"/>
                    </a:lnTo>
                    <a:lnTo>
                      <a:pt x="1122" y="967"/>
                    </a:lnTo>
                    <a:lnTo>
                      <a:pt x="1149" y="912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3" y="748"/>
                    </a:lnTo>
                    <a:lnTo>
                      <a:pt x="1222" y="684"/>
                    </a:lnTo>
                    <a:lnTo>
                      <a:pt x="1222" y="620"/>
                    </a:lnTo>
                    <a:lnTo>
                      <a:pt x="1222" y="557"/>
                    </a:lnTo>
                    <a:lnTo>
                      <a:pt x="1213" y="493"/>
                    </a:lnTo>
                    <a:lnTo>
                      <a:pt x="1195" y="438"/>
                    </a:lnTo>
                    <a:lnTo>
                      <a:pt x="1177" y="383"/>
                    </a:lnTo>
                    <a:lnTo>
                      <a:pt x="1149" y="329"/>
                    </a:lnTo>
                    <a:lnTo>
                      <a:pt x="1122" y="274"/>
                    </a:lnTo>
                    <a:lnTo>
                      <a:pt x="1085" y="228"/>
                    </a:lnTo>
                    <a:lnTo>
                      <a:pt x="1049" y="183"/>
                    </a:lnTo>
                    <a:lnTo>
                      <a:pt x="1003" y="146"/>
                    </a:lnTo>
                    <a:lnTo>
                      <a:pt x="958" y="110"/>
                    </a:lnTo>
                    <a:lnTo>
                      <a:pt x="903" y="82"/>
                    </a:lnTo>
                    <a:lnTo>
                      <a:pt x="848" y="55"/>
                    </a:lnTo>
                    <a:lnTo>
                      <a:pt x="794" y="28"/>
                    </a:lnTo>
                    <a:lnTo>
                      <a:pt x="739" y="19"/>
                    </a:lnTo>
                    <a:lnTo>
                      <a:pt x="675" y="1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3">
                <a:extLst>
                  <a:ext uri="{FF2B5EF4-FFF2-40B4-BE49-F238E27FC236}">
                    <a16:creationId xmlns:a16="http://schemas.microsoft.com/office/drawing/2014/main" id="{A2BEE102-3A2E-045B-DEAC-A73E9E49BDD3}"/>
                  </a:ext>
                </a:extLst>
              </p:cNvPr>
              <p:cNvSpPr/>
              <p:nvPr/>
            </p:nvSpPr>
            <p:spPr>
              <a:xfrm>
                <a:off x="4009227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0" y="0"/>
                    </a:moveTo>
                    <a:lnTo>
                      <a:pt x="556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8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2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82" y="328"/>
                    </a:lnTo>
                    <a:lnTo>
                      <a:pt x="55" y="374"/>
                    </a:lnTo>
                    <a:lnTo>
                      <a:pt x="27" y="438"/>
                    </a:lnTo>
                    <a:lnTo>
                      <a:pt x="18" y="492"/>
                    </a:lnTo>
                    <a:lnTo>
                      <a:pt x="9" y="556"/>
                    </a:lnTo>
                    <a:lnTo>
                      <a:pt x="0" y="620"/>
                    </a:lnTo>
                    <a:lnTo>
                      <a:pt x="9" y="684"/>
                    </a:lnTo>
                    <a:lnTo>
                      <a:pt x="18" y="739"/>
                    </a:lnTo>
                    <a:lnTo>
                      <a:pt x="27" y="803"/>
                    </a:lnTo>
                    <a:lnTo>
                      <a:pt x="55" y="857"/>
                    </a:lnTo>
                    <a:lnTo>
                      <a:pt x="82" y="912"/>
                    </a:lnTo>
                    <a:lnTo>
                      <a:pt x="110" y="958"/>
                    </a:lnTo>
                    <a:lnTo>
                      <a:pt x="146" y="1012"/>
                    </a:lnTo>
                    <a:lnTo>
                      <a:pt x="182" y="1049"/>
                    </a:lnTo>
                    <a:lnTo>
                      <a:pt x="228" y="1094"/>
                    </a:lnTo>
                    <a:lnTo>
                      <a:pt x="274" y="1131"/>
                    </a:lnTo>
                    <a:lnTo>
                      <a:pt x="328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6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7" y="1185"/>
                    </a:lnTo>
                    <a:lnTo>
                      <a:pt x="912" y="1158"/>
                    </a:lnTo>
                    <a:lnTo>
                      <a:pt x="958" y="1131"/>
                    </a:lnTo>
                    <a:lnTo>
                      <a:pt x="1012" y="1094"/>
                    </a:lnTo>
                    <a:lnTo>
                      <a:pt x="1049" y="1049"/>
                    </a:lnTo>
                    <a:lnTo>
                      <a:pt x="1094" y="1012"/>
                    </a:lnTo>
                    <a:lnTo>
                      <a:pt x="1131" y="958"/>
                    </a:lnTo>
                    <a:lnTo>
                      <a:pt x="1158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84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8" y="328"/>
                    </a:lnTo>
                    <a:lnTo>
                      <a:pt x="1131" y="274"/>
                    </a:lnTo>
                    <a:lnTo>
                      <a:pt x="1094" y="228"/>
                    </a:lnTo>
                    <a:lnTo>
                      <a:pt x="1049" y="182"/>
                    </a:lnTo>
                    <a:lnTo>
                      <a:pt x="1012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7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3">
                <a:extLst>
                  <a:ext uri="{FF2B5EF4-FFF2-40B4-BE49-F238E27FC236}">
                    <a16:creationId xmlns:a16="http://schemas.microsoft.com/office/drawing/2014/main" id="{F374C9A3-2F71-A81E-31DF-68BB9CDE71E9}"/>
                  </a:ext>
                </a:extLst>
              </p:cNvPr>
              <p:cNvSpPr/>
              <p:nvPr/>
            </p:nvSpPr>
            <p:spPr>
              <a:xfrm>
                <a:off x="4223533" y="299762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47" y="0"/>
                    </a:moveTo>
                    <a:lnTo>
                      <a:pt x="493" y="9"/>
                    </a:lnTo>
                    <a:lnTo>
                      <a:pt x="429" y="28"/>
                    </a:lnTo>
                    <a:lnTo>
                      <a:pt x="374" y="46"/>
                    </a:lnTo>
                    <a:lnTo>
                      <a:pt x="319" y="73"/>
                    </a:lnTo>
                    <a:lnTo>
                      <a:pt x="274" y="100"/>
                    </a:lnTo>
                    <a:lnTo>
                      <a:pt x="219" y="137"/>
                    </a:lnTo>
                    <a:lnTo>
                      <a:pt x="183" y="173"/>
                    </a:lnTo>
                    <a:lnTo>
                      <a:pt x="137" y="219"/>
                    </a:lnTo>
                    <a:lnTo>
                      <a:pt x="101" y="265"/>
                    </a:lnTo>
                    <a:lnTo>
                      <a:pt x="73" y="319"/>
                    </a:lnTo>
                    <a:lnTo>
                      <a:pt x="46" y="374"/>
                    </a:lnTo>
                    <a:lnTo>
                      <a:pt x="28" y="429"/>
                    </a:lnTo>
                    <a:lnTo>
                      <a:pt x="9" y="483"/>
                    </a:lnTo>
                    <a:lnTo>
                      <a:pt x="0" y="547"/>
                    </a:lnTo>
                    <a:lnTo>
                      <a:pt x="0" y="611"/>
                    </a:lnTo>
                    <a:lnTo>
                      <a:pt x="0" y="675"/>
                    </a:lnTo>
                    <a:lnTo>
                      <a:pt x="9" y="739"/>
                    </a:lnTo>
                    <a:lnTo>
                      <a:pt x="28" y="793"/>
                    </a:lnTo>
                    <a:lnTo>
                      <a:pt x="46" y="848"/>
                    </a:lnTo>
                    <a:lnTo>
                      <a:pt x="73" y="903"/>
                    </a:lnTo>
                    <a:lnTo>
                      <a:pt x="101" y="958"/>
                    </a:lnTo>
                    <a:lnTo>
                      <a:pt x="137" y="1003"/>
                    </a:lnTo>
                    <a:lnTo>
                      <a:pt x="183" y="1049"/>
                    </a:lnTo>
                    <a:lnTo>
                      <a:pt x="219" y="1085"/>
                    </a:lnTo>
                    <a:lnTo>
                      <a:pt x="274" y="1122"/>
                    </a:lnTo>
                    <a:lnTo>
                      <a:pt x="319" y="1149"/>
                    </a:lnTo>
                    <a:lnTo>
                      <a:pt x="374" y="1176"/>
                    </a:lnTo>
                    <a:lnTo>
                      <a:pt x="429" y="1195"/>
                    </a:lnTo>
                    <a:lnTo>
                      <a:pt x="493" y="1213"/>
                    </a:lnTo>
                    <a:lnTo>
                      <a:pt x="547" y="1222"/>
                    </a:lnTo>
                    <a:lnTo>
                      <a:pt x="675" y="1222"/>
                    </a:lnTo>
                    <a:lnTo>
                      <a:pt x="739" y="1213"/>
                    </a:lnTo>
                    <a:lnTo>
                      <a:pt x="794" y="1195"/>
                    </a:lnTo>
                    <a:lnTo>
                      <a:pt x="857" y="1176"/>
                    </a:lnTo>
                    <a:lnTo>
                      <a:pt x="903" y="1149"/>
                    </a:lnTo>
                    <a:lnTo>
                      <a:pt x="958" y="1122"/>
                    </a:lnTo>
                    <a:lnTo>
                      <a:pt x="1003" y="1085"/>
                    </a:lnTo>
                    <a:lnTo>
                      <a:pt x="1049" y="1049"/>
                    </a:lnTo>
                    <a:lnTo>
                      <a:pt x="1085" y="1003"/>
                    </a:lnTo>
                    <a:lnTo>
                      <a:pt x="1122" y="958"/>
                    </a:lnTo>
                    <a:lnTo>
                      <a:pt x="1158" y="903"/>
                    </a:lnTo>
                    <a:lnTo>
                      <a:pt x="1186" y="848"/>
                    </a:lnTo>
                    <a:lnTo>
                      <a:pt x="1204" y="793"/>
                    </a:lnTo>
                    <a:lnTo>
                      <a:pt x="1213" y="739"/>
                    </a:lnTo>
                    <a:lnTo>
                      <a:pt x="1222" y="675"/>
                    </a:lnTo>
                    <a:lnTo>
                      <a:pt x="1231" y="611"/>
                    </a:lnTo>
                    <a:lnTo>
                      <a:pt x="1222" y="547"/>
                    </a:lnTo>
                    <a:lnTo>
                      <a:pt x="1213" y="48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8" y="319"/>
                    </a:lnTo>
                    <a:lnTo>
                      <a:pt x="1122" y="265"/>
                    </a:lnTo>
                    <a:lnTo>
                      <a:pt x="1085" y="219"/>
                    </a:lnTo>
                    <a:lnTo>
                      <a:pt x="1049" y="173"/>
                    </a:lnTo>
                    <a:lnTo>
                      <a:pt x="1003" y="137"/>
                    </a:lnTo>
                    <a:lnTo>
                      <a:pt x="958" y="100"/>
                    </a:lnTo>
                    <a:lnTo>
                      <a:pt x="903" y="73"/>
                    </a:lnTo>
                    <a:lnTo>
                      <a:pt x="857" y="46"/>
                    </a:lnTo>
                    <a:lnTo>
                      <a:pt x="794" y="28"/>
                    </a:lnTo>
                    <a:lnTo>
                      <a:pt x="739" y="9"/>
                    </a:lnTo>
                    <a:lnTo>
                      <a:pt x="6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3">
                <a:extLst>
                  <a:ext uri="{FF2B5EF4-FFF2-40B4-BE49-F238E27FC236}">
                    <a16:creationId xmlns:a16="http://schemas.microsoft.com/office/drawing/2014/main" id="{9CED0983-1445-A130-A83B-29B78A71E750}"/>
                  </a:ext>
                </a:extLst>
              </p:cNvPr>
              <p:cNvSpPr/>
              <p:nvPr/>
            </p:nvSpPr>
            <p:spPr>
              <a:xfrm>
                <a:off x="3621487" y="3081736"/>
                <a:ext cx="320115" cy="119882"/>
              </a:xfrm>
              <a:custGeom>
                <a:avLst/>
                <a:gdLst/>
                <a:ahLst/>
                <a:cxnLst/>
                <a:rect l="l" t="t" r="r" b="b"/>
                <a:pathLst>
                  <a:path w="6211" h="2326" extrusionOk="0">
                    <a:moveTo>
                      <a:pt x="474" y="0"/>
                    </a:moveTo>
                    <a:lnTo>
                      <a:pt x="0" y="237"/>
                    </a:lnTo>
                    <a:lnTo>
                      <a:pt x="110" y="447"/>
                    </a:lnTo>
                    <a:lnTo>
                      <a:pt x="237" y="648"/>
                    </a:lnTo>
                    <a:lnTo>
                      <a:pt x="374" y="839"/>
                    </a:lnTo>
                    <a:lnTo>
                      <a:pt x="520" y="1013"/>
                    </a:lnTo>
                    <a:lnTo>
                      <a:pt x="675" y="1186"/>
                    </a:lnTo>
                    <a:lnTo>
                      <a:pt x="839" y="1350"/>
                    </a:lnTo>
                    <a:lnTo>
                      <a:pt x="1012" y="1496"/>
                    </a:lnTo>
                    <a:lnTo>
                      <a:pt x="1195" y="1633"/>
                    </a:lnTo>
                    <a:lnTo>
                      <a:pt x="1386" y="1760"/>
                    </a:lnTo>
                    <a:lnTo>
                      <a:pt x="1587" y="1879"/>
                    </a:lnTo>
                    <a:lnTo>
                      <a:pt x="1788" y="1979"/>
                    </a:lnTo>
                    <a:lnTo>
                      <a:pt x="2006" y="2070"/>
                    </a:lnTo>
                    <a:lnTo>
                      <a:pt x="2225" y="2152"/>
                    </a:lnTo>
                    <a:lnTo>
                      <a:pt x="2444" y="2216"/>
                    </a:lnTo>
                    <a:lnTo>
                      <a:pt x="2672" y="2262"/>
                    </a:lnTo>
                    <a:lnTo>
                      <a:pt x="2909" y="2298"/>
                    </a:lnTo>
                    <a:lnTo>
                      <a:pt x="3146" y="2326"/>
                    </a:lnTo>
                    <a:lnTo>
                      <a:pt x="3575" y="2326"/>
                    </a:lnTo>
                    <a:lnTo>
                      <a:pt x="3775" y="2307"/>
                    </a:lnTo>
                    <a:lnTo>
                      <a:pt x="3976" y="2280"/>
                    </a:lnTo>
                    <a:lnTo>
                      <a:pt x="4177" y="2244"/>
                    </a:lnTo>
                    <a:lnTo>
                      <a:pt x="4368" y="2198"/>
                    </a:lnTo>
                    <a:lnTo>
                      <a:pt x="4560" y="2143"/>
                    </a:lnTo>
                    <a:lnTo>
                      <a:pt x="4751" y="2070"/>
                    </a:lnTo>
                    <a:lnTo>
                      <a:pt x="4933" y="1997"/>
                    </a:lnTo>
                    <a:lnTo>
                      <a:pt x="5107" y="1906"/>
                    </a:lnTo>
                    <a:lnTo>
                      <a:pt x="5280" y="1815"/>
                    </a:lnTo>
                    <a:lnTo>
                      <a:pt x="5453" y="1706"/>
                    </a:lnTo>
                    <a:lnTo>
                      <a:pt x="5617" y="1587"/>
                    </a:lnTo>
                    <a:lnTo>
                      <a:pt x="5772" y="1468"/>
                    </a:lnTo>
                    <a:lnTo>
                      <a:pt x="5927" y="1332"/>
                    </a:lnTo>
                    <a:lnTo>
                      <a:pt x="6073" y="1195"/>
                    </a:lnTo>
                    <a:lnTo>
                      <a:pt x="6210" y="1040"/>
                    </a:lnTo>
                    <a:lnTo>
                      <a:pt x="5818" y="693"/>
                    </a:lnTo>
                    <a:lnTo>
                      <a:pt x="5681" y="839"/>
                    </a:lnTo>
                    <a:lnTo>
                      <a:pt x="5535" y="976"/>
                    </a:lnTo>
                    <a:lnTo>
                      <a:pt x="5380" y="1104"/>
                    </a:lnTo>
                    <a:lnTo>
                      <a:pt x="5225" y="1222"/>
                    </a:lnTo>
                    <a:lnTo>
                      <a:pt x="5061" y="1332"/>
                    </a:lnTo>
                    <a:lnTo>
                      <a:pt x="4888" y="1432"/>
                    </a:lnTo>
                    <a:lnTo>
                      <a:pt x="4715" y="1514"/>
                    </a:lnTo>
                    <a:lnTo>
                      <a:pt x="4532" y="1587"/>
                    </a:lnTo>
                    <a:lnTo>
                      <a:pt x="4350" y="1660"/>
                    </a:lnTo>
                    <a:lnTo>
                      <a:pt x="4158" y="1706"/>
                    </a:lnTo>
                    <a:lnTo>
                      <a:pt x="3967" y="1751"/>
                    </a:lnTo>
                    <a:lnTo>
                      <a:pt x="3766" y="1779"/>
                    </a:lnTo>
                    <a:lnTo>
                      <a:pt x="3575" y="1797"/>
                    </a:lnTo>
                    <a:lnTo>
                      <a:pt x="3374" y="1806"/>
                    </a:lnTo>
                    <a:lnTo>
                      <a:pt x="3174" y="1797"/>
                    </a:lnTo>
                    <a:lnTo>
                      <a:pt x="2973" y="1779"/>
                    </a:lnTo>
                    <a:lnTo>
                      <a:pt x="2772" y="1751"/>
                    </a:lnTo>
                    <a:lnTo>
                      <a:pt x="2581" y="1706"/>
                    </a:lnTo>
                    <a:lnTo>
                      <a:pt x="2380" y="1651"/>
                    </a:lnTo>
                    <a:lnTo>
                      <a:pt x="2198" y="1578"/>
                    </a:lnTo>
                    <a:lnTo>
                      <a:pt x="2015" y="1505"/>
                    </a:lnTo>
                    <a:lnTo>
                      <a:pt x="1833" y="1414"/>
                    </a:lnTo>
                    <a:lnTo>
                      <a:pt x="1669" y="1313"/>
                    </a:lnTo>
                    <a:lnTo>
                      <a:pt x="1505" y="1204"/>
                    </a:lnTo>
                    <a:lnTo>
                      <a:pt x="1341" y="1086"/>
                    </a:lnTo>
                    <a:lnTo>
                      <a:pt x="1195" y="958"/>
                    </a:lnTo>
                    <a:lnTo>
                      <a:pt x="1049" y="821"/>
                    </a:lnTo>
                    <a:lnTo>
                      <a:pt x="912" y="675"/>
                    </a:lnTo>
                    <a:lnTo>
                      <a:pt x="794" y="520"/>
                    </a:lnTo>
                    <a:lnTo>
                      <a:pt x="675" y="356"/>
                    </a:lnTo>
                    <a:lnTo>
                      <a:pt x="566" y="18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3">
                <a:extLst>
                  <a:ext uri="{FF2B5EF4-FFF2-40B4-BE49-F238E27FC236}">
                    <a16:creationId xmlns:a16="http://schemas.microsoft.com/office/drawing/2014/main" id="{C4F9C605-3C5D-313A-ABCB-A3940A88F578}"/>
                  </a:ext>
                </a:extLst>
              </p:cNvPr>
              <p:cNvSpPr/>
              <p:nvPr/>
            </p:nvSpPr>
            <p:spPr>
              <a:xfrm>
                <a:off x="3896869" y="309302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8" y="28"/>
                    </a:lnTo>
                    <a:lnTo>
                      <a:pt x="375" y="46"/>
                    </a:lnTo>
                    <a:lnTo>
                      <a:pt x="320" y="73"/>
                    </a:lnTo>
                    <a:lnTo>
                      <a:pt x="274" y="101"/>
                    </a:lnTo>
                    <a:lnTo>
                      <a:pt x="229" y="137"/>
                    </a:lnTo>
                    <a:lnTo>
                      <a:pt x="183" y="183"/>
                    </a:lnTo>
                    <a:lnTo>
                      <a:pt x="147" y="219"/>
                    </a:lnTo>
                    <a:lnTo>
                      <a:pt x="110" y="274"/>
                    </a:lnTo>
                    <a:lnTo>
                      <a:pt x="74" y="319"/>
                    </a:lnTo>
                    <a:lnTo>
                      <a:pt x="55" y="374"/>
                    </a:lnTo>
                    <a:lnTo>
                      <a:pt x="28" y="429"/>
                    </a:lnTo>
                    <a:lnTo>
                      <a:pt x="19" y="493"/>
                    </a:lnTo>
                    <a:lnTo>
                      <a:pt x="10" y="547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5" y="857"/>
                    </a:lnTo>
                    <a:lnTo>
                      <a:pt x="74" y="903"/>
                    </a:lnTo>
                    <a:lnTo>
                      <a:pt x="110" y="958"/>
                    </a:lnTo>
                    <a:lnTo>
                      <a:pt x="147" y="1003"/>
                    </a:lnTo>
                    <a:lnTo>
                      <a:pt x="183" y="1049"/>
                    </a:lnTo>
                    <a:lnTo>
                      <a:pt x="229" y="1085"/>
                    </a:lnTo>
                    <a:lnTo>
                      <a:pt x="274" y="1122"/>
                    </a:lnTo>
                    <a:lnTo>
                      <a:pt x="320" y="1158"/>
                    </a:lnTo>
                    <a:lnTo>
                      <a:pt x="375" y="1177"/>
                    </a:lnTo>
                    <a:lnTo>
                      <a:pt x="438" y="1204"/>
                    </a:lnTo>
                    <a:lnTo>
                      <a:pt x="493" y="1213"/>
                    </a:lnTo>
                    <a:lnTo>
                      <a:pt x="557" y="1222"/>
                    </a:lnTo>
                    <a:lnTo>
                      <a:pt x="612" y="1231"/>
                    </a:lnTo>
                    <a:lnTo>
                      <a:pt x="676" y="1222"/>
                    </a:lnTo>
                    <a:lnTo>
                      <a:pt x="739" y="1213"/>
                    </a:lnTo>
                    <a:lnTo>
                      <a:pt x="803" y="1204"/>
                    </a:lnTo>
                    <a:lnTo>
                      <a:pt x="858" y="1177"/>
                    </a:lnTo>
                    <a:lnTo>
                      <a:pt x="913" y="1158"/>
                    </a:lnTo>
                    <a:lnTo>
                      <a:pt x="958" y="1122"/>
                    </a:lnTo>
                    <a:lnTo>
                      <a:pt x="1004" y="1085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7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75"/>
                    </a:lnTo>
                    <a:lnTo>
                      <a:pt x="1232" y="611"/>
                    </a:lnTo>
                    <a:lnTo>
                      <a:pt x="1232" y="547"/>
                    </a:lnTo>
                    <a:lnTo>
                      <a:pt x="1223" y="49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2" y="274"/>
                    </a:lnTo>
                    <a:lnTo>
                      <a:pt x="1095" y="219"/>
                    </a:lnTo>
                    <a:lnTo>
                      <a:pt x="1049" y="183"/>
                    </a:lnTo>
                    <a:lnTo>
                      <a:pt x="1004" y="137"/>
                    </a:lnTo>
                    <a:lnTo>
                      <a:pt x="958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39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3">
                <a:extLst>
                  <a:ext uri="{FF2B5EF4-FFF2-40B4-BE49-F238E27FC236}">
                    <a16:creationId xmlns:a16="http://schemas.microsoft.com/office/drawing/2014/main" id="{AB483FFB-47D1-A868-407F-0F2E11280837}"/>
                  </a:ext>
                </a:extLst>
              </p:cNvPr>
              <p:cNvSpPr/>
              <p:nvPr/>
            </p:nvSpPr>
            <p:spPr>
              <a:xfrm>
                <a:off x="4475413" y="3215690"/>
                <a:ext cx="141529" cy="366604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7113" extrusionOk="0">
                    <a:moveTo>
                      <a:pt x="2472" y="0"/>
                    </a:moveTo>
                    <a:lnTo>
                      <a:pt x="2253" y="137"/>
                    </a:lnTo>
                    <a:lnTo>
                      <a:pt x="2043" y="292"/>
                    </a:lnTo>
                    <a:lnTo>
                      <a:pt x="1843" y="447"/>
                    </a:lnTo>
                    <a:lnTo>
                      <a:pt x="1651" y="620"/>
                    </a:lnTo>
                    <a:lnTo>
                      <a:pt x="1469" y="794"/>
                    </a:lnTo>
                    <a:lnTo>
                      <a:pt x="1296" y="976"/>
                    </a:lnTo>
                    <a:lnTo>
                      <a:pt x="1141" y="1167"/>
                    </a:lnTo>
                    <a:lnTo>
                      <a:pt x="986" y="1368"/>
                    </a:lnTo>
                    <a:lnTo>
                      <a:pt x="840" y="1578"/>
                    </a:lnTo>
                    <a:lnTo>
                      <a:pt x="712" y="1787"/>
                    </a:lnTo>
                    <a:lnTo>
                      <a:pt x="584" y="2015"/>
                    </a:lnTo>
                    <a:lnTo>
                      <a:pt x="475" y="2234"/>
                    </a:lnTo>
                    <a:lnTo>
                      <a:pt x="375" y="2471"/>
                    </a:lnTo>
                    <a:lnTo>
                      <a:pt x="283" y="2708"/>
                    </a:lnTo>
                    <a:lnTo>
                      <a:pt x="211" y="2955"/>
                    </a:lnTo>
                    <a:lnTo>
                      <a:pt x="147" y="3201"/>
                    </a:lnTo>
                    <a:lnTo>
                      <a:pt x="92" y="3456"/>
                    </a:lnTo>
                    <a:lnTo>
                      <a:pt x="46" y="3711"/>
                    </a:lnTo>
                    <a:lnTo>
                      <a:pt x="19" y="3958"/>
                    </a:lnTo>
                    <a:lnTo>
                      <a:pt x="1" y="4213"/>
                    </a:lnTo>
                    <a:lnTo>
                      <a:pt x="1" y="4468"/>
                    </a:lnTo>
                    <a:lnTo>
                      <a:pt x="10" y="4724"/>
                    </a:lnTo>
                    <a:lnTo>
                      <a:pt x="28" y="4970"/>
                    </a:lnTo>
                    <a:lnTo>
                      <a:pt x="65" y="5216"/>
                    </a:lnTo>
                    <a:lnTo>
                      <a:pt x="110" y="5471"/>
                    </a:lnTo>
                    <a:lnTo>
                      <a:pt x="165" y="5708"/>
                    </a:lnTo>
                    <a:lnTo>
                      <a:pt x="238" y="5955"/>
                    </a:lnTo>
                    <a:lnTo>
                      <a:pt x="320" y="6192"/>
                    </a:lnTo>
                    <a:lnTo>
                      <a:pt x="411" y="6429"/>
                    </a:lnTo>
                    <a:lnTo>
                      <a:pt x="521" y="6666"/>
                    </a:lnTo>
                    <a:lnTo>
                      <a:pt x="639" y="6894"/>
                    </a:lnTo>
                    <a:lnTo>
                      <a:pt x="767" y="7113"/>
                    </a:lnTo>
                    <a:lnTo>
                      <a:pt x="1214" y="6839"/>
                    </a:lnTo>
                    <a:lnTo>
                      <a:pt x="1095" y="6639"/>
                    </a:lnTo>
                    <a:lnTo>
                      <a:pt x="995" y="6429"/>
                    </a:lnTo>
                    <a:lnTo>
                      <a:pt x="894" y="6228"/>
                    </a:lnTo>
                    <a:lnTo>
                      <a:pt x="812" y="6009"/>
                    </a:lnTo>
                    <a:lnTo>
                      <a:pt x="739" y="5800"/>
                    </a:lnTo>
                    <a:lnTo>
                      <a:pt x="676" y="5581"/>
                    </a:lnTo>
                    <a:lnTo>
                      <a:pt x="621" y="5362"/>
                    </a:lnTo>
                    <a:lnTo>
                      <a:pt x="584" y="5134"/>
                    </a:lnTo>
                    <a:lnTo>
                      <a:pt x="557" y="4915"/>
                    </a:lnTo>
                    <a:lnTo>
                      <a:pt x="530" y="4687"/>
                    </a:lnTo>
                    <a:lnTo>
                      <a:pt x="530" y="4459"/>
                    </a:lnTo>
                    <a:lnTo>
                      <a:pt x="530" y="4231"/>
                    </a:lnTo>
                    <a:lnTo>
                      <a:pt x="548" y="4012"/>
                    </a:lnTo>
                    <a:lnTo>
                      <a:pt x="566" y="3784"/>
                    </a:lnTo>
                    <a:lnTo>
                      <a:pt x="603" y="3556"/>
                    </a:lnTo>
                    <a:lnTo>
                      <a:pt x="657" y="3328"/>
                    </a:lnTo>
                    <a:lnTo>
                      <a:pt x="712" y="3100"/>
                    </a:lnTo>
                    <a:lnTo>
                      <a:pt x="785" y="2882"/>
                    </a:lnTo>
                    <a:lnTo>
                      <a:pt x="867" y="2672"/>
                    </a:lnTo>
                    <a:lnTo>
                      <a:pt x="958" y="2462"/>
                    </a:lnTo>
                    <a:lnTo>
                      <a:pt x="1059" y="2252"/>
                    </a:lnTo>
                    <a:lnTo>
                      <a:pt x="1168" y="2052"/>
                    </a:lnTo>
                    <a:lnTo>
                      <a:pt x="1286" y="1860"/>
                    </a:lnTo>
                    <a:lnTo>
                      <a:pt x="1414" y="1678"/>
                    </a:lnTo>
                    <a:lnTo>
                      <a:pt x="1551" y="1496"/>
                    </a:lnTo>
                    <a:lnTo>
                      <a:pt x="1697" y="1322"/>
                    </a:lnTo>
                    <a:lnTo>
                      <a:pt x="1852" y="1158"/>
                    </a:lnTo>
                    <a:lnTo>
                      <a:pt x="2007" y="1003"/>
                    </a:lnTo>
                    <a:lnTo>
                      <a:pt x="2180" y="848"/>
                    </a:lnTo>
                    <a:lnTo>
                      <a:pt x="2362" y="711"/>
                    </a:lnTo>
                    <a:lnTo>
                      <a:pt x="2545" y="575"/>
                    </a:lnTo>
                    <a:lnTo>
                      <a:pt x="2745" y="447"/>
                    </a:lnTo>
                    <a:lnTo>
                      <a:pt x="24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3">
                <a:extLst>
                  <a:ext uri="{FF2B5EF4-FFF2-40B4-BE49-F238E27FC236}">
                    <a16:creationId xmlns:a16="http://schemas.microsoft.com/office/drawing/2014/main" id="{CB230E9F-8D1B-5DAC-B0ED-B211CFFF3FE9}"/>
                  </a:ext>
                </a:extLst>
              </p:cNvPr>
              <p:cNvSpPr/>
              <p:nvPr/>
            </p:nvSpPr>
            <p:spPr>
              <a:xfrm>
                <a:off x="4577876" y="319548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0"/>
                    </a:moveTo>
                    <a:lnTo>
                      <a:pt x="520" y="9"/>
                    </a:lnTo>
                    <a:lnTo>
                      <a:pt x="466" y="18"/>
                    </a:lnTo>
                    <a:lnTo>
                      <a:pt x="411" y="37"/>
                    </a:lnTo>
                    <a:lnTo>
                      <a:pt x="347" y="64"/>
                    </a:lnTo>
                    <a:lnTo>
                      <a:pt x="292" y="91"/>
                    </a:lnTo>
                    <a:lnTo>
                      <a:pt x="247" y="128"/>
                    </a:lnTo>
                    <a:lnTo>
                      <a:pt x="192" y="164"/>
                    </a:lnTo>
                    <a:lnTo>
                      <a:pt x="156" y="210"/>
                    </a:lnTo>
                    <a:lnTo>
                      <a:pt x="119" y="255"/>
                    </a:lnTo>
                    <a:lnTo>
                      <a:pt x="83" y="310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4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1"/>
                    </a:lnTo>
                    <a:lnTo>
                      <a:pt x="19" y="766"/>
                    </a:lnTo>
                    <a:lnTo>
                      <a:pt x="37" y="821"/>
                    </a:lnTo>
                    <a:lnTo>
                      <a:pt x="64" y="885"/>
                    </a:lnTo>
                    <a:lnTo>
                      <a:pt x="92" y="939"/>
                    </a:lnTo>
                    <a:lnTo>
                      <a:pt x="128" y="985"/>
                    </a:lnTo>
                    <a:lnTo>
                      <a:pt x="165" y="1040"/>
                    </a:lnTo>
                    <a:lnTo>
                      <a:pt x="210" y="1076"/>
                    </a:lnTo>
                    <a:lnTo>
                      <a:pt x="256" y="1113"/>
                    </a:lnTo>
                    <a:lnTo>
                      <a:pt x="311" y="1149"/>
                    </a:lnTo>
                    <a:lnTo>
                      <a:pt x="365" y="1176"/>
                    </a:lnTo>
                    <a:lnTo>
                      <a:pt x="420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93" y="1231"/>
                    </a:lnTo>
                    <a:lnTo>
                      <a:pt x="648" y="1231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30" y="1195"/>
                    </a:lnTo>
                    <a:lnTo>
                      <a:pt x="885" y="1167"/>
                    </a:lnTo>
                    <a:lnTo>
                      <a:pt x="940" y="1140"/>
                    </a:lnTo>
                    <a:lnTo>
                      <a:pt x="995" y="1103"/>
                    </a:lnTo>
                    <a:lnTo>
                      <a:pt x="1040" y="1067"/>
                    </a:lnTo>
                    <a:lnTo>
                      <a:pt x="1077" y="1021"/>
                    </a:lnTo>
                    <a:lnTo>
                      <a:pt x="1113" y="976"/>
                    </a:lnTo>
                    <a:lnTo>
                      <a:pt x="1150" y="921"/>
                    </a:lnTo>
                    <a:lnTo>
                      <a:pt x="1177" y="866"/>
                    </a:lnTo>
                    <a:lnTo>
                      <a:pt x="1195" y="812"/>
                    </a:lnTo>
                    <a:lnTo>
                      <a:pt x="1213" y="757"/>
                    </a:lnTo>
                    <a:lnTo>
                      <a:pt x="1223" y="702"/>
                    </a:lnTo>
                    <a:lnTo>
                      <a:pt x="1232" y="638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3" y="465"/>
                    </a:lnTo>
                    <a:lnTo>
                      <a:pt x="1195" y="401"/>
                    </a:lnTo>
                    <a:lnTo>
                      <a:pt x="1168" y="347"/>
                    </a:lnTo>
                    <a:lnTo>
                      <a:pt x="1140" y="292"/>
                    </a:lnTo>
                    <a:lnTo>
                      <a:pt x="1104" y="237"/>
                    </a:lnTo>
                    <a:lnTo>
                      <a:pt x="1068" y="192"/>
                    </a:lnTo>
                    <a:lnTo>
                      <a:pt x="1022" y="155"/>
                    </a:lnTo>
                    <a:lnTo>
                      <a:pt x="976" y="119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7" y="18"/>
                    </a:lnTo>
                    <a:lnTo>
                      <a:pt x="703" y="9"/>
                    </a:lnTo>
                    <a:lnTo>
                      <a:pt x="6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3">
                <a:extLst>
                  <a:ext uri="{FF2B5EF4-FFF2-40B4-BE49-F238E27FC236}">
                    <a16:creationId xmlns:a16="http://schemas.microsoft.com/office/drawing/2014/main" id="{ECFF7202-921A-6591-C777-08AE4ECE445C}"/>
                  </a:ext>
                </a:extLst>
              </p:cNvPr>
              <p:cNvSpPr/>
              <p:nvPr/>
            </p:nvSpPr>
            <p:spPr>
              <a:xfrm>
                <a:off x="4364497" y="327676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1" y="10"/>
                    </a:lnTo>
                    <a:lnTo>
                      <a:pt x="466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65"/>
                    </a:lnTo>
                    <a:lnTo>
                      <a:pt x="156" y="210"/>
                    </a:lnTo>
                    <a:lnTo>
                      <a:pt x="119" y="256"/>
                    </a:lnTo>
                    <a:lnTo>
                      <a:pt x="83" y="311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5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8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56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84" y="1232"/>
                    </a:lnTo>
                    <a:lnTo>
                      <a:pt x="648" y="1232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21" y="1195"/>
                    </a:lnTo>
                    <a:lnTo>
                      <a:pt x="885" y="1168"/>
                    </a:lnTo>
                    <a:lnTo>
                      <a:pt x="940" y="1140"/>
                    </a:lnTo>
                    <a:lnTo>
                      <a:pt x="986" y="1104"/>
                    </a:lnTo>
                    <a:lnTo>
                      <a:pt x="1040" y="1067"/>
                    </a:lnTo>
                    <a:lnTo>
                      <a:pt x="1077" y="1022"/>
                    </a:lnTo>
                    <a:lnTo>
                      <a:pt x="1113" y="976"/>
                    </a:lnTo>
                    <a:lnTo>
                      <a:pt x="1150" y="922"/>
                    </a:lnTo>
                    <a:lnTo>
                      <a:pt x="1177" y="867"/>
                    </a:lnTo>
                    <a:lnTo>
                      <a:pt x="1195" y="812"/>
                    </a:lnTo>
                    <a:lnTo>
                      <a:pt x="1214" y="757"/>
                    </a:lnTo>
                    <a:lnTo>
                      <a:pt x="1223" y="703"/>
                    </a:lnTo>
                    <a:lnTo>
                      <a:pt x="1232" y="639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4" y="466"/>
                    </a:lnTo>
                    <a:lnTo>
                      <a:pt x="1195" y="411"/>
                    </a:lnTo>
                    <a:lnTo>
                      <a:pt x="1168" y="347"/>
                    </a:lnTo>
                    <a:lnTo>
                      <a:pt x="1141" y="292"/>
                    </a:lnTo>
                    <a:lnTo>
                      <a:pt x="1104" y="247"/>
                    </a:lnTo>
                    <a:lnTo>
                      <a:pt x="1068" y="192"/>
                    </a:lnTo>
                    <a:lnTo>
                      <a:pt x="1022" y="156"/>
                    </a:lnTo>
                    <a:lnTo>
                      <a:pt x="976" y="119"/>
                    </a:lnTo>
                    <a:lnTo>
                      <a:pt x="922" y="83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8" y="19"/>
                    </a:lnTo>
                    <a:lnTo>
                      <a:pt x="703" y="10"/>
                    </a:lnTo>
                    <a:lnTo>
                      <a:pt x="6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3">
                <a:extLst>
                  <a:ext uri="{FF2B5EF4-FFF2-40B4-BE49-F238E27FC236}">
                    <a16:creationId xmlns:a16="http://schemas.microsoft.com/office/drawing/2014/main" id="{32F27019-23D8-5D47-21EF-A0BF4341B3F9}"/>
                  </a:ext>
                </a:extLst>
              </p:cNvPr>
              <p:cNvSpPr/>
              <p:nvPr/>
            </p:nvSpPr>
            <p:spPr>
              <a:xfrm>
                <a:off x="4660598" y="2821353"/>
                <a:ext cx="150445" cy="188069"/>
              </a:xfrm>
              <a:custGeom>
                <a:avLst/>
                <a:gdLst/>
                <a:ahLst/>
                <a:cxnLst/>
                <a:rect l="l" t="t" r="r" b="b"/>
                <a:pathLst>
                  <a:path w="2919" h="3649" extrusionOk="0">
                    <a:moveTo>
                      <a:pt x="2873" y="1"/>
                    </a:moveTo>
                    <a:lnTo>
                      <a:pt x="2709" y="19"/>
                    </a:lnTo>
                    <a:lnTo>
                      <a:pt x="2554" y="46"/>
                    </a:lnTo>
                    <a:lnTo>
                      <a:pt x="2399" y="83"/>
                    </a:lnTo>
                    <a:lnTo>
                      <a:pt x="2244" y="128"/>
                    </a:lnTo>
                    <a:lnTo>
                      <a:pt x="2098" y="183"/>
                    </a:lnTo>
                    <a:lnTo>
                      <a:pt x="1952" y="247"/>
                    </a:lnTo>
                    <a:lnTo>
                      <a:pt x="1806" y="311"/>
                    </a:lnTo>
                    <a:lnTo>
                      <a:pt x="1669" y="393"/>
                    </a:lnTo>
                    <a:lnTo>
                      <a:pt x="1532" y="475"/>
                    </a:lnTo>
                    <a:lnTo>
                      <a:pt x="1405" y="557"/>
                    </a:lnTo>
                    <a:lnTo>
                      <a:pt x="1277" y="657"/>
                    </a:lnTo>
                    <a:lnTo>
                      <a:pt x="1159" y="758"/>
                    </a:lnTo>
                    <a:lnTo>
                      <a:pt x="1040" y="858"/>
                    </a:lnTo>
                    <a:lnTo>
                      <a:pt x="931" y="976"/>
                    </a:lnTo>
                    <a:lnTo>
                      <a:pt x="830" y="1086"/>
                    </a:lnTo>
                    <a:lnTo>
                      <a:pt x="730" y="1213"/>
                    </a:lnTo>
                    <a:lnTo>
                      <a:pt x="630" y="1341"/>
                    </a:lnTo>
                    <a:lnTo>
                      <a:pt x="539" y="1469"/>
                    </a:lnTo>
                    <a:lnTo>
                      <a:pt x="456" y="1606"/>
                    </a:lnTo>
                    <a:lnTo>
                      <a:pt x="383" y="1742"/>
                    </a:lnTo>
                    <a:lnTo>
                      <a:pt x="311" y="1888"/>
                    </a:lnTo>
                    <a:lnTo>
                      <a:pt x="247" y="2034"/>
                    </a:lnTo>
                    <a:lnTo>
                      <a:pt x="192" y="2189"/>
                    </a:lnTo>
                    <a:lnTo>
                      <a:pt x="137" y="2335"/>
                    </a:lnTo>
                    <a:lnTo>
                      <a:pt x="101" y="2499"/>
                    </a:lnTo>
                    <a:lnTo>
                      <a:pt x="64" y="2654"/>
                    </a:lnTo>
                    <a:lnTo>
                      <a:pt x="37" y="2818"/>
                    </a:lnTo>
                    <a:lnTo>
                      <a:pt x="10" y="2973"/>
                    </a:lnTo>
                    <a:lnTo>
                      <a:pt x="1" y="3137"/>
                    </a:lnTo>
                    <a:lnTo>
                      <a:pt x="1" y="3311"/>
                    </a:lnTo>
                    <a:lnTo>
                      <a:pt x="1" y="3475"/>
                    </a:lnTo>
                    <a:lnTo>
                      <a:pt x="19" y="3648"/>
                    </a:lnTo>
                    <a:lnTo>
                      <a:pt x="539" y="3593"/>
                    </a:lnTo>
                    <a:lnTo>
                      <a:pt x="529" y="3448"/>
                    </a:lnTo>
                    <a:lnTo>
                      <a:pt x="520" y="3311"/>
                    </a:lnTo>
                    <a:lnTo>
                      <a:pt x="529" y="3165"/>
                    </a:lnTo>
                    <a:lnTo>
                      <a:pt x="539" y="3028"/>
                    </a:lnTo>
                    <a:lnTo>
                      <a:pt x="557" y="2891"/>
                    </a:lnTo>
                    <a:lnTo>
                      <a:pt x="575" y="2755"/>
                    </a:lnTo>
                    <a:lnTo>
                      <a:pt x="602" y="2627"/>
                    </a:lnTo>
                    <a:lnTo>
                      <a:pt x="639" y="2490"/>
                    </a:lnTo>
                    <a:lnTo>
                      <a:pt x="684" y="2362"/>
                    </a:lnTo>
                    <a:lnTo>
                      <a:pt x="730" y="2235"/>
                    </a:lnTo>
                    <a:lnTo>
                      <a:pt x="785" y="2116"/>
                    </a:lnTo>
                    <a:lnTo>
                      <a:pt x="839" y="1989"/>
                    </a:lnTo>
                    <a:lnTo>
                      <a:pt x="903" y="1870"/>
                    </a:lnTo>
                    <a:lnTo>
                      <a:pt x="976" y="1761"/>
                    </a:lnTo>
                    <a:lnTo>
                      <a:pt x="1049" y="1651"/>
                    </a:lnTo>
                    <a:lnTo>
                      <a:pt x="1131" y="1542"/>
                    </a:lnTo>
                    <a:lnTo>
                      <a:pt x="1213" y="1441"/>
                    </a:lnTo>
                    <a:lnTo>
                      <a:pt x="1304" y="1341"/>
                    </a:lnTo>
                    <a:lnTo>
                      <a:pt x="1396" y="1250"/>
                    </a:lnTo>
                    <a:lnTo>
                      <a:pt x="1496" y="1159"/>
                    </a:lnTo>
                    <a:lnTo>
                      <a:pt x="1596" y="1077"/>
                    </a:lnTo>
                    <a:lnTo>
                      <a:pt x="1697" y="995"/>
                    </a:lnTo>
                    <a:lnTo>
                      <a:pt x="1806" y="922"/>
                    </a:lnTo>
                    <a:lnTo>
                      <a:pt x="1915" y="849"/>
                    </a:lnTo>
                    <a:lnTo>
                      <a:pt x="2034" y="785"/>
                    </a:lnTo>
                    <a:lnTo>
                      <a:pt x="2153" y="730"/>
                    </a:lnTo>
                    <a:lnTo>
                      <a:pt x="2271" y="675"/>
                    </a:lnTo>
                    <a:lnTo>
                      <a:pt x="2399" y="639"/>
                    </a:lnTo>
                    <a:lnTo>
                      <a:pt x="2526" y="593"/>
                    </a:lnTo>
                    <a:lnTo>
                      <a:pt x="2654" y="566"/>
                    </a:lnTo>
                    <a:lnTo>
                      <a:pt x="2791" y="539"/>
                    </a:lnTo>
                    <a:lnTo>
                      <a:pt x="2918" y="520"/>
                    </a:lnTo>
                    <a:lnTo>
                      <a:pt x="287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3">
                <a:extLst>
                  <a:ext uri="{FF2B5EF4-FFF2-40B4-BE49-F238E27FC236}">
                    <a16:creationId xmlns:a16="http://schemas.microsoft.com/office/drawing/2014/main" id="{05827C2C-AED4-7559-8AA1-21D6DDC42C48}"/>
                  </a:ext>
                </a:extLst>
              </p:cNvPr>
              <p:cNvSpPr/>
              <p:nvPr/>
            </p:nvSpPr>
            <p:spPr>
              <a:xfrm>
                <a:off x="4775276" y="280305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1" y="0"/>
                    </a:moveTo>
                    <a:lnTo>
                      <a:pt x="557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9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3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73" y="319"/>
                    </a:lnTo>
                    <a:lnTo>
                      <a:pt x="55" y="374"/>
                    </a:lnTo>
                    <a:lnTo>
                      <a:pt x="28" y="438"/>
                    </a:lnTo>
                    <a:lnTo>
                      <a:pt x="19" y="492"/>
                    </a:lnTo>
                    <a:lnTo>
                      <a:pt x="10" y="556"/>
                    </a:lnTo>
                    <a:lnTo>
                      <a:pt x="0" y="620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803"/>
                    </a:lnTo>
                    <a:lnTo>
                      <a:pt x="55" y="857"/>
                    </a:lnTo>
                    <a:lnTo>
                      <a:pt x="73" y="912"/>
                    </a:lnTo>
                    <a:lnTo>
                      <a:pt x="110" y="958"/>
                    </a:lnTo>
                    <a:lnTo>
                      <a:pt x="146" y="1003"/>
                    </a:lnTo>
                    <a:lnTo>
                      <a:pt x="183" y="1049"/>
                    </a:lnTo>
                    <a:lnTo>
                      <a:pt x="228" y="1094"/>
                    </a:lnTo>
                    <a:lnTo>
                      <a:pt x="274" y="1122"/>
                    </a:lnTo>
                    <a:lnTo>
                      <a:pt x="329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7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8" y="1185"/>
                    </a:lnTo>
                    <a:lnTo>
                      <a:pt x="912" y="1158"/>
                    </a:lnTo>
                    <a:lnTo>
                      <a:pt x="958" y="1122"/>
                    </a:lnTo>
                    <a:lnTo>
                      <a:pt x="1013" y="1094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31" y="958"/>
                    </a:lnTo>
                    <a:lnTo>
                      <a:pt x="1159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75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31" y="274"/>
                    </a:lnTo>
                    <a:lnTo>
                      <a:pt x="1095" y="228"/>
                    </a:lnTo>
                    <a:lnTo>
                      <a:pt x="1049" y="182"/>
                    </a:lnTo>
                    <a:lnTo>
                      <a:pt x="1013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8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3">
                <a:extLst>
                  <a:ext uri="{FF2B5EF4-FFF2-40B4-BE49-F238E27FC236}">
                    <a16:creationId xmlns:a16="http://schemas.microsoft.com/office/drawing/2014/main" id="{60732011-83E6-037A-7C8B-11EFBEC78C24}"/>
                  </a:ext>
                </a:extLst>
              </p:cNvPr>
              <p:cNvSpPr/>
              <p:nvPr/>
            </p:nvSpPr>
            <p:spPr>
              <a:xfrm>
                <a:off x="5107559" y="3183735"/>
                <a:ext cx="84165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4569" extrusionOk="0">
                    <a:moveTo>
                      <a:pt x="1341" y="0"/>
                    </a:moveTo>
                    <a:lnTo>
                      <a:pt x="1204" y="91"/>
                    </a:lnTo>
                    <a:lnTo>
                      <a:pt x="1085" y="192"/>
                    </a:lnTo>
                    <a:lnTo>
                      <a:pt x="967" y="301"/>
                    </a:lnTo>
                    <a:lnTo>
                      <a:pt x="848" y="410"/>
                    </a:lnTo>
                    <a:lnTo>
                      <a:pt x="748" y="529"/>
                    </a:lnTo>
                    <a:lnTo>
                      <a:pt x="648" y="657"/>
                    </a:lnTo>
                    <a:lnTo>
                      <a:pt x="557" y="784"/>
                    </a:lnTo>
                    <a:lnTo>
                      <a:pt x="474" y="912"/>
                    </a:lnTo>
                    <a:lnTo>
                      <a:pt x="392" y="1049"/>
                    </a:lnTo>
                    <a:lnTo>
                      <a:pt x="329" y="1195"/>
                    </a:lnTo>
                    <a:lnTo>
                      <a:pt x="256" y="1331"/>
                    </a:lnTo>
                    <a:lnTo>
                      <a:pt x="201" y="1477"/>
                    </a:lnTo>
                    <a:lnTo>
                      <a:pt x="155" y="1632"/>
                    </a:lnTo>
                    <a:lnTo>
                      <a:pt x="110" y="1778"/>
                    </a:lnTo>
                    <a:lnTo>
                      <a:pt x="73" y="1933"/>
                    </a:lnTo>
                    <a:lnTo>
                      <a:pt x="46" y="2088"/>
                    </a:lnTo>
                    <a:lnTo>
                      <a:pt x="19" y="2243"/>
                    </a:lnTo>
                    <a:lnTo>
                      <a:pt x="9" y="2407"/>
                    </a:lnTo>
                    <a:lnTo>
                      <a:pt x="0" y="2562"/>
                    </a:lnTo>
                    <a:lnTo>
                      <a:pt x="0" y="2727"/>
                    </a:lnTo>
                    <a:lnTo>
                      <a:pt x="9" y="2882"/>
                    </a:lnTo>
                    <a:lnTo>
                      <a:pt x="19" y="3046"/>
                    </a:lnTo>
                    <a:lnTo>
                      <a:pt x="46" y="3201"/>
                    </a:lnTo>
                    <a:lnTo>
                      <a:pt x="73" y="3356"/>
                    </a:lnTo>
                    <a:lnTo>
                      <a:pt x="110" y="3520"/>
                    </a:lnTo>
                    <a:lnTo>
                      <a:pt x="155" y="3675"/>
                    </a:lnTo>
                    <a:lnTo>
                      <a:pt x="210" y="3830"/>
                    </a:lnTo>
                    <a:lnTo>
                      <a:pt x="274" y="3985"/>
                    </a:lnTo>
                    <a:lnTo>
                      <a:pt x="338" y="4131"/>
                    </a:lnTo>
                    <a:lnTo>
                      <a:pt x="420" y="4277"/>
                    </a:lnTo>
                    <a:lnTo>
                      <a:pt x="502" y="4423"/>
                    </a:lnTo>
                    <a:lnTo>
                      <a:pt x="593" y="4569"/>
                    </a:lnTo>
                    <a:lnTo>
                      <a:pt x="1031" y="4268"/>
                    </a:lnTo>
                    <a:lnTo>
                      <a:pt x="949" y="4149"/>
                    </a:lnTo>
                    <a:lnTo>
                      <a:pt x="876" y="4021"/>
                    </a:lnTo>
                    <a:lnTo>
                      <a:pt x="812" y="3903"/>
                    </a:lnTo>
                    <a:lnTo>
                      <a:pt x="757" y="3775"/>
                    </a:lnTo>
                    <a:lnTo>
                      <a:pt x="702" y="3648"/>
                    </a:lnTo>
                    <a:lnTo>
                      <a:pt x="657" y="3520"/>
                    </a:lnTo>
                    <a:lnTo>
                      <a:pt x="620" y="3383"/>
                    </a:lnTo>
                    <a:lnTo>
                      <a:pt x="584" y="3255"/>
                    </a:lnTo>
                    <a:lnTo>
                      <a:pt x="566" y="3119"/>
                    </a:lnTo>
                    <a:lnTo>
                      <a:pt x="547" y="2982"/>
                    </a:lnTo>
                    <a:lnTo>
                      <a:pt x="529" y="2854"/>
                    </a:lnTo>
                    <a:lnTo>
                      <a:pt x="520" y="2717"/>
                    </a:lnTo>
                    <a:lnTo>
                      <a:pt x="520" y="2581"/>
                    </a:lnTo>
                    <a:lnTo>
                      <a:pt x="529" y="2453"/>
                    </a:lnTo>
                    <a:lnTo>
                      <a:pt x="538" y="2316"/>
                    </a:lnTo>
                    <a:lnTo>
                      <a:pt x="557" y="2189"/>
                    </a:lnTo>
                    <a:lnTo>
                      <a:pt x="584" y="2052"/>
                    </a:lnTo>
                    <a:lnTo>
                      <a:pt x="611" y="1924"/>
                    </a:lnTo>
                    <a:lnTo>
                      <a:pt x="648" y="1796"/>
                    </a:lnTo>
                    <a:lnTo>
                      <a:pt x="693" y="1669"/>
                    </a:lnTo>
                    <a:lnTo>
                      <a:pt x="739" y="1550"/>
                    </a:lnTo>
                    <a:lnTo>
                      <a:pt x="794" y="1432"/>
                    </a:lnTo>
                    <a:lnTo>
                      <a:pt x="848" y="1313"/>
                    </a:lnTo>
                    <a:lnTo>
                      <a:pt x="912" y="1195"/>
                    </a:lnTo>
                    <a:lnTo>
                      <a:pt x="985" y="1085"/>
                    </a:lnTo>
                    <a:lnTo>
                      <a:pt x="1058" y="985"/>
                    </a:lnTo>
                    <a:lnTo>
                      <a:pt x="1140" y="876"/>
                    </a:lnTo>
                    <a:lnTo>
                      <a:pt x="1231" y="775"/>
                    </a:lnTo>
                    <a:lnTo>
                      <a:pt x="1323" y="684"/>
                    </a:lnTo>
                    <a:lnTo>
                      <a:pt x="1423" y="593"/>
                    </a:lnTo>
                    <a:lnTo>
                      <a:pt x="1523" y="511"/>
                    </a:lnTo>
                    <a:lnTo>
                      <a:pt x="1633" y="429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3">
                <a:extLst>
                  <a:ext uri="{FF2B5EF4-FFF2-40B4-BE49-F238E27FC236}">
                    <a16:creationId xmlns:a16="http://schemas.microsoft.com/office/drawing/2014/main" id="{31946DEE-0C48-2D17-5C45-7F5655836C9F}"/>
                  </a:ext>
                </a:extLst>
              </p:cNvPr>
              <p:cNvSpPr/>
              <p:nvPr/>
            </p:nvSpPr>
            <p:spPr>
              <a:xfrm>
                <a:off x="5149823" y="3164459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9" y="28"/>
                    </a:lnTo>
                    <a:lnTo>
                      <a:pt x="384" y="46"/>
                    </a:lnTo>
                    <a:lnTo>
                      <a:pt x="320" y="73"/>
                    </a:lnTo>
                    <a:lnTo>
                      <a:pt x="275" y="110"/>
                    </a:lnTo>
                    <a:lnTo>
                      <a:pt x="220" y="146"/>
                    </a:lnTo>
                    <a:lnTo>
                      <a:pt x="174" y="183"/>
                    </a:lnTo>
                    <a:lnTo>
                      <a:pt x="138" y="228"/>
                    </a:lnTo>
                    <a:lnTo>
                      <a:pt x="101" y="283"/>
                    </a:lnTo>
                    <a:lnTo>
                      <a:pt x="74" y="329"/>
                    </a:lnTo>
                    <a:lnTo>
                      <a:pt x="47" y="383"/>
                    </a:lnTo>
                    <a:lnTo>
                      <a:pt x="28" y="438"/>
                    </a:lnTo>
                    <a:lnTo>
                      <a:pt x="19" y="502"/>
                    </a:lnTo>
                    <a:lnTo>
                      <a:pt x="10" y="556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6" y="848"/>
                    </a:lnTo>
                    <a:lnTo>
                      <a:pt x="83" y="912"/>
                    </a:lnTo>
                    <a:lnTo>
                      <a:pt x="110" y="958"/>
                    </a:lnTo>
                    <a:lnTo>
                      <a:pt x="156" y="1012"/>
                    </a:lnTo>
                    <a:lnTo>
                      <a:pt x="192" y="1058"/>
                    </a:lnTo>
                    <a:lnTo>
                      <a:pt x="238" y="1094"/>
                    </a:lnTo>
                    <a:lnTo>
                      <a:pt x="284" y="1131"/>
                    </a:lnTo>
                    <a:lnTo>
                      <a:pt x="338" y="1158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3" y="1213"/>
                    </a:lnTo>
                    <a:lnTo>
                      <a:pt x="566" y="1222"/>
                    </a:lnTo>
                    <a:lnTo>
                      <a:pt x="685" y="1222"/>
                    </a:lnTo>
                    <a:lnTo>
                      <a:pt x="740" y="1213"/>
                    </a:lnTo>
                    <a:lnTo>
                      <a:pt x="803" y="1195"/>
                    </a:lnTo>
                    <a:lnTo>
                      <a:pt x="858" y="1177"/>
                    </a:lnTo>
                    <a:lnTo>
                      <a:pt x="913" y="1149"/>
                    </a:lnTo>
                    <a:lnTo>
                      <a:pt x="968" y="1113"/>
                    </a:lnTo>
                    <a:lnTo>
                      <a:pt x="1022" y="1076"/>
                    </a:lnTo>
                    <a:lnTo>
                      <a:pt x="1068" y="1040"/>
                    </a:lnTo>
                    <a:lnTo>
                      <a:pt x="1104" y="994"/>
                    </a:lnTo>
                    <a:lnTo>
                      <a:pt x="1141" y="939"/>
                    </a:lnTo>
                    <a:lnTo>
                      <a:pt x="1168" y="894"/>
                    </a:lnTo>
                    <a:lnTo>
                      <a:pt x="1196" y="839"/>
                    </a:lnTo>
                    <a:lnTo>
                      <a:pt x="1214" y="784"/>
                    </a:lnTo>
                    <a:lnTo>
                      <a:pt x="1223" y="721"/>
                    </a:lnTo>
                    <a:lnTo>
                      <a:pt x="1232" y="666"/>
                    </a:lnTo>
                    <a:lnTo>
                      <a:pt x="1232" y="602"/>
                    </a:lnTo>
                    <a:lnTo>
                      <a:pt x="1232" y="547"/>
                    </a:lnTo>
                    <a:lnTo>
                      <a:pt x="1223" y="484"/>
                    </a:lnTo>
                    <a:lnTo>
                      <a:pt x="1205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3" y="265"/>
                    </a:lnTo>
                    <a:lnTo>
                      <a:pt x="1086" y="210"/>
                    </a:lnTo>
                    <a:lnTo>
                      <a:pt x="1050" y="164"/>
                    </a:lnTo>
                    <a:lnTo>
                      <a:pt x="1004" y="128"/>
                    </a:lnTo>
                    <a:lnTo>
                      <a:pt x="949" y="91"/>
                    </a:lnTo>
                    <a:lnTo>
                      <a:pt x="904" y="64"/>
                    </a:lnTo>
                    <a:lnTo>
                      <a:pt x="849" y="37"/>
                    </a:lnTo>
                    <a:lnTo>
                      <a:pt x="794" y="18"/>
                    </a:lnTo>
                    <a:lnTo>
                      <a:pt x="730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3">
                <a:extLst>
                  <a:ext uri="{FF2B5EF4-FFF2-40B4-BE49-F238E27FC236}">
                    <a16:creationId xmlns:a16="http://schemas.microsoft.com/office/drawing/2014/main" id="{C7BB56CE-A66C-2159-E353-1178CE9129C8}"/>
                  </a:ext>
                </a:extLst>
              </p:cNvPr>
              <p:cNvSpPr/>
              <p:nvPr/>
            </p:nvSpPr>
            <p:spPr>
              <a:xfrm>
                <a:off x="4756464" y="2535147"/>
                <a:ext cx="237857" cy="95452"/>
              </a:xfrm>
              <a:custGeom>
                <a:avLst/>
                <a:gdLst/>
                <a:ahLst/>
                <a:cxnLst/>
                <a:rect l="l" t="t" r="r" b="b"/>
                <a:pathLst>
                  <a:path w="4615" h="1852" extrusionOk="0">
                    <a:moveTo>
                      <a:pt x="2745" y="1"/>
                    </a:moveTo>
                    <a:lnTo>
                      <a:pt x="2581" y="10"/>
                    </a:lnTo>
                    <a:lnTo>
                      <a:pt x="2417" y="28"/>
                    </a:lnTo>
                    <a:lnTo>
                      <a:pt x="2253" y="55"/>
                    </a:lnTo>
                    <a:lnTo>
                      <a:pt x="2089" y="92"/>
                    </a:lnTo>
                    <a:lnTo>
                      <a:pt x="1925" y="128"/>
                    </a:lnTo>
                    <a:lnTo>
                      <a:pt x="1770" y="183"/>
                    </a:lnTo>
                    <a:lnTo>
                      <a:pt x="1615" y="238"/>
                    </a:lnTo>
                    <a:lnTo>
                      <a:pt x="1460" y="301"/>
                    </a:lnTo>
                    <a:lnTo>
                      <a:pt x="1314" y="374"/>
                    </a:lnTo>
                    <a:lnTo>
                      <a:pt x="1177" y="447"/>
                    </a:lnTo>
                    <a:lnTo>
                      <a:pt x="1031" y="529"/>
                    </a:lnTo>
                    <a:lnTo>
                      <a:pt x="903" y="621"/>
                    </a:lnTo>
                    <a:lnTo>
                      <a:pt x="767" y="721"/>
                    </a:lnTo>
                    <a:lnTo>
                      <a:pt x="639" y="821"/>
                    </a:lnTo>
                    <a:lnTo>
                      <a:pt x="520" y="931"/>
                    </a:lnTo>
                    <a:lnTo>
                      <a:pt x="411" y="1049"/>
                    </a:lnTo>
                    <a:lnTo>
                      <a:pt x="302" y="1177"/>
                    </a:lnTo>
                    <a:lnTo>
                      <a:pt x="192" y="1304"/>
                    </a:lnTo>
                    <a:lnTo>
                      <a:pt x="92" y="1432"/>
                    </a:lnTo>
                    <a:lnTo>
                      <a:pt x="1" y="1569"/>
                    </a:lnTo>
                    <a:lnTo>
                      <a:pt x="448" y="1852"/>
                    </a:lnTo>
                    <a:lnTo>
                      <a:pt x="530" y="1733"/>
                    </a:lnTo>
                    <a:lnTo>
                      <a:pt x="612" y="1624"/>
                    </a:lnTo>
                    <a:lnTo>
                      <a:pt x="694" y="1514"/>
                    </a:lnTo>
                    <a:lnTo>
                      <a:pt x="794" y="1414"/>
                    </a:lnTo>
                    <a:lnTo>
                      <a:pt x="885" y="1314"/>
                    </a:lnTo>
                    <a:lnTo>
                      <a:pt x="986" y="1222"/>
                    </a:lnTo>
                    <a:lnTo>
                      <a:pt x="1095" y="1131"/>
                    </a:lnTo>
                    <a:lnTo>
                      <a:pt x="1204" y="1049"/>
                    </a:lnTo>
                    <a:lnTo>
                      <a:pt x="1314" y="976"/>
                    </a:lnTo>
                    <a:lnTo>
                      <a:pt x="1432" y="903"/>
                    </a:lnTo>
                    <a:lnTo>
                      <a:pt x="1560" y="839"/>
                    </a:lnTo>
                    <a:lnTo>
                      <a:pt x="1679" y="776"/>
                    </a:lnTo>
                    <a:lnTo>
                      <a:pt x="1806" y="721"/>
                    </a:lnTo>
                    <a:lnTo>
                      <a:pt x="1943" y="675"/>
                    </a:lnTo>
                    <a:lnTo>
                      <a:pt x="2071" y="639"/>
                    </a:lnTo>
                    <a:lnTo>
                      <a:pt x="2207" y="602"/>
                    </a:lnTo>
                    <a:lnTo>
                      <a:pt x="2344" y="575"/>
                    </a:lnTo>
                    <a:lnTo>
                      <a:pt x="2481" y="548"/>
                    </a:lnTo>
                    <a:lnTo>
                      <a:pt x="2627" y="538"/>
                    </a:lnTo>
                    <a:lnTo>
                      <a:pt x="2764" y="529"/>
                    </a:lnTo>
                    <a:lnTo>
                      <a:pt x="2900" y="529"/>
                    </a:lnTo>
                    <a:lnTo>
                      <a:pt x="3037" y="538"/>
                    </a:lnTo>
                    <a:lnTo>
                      <a:pt x="3174" y="548"/>
                    </a:lnTo>
                    <a:lnTo>
                      <a:pt x="3311" y="566"/>
                    </a:lnTo>
                    <a:lnTo>
                      <a:pt x="3438" y="593"/>
                    </a:lnTo>
                    <a:lnTo>
                      <a:pt x="3575" y="630"/>
                    </a:lnTo>
                    <a:lnTo>
                      <a:pt x="3703" y="666"/>
                    </a:lnTo>
                    <a:lnTo>
                      <a:pt x="3840" y="712"/>
                    </a:lnTo>
                    <a:lnTo>
                      <a:pt x="3967" y="766"/>
                    </a:lnTo>
                    <a:lnTo>
                      <a:pt x="4095" y="821"/>
                    </a:lnTo>
                    <a:lnTo>
                      <a:pt x="4214" y="885"/>
                    </a:lnTo>
                    <a:lnTo>
                      <a:pt x="4332" y="958"/>
                    </a:lnTo>
                    <a:lnTo>
                      <a:pt x="4615" y="520"/>
                    </a:lnTo>
                    <a:lnTo>
                      <a:pt x="4469" y="429"/>
                    </a:lnTo>
                    <a:lnTo>
                      <a:pt x="4323" y="356"/>
                    </a:lnTo>
                    <a:lnTo>
                      <a:pt x="4177" y="283"/>
                    </a:lnTo>
                    <a:lnTo>
                      <a:pt x="4022" y="219"/>
                    </a:lnTo>
                    <a:lnTo>
                      <a:pt x="3867" y="165"/>
                    </a:lnTo>
                    <a:lnTo>
                      <a:pt x="3712" y="119"/>
                    </a:lnTo>
                    <a:lnTo>
                      <a:pt x="3557" y="83"/>
                    </a:lnTo>
                    <a:lnTo>
                      <a:pt x="3393" y="46"/>
                    </a:lnTo>
                    <a:lnTo>
                      <a:pt x="3238" y="28"/>
                    </a:lnTo>
                    <a:lnTo>
                      <a:pt x="3074" y="10"/>
                    </a:lnTo>
                    <a:lnTo>
                      <a:pt x="29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3">
                <a:extLst>
                  <a:ext uri="{FF2B5EF4-FFF2-40B4-BE49-F238E27FC236}">
                    <a16:creationId xmlns:a16="http://schemas.microsoft.com/office/drawing/2014/main" id="{B6CD033C-0D17-4195-92B9-0DB3C15FBE52}"/>
                  </a:ext>
                </a:extLst>
              </p:cNvPr>
              <p:cNvSpPr/>
              <p:nvPr/>
            </p:nvSpPr>
            <p:spPr>
              <a:xfrm>
                <a:off x="4740486" y="2584472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1"/>
                    </a:moveTo>
                    <a:lnTo>
                      <a:pt x="539" y="10"/>
                    </a:lnTo>
                    <a:lnTo>
                      <a:pt x="475" y="19"/>
                    </a:lnTo>
                    <a:lnTo>
                      <a:pt x="420" y="37"/>
                    </a:lnTo>
                    <a:lnTo>
                      <a:pt x="356" y="56"/>
                    </a:lnTo>
                    <a:lnTo>
                      <a:pt x="302" y="92"/>
                    </a:lnTo>
                    <a:lnTo>
                      <a:pt x="256" y="119"/>
                    </a:lnTo>
                    <a:lnTo>
                      <a:pt x="210" y="156"/>
                    </a:lnTo>
                    <a:lnTo>
                      <a:pt x="165" y="202"/>
                    </a:lnTo>
                    <a:lnTo>
                      <a:pt x="128" y="247"/>
                    </a:lnTo>
                    <a:lnTo>
                      <a:pt x="92" y="293"/>
                    </a:lnTo>
                    <a:lnTo>
                      <a:pt x="65" y="347"/>
                    </a:lnTo>
                    <a:lnTo>
                      <a:pt x="37" y="393"/>
                    </a:lnTo>
                    <a:lnTo>
                      <a:pt x="19" y="457"/>
                    </a:lnTo>
                    <a:lnTo>
                      <a:pt x="10" y="512"/>
                    </a:lnTo>
                    <a:lnTo>
                      <a:pt x="1" y="575"/>
                    </a:lnTo>
                    <a:lnTo>
                      <a:pt x="1" y="630"/>
                    </a:lnTo>
                    <a:lnTo>
                      <a:pt x="1" y="694"/>
                    </a:lnTo>
                    <a:lnTo>
                      <a:pt x="19" y="758"/>
                    </a:lnTo>
                    <a:lnTo>
                      <a:pt x="28" y="813"/>
                    </a:lnTo>
                    <a:lnTo>
                      <a:pt x="55" y="876"/>
                    </a:lnTo>
                    <a:lnTo>
                      <a:pt x="83" y="931"/>
                    </a:lnTo>
                    <a:lnTo>
                      <a:pt x="119" y="977"/>
                    </a:lnTo>
                    <a:lnTo>
                      <a:pt x="156" y="1022"/>
                    </a:lnTo>
                    <a:lnTo>
                      <a:pt x="192" y="1068"/>
                    </a:lnTo>
                    <a:lnTo>
                      <a:pt x="238" y="1104"/>
                    </a:lnTo>
                    <a:lnTo>
                      <a:pt x="283" y="1141"/>
                    </a:lnTo>
                    <a:lnTo>
                      <a:pt x="338" y="1168"/>
                    </a:lnTo>
                    <a:lnTo>
                      <a:pt x="393" y="1195"/>
                    </a:lnTo>
                    <a:lnTo>
                      <a:pt x="447" y="1214"/>
                    </a:lnTo>
                    <a:lnTo>
                      <a:pt x="502" y="1223"/>
                    </a:lnTo>
                    <a:lnTo>
                      <a:pt x="566" y="1232"/>
                    </a:lnTo>
                    <a:lnTo>
                      <a:pt x="685" y="1232"/>
                    </a:lnTo>
                    <a:lnTo>
                      <a:pt x="748" y="1223"/>
                    </a:lnTo>
                    <a:lnTo>
                      <a:pt x="812" y="1205"/>
                    </a:lnTo>
                    <a:lnTo>
                      <a:pt x="867" y="1177"/>
                    </a:lnTo>
                    <a:lnTo>
                      <a:pt x="922" y="1150"/>
                    </a:lnTo>
                    <a:lnTo>
                      <a:pt x="976" y="1123"/>
                    </a:lnTo>
                    <a:lnTo>
                      <a:pt x="1022" y="1086"/>
                    </a:lnTo>
                    <a:lnTo>
                      <a:pt x="1068" y="1040"/>
                    </a:lnTo>
                    <a:lnTo>
                      <a:pt x="1104" y="995"/>
                    </a:lnTo>
                    <a:lnTo>
                      <a:pt x="1131" y="949"/>
                    </a:lnTo>
                    <a:lnTo>
                      <a:pt x="1168" y="895"/>
                    </a:lnTo>
                    <a:lnTo>
                      <a:pt x="1186" y="840"/>
                    </a:lnTo>
                    <a:lnTo>
                      <a:pt x="1204" y="785"/>
                    </a:lnTo>
                    <a:lnTo>
                      <a:pt x="1223" y="730"/>
                    </a:lnTo>
                    <a:lnTo>
                      <a:pt x="1232" y="667"/>
                    </a:lnTo>
                    <a:lnTo>
                      <a:pt x="1232" y="603"/>
                    </a:lnTo>
                    <a:lnTo>
                      <a:pt x="1223" y="548"/>
                    </a:lnTo>
                    <a:lnTo>
                      <a:pt x="1213" y="484"/>
                    </a:lnTo>
                    <a:lnTo>
                      <a:pt x="1195" y="420"/>
                    </a:lnTo>
                    <a:lnTo>
                      <a:pt x="1177" y="366"/>
                    </a:lnTo>
                    <a:lnTo>
                      <a:pt x="1150" y="311"/>
                    </a:lnTo>
                    <a:lnTo>
                      <a:pt x="1113" y="256"/>
                    </a:lnTo>
                    <a:lnTo>
                      <a:pt x="1077" y="211"/>
                    </a:lnTo>
                    <a:lnTo>
                      <a:pt x="1031" y="174"/>
                    </a:lnTo>
                    <a:lnTo>
                      <a:pt x="995" y="138"/>
                    </a:lnTo>
                    <a:lnTo>
                      <a:pt x="940" y="101"/>
                    </a:lnTo>
                    <a:lnTo>
                      <a:pt x="894" y="74"/>
                    </a:lnTo>
                    <a:lnTo>
                      <a:pt x="840" y="47"/>
                    </a:lnTo>
                    <a:lnTo>
                      <a:pt x="776" y="28"/>
                    </a:lnTo>
                    <a:lnTo>
                      <a:pt x="721" y="10"/>
                    </a:lnTo>
                    <a:lnTo>
                      <a:pt x="666" y="10"/>
                    </a:lnTo>
                    <a:lnTo>
                      <a:pt x="6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3">
                <a:extLst>
                  <a:ext uri="{FF2B5EF4-FFF2-40B4-BE49-F238E27FC236}">
                    <a16:creationId xmlns:a16="http://schemas.microsoft.com/office/drawing/2014/main" id="{2D762172-3CF8-D1EC-7E3C-AE6BAFD88AE2}"/>
                  </a:ext>
                </a:extLst>
              </p:cNvPr>
              <p:cNvSpPr/>
              <p:nvPr/>
            </p:nvSpPr>
            <p:spPr>
              <a:xfrm>
                <a:off x="5022002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0"/>
                    </a:moveTo>
                    <a:lnTo>
                      <a:pt x="539" y="9"/>
                    </a:lnTo>
                    <a:lnTo>
                      <a:pt x="475" y="18"/>
                    </a:lnTo>
                    <a:lnTo>
                      <a:pt x="420" y="37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201"/>
                    </a:lnTo>
                    <a:lnTo>
                      <a:pt x="128" y="237"/>
                    </a:lnTo>
                    <a:lnTo>
                      <a:pt x="92" y="292"/>
                    </a:lnTo>
                    <a:lnTo>
                      <a:pt x="65" y="337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5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57"/>
                    </a:lnTo>
                    <a:lnTo>
                      <a:pt x="28" y="812"/>
                    </a:lnTo>
                    <a:lnTo>
                      <a:pt x="55" y="875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1"/>
                    </a:lnTo>
                    <a:lnTo>
                      <a:pt x="192" y="1067"/>
                    </a:lnTo>
                    <a:lnTo>
                      <a:pt x="238" y="1103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95"/>
                    </a:lnTo>
                    <a:lnTo>
                      <a:pt x="448" y="1213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85" y="1231"/>
                    </a:lnTo>
                    <a:lnTo>
                      <a:pt x="748" y="1213"/>
                    </a:lnTo>
                    <a:lnTo>
                      <a:pt x="812" y="1204"/>
                    </a:lnTo>
                    <a:lnTo>
                      <a:pt x="867" y="1176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48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30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47"/>
                    </a:lnTo>
                    <a:lnTo>
                      <a:pt x="1213" y="483"/>
                    </a:lnTo>
                    <a:lnTo>
                      <a:pt x="1195" y="420"/>
                    </a:lnTo>
                    <a:lnTo>
                      <a:pt x="1177" y="365"/>
                    </a:lnTo>
                    <a:lnTo>
                      <a:pt x="1150" y="310"/>
                    </a:lnTo>
                    <a:lnTo>
                      <a:pt x="1113" y="255"/>
                    </a:lnTo>
                    <a:lnTo>
                      <a:pt x="1077" y="210"/>
                    </a:lnTo>
                    <a:lnTo>
                      <a:pt x="1031" y="173"/>
                    </a:lnTo>
                    <a:lnTo>
                      <a:pt x="986" y="128"/>
                    </a:lnTo>
                    <a:lnTo>
                      <a:pt x="940" y="100"/>
                    </a:lnTo>
                    <a:lnTo>
                      <a:pt x="894" y="64"/>
                    </a:lnTo>
                    <a:lnTo>
                      <a:pt x="840" y="46"/>
                    </a:lnTo>
                    <a:lnTo>
                      <a:pt x="776" y="27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3">
                <a:extLst>
                  <a:ext uri="{FF2B5EF4-FFF2-40B4-BE49-F238E27FC236}">
                    <a16:creationId xmlns:a16="http://schemas.microsoft.com/office/drawing/2014/main" id="{FBEFB89E-4044-B7AB-B52C-9714AA643279}"/>
                  </a:ext>
                </a:extLst>
              </p:cNvPr>
              <p:cNvSpPr/>
              <p:nvPr/>
            </p:nvSpPr>
            <p:spPr>
              <a:xfrm>
                <a:off x="5022002" y="295437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39" y="0"/>
                    </a:moveTo>
                    <a:lnTo>
                      <a:pt x="475" y="19"/>
                    </a:lnTo>
                    <a:lnTo>
                      <a:pt x="420" y="28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192"/>
                    </a:lnTo>
                    <a:lnTo>
                      <a:pt x="128" y="237"/>
                    </a:lnTo>
                    <a:lnTo>
                      <a:pt x="92" y="283"/>
                    </a:lnTo>
                    <a:lnTo>
                      <a:pt x="65" y="338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6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48"/>
                    </a:lnTo>
                    <a:lnTo>
                      <a:pt x="28" y="812"/>
                    </a:lnTo>
                    <a:lnTo>
                      <a:pt x="55" y="867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2"/>
                    </a:lnTo>
                    <a:lnTo>
                      <a:pt x="192" y="1067"/>
                    </a:lnTo>
                    <a:lnTo>
                      <a:pt x="238" y="1104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30" y="1231"/>
                    </a:lnTo>
                    <a:lnTo>
                      <a:pt x="685" y="1222"/>
                    </a:lnTo>
                    <a:lnTo>
                      <a:pt x="748" y="1213"/>
                    </a:lnTo>
                    <a:lnTo>
                      <a:pt x="812" y="1195"/>
                    </a:lnTo>
                    <a:lnTo>
                      <a:pt x="867" y="1177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39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21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38"/>
                    </a:lnTo>
                    <a:lnTo>
                      <a:pt x="1213" y="474"/>
                    </a:lnTo>
                    <a:lnTo>
                      <a:pt x="1195" y="420"/>
                    </a:lnTo>
                    <a:lnTo>
                      <a:pt x="1177" y="356"/>
                    </a:lnTo>
                    <a:lnTo>
                      <a:pt x="1150" y="310"/>
                    </a:lnTo>
                    <a:lnTo>
                      <a:pt x="1113" y="256"/>
                    </a:lnTo>
                    <a:lnTo>
                      <a:pt x="1077" y="210"/>
                    </a:lnTo>
                    <a:lnTo>
                      <a:pt x="1031" y="164"/>
                    </a:lnTo>
                    <a:lnTo>
                      <a:pt x="986" y="128"/>
                    </a:lnTo>
                    <a:lnTo>
                      <a:pt x="940" y="91"/>
                    </a:lnTo>
                    <a:lnTo>
                      <a:pt x="894" y="64"/>
                    </a:lnTo>
                    <a:lnTo>
                      <a:pt x="840" y="37"/>
                    </a:lnTo>
                    <a:lnTo>
                      <a:pt x="776" y="19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3">
                <a:extLst>
                  <a:ext uri="{FF2B5EF4-FFF2-40B4-BE49-F238E27FC236}">
                    <a16:creationId xmlns:a16="http://schemas.microsoft.com/office/drawing/2014/main" id="{3CEA0D3E-7872-4342-6E66-06115EF8C3E0}"/>
                  </a:ext>
                </a:extLst>
              </p:cNvPr>
              <p:cNvSpPr/>
              <p:nvPr/>
            </p:nvSpPr>
            <p:spPr>
              <a:xfrm>
                <a:off x="4067932" y="3164459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566" y="0"/>
                    </a:moveTo>
                    <a:lnTo>
                      <a:pt x="502" y="9"/>
                    </a:lnTo>
                    <a:lnTo>
                      <a:pt x="448" y="18"/>
                    </a:lnTo>
                    <a:lnTo>
                      <a:pt x="393" y="37"/>
                    </a:lnTo>
                    <a:lnTo>
                      <a:pt x="338" y="64"/>
                    </a:lnTo>
                    <a:lnTo>
                      <a:pt x="284" y="91"/>
                    </a:lnTo>
                    <a:lnTo>
                      <a:pt x="238" y="128"/>
                    </a:lnTo>
                    <a:lnTo>
                      <a:pt x="192" y="164"/>
                    </a:lnTo>
                    <a:lnTo>
                      <a:pt x="147" y="210"/>
                    </a:lnTo>
                    <a:lnTo>
                      <a:pt x="110" y="256"/>
                    </a:lnTo>
                    <a:lnTo>
                      <a:pt x="83" y="301"/>
                    </a:lnTo>
                    <a:lnTo>
                      <a:pt x="56" y="356"/>
                    </a:lnTo>
                    <a:lnTo>
                      <a:pt x="28" y="420"/>
                    </a:lnTo>
                    <a:lnTo>
                      <a:pt x="10" y="474"/>
                    </a:lnTo>
                    <a:lnTo>
                      <a:pt x="1" y="538"/>
                    </a:lnTo>
                    <a:lnTo>
                      <a:pt x="1" y="602"/>
                    </a:lnTo>
                    <a:lnTo>
                      <a:pt x="1" y="657"/>
                    </a:lnTo>
                    <a:lnTo>
                      <a:pt x="10" y="721"/>
                    </a:lnTo>
                    <a:lnTo>
                      <a:pt x="19" y="775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39"/>
                    </a:lnTo>
                    <a:lnTo>
                      <a:pt x="119" y="985"/>
                    </a:lnTo>
                    <a:lnTo>
                      <a:pt x="165" y="1031"/>
                    </a:lnTo>
                    <a:lnTo>
                      <a:pt x="202" y="1076"/>
                    </a:lnTo>
                    <a:lnTo>
                      <a:pt x="247" y="1113"/>
                    </a:lnTo>
                    <a:lnTo>
                      <a:pt x="302" y="1149"/>
                    </a:lnTo>
                    <a:lnTo>
                      <a:pt x="357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9" y="1222"/>
                    </a:lnTo>
                    <a:lnTo>
                      <a:pt x="594" y="1231"/>
                    </a:lnTo>
                    <a:lnTo>
                      <a:pt x="657" y="1231"/>
                    </a:lnTo>
                    <a:lnTo>
                      <a:pt x="721" y="1222"/>
                    </a:lnTo>
                    <a:lnTo>
                      <a:pt x="776" y="1204"/>
                    </a:lnTo>
                    <a:lnTo>
                      <a:pt x="831" y="1186"/>
                    </a:lnTo>
                    <a:lnTo>
                      <a:pt x="885" y="1167"/>
                    </a:lnTo>
                    <a:lnTo>
                      <a:pt x="940" y="1131"/>
                    </a:lnTo>
                    <a:lnTo>
                      <a:pt x="986" y="1104"/>
                    </a:lnTo>
                    <a:lnTo>
                      <a:pt x="1031" y="1067"/>
                    </a:lnTo>
                    <a:lnTo>
                      <a:pt x="1068" y="1022"/>
                    </a:lnTo>
                    <a:lnTo>
                      <a:pt x="1113" y="976"/>
                    </a:lnTo>
                    <a:lnTo>
                      <a:pt x="1141" y="921"/>
                    </a:lnTo>
                    <a:lnTo>
                      <a:pt x="1168" y="867"/>
                    </a:lnTo>
                    <a:lnTo>
                      <a:pt x="1195" y="812"/>
                    </a:lnTo>
                    <a:lnTo>
                      <a:pt x="1214" y="748"/>
                    </a:lnTo>
                    <a:lnTo>
                      <a:pt x="1223" y="684"/>
                    </a:lnTo>
                    <a:lnTo>
                      <a:pt x="1223" y="629"/>
                    </a:lnTo>
                    <a:lnTo>
                      <a:pt x="1223" y="566"/>
                    </a:lnTo>
                    <a:lnTo>
                      <a:pt x="1214" y="502"/>
                    </a:lnTo>
                    <a:lnTo>
                      <a:pt x="1205" y="447"/>
                    </a:lnTo>
                    <a:lnTo>
                      <a:pt x="1186" y="392"/>
                    </a:lnTo>
                    <a:lnTo>
                      <a:pt x="1159" y="338"/>
                    </a:lnTo>
                    <a:lnTo>
                      <a:pt x="1132" y="283"/>
                    </a:lnTo>
                    <a:lnTo>
                      <a:pt x="1095" y="237"/>
                    </a:lnTo>
                    <a:lnTo>
                      <a:pt x="1059" y="192"/>
                    </a:lnTo>
                    <a:lnTo>
                      <a:pt x="1013" y="146"/>
                    </a:lnTo>
                    <a:lnTo>
                      <a:pt x="968" y="110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03" y="28"/>
                    </a:lnTo>
                    <a:lnTo>
                      <a:pt x="749" y="9"/>
                    </a:lnTo>
                    <a:lnTo>
                      <a:pt x="6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3">
                <a:extLst>
                  <a:ext uri="{FF2B5EF4-FFF2-40B4-BE49-F238E27FC236}">
                    <a16:creationId xmlns:a16="http://schemas.microsoft.com/office/drawing/2014/main" id="{86B59A53-0D36-FDF2-7A26-D495F968D5DC}"/>
                  </a:ext>
                </a:extLst>
              </p:cNvPr>
              <p:cNvSpPr/>
              <p:nvPr/>
            </p:nvSpPr>
            <p:spPr>
              <a:xfrm>
                <a:off x="3651999" y="3186982"/>
                <a:ext cx="464427" cy="303674"/>
              </a:xfrm>
              <a:custGeom>
                <a:avLst/>
                <a:gdLst/>
                <a:ahLst/>
                <a:cxnLst/>
                <a:rect l="l" t="t" r="r" b="b"/>
                <a:pathLst>
                  <a:path w="9011" h="5892" extrusionOk="0">
                    <a:moveTo>
                      <a:pt x="8955" y="1"/>
                    </a:moveTo>
                    <a:lnTo>
                      <a:pt x="8436" y="74"/>
                    </a:lnTo>
                    <a:lnTo>
                      <a:pt x="8472" y="357"/>
                    </a:lnTo>
                    <a:lnTo>
                      <a:pt x="8481" y="648"/>
                    </a:lnTo>
                    <a:lnTo>
                      <a:pt x="8481" y="931"/>
                    </a:lnTo>
                    <a:lnTo>
                      <a:pt x="8454" y="1214"/>
                    </a:lnTo>
                    <a:lnTo>
                      <a:pt x="8417" y="1496"/>
                    </a:lnTo>
                    <a:lnTo>
                      <a:pt x="8363" y="1770"/>
                    </a:lnTo>
                    <a:lnTo>
                      <a:pt x="8290" y="2044"/>
                    </a:lnTo>
                    <a:lnTo>
                      <a:pt x="8208" y="2308"/>
                    </a:lnTo>
                    <a:lnTo>
                      <a:pt x="8098" y="2572"/>
                    </a:lnTo>
                    <a:lnTo>
                      <a:pt x="7980" y="2828"/>
                    </a:lnTo>
                    <a:lnTo>
                      <a:pt x="7843" y="3074"/>
                    </a:lnTo>
                    <a:lnTo>
                      <a:pt x="7697" y="3311"/>
                    </a:lnTo>
                    <a:lnTo>
                      <a:pt x="7533" y="3539"/>
                    </a:lnTo>
                    <a:lnTo>
                      <a:pt x="7351" y="3758"/>
                    </a:lnTo>
                    <a:lnTo>
                      <a:pt x="7150" y="3977"/>
                    </a:lnTo>
                    <a:lnTo>
                      <a:pt x="6949" y="4168"/>
                    </a:lnTo>
                    <a:lnTo>
                      <a:pt x="6767" y="4323"/>
                    </a:lnTo>
                    <a:lnTo>
                      <a:pt x="6585" y="4460"/>
                    </a:lnTo>
                    <a:lnTo>
                      <a:pt x="6402" y="4597"/>
                    </a:lnTo>
                    <a:lnTo>
                      <a:pt x="6211" y="4715"/>
                    </a:lnTo>
                    <a:lnTo>
                      <a:pt x="6010" y="4825"/>
                    </a:lnTo>
                    <a:lnTo>
                      <a:pt x="5810" y="4934"/>
                    </a:lnTo>
                    <a:lnTo>
                      <a:pt x="5600" y="5025"/>
                    </a:lnTo>
                    <a:lnTo>
                      <a:pt x="5390" y="5098"/>
                    </a:lnTo>
                    <a:lnTo>
                      <a:pt x="5180" y="5171"/>
                    </a:lnTo>
                    <a:lnTo>
                      <a:pt x="4961" y="5235"/>
                    </a:lnTo>
                    <a:lnTo>
                      <a:pt x="4734" y="5281"/>
                    </a:lnTo>
                    <a:lnTo>
                      <a:pt x="4515" y="5317"/>
                    </a:lnTo>
                    <a:lnTo>
                      <a:pt x="4287" y="5344"/>
                    </a:lnTo>
                    <a:lnTo>
                      <a:pt x="4059" y="5363"/>
                    </a:lnTo>
                    <a:lnTo>
                      <a:pt x="3594" y="5363"/>
                    </a:lnTo>
                    <a:lnTo>
                      <a:pt x="3366" y="5344"/>
                    </a:lnTo>
                    <a:lnTo>
                      <a:pt x="3138" y="5317"/>
                    </a:lnTo>
                    <a:lnTo>
                      <a:pt x="2910" y="5271"/>
                    </a:lnTo>
                    <a:lnTo>
                      <a:pt x="2691" y="5226"/>
                    </a:lnTo>
                    <a:lnTo>
                      <a:pt x="2472" y="5162"/>
                    </a:lnTo>
                    <a:lnTo>
                      <a:pt x="2253" y="5089"/>
                    </a:lnTo>
                    <a:lnTo>
                      <a:pt x="2044" y="5007"/>
                    </a:lnTo>
                    <a:lnTo>
                      <a:pt x="1834" y="4916"/>
                    </a:lnTo>
                    <a:lnTo>
                      <a:pt x="1633" y="4816"/>
                    </a:lnTo>
                    <a:lnTo>
                      <a:pt x="1442" y="4706"/>
                    </a:lnTo>
                    <a:lnTo>
                      <a:pt x="1250" y="4578"/>
                    </a:lnTo>
                    <a:lnTo>
                      <a:pt x="1068" y="4451"/>
                    </a:lnTo>
                    <a:lnTo>
                      <a:pt x="885" y="4305"/>
                    </a:lnTo>
                    <a:lnTo>
                      <a:pt x="712" y="4159"/>
                    </a:lnTo>
                    <a:lnTo>
                      <a:pt x="548" y="3995"/>
                    </a:lnTo>
                    <a:lnTo>
                      <a:pt x="384" y="3831"/>
                    </a:lnTo>
                    <a:lnTo>
                      <a:pt x="1" y="4186"/>
                    </a:lnTo>
                    <a:lnTo>
                      <a:pt x="174" y="4369"/>
                    </a:lnTo>
                    <a:lnTo>
                      <a:pt x="357" y="4551"/>
                    </a:lnTo>
                    <a:lnTo>
                      <a:pt x="548" y="4715"/>
                    </a:lnTo>
                    <a:lnTo>
                      <a:pt x="749" y="4870"/>
                    </a:lnTo>
                    <a:lnTo>
                      <a:pt x="958" y="5016"/>
                    </a:lnTo>
                    <a:lnTo>
                      <a:pt x="1168" y="5153"/>
                    </a:lnTo>
                    <a:lnTo>
                      <a:pt x="1387" y="5281"/>
                    </a:lnTo>
                    <a:lnTo>
                      <a:pt x="1615" y="5390"/>
                    </a:lnTo>
                    <a:lnTo>
                      <a:pt x="1843" y="5499"/>
                    </a:lnTo>
                    <a:lnTo>
                      <a:pt x="2071" y="5591"/>
                    </a:lnTo>
                    <a:lnTo>
                      <a:pt x="2317" y="5664"/>
                    </a:lnTo>
                    <a:lnTo>
                      <a:pt x="2554" y="5737"/>
                    </a:lnTo>
                    <a:lnTo>
                      <a:pt x="2809" y="5791"/>
                    </a:lnTo>
                    <a:lnTo>
                      <a:pt x="3056" y="5837"/>
                    </a:lnTo>
                    <a:lnTo>
                      <a:pt x="3311" y="5864"/>
                    </a:lnTo>
                    <a:lnTo>
                      <a:pt x="3566" y="5882"/>
                    </a:lnTo>
                    <a:lnTo>
                      <a:pt x="3840" y="5892"/>
                    </a:lnTo>
                    <a:lnTo>
                      <a:pt x="4086" y="5892"/>
                    </a:lnTo>
                    <a:lnTo>
                      <a:pt x="4323" y="5873"/>
                    </a:lnTo>
                    <a:lnTo>
                      <a:pt x="4560" y="5846"/>
                    </a:lnTo>
                    <a:lnTo>
                      <a:pt x="4788" y="5809"/>
                    </a:lnTo>
                    <a:lnTo>
                      <a:pt x="5016" y="5755"/>
                    </a:lnTo>
                    <a:lnTo>
                      <a:pt x="5244" y="5700"/>
                    </a:lnTo>
                    <a:lnTo>
                      <a:pt x="5472" y="5627"/>
                    </a:lnTo>
                    <a:lnTo>
                      <a:pt x="5691" y="5554"/>
                    </a:lnTo>
                    <a:lnTo>
                      <a:pt x="5910" y="5463"/>
                    </a:lnTo>
                    <a:lnTo>
                      <a:pt x="6120" y="5363"/>
                    </a:lnTo>
                    <a:lnTo>
                      <a:pt x="6329" y="5253"/>
                    </a:lnTo>
                    <a:lnTo>
                      <a:pt x="6539" y="5135"/>
                    </a:lnTo>
                    <a:lnTo>
                      <a:pt x="6730" y="5007"/>
                    </a:lnTo>
                    <a:lnTo>
                      <a:pt x="6931" y="4870"/>
                    </a:lnTo>
                    <a:lnTo>
                      <a:pt x="7113" y="4715"/>
                    </a:lnTo>
                    <a:lnTo>
                      <a:pt x="7296" y="4560"/>
                    </a:lnTo>
                    <a:lnTo>
                      <a:pt x="7533" y="4341"/>
                    </a:lnTo>
                    <a:lnTo>
                      <a:pt x="7752" y="4104"/>
                    </a:lnTo>
                    <a:lnTo>
                      <a:pt x="7943" y="3858"/>
                    </a:lnTo>
                    <a:lnTo>
                      <a:pt x="8135" y="3603"/>
                    </a:lnTo>
                    <a:lnTo>
                      <a:pt x="8299" y="3338"/>
                    </a:lnTo>
                    <a:lnTo>
                      <a:pt x="8445" y="3065"/>
                    </a:lnTo>
                    <a:lnTo>
                      <a:pt x="8582" y="2782"/>
                    </a:lnTo>
                    <a:lnTo>
                      <a:pt x="8700" y="2490"/>
                    </a:lnTo>
                    <a:lnTo>
                      <a:pt x="8791" y="2189"/>
                    </a:lnTo>
                    <a:lnTo>
                      <a:pt x="8873" y="1888"/>
                    </a:lnTo>
                    <a:lnTo>
                      <a:pt x="8937" y="1578"/>
                    </a:lnTo>
                    <a:lnTo>
                      <a:pt x="8983" y="1268"/>
                    </a:lnTo>
                    <a:lnTo>
                      <a:pt x="9001" y="958"/>
                    </a:lnTo>
                    <a:lnTo>
                      <a:pt x="9010" y="639"/>
                    </a:lnTo>
                    <a:lnTo>
                      <a:pt x="8992" y="320"/>
                    </a:lnTo>
                    <a:lnTo>
                      <a:pt x="895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3">
                <a:extLst>
                  <a:ext uri="{FF2B5EF4-FFF2-40B4-BE49-F238E27FC236}">
                    <a16:creationId xmlns:a16="http://schemas.microsoft.com/office/drawing/2014/main" id="{C232346C-6821-0BD3-2974-D877C19DCB62}"/>
                  </a:ext>
                </a:extLst>
              </p:cNvPr>
              <p:cNvSpPr/>
              <p:nvPr/>
            </p:nvSpPr>
            <p:spPr>
              <a:xfrm>
                <a:off x="4015773" y="3398041"/>
                <a:ext cx="216262" cy="65353"/>
              </a:xfrm>
              <a:custGeom>
                <a:avLst/>
                <a:gdLst/>
                <a:ahLst/>
                <a:cxnLst/>
                <a:rect l="l" t="t" r="r" b="b"/>
                <a:pathLst>
                  <a:path w="4196" h="1268" extrusionOk="0">
                    <a:moveTo>
                      <a:pt x="375" y="0"/>
                    </a:moveTo>
                    <a:lnTo>
                      <a:pt x="1" y="365"/>
                    </a:lnTo>
                    <a:lnTo>
                      <a:pt x="101" y="465"/>
                    </a:lnTo>
                    <a:lnTo>
                      <a:pt x="210" y="566"/>
                    </a:lnTo>
                    <a:lnTo>
                      <a:pt x="329" y="657"/>
                    </a:lnTo>
                    <a:lnTo>
                      <a:pt x="448" y="748"/>
                    </a:lnTo>
                    <a:lnTo>
                      <a:pt x="566" y="821"/>
                    </a:lnTo>
                    <a:lnTo>
                      <a:pt x="685" y="894"/>
                    </a:lnTo>
                    <a:lnTo>
                      <a:pt x="812" y="967"/>
                    </a:lnTo>
                    <a:lnTo>
                      <a:pt x="949" y="1021"/>
                    </a:lnTo>
                    <a:lnTo>
                      <a:pt x="1086" y="1076"/>
                    </a:lnTo>
                    <a:lnTo>
                      <a:pt x="1214" y="1131"/>
                    </a:lnTo>
                    <a:lnTo>
                      <a:pt x="1359" y="1167"/>
                    </a:lnTo>
                    <a:lnTo>
                      <a:pt x="1496" y="1204"/>
                    </a:lnTo>
                    <a:lnTo>
                      <a:pt x="1642" y="1231"/>
                    </a:lnTo>
                    <a:lnTo>
                      <a:pt x="1788" y="1249"/>
                    </a:lnTo>
                    <a:lnTo>
                      <a:pt x="1934" y="1268"/>
                    </a:lnTo>
                    <a:lnTo>
                      <a:pt x="2280" y="1268"/>
                    </a:lnTo>
                    <a:lnTo>
                      <a:pt x="2426" y="1259"/>
                    </a:lnTo>
                    <a:lnTo>
                      <a:pt x="2563" y="1240"/>
                    </a:lnTo>
                    <a:lnTo>
                      <a:pt x="2700" y="1213"/>
                    </a:lnTo>
                    <a:lnTo>
                      <a:pt x="2846" y="1186"/>
                    </a:lnTo>
                    <a:lnTo>
                      <a:pt x="2983" y="1149"/>
                    </a:lnTo>
                    <a:lnTo>
                      <a:pt x="3110" y="1104"/>
                    </a:lnTo>
                    <a:lnTo>
                      <a:pt x="3247" y="1058"/>
                    </a:lnTo>
                    <a:lnTo>
                      <a:pt x="3375" y="1003"/>
                    </a:lnTo>
                    <a:lnTo>
                      <a:pt x="3502" y="939"/>
                    </a:lnTo>
                    <a:lnTo>
                      <a:pt x="3630" y="866"/>
                    </a:lnTo>
                    <a:lnTo>
                      <a:pt x="3749" y="794"/>
                    </a:lnTo>
                    <a:lnTo>
                      <a:pt x="3867" y="711"/>
                    </a:lnTo>
                    <a:lnTo>
                      <a:pt x="3976" y="629"/>
                    </a:lnTo>
                    <a:lnTo>
                      <a:pt x="4086" y="538"/>
                    </a:lnTo>
                    <a:lnTo>
                      <a:pt x="4195" y="438"/>
                    </a:lnTo>
                    <a:lnTo>
                      <a:pt x="3831" y="64"/>
                    </a:lnTo>
                    <a:lnTo>
                      <a:pt x="3739" y="146"/>
                    </a:lnTo>
                    <a:lnTo>
                      <a:pt x="3648" y="219"/>
                    </a:lnTo>
                    <a:lnTo>
                      <a:pt x="3548" y="292"/>
                    </a:lnTo>
                    <a:lnTo>
                      <a:pt x="3448" y="356"/>
                    </a:lnTo>
                    <a:lnTo>
                      <a:pt x="3347" y="420"/>
                    </a:lnTo>
                    <a:lnTo>
                      <a:pt x="3247" y="483"/>
                    </a:lnTo>
                    <a:lnTo>
                      <a:pt x="3138" y="529"/>
                    </a:lnTo>
                    <a:lnTo>
                      <a:pt x="3028" y="575"/>
                    </a:lnTo>
                    <a:lnTo>
                      <a:pt x="2919" y="620"/>
                    </a:lnTo>
                    <a:lnTo>
                      <a:pt x="2800" y="657"/>
                    </a:lnTo>
                    <a:lnTo>
                      <a:pt x="2691" y="684"/>
                    </a:lnTo>
                    <a:lnTo>
                      <a:pt x="2572" y="711"/>
                    </a:lnTo>
                    <a:lnTo>
                      <a:pt x="2454" y="730"/>
                    </a:lnTo>
                    <a:lnTo>
                      <a:pt x="2335" y="739"/>
                    </a:lnTo>
                    <a:lnTo>
                      <a:pt x="2217" y="748"/>
                    </a:lnTo>
                    <a:lnTo>
                      <a:pt x="2089" y="748"/>
                    </a:lnTo>
                    <a:lnTo>
                      <a:pt x="1970" y="739"/>
                    </a:lnTo>
                    <a:lnTo>
                      <a:pt x="1852" y="730"/>
                    </a:lnTo>
                    <a:lnTo>
                      <a:pt x="1724" y="711"/>
                    </a:lnTo>
                    <a:lnTo>
                      <a:pt x="1606" y="693"/>
                    </a:lnTo>
                    <a:lnTo>
                      <a:pt x="1496" y="666"/>
                    </a:lnTo>
                    <a:lnTo>
                      <a:pt x="1378" y="629"/>
                    </a:lnTo>
                    <a:lnTo>
                      <a:pt x="1268" y="593"/>
                    </a:lnTo>
                    <a:lnTo>
                      <a:pt x="1159" y="547"/>
                    </a:lnTo>
                    <a:lnTo>
                      <a:pt x="1049" y="493"/>
                    </a:lnTo>
                    <a:lnTo>
                      <a:pt x="940" y="438"/>
                    </a:lnTo>
                    <a:lnTo>
                      <a:pt x="840" y="374"/>
                    </a:lnTo>
                    <a:lnTo>
                      <a:pt x="739" y="310"/>
                    </a:lnTo>
                    <a:lnTo>
                      <a:pt x="648" y="237"/>
                    </a:lnTo>
                    <a:lnTo>
                      <a:pt x="548" y="164"/>
                    </a:lnTo>
                    <a:lnTo>
                      <a:pt x="466" y="82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3">
                <a:extLst>
                  <a:ext uri="{FF2B5EF4-FFF2-40B4-BE49-F238E27FC236}">
                    <a16:creationId xmlns:a16="http://schemas.microsoft.com/office/drawing/2014/main" id="{8535EA46-463E-1EEF-F625-8F4C7501572A}"/>
                  </a:ext>
                </a:extLst>
              </p:cNvPr>
              <p:cNvSpPr/>
              <p:nvPr/>
            </p:nvSpPr>
            <p:spPr>
              <a:xfrm>
                <a:off x="4186373" y="3383455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75" y="1"/>
                    </a:moveTo>
                    <a:lnTo>
                      <a:pt x="511" y="10"/>
                    </a:lnTo>
                    <a:lnTo>
                      <a:pt x="457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74"/>
                    </a:lnTo>
                    <a:lnTo>
                      <a:pt x="147" y="219"/>
                    </a:lnTo>
                    <a:lnTo>
                      <a:pt x="110" y="265"/>
                    </a:lnTo>
                    <a:lnTo>
                      <a:pt x="83" y="320"/>
                    </a:lnTo>
                    <a:lnTo>
                      <a:pt x="56" y="374"/>
                    </a:lnTo>
                    <a:lnTo>
                      <a:pt x="37" y="429"/>
                    </a:lnTo>
                    <a:lnTo>
                      <a:pt x="19" y="484"/>
                    </a:lnTo>
                    <a:lnTo>
                      <a:pt x="10" y="539"/>
                    </a:lnTo>
                    <a:lnTo>
                      <a:pt x="1" y="602"/>
                    </a:lnTo>
                    <a:lnTo>
                      <a:pt x="10" y="657"/>
                    </a:lnTo>
                    <a:lnTo>
                      <a:pt x="10" y="721"/>
                    </a:lnTo>
                    <a:lnTo>
                      <a:pt x="28" y="776"/>
                    </a:lnTo>
                    <a:lnTo>
                      <a:pt x="46" y="830"/>
                    </a:lnTo>
                    <a:lnTo>
                      <a:pt x="74" y="885"/>
                    </a:lnTo>
                    <a:lnTo>
                      <a:pt x="101" y="940"/>
                    </a:lnTo>
                    <a:lnTo>
                      <a:pt x="138" y="994"/>
                    </a:lnTo>
                    <a:lnTo>
                      <a:pt x="174" y="1040"/>
                    </a:lnTo>
                    <a:lnTo>
                      <a:pt x="220" y="1086"/>
                    </a:lnTo>
                    <a:lnTo>
                      <a:pt x="274" y="1122"/>
                    </a:lnTo>
                    <a:lnTo>
                      <a:pt x="320" y="1149"/>
                    </a:lnTo>
                    <a:lnTo>
                      <a:pt x="375" y="1177"/>
                    </a:lnTo>
                    <a:lnTo>
                      <a:pt x="439" y="1195"/>
                    </a:lnTo>
                    <a:lnTo>
                      <a:pt x="493" y="1213"/>
                    </a:lnTo>
                    <a:lnTo>
                      <a:pt x="548" y="1222"/>
                    </a:lnTo>
                    <a:lnTo>
                      <a:pt x="666" y="1222"/>
                    </a:lnTo>
                    <a:lnTo>
                      <a:pt x="730" y="1213"/>
                    </a:lnTo>
                    <a:lnTo>
                      <a:pt x="785" y="1204"/>
                    </a:lnTo>
                    <a:lnTo>
                      <a:pt x="840" y="1186"/>
                    </a:lnTo>
                    <a:lnTo>
                      <a:pt x="894" y="1159"/>
                    </a:lnTo>
                    <a:lnTo>
                      <a:pt x="949" y="1131"/>
                    </a:lnTo>
                    <a:lnTo>
                      <a:pt x="995" y="1095"/>
                    </a:lnTo>
                    <a:lnTo>
                      <a:pt x="1049" y="1058"/>
                    </a:lnTo>
                    <a:lnTo>
                      <a:pt x="1086" y="101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8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84"/>
                    </a:lnTo>
                    <a:lnTo>
                      <a:pt x="1232" y="621"/>
                    </a:lnTo>
                    <a:lnTo>
                      <a:pt x="1232" y="566"/>
                    </a:lnTo>
                    <a:lnTo>
                      <a:pt x="1223" y="502"/>
                    </a:lnTo>
                    <a:lnTo>
                      <a:pt x="1214" y="447"/>
                    </a:lnTo>
                    <a:lnTo>
                      <a:pt x="1195" y="393"/>
                    </a:lnTo>
                    <a:lnTo>
                      <a:pt x="1168" y="338"/>
                    </a:lnTo>
                    <a:lnTo>
                      <a:pt x="1141" y="283"/>
                    </a:lnTo>
                    <a:lnTo>
                      <a:pt x="1104" y="228"/>
                    </a:lnTo>
                    <a:lnTo>
                      <a:pt x="1059" y="183"/>
                    </a:lnTo>
                    <a:lnTo>
                      <a:pt x="1013" y="146"/>
                    </a:lnTo>
                    <a:lnTo>
                      <a:pt x="967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3">
                <a:extLst>
                  <a:ext uri="{FF2B5EF4-FFF2-40B4-BE49-F238E27FC236}">
                    <a16:creationId xmlns:a16="http://schemas.microsoft.com/office/drawing/2014/main" id="{63327B54-F8FE-23E8-51A3-290BA14C296F}"/>
                  </a:ext>
                </a:extLst>
              </p:cNvPr>
              <p:cNvSpPr/>
              <p:nvPr/>
            </p:nvSpPr>
            <p:spPr>
              <a:xfrm>
                <a:off x="3716425" y="3543695"/>
                <a:ext cx="707799" cy="560291"/>
              </a:xfrm>
              <a:custGeom>
                <a:avLst/>
                <a:gdLst/>
                <a:ahLst/>
                <a:cxnLst/>
                <a:rect l="l" t="t" r="r" b="b"/>
                <a:pathLst>
                  <a:path w="13733" h="10871" extrusionOk="0">
                    <a:moveTo>
                      <a:pt x="4888" y="1"/>
                    </a:moveTo>
                    <a:lnTo>
                      <a:pt x="4860" y="37"/>
                    </a:lnTo>
                    <a:lnTo>
                      <a:pt x="4806" y="129"/>
                    </a:lnTo>
                    <a:lnTo>
                      <a:pt x="4623" y="466"/>
                    </a:lnTo>
                    <a:lnTo>
                      <a:pt x="4368" y="986"/>
                    </a:lnTo>
                    <a:lnTo>
                      <a:pt x="4040" y="1661"/>
                    </a:lnTo>
                    <a:lnTo>
                      <a:pt x="3256" y="3329"/>
                    </a:lnTo>
                    <a:lnTo>
                      <a:pt x="2371" y="5244"/>
                    </a:lnTo>
                    <a:lnTo>
                      <a:pt x="730" y="8819"/>
                    </a:lnTo>
                    <a:lnTo>
                      <a:pt x="0" y="10442"/>
                    </a:lnTo>
                    <a:lnTo>
                      <a:pt x="3301" y="10870"/>
                    </a:lnTo>
                    <a:lnTo>
                      <a:pt x="3365" y="10651"/>
                    </a:lnTo>
                    <a:lnTo>
                      <a:pt x="3438" y="10396"/>
                    </a:lnTo>
                    <a:lnTo>
                      <a:pt x="3547" y="10077"/>
                    </a:lnTo>
                    <a:lnTo>
                      <a:pt x="3702" y="9703"/>
                    </a:lnTo>
                    <a:lnTo>
                      <a:pt x="3794" y="9493"/>
                    </a:lnTo>
                    <a:lnTo>
                      <a:pt x="3894" y="9275"/>
                    </a:lnTo>
                    <a:lnTo>
                      <a:pt x="4003" y="9056"/>
                    </a:lnTo>
                    <a:lnTo>
                      <a:pt x="4122" y="8837"/>
                    </a:lnTo>
                    <a:lnTo>
                      <a:pt x="4259" y="8609"/>
                    </a:lnTo>
                    <a:lnTo>
                      <a:pt x="4405" y="8372"/>
                    </a:lnTo>
                    <a:lnTo>
                      <a:pt x="4560" y="8153"/>
                    </a:lnTo>
                    <a:lnTo>
                      <a:pt x="4724" y="7925"/>
                    </a:lnTo>
                    <a:lnTo>
                      <a:pt x="4906" y="7706"/>
                    </a:lnTo>
                    <a:lnTo>
                      <a:pt x="5107" y="7496"/>
                    </a:lnTo>
                    <a:lnTo>
                      <a:pt x="5316" y="7296"/>
                    </a:lnTo>
                    <a:lnTo>
                      <a:pt x="5535" y="7104"/>
                    </a:lnTo>
                    <a:lnTo>
                      <a:pt x="5772" y="6922"/>
                    </a:lnTo>
                    <a:lnTo>
                      <a:pt x="6028" y="6758"/>
                    </a:lnTo>
                    <a:lnTo>
                      <a:pt x="6155" y="6685"/>
                    </a:lnTo>
                    <a:lnTo>
                      <a:pt x="6292" y="6612"/>
                    </a:lnTo>
                    <a:lnTo>
                      <a:pt x="6429" y="6548"/>
                    </a:lnTo>
                    <a:lnTo>
                      <a:pt x="6566" y="6484"/>
                    </a:lnTo>
                    <a:lnTo>
                      <a:pt x="6712" y="6430"/>
                    </a:lnTo>
                    <a:lnTo>
                      <a:pt x="6867" y="6384"/>
                    </a:lnTo>
                    <a:lnTo>
                      <a:pt x="7022" y="6338"/>
                    </a:lnTo>
                    <a:lnTo>
                      <a:pt x="7177" y="6302"/>
                    </a:lnTo>
                    <a:lnTo>
                      <a:pt x="7341" y="6265"/>
                    </a:lnTo>
                    <a:lnTo>
                      <a:pt x="7505" y="6238"/>
                    </a:lnTo>
                    <a:lnTo>
                      <a:pt x="7678" y="6220"/>
                    </a:lnTo>
                    <a:lnTo>
                      <a:pt x="7851" y="6211"/>
                    </a:lnTo>
                    <a:lnTo>
                      <a:pt x="8025" y="6202"/>
                    </a:lnTo>
                    <a:lnTo>
                      <a:pt x="8207" y="6202"/>
                    </a:lnTo>
                    <a:lnTo>
                      <a:pt x="8398" y="6211"/>
                    </a:lnTo>
                    <a:lnTo>
                      <a:pt x="8590" y="6229"/>
                    </a:lnTo>
                    <a:lnTo>
                      <a:pt x="8781" y="6247"/>
                    </a:lnTo>
                    <a:lnTo>
                      <a:pt x="8973" y="6256"/>
                    </a:lnTo>
                    <a:lnTo>
                      <a:pt x="9164" y="6256"/>
                    </a:lnTo>
                    <a:lnTo>
                      <a:pt x="9347" y="6247"/>
                    </a:lnTo>
                    <a:lnTo>
                      <a:pt x="9520" y="6238"/>
                    </a:lnTo>
                    <a:lnTo>
                      <a:pt x="9693" y="6211"/>
                    </a:lnTo>
                    <a:lnTo>
                      <a:pt x="9867" y="6183"/>
                    </a:lnTo>
                    <a:lnTo>
                      <a:pt x="10031" y="6147"/>
                    </a:lnTo>
                    <a:lnTo>
                      <a:pt x="10186" y="6101"/>
                    </a:lnTo>
                    <a:lnTo>
                      <a:pt x="10350" y="6047"/>
                    </a:lnTo>
                    <a:lnTo>
                      <a:pt x="10496" y="5992"/>
                    </a:lnTo>
                    <a:lnTo>
                      <a:pt x="10651" y="5928"/>
                    </a:lnTo>
                    <a:lnTo>
                      <a:pt x="10788" y="5855"/>
                    </a:lnTo>
                    <a:lnTo>
                      <a:pt x="10933" y="5782"/>
                    </a:lnTo>
                    <a:lnTo>
                      <a:pt x="11070" y="5700"/>
                    </a:lnTo>
                    <a:lnTo>
                      <a:pt x="11198" y="5618"/>
                    </a:lnTo>
                    <a:lnTo>
                      <a:pt x="11326" y="5527"/>
                    </a:lnTo>
                    <a:lnTo>
                      <a:pt x="11453" y="5426"/>
                    </a:lnTo>
                    <a:lnTo>
                      <a:pt x="11572" y="5326"/>
                    </a:lnTo>
                    <a:lnTo>
                      <a:pt x="11690" y="5226"/>
                    </a:lnTo>
                    <a:lnTo>
                      <a:pt x="11909" y="5007"/>
                    </a:lnTo>
                    <a:lnTo>
                      <a:pt x="12119" y="4779"/>
                    </a:lnTo>
                    <a:lnTo>
                      <a:pt x="12310" y="4542"/>
                    </a:lnTo>
                    <a:lnTo>
                      <a:pt x="12493" y="4296"/>
                    </a:lnTo>
                    <a:lnTo>
                      <a:pt x="12657" y="4050"/>
                    </a:lnTo>
                    <a:lnTo>
                      <a:pt x="12803" y="3794"/>
                    </a:lnTo>
                    <a:lnTo>
                      <a:pt x="12949" y="3530"/>
                    </a:lnTo>
                    <a:lnTo>
                      <a:pt x="13076" y="3275"/>
                    </a:lnTo>
                    <a:lnTo>
                      <a:pt x="13186" y="3028"/>
                    </a:lnTo>
                    <a:lnTo>
                      <a:pt x="13286" y="2773"/>
                    </a:lnTo>
                    <a:lnTo>
                      <a:pt x="13377" y="2536"/>
                    </a:lnTo>
                    <a:lnTo>
                      <a:pt x="13459" y="2308"/>
                    </a:lnTo>
                    <a:lnTo>
                      <a:pt x="13532" y="2089"/>
                    </a:lnTo>
                    <a:lnTo>
                      <a:pt x="13587" y="1879"/>
                    </a:lnTo>
                    <a:lnTo>
                      <a:pt x="13633" y="1688"/>
                    </a:lnTo>
                    <a:lnTo>
                      <a:pt x="13669" y="1515"/>
                    </a:lnTo>
                    <a:lnTo>
                      <a:pt x="13705" y="1369"/>
                    </a:lnTo>
                    <a:lnTo>
                      <a:pt x="13724" y="1241"/>
                    </a:lnTo>
                    <a:lnTo>
                      <a:pt x="13733" y="1132"/>
                    </a:lnTo>
                    <a:lnTo>
                      <a:pt x="13733" y="1059"/>
                    </a:lnTo>
                    <a:lnTo>
                      <a:pt x="13724" y="1013"/>
                    </a:lnTo>
                    <a:lnTo>
                      <a:pt x="13724" y="995"/>
                    </a:lnTo>
                    <a:lnTo>
                      <a:pt x="13715" y="995"/>
                    </a:lnTo>
                    <a:lnTo>
                      <a:pt x="13277" y="949"/>
                    </a:lnTo>
                    <a:lnTo>
                      <a:pt x="12256" y="840"/>
                    </a:lnTo>
                    <a:lnTo>
                      <a:pt x="9228" y="493"/>
                    </a:lnTo>
                    <a:lnTo>
                      <a:pt x="48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3">
                <a:extLst>
                  <a:ext uri="{FF2B5EF4-FFF2-40B4-BE49-F238E27FC236}">
                    <a16:creationId xmlns:a16="http://schemas.microsoft.com/office/drawing/2014/main" id="{6CC05B06-C033-1CAC-17C6-EE15520292F4}"/>
                  </a:ext>
                </a:extLst>
              </p:cNvPr>
              <p:cNvSpPr/>
              <p:nvPr/>
            </p:nvSpPr>
            <p:spPr>
              <a:xfrm>
                <a:off x="4673277" y="2405419"/>
                <a:ext cx="393920" cy="372737"/>
              </a:xfrm>
              <a:custGeom>
                <a:avLst/>
                <a:gdLst/>
                <a:ahLst/>
                <a:cxnLst/>
                <a:rect l="l" t="t" r="r" b="b"/>
                <a:pathLst>
                  <a:path w="7643" h="7232" extrusionOk="0">
                    <a:moveTo>
                      <a:pt x="201" y="1"/>
                    </a:moveTo>
                    <a:lnTo>
                      <a:pt x="1" y="10"/>
                    </a:lnTo>
                    <a:lnTo>
                      <a:pt x="28" y="539"/>
                    </a:lnTo>
                    <a:lnTo>
                      <a:pt x="411" y="521"/>
                    </a:lnTo>
                    <a:lnTo>
                      <a:pt x="748" y="530"/>
                    </a:lnTo>
                    <a:lnTo>
                      <a:pt x="1095" y="557"/>
                    </a:lnTo>
                    <a:lnTo>
                      <a:pt x="1432" y="603"/>
                    </a:lnTo>
                    <a:lnTo>
                      <a:pt x="1761" y="657"/>
                    </a:lnTo>
                    <a:lnTo>
                      <a:pt x="2080" y="739"/>
                    </a:lnTo>
                    <a:lnTo>
                      <a:pt x="2399" y="831"/>
                    </a:lnTo>
                    <a:lnTo>
                      <a:pt x="2709" y="931"/>
                    </a:lnTo>
                    <a:lnTo>
                      <a:pt x="3019" y="1049"/>
                    </a:lnTo>
                    <a:lnTo>
                      <a:pt x="3311" y="1186"/>
                    </a:lnTo>
                    <a:lnTo>
                      <a:pt x="3603" y="1332"/>
                    </a:lnTo>
                    <a:lnTo>
                      <a:pt x="3885" y="1496"/>
                    </a:lnTo>
                    <a:lnTo>
                      <a:pt x="4159" y="1669"/>
                    </a:lnTo>
                    <a:lnTo>
                      <a:pt x="4423" y="1861"/>
                    </a:lnTo>
                    <a:lnTo>
                      <a:pt x="4669" y="2062"/>
                    </a:lnTo>
                    <a:lnTo>
                      <a:pt x="4916" y="2271"/>
                    </a:lnTo>
                    <a:lnTo>
                      <a:pt x="5153" y="2490"/>
                    </a:lnTo>
                    <a:lnTo>
                      <a:pt x="5372" y="2727"/>
                    </a:lnTo>
                    <a:lnTo>
                      <a:pt x="5581" y="2964"/>
                    </a:lnTo>
                    <a:lnTo>
                      <a:pt x="5782" y="3220"/>
                    </a:lnTo>
                    <a:lnTo>
                      <a:pt x="5973" y="3484"/>
                    </a:lnTo>
                    <a:lnTo>
                      <a:pt x="6147" y="3758"/>
                    </a:lnTo>
                    <a:lnTo>
                      <a:pt x="6302" y="4040"/>
                    </a:lnTo>
                    <a:lnTo>
                      <a:pt x="6457" y="4323"/>
                    </a:lnTo>
                    <a:lnTo>
                      <a:pt x="6584" y="4624"/>
                    </a:lnTo>
                    <a:lnTo>
                      <a:pt x="6712" y="4925"/>
                    </a:lnTo>
                    <a:lnTo>
                      <a:pt x="6812" y="5244"/>
                    </a:lnTo>
                    <a:lnTo>
                      <a:pt x="6904" y="5554"/>
                    </a:lnTo>
                    <a:lnTo>
                      <a:pt x="6976" y="5882"/>
                    </a:lnTo>
                    <a:lnTo>
                      <a:pt x="7040" y="6211"/>
                    </a:lnTo>
                    <a:lnTo>
                      <a:pt x="7077" y="6548"/>
                    </a:lnTo>
                    <a:lnTo>
                      <a:pt x="7104" y="6885"/>
                    </a:lnTo>
                    <a:lnTo>
                      <a:pt x="7113" y="7232"/>
                    </a:lnTo>
                    <a:lnTo>
                      <a:pt x="7642" y="7232"/>
                    </a:lnTo>
                    <a:lnTo>
                      <a:pt x="7633" y="6858"/>
                    </a:lnTo>
                    <a:lnTo>
                      <a:pt x="7606" y="6493"/>
                    </a:lnTo>
                    <a:lnTo>
                      <a:pt x="7560" y="6128"/>
                    </a:lnTo>
                    <a:lnTo>
                      <a:pt x="7496" y="5773"/>
                    </a:lnTo>
                    <a:lnTo>
                      <a:pt x="7414" y="5426"/>
                    </a:lnTo>
                    <a:lnTo>
                      <a:pt x="7314" y="5080"/>
                    </a:lnTo>
                    <a:lnTo>
                      <a:pt x="7204" y="4742"/>
                    </a:lnTo>
                    <a:lnTo>
                      <a:pt x="7068" y="4414"/>
                    </a:lnTo>
                    <a:lnTo>
                      <a:pt x="6931" y="4095"/>
                    </a:lnTo>
                    <a:lnTo>
                      <a:pt x="6767" y="3785"/>
                    </a:lnTo>
                    <a:lnTo>
                      <a:pt x="6593" y="3484"/>
                    </a:lnTo>
                    <a:lnTo>
                      <a:pt x="6402" y="3192"/>
                    </a:lnTo>
                    <a:lnTo>
                      <a:pt x="6201" y="2910"/>
                    </a:lnTo>
                    <a:lnTo>
                      <a:pt x="5992" y="2636"/>
                    </a:lnTo>
                    <a:lnTo>
                      <a:pt x="5764" y="2372"/>
                    </a:lnTo>
                    <a:lnTo>
                      <a:pt x="5517" y="2116"/>
                    </a:lnTo>
                    <a:lnTo>
                      <a:pt x="5271" y="1879"/>
                    </a:lnTo>
                    <a:lnTo>
                      <a:pt x="5007" y="1651"/>
                    </a:lnTo>
                    <a:lnTo>
                      <a:pt x="4733" y="1442"/>
                    </a:lnTo>
                    <a:lnTo>
                      <a:pt x="4451" y="1232"/>
                    </a:lnTo>
                    <a:lnTo>
                      <a:pt x="4159" y="1049"/>
                    </a:lnTo>
                    <a:lnTo>
                      <a:pt x="3849" y="876"/>
                    </a:lnTo>
                    <a:lnTo>
                      <a:pt x="3539" y="712"/>
                    </a:lnTo>
                    <a:lnTo>
                      <a:pt x="3220" y="566"/>
                    </a:lnTo>
                    <a:lnTo>
                      <a:pt x="2891" y="438"/>
                    </a:lnTo>
                    <a:lnTo>
                      <a:pt x="2554" y="320"/>
                    </a:lnTo>
                    <a:lnTo>
                      <a:pt x="2217" y="229"/>
                    </a:lnTo>
                    <a:lnTo>
                      <a:pt x="1861" y="147"/>
                    </a:lnTo>
                    <a:lnTo>
                      <a:pt x="1505" y="83"/>
                    </a:lnTo>
                    <a:lnTo>
                      <a:pt x="1150" y="37"/>
                    </a:lnTo>
                    <a:lnTo>
                      <a:pt x="776" y="10"/>
                    </a:lnTo>
                    <a:lnTo>
                      <a:pt x="4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3">
                <a:extLst>
                  <a:ext uri="{FF2B5EF4-FFF2-40B4-BE49-F238E27FC236}">
                    <a16:creationId xmlns:a16="http://schemas.microsoft.com/office/drawing/2014/main" id="{EABE8ACB-763B-7E79-9B87-8CAC52B2AC3D}"/>
                  </a:ext>
                </a:extLst>
              </p:cNvPr>
              <p:cNvSpPr/>
              <p:nvPr/>
            </p:nvSpPr>
            <p:spPr>
              <a:xfrm>
                <a:off x="5039422" y="2854751"/>
                <a:ext cx="421597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8180" h="4569" extrusionOk="0">
                    <a:moveTo>
                      <a:pt x="7651" y="0"/>
                    </a:moveTo>
                    <a:lnTo>
                      <a:pt x="7642" y="210"/>
                    </a:lnTo>
                    <a:lnTo>
                      <a:pt x="7623" y="410"/>
                    </a:lnTo>
                    <a:lnTo>
                      <a:pt x="7605" y="611"/>
                    </a:lnTo>
                    <a:lnTo>
                      <a:pt x="7569" y="812"/>
                    </a:lnTo>
                    <a:lnTo>
                      <a:pt x="7523" y="1003"/>
                    </a:lnTo>
                    <a:lnTo>
                      <a:pt x="7468" y="1195"/>
                    </a:lnTo>
                    <a:lnTo>
                      <a:pt x="7404" y="1386"/>
                    </a:lnTo>
                    <a:lnTo>
                      <a:pt x="7331" y="1569"/>
                    </a:lnTo>
                    <a:lnTo>
                      <a:pt x="7249" y="1751"/>
                    </a:lnTo>
                    <a:lnTo>
                      <a:pt x="7158" y="1924"/>
                    </a:lnTo>
                    <a:lnTo>
                      <a:pt x="7067" y="2088"/>
                    </a:lnTo>
                    <a:lnTo>
                      <a:pt x="6958" y="2252"/>
                    </a:lnTo>
                    <a:lnTo>
                      <a:pt x="6848" y="2417"/>
                    </a:lnTo>
                    <a:lnTo>
                      <a:pt x="6730" y="2572"/>
                    </a:lnTo>
                    <a:lnTo>
                      <a:pt x="6602" y="2717"/>
                    </a:lnTo>
                    <a:lnTo>
                      <a:pt x="6465" y="2854"/>
                    </a:lnTo>
                    <a:lnTo>
                      <a:pt x="6328" y="2991"/>
                    </a:lnTo>
                    <a:lnTo>
                      <a:pt x="6183" y="3119"/>
                    </a:lnTo>
                    <a:lnTo>
                      <a:pt x="6028" y="3237"/>
                    </a:lnTo>
                    <a:lnTo>
                      <a:pt x="5863" y="3347"/>
                    </a:lnTo>
                    <a:lnTo>
                      <a:pt x="5699" y="3456"/>
                    </a:lnTo>
                    <a:lnTo>
                      <a:pt x="5535" y="3547"/>
                    </a:lnTo>
                    <a:lnTo>
                      <a:pt x="5362" y="3638"/>
                    </a:lnTo>
                    <a:lnTo>
                      <a:pt x="5179" y="3721"/>
                    </a:lnTo>
                    <a:lnTo>
                      <a:pt x="4997" y="3793"/>
                    </a:lnTo>
                    <a:lnTo>
                      <a:pt x="4815" y="3857"/>
                    </a:lnTo>
                    <a:lnTo>
                      <a:pt x="4623" y="3912"/>
                    </a:lnTo>
                    <a:lnTo>
                      <a:pt x="4423" y="3958"/>
                    </a:lnTo>
                    <a:lnTo>
                      <a:pt x="4222" y="3994"/>
                    </a:lnTo>
                    <a:lnTo>
                      <a:pt x="4021" y="4021"/>
                    </a:lnTo>
                    <a:lnTo>
                      <a:pt x="3821" y="4031"/>
                    </a:lnTo>
                    <a:lnTo>
                      <a:pt x="3611" y="4040"/>
                    </a:lnTo>
                    <a:lnTo>
                      <a:pt x="3374" y="4031"/>
                    </a:lnTo>
                    <a:lnTo>
                      <a:pt x="3146" y="4012"/>
                    </a:lnTo>
                    <a:lnTo>
                      <a:pt x="2918" y="3976"/>
                    </a:lnTo>
                    <a:lnTo>
                      <a:pt x="2690" y="3930"/>
                    </a:lnTo>
                    <a:lnTo>
                      <a:pt x="2471" y="3876"/>
                    </a:lnTo>
                    <a:lnTo>
                      <a:pt x="2252" y="3803"/>
                    </a:lnTo>
                    <a:lnTo>
                      <a:pt x="2043" y="3721"/>
                    </a:lnTo>
                    <a:lnTo>
                      <a:pt x="1833" y="3629"/>
                    </a:lnTo>
                    <a:lnTo>
                      <a:pt x="1632" y="3520"/>
                    </a:lnTo>
                    <a:lnTo>
                      <a:pt x="1432" y="3401"/>
                    </a:lnTo>
                    <a:lnTo>
                      <a:pt x="1249" y="3274"/>
                    </a:lnTo>
                    <a:lnTo>
                      <a:pt x="1067" y="3137"/>
                    </a:lnTo>
                    <a:lnTo>
                      <a:pt x="894" y="2982"/>
                    </a:lnTo>
                    <a:lnTo>
                      <a:pt x="720" y="2827"/>
                    </a:lnTo>
                    <a:lnTo>
                      <a:pt x="565" y="2654"/>
                    </a:lnTo>
                    <a:lnTo>
                      <a:pt x="420" y="2471"/>
                    </a:lnTo>
                    <a:lnTo>
                      <a:pt x="0" y="2790"/>
                    </a:lnTo>
                    <a:lnTo>
                      <a:pt x="173" y="3000"/>
                    </a:lnTo>
                    <a:lnTo>
                      <a:pt x="347" y="3192"/>
                    </a:lnTo>
                    <a:lnTo>
                      <a:pt x="538" y="3374"/>
                    </a:lnTo>
                    <a:lnTo>
                      <a:pt x="730" y="3547"/>
                    </a:lnTo>
                    <a:lnTo>
                      <a:pt x="939" y="3702"/>
                    </a:lnTo>
                    <a:lnTo>
                      <a:pt x="1149" y="3848"/>
                    </a:lnTo>
                    <a:lnTo>
                      <a:pt x="1368" y="3985"/>
                    </a:lnTo>
                    <a:lnTo>
                      <a:pt x="1596" y="4103"/>
                    </a:lnTo>
                    <a:lnTo>
                      <a:pt x="1833" y="4204"/>
                    </a:lnTo>
                    <a:lnTo>
                      <a:pt x="2070" y="4304"/>
                    </a:lnTo>
                    <a:lnTo>
                      <a:pt x="2316" y="4377"/>
                    </a:lnTo>
                    <a:lnTo>
                      <a:pt x="2572" y="4450"/>
                    </a:lnTo>
                    <a:lnTo>
                      <a:pt x="2827" y="4496"/>
                    </a:lnTo>
                    <a:lnTo>
                      <a:pt x="3082" y="4532"/>
                    </a:lnTo>
                    <a:lnTo>
                      <a:pt x="3347" y="4559"/>
                    </a:lnTo>
                    <a:lnTo>
                      <a:pt x="3611" y="4569"/>
                    </a:lnTo>
                    <a:lnTo>
                      <a:pt x="3848" y="4559"/>
                    </a:lnTo>
                    <a:lnTo>
                      <a:pt x="4076" y="4541"/>
                    </a:lnTo>
                    <a:lnTo>
                      <a:pt x="4304" y="4514"/>
                    </a:lnTo>
                    <a:lnTo>
                      <a:pt x="4532" y="4468"/>
                    </a:lnTo>
                    <a:lnTo>
                      <a:pt x="4751" y="4423"/>
                    </a:lnTo>
                    <a:lnTo>
                      <a:pt x="4970" y="4359"/>
                    </a:lnTo>
                    <a:lnTo>
                      <a:pt x="5179" y="4286"/>
                    </a:lnTo>
                    <a:lnTo>
                      <a:pt x="5389" y="4204"/>
                    </a:lnTo>
                    <a:lnTo>
                      <a:pt x="5590" y="4113"/>
                    </a:lnTo>
                    <a:lnTo>
                      <a:pt x="5781" y="4012"/>
                    </a:lnTo>
                    <a:lnTo>
                      <a:pt x="5973" y="3903"/>
                    </a:lnTo>
                    <a:lnTo>
                      <a:pt x="6164" y="3784"/>
                    </a:lnTo>
                    <a:lnTo>
                      <a:pt x="6338" y="3657"/>
                    </a:lnTo>
                    <a:lnTo>
                      <a:pt x="6511" y="3520"/>
                    </a:lnTo>
                    <a:lnTo>
                      <a:pt x="6675" y="3374"/>
                    </a:lnTo>
                    <a:lnTo>
                      <a:pt x="6839" y="3228"/>
                    </a:lnTo>
                    <a:lnTo>
                      <a:pt x="6985" y="3064"/>
                    </a:lnTo>
                    <a:lnTo>
                      <a:pt x="7131" y="2900"/>
                    </a:lnTo>
                    <a:lnTo>
                      <a:pt x="7268" y="2727"/>
                    </a:lnTo>
                    <a:lnTo>
                      <a:pt x="7395" y="2553"/>
                    </a:lnTo>
                    <a:lnTo>
                      <a:pt x="7514" y="2362"/>
                    </a:lnTo>
                    <a:lnTo>
                      <a:pt x="7623" y="2170"/>
                    </a:lnTo>
                    <a:lnTo>
                      <a:pt x="7724" y="1979"/>
                    </a:lnTo>
                    <a:lnTo>
                      <a:pt x="7815" y="1778"/>
                    </a:lnTo>
                    <a:lnTo>
                      <a:pt x="7897" y="1569"/>
                    </a:lnTo>
                    <a:lnTo>
                      <a:pt x="7970" y="1359"/>
                    </a:lnTo>
                    <a:lnTo>
                      <a:pt x="8034" y="1140"/>
                    </a:lnTo>
                    <a:lnTo>
                      <a:pt x="8079" y="921"/>
                    </a:lnTo>
                    <a:lnTo>
                      <a:pt x="8125" y="693"/>
                    </a:lnTo>
                    <a:lnTo>
                      <a:pt x="8152" y="465"/>
                    </a:lnTo>
                    <a:lnTo>
                      <a:pt x="8170" y="237"/>
                    </a:lnTo>
                    <a:lnTo>
                      <a:pt x="81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3">
                <a:extLst>
                  <a:ext uri="{FF2B5EF4-FFF2-40B4-BE49-F238E27FC236}">
                    <a16:creationId xmlns:a16="http://schemas.microsoft.com/office/drawing/2014/main" id="{D780F4BA-504C-08B8-B128-DA7CE4447782}"/>
                  </a:ext>
                </a:extLst>
              </p:cNvPr>
              <p:cNvSpPr/>
              <p:nvPr/>
            </p:nvSpPr>
            <p:spPr>
              <a:xfrm>
                <a:off x="4382846" y="2982572"/>
                <a:ext cx="668835" cy="669298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2986" extrusionOk="0">
                    <a:moveTo>
                      <a:pt x="6484" y="0"/>
                    </a:moveTo>
                    <a:lnTo>
                      <a:pt x="6155" y="9"/>
                    </a:lnTo>
                    <a:lnTo>
                      <a:pt x="5827" y="37"/>
                    </a:lnTo>
                    <a:lnTo>
                      <a:pt x="5499" y="73"/>
                    </a:lnTo>
                    <a:lnTo>
                      <a:pt x="5180" y="128"/>
                    </a:lnTo>
                    <a:lnTo>
                      <a:pt x="4870" y="201"/>
                    </a:lnTo>
                    <a:lnTo>
                      <a:pt x="4560" y="292"/>
                    </a:lnTo>
                    <a:lnTo>
                      <a:pt x="4259" y="392"/>
                    </a:lnTo>
                    <a:lnTo>
                      <a:pt x="3967" y="511"/>
                    </a:lnTo>
                    <a:lnTo>
                      <a:pt x="3675" y="639"/>
                    </a:lnTo>
                    <a:lnTo>
                      <a:pt x="3393" y="785"/>
                    </a:lnTo>
                    <a:lnTo>
                      <a:pt x="3128" y="940"/>
                    </a:lnTo>
                    <a:lnTo>
                      <a:pt x="2864" y="1113"/>
                    </a:lnTo>
                    <a:lnTo>
                      <a:pt x="2608" y="1286"/>
                    </a:lnTo>
                    <a:lnTo>
                      <a:pt x="2362" y="1487"/>
                    </a:lnTo>
                    <a:lnTo>
                      <a:pt x="2125" y="1687"/>
                    </a:lnTo>
                    <a:lnTo>
                      <a:pt x="1897" y="1906"/>
                    </a:lnTo>
                    <a:lnTo>
                      <a:pt x="1687" y="2125"/>
                    </a:lnTo>
                    <a:lnTo>
                      <a:pt x="1478" y="2362"/>
                    </a:lnTo>
                    <a:lnTo>
                      <a:pt x="1286" y="2608"/>
                    </a:lnTo>
                    <a:lnTo>
                      <a:pt x="1104" y="2864"/>
                    </a:lnTo>
                    <a:lnTo>
                      <a:pt x="940" y="3128"/>
                    </a:lnTo>
                    <a:lnTo>
                      <a:pt x="785" y="3402"/>
                    </a:lnTo>
                    <a:lnTo>
                      <a:pt x="639" y="3675"/>
                    </a:lnTo>
                    <a:lnTo>
                      <a:pt x="511" y="3967"/>
                    </a:lnTo>
                    <a:lnTo>
                      <a:pt x="393" y="4259"/>
                    </a:lnTo>
                    <a:lnTo>
                      <a:pt x="292" y="4560"/>
                    </a:lnTo>
                    <a:lnTo>
                      <a:pt x="201" y="4870"/>
                    </a:lnTo>
                    <a:lnTo>
                      <a:pt x="128" y="5180"/>
                    </a:lnTo>
                    <a:lnTo>
                      <a:pt x="73" y="5499"/>
                    </a:lnTo>
                    <a:lnTo>
                      <a:pt x="28" y="5827"/>
                    </a:lnTo>
                    <a:lnTo>
                      <a:pt x="10" y="6155"/>
                    </a:lnTo>
                    <a:lnTo>
                      <a:pt x="0" y="6493"/>
                    </a:lnTo>
                    <a:lnTo>
                      <a:pt x="520" y="6493"/>
                    </a:lnTo>
                    <a:lnTo>
                      <a:pt x="529" y="6183"/>
                    </a:lnTo>
                    <a:lnTo>
                      <a:pt x="557" y="5882"/>
                    </a:lnTo>
                    <a:lnTo>
                      <a:pt x="593" y="5581"/>
                    </a:lnTo>
                    <a:lnTo>
                      <a:pt x="648" y="5289"/>
                    </a:lnTo>
                    <a:lnTo>
                      <a:pt x="712" y="4997"/>
                    </a:lnTo>
                    <a:lnTo>
                      <a:pt x="794" y="4715"/>
                    </a:lnTo>
                    <a:lnTo>
                      <a:pt x="885" y="4441"/>
                    </a:lnTo>
                    <a:lnTo>
                      <a:pt x="994" y="4168"/>
                    </a:lnTo>
                    <a:lnTo>
                      <a:pt x="1113" y="3903"/>
                    </a:lnTo>
                    <a:lnTo>
                      <a:pt x="1241" y="3648"/>
                    </a:lnTo>
                    <a:lnTo>
                      <a:pt x="1386" y="3402"/>
                    </a:lnTo>
                    <a:lnTo>
                      <a:pt x="1541" y="3155"/>
                    </a:lnTo>
                    <a:lnTo>
                      <a:pt x="1706" y="2918"/>
                    </a:lnTo>
                    <a:lnTo>
                      <a:pt x="1888" y="2699"/>
                    </a:lnTo>
                    <a:lnTo>
                      <a:pt x="2070" y="2481"/>
                    </a:lnTo>
                    <a:lnTo>
                      <a:pt x="2271" y="2271"/>
                    </a:lnTo>
                    <a:lnTo>
                      <a:pt x="2481" y="2079"/>
                    </a:lnTo>
                    <a:lnTo>
                      <a:pt x="2690" y="1888"/>
                    </a:lnTo>
                    <a:lnTo>
                      <a:pt x="2918" y="1715"/>
                    </a:lnTo>
                    <a:lnTo>
                      <a:pt x="3155" y="1541"/>
                    </a:lnTo>
                    <a:lnTo>
                      <a:pt x="3393" y="1386"/>
                    </a:lnTo>
                    <a:lnTo>
                      <a:pt x="3648" y="1250"/>
                    </a:lnTo>
                    <a:lnTo>
                      <a:pt x="3903" y="1113"/>
                    </a:lnTo>
                    <a:lnTo>
                      <a:pt x="4168" y="994"/>
                    </a:lnTo>
                    <a:lnTo>
                      <a:pt x="4441" y="885"/>
                    </a:lnTo>
                    <a:lnTo>
                      <a:pt x="4715" y="794"/>
                    </a:lnTo>
                    <a:lnTo>
                      <a:pt x="4997" y="712"/>
                    </a:lnTo>
                    <a:lnTo>
                      <a:pt x="5289" y="648"/>
                    </a:lnTo>
                    <a:lnTo>
                      <a:pt x="5581" y="593"/>
                    </a:lnTo>
                    <a:lnTo>
                      <a:pt x="5882" y="557"/>
                    </a:lnTo>
                    <a:lnTo>
                      <a:pt x="6183" y="529"/>
                    </a:lnTo>
                    <a:lnTo>
                      <a:pt x="6484" y="520"/>
                    </a:lnTo>
                    <a:lnTo>
                      <a:pt x="6794" y="529"/>
                    </a:lnTo>
                    <a:lnTo>
                      <a:pt x="7095" y="557"/>
                    </a:lnTo>
                    <a:lnTo>
                      <a:pt x="7396" y="593"/>
                    </a:lnTo>
                    <a:lnTo>
                      <a:pt x="7687" y="648"/>
                    </a:lnTo>
                    <a:lnTo>
                      <a:pt x="7979" y="712"/>
                    </a:lnTo>
                    <a:lnTo>
                      <a:pt x="8262" y="794"/>
                    </a:lnTo>
                    <a:lnTo>
                      <a:pt x="8535" y="885"/>
                    </a:lnTo>
                    <a:lnTo>
                      <a:pt x="8809" y="994"/>
                    </a:lnTo>
                    <a:lnTo>
                      <a:pt x="9073" y="1113"/>
                    </a:lnTo>
                    <a:lnTo>
                      <a:pt x="9329" y="1250"/>
                    </a:lnTo>
                    <a:lnTo>
                      <a:pt x="9584" y="1386"/>
                    </a:lnTo>
                    <a:lnTo>
                      <a:pt x="9821" y="1541"/>
                    </a:lnTo>
                    <a:lnTo>
                      <a:pt x="10058" y="1715"/>
                    </a:lnTo>
                    <a:lnTo>
                      <a:pt x="10277" y="1888"/>
                    </a:lnTo>
                    <a:lnTo>
                      <a:pt x="10496" y="2079"/>
                    </a:lnTo>
                    <a:lnTo>
                      <a:pt x="10706" y="2271"/>
                    </a:lnTo>
                    <a:lnTo>
                      <a:pt x="10906" y="2481"/>
                    </a:lnTo>
                    <a:lnTo>
                      <a:pt x="11089" y="2699"/>
                    </a:lnTo>
                    <a:lnTo>
                      <a:pt x="11271" y="2918"/>
                    </a:lnTo>
                    <a:lnTo>
                      <a:pt x="11435" y="3155"/>
                    </a:lnTo>
                    <a:lnTo>
                      <a:pt x="11590" y="3402"/>
                    </a:lnTo>
                    <a:lnTo>
                      <a:pt x="11736" y="3648"/>
                    </a:lnTo>
                    <a:lnTo>
                      <a:pt x="11864" y="3903"/>
                    </a:lnTo>
                    <a:lnTo>
                      <a:pt x="11982" y="4168"/>
                    </a:lnTo>
                    <a:lnTo>
                      <a:pt x="12092" y="4441"/>
                    </a:lnTo>
                    <a:lnTo>
                      <a:pt x="12183" y="4715"/>
                    </a:lnTo>
                    <a:lnTo>
                      <a:pt x="12265" y="4997"/>
                    </a:lnTo>
                    <a:lnTo>
                      <a:pt x="12338" y="5289"/>
                    </a:lnTo>
                    <a:lnTo>
                      <a:pt x="12383" y="5581"/>
                    </a:lnTo>
                    <a:lnTo>
                      <a:pt x="12420" y="5882"/>
                    </a:lnTo>
                    <a:lnTo>
                      <a:pt x="12447" y="6183"/>
                    </a:lnTo>
                    <a:lnTo>
                      <a:pt x="12456" y="6493"/>
                    </a:lnTo>
                    <a:lnTo>
                      <a:pt x="12447" y="6794"/>
                    </a:lnTo>
                    <a:lnTo>
                      <a:pt x="12420" y="7095"/>
                    </a:lnTo>
                    <a:lnTo>
                      <a:pt x="12383" y="7396"/>
                    </a:lnTo>
                    <a:lnTo>
                      <a:pt x="12338" y="7687"/>
                    </a:lnTo>
                    <a:lnTo>
                      <a:pt x="12265" y="7979"/>
                    </a:lnTo>
                    <a:lnTo>
                      <a:pt x="12183" y="8262"/>
                    </a:lnTo>
                    <a:lnTo>
                      <a:pt x="12092" y="8535"/>
                    </a:lnTo>
                    <a:lnTo>
                      <a:pt x="11982" y="8809"/>
                    </a:lnTo>
                    <a:lnTo>
                      <a:pt x="11864" y="9073"/>
                    </a:lnTo>
                    <a:lnTo>
                      <a:pt x="11736" y="9329"/>
                    </a:lnTo>
                    <a:lnTo>
                      <a:pt x="11590" y="9584"/>
                    </a:lnTo>
                    <a:lnTo>
                      <a:pt x="11435" y="9821"/>
                    </a:lnTo>
                    <a:lnTo>
                      <a:pt x="11271" y="10058"/>
                    </a:lnTo>
                    <a:lnTo>
                      <a:pt x="11089" y="10286"/>
                    </a:lnTo>
                    <a:lnTo>
                      <a:pt x="10906" y="10496"/>
                    </a:lnTo>
                    <a:lnTo>
                      <a:pt x="10706" y="10706"/>
                    </a:lnTo>
                    <a:lnTo>
                      <a:pt x="10496" y="10906"/>
                    </a:lnTo>
                    <a:lnTo>
                      <a:pt x="10277" y="11089"/>
                    </a:lnTo>
                    <a:lnTo>
                      <a:pt x="10058" y="11271"/>
                    </a:lnTo>
                    <a:lnTo>
                      <a:pt x="9821" y="11435"/>
                    </a:lnTo>
                    <a:lnTo>
                      <a:pt x="9584" y="11590"/>
                    </a:lnTo>
                    <a:lnTo>
                      <a:pt x="9329" y="11736"/>
                    </a:lnTo>
                    <a:lnTo>
                      <a:pt x="9073" y="11864"/>
                    </a:lnTo>
                    <a:lnTo>
                      <a:pt x="8809" y="11982"/>
                    </a:lnTo>
                    <a:lnTo>
                      <a:pt x="8535" y="12092"/>
                    </a:lnTo>
                    <a:lnTo>
                      <a:pt x="8262" y="12192"/>
                    </a:lnTo>
                    <a:lnTo>
                      <a:pt x="7979" y="12265"/>
                    </a:lnTo>
                    <a:lnTo>
                      <a:pt x="7687" y="12338"/>
                    </a:lnTo>
                    <a:lnTo>
                      <a:pt x="7396" y="12383"/>
                    </a:lnTo>
                    <a:lnTo>
                      <a:pt x="7095" y="12429"/>
                    </a:lnTo>
                    <a:lnTo>
                      <a:pt x="6794" y="12447"/>
                    </a:lnTo>
                    <a:lnTo>
                      <a:pt x="6484" y="12456"/>
                    </a:lnTo>
                    <a:lnTo>
                      <a:pt x="6484" y="12985"/>
                    </a:lnTo>
                    <a:lnTo>
                      <a:pt x="6821" y="12976"/>
                    </a:lnTo>
                    <a:lnTo>
                      <a:pt x="7149" y="12949"/>
                    </a:lnTo>
                    <a:lnTo>
                      <a:pt x="7478" y="12903"/>
                    </a:lnTo>
                    <a:lnTo>
                      <a:pt x="7797" y="12848"/>
                    </a:lnTo>
                    <a:lnTo>
                      <a:pt x="8107" y="12775"/>
                    </a:lnTo>
                    <a:lnTo>
                      <a:pt x="8417" y="12693"/>
                    </a:lnTo>
                    <a:lnTo>
                      <a:pt x="8718" y="12584"/>
                    </a:lnTo>
                    <a:lnTo>
                      <a:pt x="9010" y="12475"/>
                    </a:lnTo>
                    <a:lnTo>
                      <a:pt x="9301" y="12338"/>
                    </a:lnTo>
                    <a:lnTo>
                      <a:pt x="9584" y="12201"/>
                    </a:lnTo>
                    <a:lnTo>
                      <a:pt x="9849" y="12037"/>
                    </a:lnTo>
                    <a:lnTo>
                      <a:pt x="10113" y="11873"/>
                    </a:lnTo>
                    <a:lnTo>
                      <a:pt x="10368" y="11690"/>
                    </a:lnTo>
                    <a:lnTo>
                      <a:pt x="10614" y="11499"/>
                    </a:lnTo>
                    <a:lnTo>
                      <a:pt x="10852" y="11289"/>
                    </a:lnTo>
                    <a:lnTo>
                      <a:pt x="11080" y="11079"/>
                    </a:lnTo>
                    <a:lnTo>
                      <a:pt x="11289" y="10851"/>
                    </a:lnTo>
                    <a:lnTo>
                      <a:pt x="11499" y="10614"/>
                    </a:lnTo>
                    <a:lnTo>
                      <a:pt x="11690" y="10368"/>
                    </a:lnTo>
                    <a:lnTo>
                      <a:pt x="11873" y="10113"/>
                    </a:lnTo>
                    <a:lnTo>
                      <a:pt x="12037" y="9848"/>
                    </a:lnTo>
                    <a:lnTo>
                      <a:pt x="12192" y="9584"/>
                    </a:lnTo>
                    <a:lnTo>
                      <a:pt x="12338" y="9301"/>
                    </a:lnTo>
                    <a:lnTo>
                      <a:pt x="12466" y="9010"/>
                    </a:lnTo>
                    <a:lnTo>
                      <a:pt x="12584" y="8718"/>
                    </a:lnTo>
                    <a:lnTo>
                      <a:pt x="12684" y="8417"/>
                    </a:lnTo>
                    <a:lnTo>
                      <a:pt x="12776" y="8107"/>
                    </a:lnTo>
                    <a:lnTo>
                      <a:pt x="12849" y="7797"/>
                    </a:lnTo>
                    <a:lnTo>
                      <a:pt x="12903" y="7478"/>
                    </a:lnTo>
                    <a:lnTo>
                      <a:pt x="12949" y="7149"/>
                    </a:lnTo>
                    <a:lnTo>
                      <a:pt x="12967" y="6821"/>
                    </a:lnTo>
                    <a:lnTo>
                      <a:pt x="12976" y="6493"/>
                    </a:lnTo>
                    <a:lnTo>
                      <a:pt x="12967" y="6155"/>
                    </a:lnTo>
                    <a:lnTo>
                      <a:pt x="12949" y="5827"/>
                    </a:lnTo>
                    <a:lnTo>
                      <a:pt x="12903" y="5499"/>
                    </a:lnTo>
                    <a:lnTo>
                      <a:pt x="12849" y="5180"/>
                    </a:lnTo>
                    <a:lnTo>
                      <a:pt x="12776" y="4870"/>
                    </a:lnTo>
                    <a:lnTo>
                      <a:pt x="12684" y="4560"/>
                    </a:lnTo>
                    <a:lnTo>
                      <a:pt x="12584" y="4259"/>
                    </a:lnTo>
                    <a:lnTo>
                      <a:pt x="12466" y="3967"/>
                    </a:lnTo>
                    <a:lnTo>
                      <a:pt x="12338" y="3675"/>
                    </a:lnTo>
                    <a:lnTo>
                      <a:pt x="12192" y="3402"/>
                    </a:lnTo>
                    <a:lnTo>
                      <a:pt x="12037" y="3128"/>
                    </a:lnTo>
                    <a:lnTo>
                      <a:pt x="11873" y="2864"/>
                    </a:lnTo>
                    <a:lnTo>
                      <a:pt x="11690" y="2608"/>
                    </a:lnTo>
                    <a:lnTo>
                      <a:pt x="11499" y="2362"/>
                    </a:lnTo>
                    <a:lnTo>
                      <a:pt x="11289" y="2125"/>
                    </a:lnTo>
                    <a:lnTo>
                      <a:pt x="11080" y="1906"/>
                    </a:lnTo>
                    <a:lnTo>
                      <a:pt x="10852" y="1687"/>
                    </a:lnTo>
                    <a:lnTo>
                      <a:pt x="10614" y="1487"/>
                    </a:lnTo>
                    <a:lnTo>
                      <a:pt x="10368" y="1286"/>
                    </a:lnTo>
                    <a:lnTo>
                      <a:pt x="10113" y="1113"/>
                    </a:lnTo>
                    <a:lnTo>
                      <a:pt x="9849" y="940"/>
                    </a:lnTo>
                    <a:lnTo>
                      <a:pt x="9584" y="785"/>
                    </a:lnTo>
                    <a:lnTo>
                      <a:pt x="9301" y="639"/>
                    </a:lnTo>
                    <a:lnTo>
                      <a:pt x="9010" y="511"/>
                    </a:lnTo>
                    <a:lnTo>
                      <a:pt x="8718" y="392"/>
                    </a:lnTo>
                    <a:lnTo>
                      <a:pt x="8417" y="292"/>
                    </a:lnTo>
                    <a:lnTo>
                      <a:pt x="8107" y="201"/>
                    </a:lnTo>
                    <a:lnTo>
                      <a:pt x="7797" y="128"/>
                    </a:lnTo>
                    <a:lnTo>
                      <a:pt x="7478" y="73"/>
                    </a:lnTo>
                    <a:lnTo>
                      <a:pt x="7149" y="37"/>
                    </a:lnTo>
                    <a:lnTo>
                      <a:pt x="6821" y="9"/>
                    </a:lnTo>
                    <a:lnTo>
                      <a:pt x="64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3">
                <a:extLst>
                  <a:ext uri="{FF2B5EF4-FFF2-40B4-BE49-F238E27FC236}">
                    <a16:creationId xmlns:a16="http://schemas.microsoft.com/office/drawing/2014/main" id="{098EC86F-388A-195A-DB17-27898801527F}"/>
                  </a:ext>
                </a:extLst>
              </p:cNvPr>
              <p:cNvSpPr/>
              <p:nvPr/>
            </p:nvSpPr>
            <p:spPr>
              <a:xfrm>
                <a:off x="4423717" y="2437374"/>
                <a:ext cx="134004" cy="438090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8500" extrusionOk="0">
                    <a:moveTo>
                      <a:pt x="2317" y="1"/>
                    </a:moveTo>
                    <a:lnTo>
                      <a:pt x="2098" y="156"/>
                    </a:lnTo>
                    <a:lnTo>
                      <a:pt x="1888" y="311"/>
                    </a:lnTo>
                    <a:lnTo>
                      <a:pt x="1697" y="484"/>
                    </a:lnTo>
                    <a:lnTo>
                      <a:pt x="1505" y="666"/>
                    </a:lnTo>
                    <a:lnTo>
                      <a:pt x="1323" y="858"/>
                    </a:lnTo>
                    <a:lnTo>
                      <a:pt x="1159" y="1059"/>
                    </a:lnTo>
                    <a:lnTo>
                      <a:pt x="995" y="1268"/>
                    </a:lnTo>
                    <a:lnTo>
                      <a:pt x="849" y="1487"/>
                    </a:lnTo>
                    <a:lnTo>
                      <a:pt x="712" y="1715"/>
                    </a:lnTo>
                    <a:lnTo>
                      <a:pt x="584" y="1952"/>
                    </a:lnTo>
                    <a:lnTo>
                      <a:pt x="475" y="2198"/>
                    </a:lnTo>
                    <a:lnTo>
                      <a:pt x="365" y="2445"/>
                    </a:lnTo>
                    <a:lnTo>
                      <a:pt x="274" y="2700"/>
                    </a:lnTo>
                    <a:lnTo>
                      <a:pt x="201" y="2964"/>
                    </a:lnTo>
                    <a:lnTo>
                      <a:pt x="128" y="3229"/>
                    </a:lnTo>
                    <a:lnTo>
                      <a:pt x="74" y="3502"/>
                    </a:lnTo>
                    <a:lnTo>
                      <a:pt x="37" y="3776"/>
                    </a:lnTo>
                    <a:lnTo>
                      <a:pt x="10" y="4049"/>
                    </a:lnTo>
                    <a:lnTo>
                      <a:pt x="1" y="4323"/>
                    </a:lnTo>
                    <a:lnTo>
                      <a:pt x="1" y="4587"/>
                    </a:lnTo>
                    <a:lnTo>
                      <a:pt x="19" y="4861"/>
                    </a:lnTo>
                    <a:lnTo>
                      <a:pt x="46" y="5125"/>
                    </a:lnTo>
                    <a:lnTo>
                      <a:pt x="83" y="5381"/>
                    </a:lnTo>
                    <a:lnTo>
                      <a:pt x="138" y="5645"/>
                    </a:lnTo>
                    <a:lnTo>
                      <a:pt x="210" y="5901"/>
                    </a:lnTo>
                    <a:lnTo>
                      <a:pt x="283" y="6147"/>
                    </a:lnTo>
                    <a:lnTo>
                      <a:pt x="375" y="6393"/>
                    </a:lnTo>
                    <a:lnTo>
                      <a:pt x="484" y="6630"/>
                    </a:lnTo>
                    <a:lnTo>
                      <a:pt x="603" y="6867"/>
                    </a:lnTo>
                    <a:lnTo>
                      <a:pt x="730" y="7086"/>
                    </a:lnTo>
                    <a:lnTo>
                      <a:pt x="867" y="7305"/>
                    </a:lnTo>
                    <a:lnTo>
                      <a:pt x="1022" y="7515"/>
                    </a:lnTo>
                    <a:lnTo>
                      <a:pt x="1131" y="7651"/>
                    </a:lnTo>
                    <a:lnTo>
                      <a:pt x="1250" y="7788"/>
                    </a:lnTo>
                    <a:lnTo>
                      <a:pt x="1369" y="7916"/>
                    </a:lnTo>
                    <a:lnTo>
                      <a:pt x="1487" y="8043"/>
                    </a:lnTo>
                    <a:lnTo>
                      <a:pt x="1615" y="8162"/>
                    </a:lnTo>
                    <a:lnTo>
                      <a:pt x="1752" y="8280"/>
                    </a:lnTo>
                    <a:lnTo>
                      <a:pt x="1888" y="8399"/>
                    </a:lnTo>
                    <a:lnTo>
                      <a:pt x="2025" y="8499"/>
                    </a:lnTo>
                    <a:lnTo>
                      <a:pt x="2344" y="8080"/>
                    </a:lnTo>
                    <a:lnTo>
                      <a:pt x="2089" y="7879"/>
                    </a:lnTo>
                    <a:lnTo>
                      <a:pt x="1861" y="7670"/>
                    </a:lnTo>
                    <a:lnTo>
                      <a:pt x="1642" y="7442"/>
                    </a:lnTo>
                    <a:lnTo>
                      <a:pt x="1533" y="7323"/>
                    </a:lnTo>
                    <a:lnTo>
                      <a:pt x="1441" y="7195"/>
                    </a:lnTo>
                    <a:lnTo>
                      <a:pt x="1305" y="7013"/>
                    </a:lnTo>
                    <a:lnTo>
                      <a:pt x="1177" y="6812"/>
                    </a:lnTo>
                    <a:lnTo>
                      <a:pt x="1058" y="6612"/>
                    </a:lnTo>
                    <a:lnTo>
                      <a:pt x="958" y="6402"/>
                    </a:lnTo>
                    <a:lnTo>
                      <a:pt x="858" y="6192"/>
                    </a:lnTo>
                    <a:lnTo>
                      <a:pt x="776" y="5974"/>
                    </a:lnTo>
                    <a:lnTo>
                      <a:pt x="712" y="5746"/>
                    </a:lnTo>
                    <a:lnTo>
                      <a:pt x="648" y="5518"/>
                    </a:lnTo>
                    <a:lnTo>
                      <a:pt x="603" y="5280"/>
                    </a:lnTo>
                    <a:lnTo>
                      <a:pt x="566" y="5053"/>
                    </a:lnTo>
                    <a:lnTo>
                      <a:pt x="539" y="4806"/>
                    </a:lnTo>
                    <a:lnTo>
                      <a:pt x="530" y="4569"/>
                    </a:lnTo>
                    <a:lnTo>
                      <a:pt x="530" y="4323"/>
                    </a:lnTo>
                    <a:lnTo>
                      <a:pt x="539" y="4086"/>
                    </a:lnTo>
                    <a:lnTo>
                      <a:pt x="557" y="3840"/>
                    </a:lnTo>
                    <a:lnTo>
                      <a:pt x="593" y="3594"/>
                    </a:lnTo>
                    <a:lnTo>
                      <a:pt x="648" y="3347"/>
                    </a:lnTo>
                    <a:lnTo>
                      <a:pt x="703" y="3101"/>
                    </a:lnTo>
                    <a:lnTo>
                      <a:pt x="776" y="2873"/>
                    </a:lnTo>
                    <a:lnTo>
                      <a:pt x="858" y="2636"/>
                    </a:lnTo>
                    <a:lnTo>
                      <a:pt x="949" y="2417"/>
                    </a:lnTo>
                    <a:lnTo>
                      <a:pt x="1049" y="2198"/>
                    </a:lnTo>
                    <a:lnTo>
                      <a:pt x="1168" y="1980"/>
                    </a:lnTo>
                    <a:lnTo>
                      <a:pt x="1286" y="1779"/>
                    </a:lnTo>
                    <a:lnTo>
                      <a:pt x="1423" y="1578"/>
                    </a:lnTo>
                    <a:lnTo>
                      <a:pt x="1560" y="1387"/>
                    </a:lnTo>
                    <a:lnTo>
                      <a:pt x="1715" y="1214"/>
                    </a:lnTo>
                    <a:lnTo>
                      <a:pt x="1879" y="1040"/>
                    </a:lnTo>
                    <a:lnTo>
                      <a:pt x="2043" y="876"/>
                    </a:lnTo>
                    <a:lnTo>
                      <a:pt x="2226" y="721"/>
                    </a:lnTo>
                    <a:lnTo>
                      <a:pt x="2408" y="575"/>
                    </a:lnTo>
                    <a:lnTo>
                      <a:pt x="2600" y="448"/>
                    </a:lnTo>
                    <a:lnTo>
                      <a:pt x="23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3">
                <a:extLst>
                  <a:ext uri="{FF2B5EF4-FFF2-40B4-BE49-F238E27FC236}">
                    <a16:creationId xmlns:a16="http://schemas.microsoft.com/office/drawing/2014/main" id="{3ECCE00E-65A9-240D-8E75-F7CF3115F4BA}"/>
                  </a:ext>
                </a:extLst>
              </p:cNvPr>
              <p:cNvSpPr/>
              <p:nvPr/>
            </p:nvSpPr>
            <p:spPr>
              <a:xfrm>
                <a:off x="4504585" y="283310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9" y="10"/>
                    </a:lnTo>
                    <a:lnTo>
                      <a:pt x="465" y="19"/>
                    </a:lnTo>
                    <a:lnTo>
                      <a:pt x="410" y="37"/>
                    </a:lnTo>
                    <a:lnTo>
                      <a:pt x="356" y="55"/>
                    </a:lnTo>
                    <a:lnTo>
                      <a:pt x="301" y="83"/>
                    </a:lnTo>
                    <a:lnTo>
                      <a:pt x="255" y="119"/>
                    </a:lnTo>
                    <a:lnTo>
                      <a:pt x="210" y="156"/>
                    </a:lnTo>
                    <a:lnTo>
                      <a:pt x="164" y="201"/>
                    </a:lnTo>
                    <a:lnTo>
                      <a:pt x="119" y="247"/>
                    </a:lnTo>
                    <a:lnTo>
                      <a:pt x="91" y="302"/>
                    </a:lnTo>
                    <a:lnTo>
                      <a:pt x="55" y="356"/>
                    </a:lnTo>
                    <a:lnTo>
                      <a:pt x="37" y="411"/>
                    </a:lnTo>
                    <a:lnTo>
                      <a:pt x="18" y="466"/>
                    </a:lnTo>
                    <a:lnTo>
                      <a:pt x="9" y="530"/>
                    </a:lnTo>
                    <a:lnTo>
                      <a:pt x="0" y="584"/>
                    </a:lnTo>
                    <a:lnTo>
                      <a:pt x="0" y="648"/>
                    </a:lnTo>
                    <a:lnTo>
                      <a:pt x="9" y="703"/>
                    </a:lnTo>
                    <a:lnTo>
                      <a:pt x="18" y="767"/>
                    </a:lnTo>
                    <a:lnTo>
                      <a:pt x="37" y="821"/>
                    </a:lnTo>
                    <a:lnTo>
                      <a:pt x="55" y="876"/>
                    </a:lnTo>
                    <a:lnTo>
                      <a:pt x="91" y="931"/>
                    </a:lnTo>
                    <a:lnTo>
                      <a:pt x="119" y="976"/>
                    </a:lnTo>
                    <a:lnTo>
                      <a:pt x="155" y="1022"/>
                    </a:lnTo>
                    <a:lnTo>
                      <a:pt x="201" y="1068"/>
                    </a:lnTo>
                    <a:lnTo>
                      <a:pt x="246" y="1113"/>
                    </a:lnTo>
                    <a:lnTo>
                      <a:pt x="301" y="1140"/>
                    </a:lnTo>
                    <a:lnTo>
                      <a:pt x="356" y="1177"/>
                    </a:lnTo>
                    <a:lnTo>
                      <a:pt x="410" y="1195"/>
                    </a:lnTo>
                    <a:lnTo>
                      <a:pt x="474" y="1213"/>
                    </a:lnTo>
                    <a:lnTo>
                      <a:pt x="529" y="1223"/>
                    </a:lnTo>
                    <a:lnTo>
                      <a:pt x="593" y="1232"/>
                    </a:lnTo>
                    <a:lnTo>
                      <a:pt x="648" y="1232"/>
                    </a:lnTo>
                    <a:lnTo>
                      <a:pt x="711" y="1223"/>
                    </a:lnTo>
                    <a:lnTo>
                      <a:pt x="766" y="1213"/>
                    </a:lnTo>
                    <a:lnTo>
                      <a:pt x="821" y="1195"/>
                    </a:lnTo>
                    <a:lnTo>
                      <a:pt x="876" y="1177"/>
                    </a:lnTo>
                    <a:lnTo>
                      <a:pt x="930" y="1150"/>
                    </a:lnTo>
                    <a:lnTo>
                      <a:pt x="976" y="1113"/>
                    </a:lnTo>
                    <a:lnTo>
                      <a:pt x="1031" y="1077"/>
                    </a:lnTo>
                    <a:lnTo>
                      <a:pt x="1067" y="1031"/>
                    </a:lnTo>
                    <a:lnTo>
                      <a:pt x="1113" y="985"/>
                    </a:lnTo>
                    <a:lnTo>
                      <a:pt x="1149" y="931"/>
                    </a:lnTo>
                    <a:lnTo>
                      <a:pt x="1176" y="876"/>
                    </a:lnTo>
                    <a:lnTo>
                      <a:pt x="1195" y="821"/>
                    </a:lnTo>
                    <a:lnTo>
                      <a:pt x="1213" y="758"/>
                    </a:lnTo>
                    <a:lnTo>
                      <a:pt x="1222" y="703"/>
                    </a:lnTo>
                    <a:lnTo>
                      <a:pt x="1231" y="639"/>
                    </a:lnTo>
                    <a:lnTo>
                      <a:pt x="1231" y="584"/>
                    </a:lnTo>
                    <a:lnTo>
                      <a:pt x="1222" y="530"/>
                    </a:lnTo>
                    <a:lnTo>
                      <a:pt x="1213" y="466"/>
                    </a:lnTo>
                    <a:lnTo>
                      <a:pt x="1195" y="411"/>
                    </a:lnTo>
                    <a:lnTo>
                      <a:pt x="1176" y="356"/>
                    </a:lnTo>
                    <a:lnTo>
                      <a:pt x="1149" y="302"/>
                    </a:lnTo>
                    <a:lnTo>
                      <a:pt x="1113" y="256"/>
                    </a:lnTo>
                    <a:lnTo>
                      <a:pt x="1076" y="201"/>
                    </a:lnTo>
                    <a:lnTo>
                      <a:pt x="1031" y="165"/>
                    </a:lnTo>
                    <a:lnTo>
                      <a:pt x="985" y="119"/>
                    </a:lnTo>
                    <a:lnTo>
                      <a:pt x="930" y="83"/>
                    </a:lnTo>
                    <a:lnTo>
                      <a:pt x="876" y="55"/>
                    </a:lnTo>
                    <a:lnTo>
                      <a:pt x="821" y="37"/>
                    </a:lnTo>
                    <a:lnTo>
                      <a:pt x="766" y="19"/>
                    </a:lnTo>
                    <a:lnTo>
                      <a:pt x="702" y="10"/>
                    </a:lnTo>
                    <a:lnTo>
                      <a:pt x="6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3">
                <a:extLst>
                  <a:ext uri="{FF2B5EF4-FFF2-40B4-BE49-F238E27FC236}">
                    <a16:creationId xmlns:a16="http://schemas.microsoft.com/office/drawing/2014/main" id="{2CC1A0A8-77D7-AA3B-40AF-675A36F42931}"/>
                  </a:ext>
                </a:extLst>
              </p:cNvPr>
              <p:cNvSpPr/>
              <p:nvPr/>
            </p:nvSpPr>
            <p:spPr>
              <a:xfrm>
                <a:off x="3603138" y="2348106"/>
                <a:ext cx="1937749" cy="1518059"/>
              </a:xfrm>
              <a:custGeom>
                <a:avLst/>
                <a:gdLst/>
                <a:ahLst/>
                <a:cxnLst/>
                <a:rect l="l" t="t" r="r" b="b"/>
                <a:pathLst>
                  <a:path w="37597" h="29454" extrusionOk="0">
                    <a:moveTo>
                      <a:pt x="14198" y="520"/>
                    </a:moveTo>
                    <a:lnTo>
                      <a:pt x="14463" y="529"/>
                    </a:lnTo>
                    <a:lnTo>
                      <a:pt x="14727" y="557"/>
                    </a:lnTo>
                    <a:lnTo>
                      <a:pt x="14992" y="593"/>
                    </a:lnTo>
                    <a:lnTo>
                      <a:pt x="15247" y="639"/>
                    </a:lnTo>
                    <a:lnTo>
                      <a:pt x="15502" y="702"/>
                    </a:lnTo>
                    <a:lnTo>
                      <a:pt x="15748" y="785"/>
                    </a:lnTo>
                    <a:lnTo>
                      <a:pt x="15986" y="876"/>
                    </a:lnTo>
                    <a:lnTo>
                      <a:pt x="16223" y="985"/>
                    </a:lnTo>
                    <a:lnTo>
                      <a:pt x="16460" y="1095"/>
                    </a:lnTo>
                    <a:lnTo>
                      <a:pt x="16679" y="1231"/>
                    </a:lnTo>
                    <a:lnTo>
                      <a:pt x="16897" y="1377"/>
                    </a:lnTo>
                    <a:lnTo>
                      <a:pt x="17107" y="1532"/>
                    </a:lnTo>
                    <a:lnTo>
                      <a:pt x="17308" y="1696"/>
                    </a:lnTo>
                    <a:lnTo>
                      <a:pt x="17499" y="1879"/>
                    </a:lnTo>
                    <a:lnTo>
                      <a:pt x="17682" y="2070"/>
                    </a:lnTo>
                    <a:lnTo>
                      <a:pt x="17855" y="2271"/>
                    </a:lnTo>
                    <a:lnTo>
                      <a:pt x="17992" y="2435"/>
                    </a:lnTo>
                    <a:lnTo>
                      <a:pt x="18183" y="2344"/>
                    </a:lnTo>
                    <a:lnTo>
                      <a:pt x="18356" y="2253"/>
                    </a:lnTo>
                    <a:lnTo>
                      <a:pt x="18530" y="2180"/>
                    </a:lnTo>
                    <a:lnTo>
                      <a:pt x="18712" y="2098"/>
                    </a:lnTo>
                    <a:lnTo>
                      <a:pt x="18894" y="2034"/>
                    </a:lnTo>
                    <a:lnTo>
                      <a:pt x="19077" y="1970"/>
                    </a:lnTo>
                    <a:lnTo>
                      <a:pt x="19259" y="1915"/>
                    </a:lnTo>
                    <a:lnTo>
                      <a:pt x="19442" y="1860"/>
                    </a:lnTo>
                    <a:lnTo>
                      <a:pt x="19633" y="1815"/>
                    </a:lnTo>
                    <a:lnTo>
                      <a:pt x="19824" y="1769"/>
                    </a:lnTo>
                    <a:lnTo>
                      <a:pt x="20007" y="1733"/>
                    </a:lnTo>
                    <a:lnTo>
                      <a:pt x="20198" y="1705"/>
                    </a:lnTo>
                    <a:lnTo>
                      <a:pt x="20390" y="1678"/>
                    </a:lnTo>
                    <a:lnTo>
                      <a:pt x="20581" y="1660"/>
                    </a:lnTo>
                    <a:lnTo>
                      <a:pt x="20782" y="1651"/>
                    </a:lnTo>
                    <a:lnTo>
                      <a:pt x="20973" y="1642"/>
                    </a:lnTo>
                    <a:lnTo>
                      <a:pt x="21174" y="1633"/>
                    </a:lnTo>
                    <a:lnTo>
                      <a:pt x="21429" y="1642"/>
                    </a:lnTo>
                    <a:lnTo>
                      <a:pt x="21694" y="1660"/>
                    </a:lnTo>
                    <a:lnTo>
                      <a:pt x="21949" y="1678"/>
                    </a:lnTo>
                    <a:lnTo>
                      <a:pt x="22204" y="1715"/>
                    </a:lnTo>
                    <a:lnTo>
                      <a:pt x="22460" y="1760"/>
                    </a:lnTo>
                    <a:lnTo>
                      <a:pt x="22715" y="1815"/>
                    </a:lnTo>
                    <a:lnTo>
                      <a:pt x="22961" y="1879"/>
                    </a:lnTo>
                    <a:lnTo>
                      <a:pt x="23207" y="1952"/>
                    </a:lnTo>
                    <a:lnTo>
                      <a:pt x="23445" y="2034"/>
                    </a:lnTo>
                    <a:lnTo>
                      <a:pt x="23691" y="2125"/>
                    </a:lnTo>
                    <a:lnTo>
                      <a:pt x="23928" y="2225"/>
                    </a:lnTo>
                    <a:lnTo>
                      <a:pt x="24156" y="2335"/>
                    </a:lnTo>
                    <a:lnTo>
                      <a:pt x="24384" y="2453"/>
                    </a:lnTo>
                    <a:lnTo>
                      <a:pt x="24612" y="2590"/>
                    </a:lnTo>
                    <a:lnTo>
                      <a:pt x="24831" y="2727"/>
                    </a:lnTo>
                    <a:lnTo>
                      <a:pt x="25040" y="2873"/>
                    </a:lnTo>
                    <a:lnTo>
                      <a:pt x="25159" y="2955"/>
                    </a:lnTo>
                    <a:lnTo>
                      <a:pt x="25296" y="2900"/>
                    </a:lnTo>
                    <a:lnTo>
                      <a:pt x="25478" y="2827"/>
                    </a:lnTo>
                    <a:lnTo>
                      <a:pt x="25660" y="2772"/>
                    </a:lnTo>
                    <a:lnTo>
                      <a:pt x="25852" y="2718"/>
                    </a:lnTo>
                    <a:lnTo>
                      <a:pt x="26034" y="2681"/>
                    </a:lnTo>
                    <a:lnTo>
                      <a:pt x="26226" y="2645"/>
                    </a:lnTo>
                    <a:lnTo>
                      <a:pt x="26417" y="2626"/>
                    </a:lnTo>
                    <a:lnTo>
                      <a:pt x="26609" y="2608"/>
                    </a:lnTo>
                    <a:lnTo>
                      <a:pt x="26983" y="2608"/>
                    </a:lnTo>
                    <a:lnTo>
                      <a:pt x="27147" y="2617"/>
                    </a:lnTo>
                    <a:lnTo>
                      <a:pt x="27320" y="2636"/>
                    </a:lnTo>
                    <a:lnTo>
                      <a:pt x="27484" y="2663"/>
                    </a:lnTo>
                    <a:lnTo>
                      <a:pt x="27648" y="2690"/>
                    </a:lnTo>
                    <a:lnTo>
                      <a:pt x="27812" y="2736"/>
                    </a:lnTo>
                    <a:lnTo>
                      <a:pt x="27967" y="2772"/>
                    </a:lnTo>
                    <a:lnTo>
                      <a:pt x="28132" y="2827"/>
                    </a:lnTo>
                    <a:lnTo>
                      <a:pt x="28287" y="2882"/>
                    </a:lnTo>
                    <a:lnTo>
                      <a:pt x="28432" y="2946"/>
                    </a:lnTo>
                    <a:lnTo>
                      <a:pt x="28587" y="3019"/>
                    </a:lnTo>
                    <a:lnTo>
                      <a:pt x="28724" y="3092"/>
                    </a:lnTo>
                    <a:lnTo>
                      <a:pt x="28870" y="3174"/>
                    </a:lnTo>
                    <a:lnTo>
                      <a:pt x="29007" y="3256"/>
                    </a:lnTo>
                    <a:lnTo>
                      <a:pt x="29144" y="3356"/>
                    </a:lnTo>
                    <a:lnTo>
                      <a:pt x="29271" y="3447"/>
                    </a:lnTo>
                    <a:lnTo>
                      <a:pt x="29399" y="3547"/>
                    </a:lnTo>
                    <a:lnTo>
                      <a:pt x="29527" y="3657"/>
                    </a:lnTo>
                    <a:lnTo>
                      <a:pt x="29645" y="3775"/>
                    </a:lnTo>
                    <a:lnTo>
                      <a:pt x="29755" y="3894"/>
                    </a:lnTo>
                    <a:lnTo>
                      <a:pt x="29864" y="4012"/>
                    </a:lnTo>
                    <a:lnTo>
                      <a:pt x="29974" y="4140"/>
                    </a:lnTo>
                    <a:lnTo>
                      <a:pt x="30074" y="4268"/>
                    </a:lnTo>
                    <a:lnTo>
                      <a:pt x="30165" y="4405"/>
                    </a:lnTo>
                    <a:lnTo>
                      <a:pt x="30256" y="4541"/>
                    </a:lnTo>
                    <a:lnTo>
                      <a:pt x="30338" y="4687"/>
                    </a:lnTo>
                    <a:lnTo>
                      <a:pt x="30420" y="4833"/>
                    </a:lnTo>
                    <a:lnTo>
                      <a:pt x="30484" y="4988"/>
                    </a:lnTo>
                    <a:lnTo>
                      <a:pt x="30557" y="5143"/>
                    </a:lnTo>
                    <a:lnTo>
                      <a:pt x="30612" y="5298"/>
                    </a:lnTo>
                    <a:lnTo>
                      <a:pt x="30667" y="5462"/>
                    </a:lnTo>
                    <a:lnTo>
                      <a:pt x="30712" y="5626"/>
                    </a:lnTo>
                    <a:lnTo>
                      <a:pt x="30767" y="5854"/>
                    </a:lnTo>
                    <a:lnTo>
                      <a:pt x="30995" y="5827"/>
                    </a:lnTo>
                    <a:lnTo>
                      <a:pt x="31250" y="5800"/>
                    </a:lnTo>
                    <a:lnTo>
                      <a:pt x="31478" y="5791"/>
                    </a:lnTo>
                    <a:lnTo>
                      <a:pt x="31688" y="5800"/>
                    </a:lnTo>
                    <a:lnTo>
                      <a:pt x="31888" y="5818"/>
                    </a:lnTo>
                    <a:lnTo>
                      <a:pt x="32089" y="5836"/>
                    </a:lnTo>
                    <a:lnTo>
                      <a:pt x="32290" y="5873"/>
                    </a:lnTo>
                    <a:lnTo>
                      <a:pt x="32490" y="5918"/>
                    </a:lnTo>
                    <a:lnTo>
                      <a:pt x="32682" y="5973"/>
                    </a:lnTo>
                    <a:lnTo>
                      <a:pt x="32864" y="6037"/>
                    </a:lnTo>
                    <a:lnTo>
                      <a:pt x="33046" y="6110"/>
                    </a:lnTo>
                    <a:lnTo>
                      <a:pt x="33229" y="6192"/>
                    </a:lnTo>
                    <a:lnTo>
                      <a:pt x="33402" y="6283"/>
                    </a:lnTo>
                    <a:lnTo>
                      <a:pt x="33566" y="6374"/>
                    </a:lnTo>
                    <a:lnTo>
                      <a:pt x="33730" y="6484"/>
                    </a:lnTo>
                    <a:lnTo>
                      <a:pt x="33895" y="6593"/>
                    </a:lnTo>
                    <a:lnTo>
                      <a:pt x="34050" y="6712"/>
                    </a:lnTo>
                    <a:lnTo>
                      <a:pt x="34195" y="6839"/>
                    </a:lnTo>
                    <a:lnTo>
                      <a:pt x="34332" y="6976"/>
                    </a:lnTo>
                    <a:lnTo>
                      <a:pt x="34469" y="7113"/>
                    </a:lnTo>
                    <a:lnTo>
                      <a:pt x="34597" y="7259"/>
                    </a:lnTo>
                    <a:lnTo>
                      <a:pt x="34715" y="7414"/>
                    </a:lnTo>
                    <a:lnTo>
                      <a:pt x="34825" y="7578"/>
                    </a:lnTo>
                    <a:lnTo>
                      <a:pt x="34934" y="7733"/>
                    </a:lnTo>
                    <a:lnTo>
                      <a:pt x="35025" y="7906"/>
                    </a:lnTo>
                    <a:lnTo>
                      <a:pt x="35116" y="8079"/>
                    </a:lnTo>
                    <a:lnTo>
                      <a:pt x="35198" y="8262"/>
                    </a:lnTo>
                    <a:lnTo>
                      <a:pt x="35271" y="8444"/>
                    </a:lnTo>
                    <a:lnTo>
                      <a:pt x="35335" y="8626"/>
                    </a:lnTo>
                    <a:lnTo>
                      <a:pt x="35390" y="8818"/>
                    </a:lnTo>
                    <a:lnTo>
                      <a:pt x="35436" y="9019"/>
                    </a:lnTo>
                    <a:lnTo>
                      <a:pt x="35472" y="9219"/>
                    </a:lnTo>
                    <a:lnTo>
                      <a:pt x="35490" y="9420"/>
                    </a:lnTo>
                    <a:lnTo>
                      <a:pt x="35509" y="9620"/>
                    </a:lnTo>
                    <a:lnTo>
                      <a:pt x="35518" y="9830"/>
                    </a:lnTo>
                    <a:lnTo>
                      <a:pt x="35509" y="10085"/>
                    </a:lnTo>
                    <a:lnTo>
                      <a:pt x="35472" y="10368"/>
                    </a:lnTo>
                    <a:lnTo>
                      <a:pt x="35463" y="10496"/>
                    </a:lnTo>
                    <a:lnTo>
                      <a:pt x="35545" y="10578"/>
                    </a:lnTo>
                    <a:lnTo>
                      <a:pt x="35718" y="10788"/>
                    </a:lnTo>
                    <a:lnTo>
                      <a:pt x="35891" y="11006"/>
                    </a:lnTo>
                    <a:lnTo>
                      <a:pt x="36047" y="11234"/>
                    </a:lnTo>
                    <a:lnTo>
                      <a:pt x="36202" y="11462"/>
                    </a:lnTo>
                    <a:lnTo>
                      <a:pt x="36338" y="11699"/>
                    </a:lnTo>
                    <a:lnTo>
                      <a:pt x="36457" y="11937"/>
                    </a:lnTo>
                    <a:lnTo>
                      <a:pt x="36575" y="12183"/>
                    </a:lnTo>
                    <a:lnTo>
                      <a:pt x="36676" y="12438"/>
                    </a:lnTo>
                    <a:lnTo>
                      <a:pt x="36767" y="12693"/>
                    </a:lnTo>
                    <a:lnTo>
                      <a:pt x="36849" y="12949"/>
                    </a:lnTo>
                    <a:lnTo>
                      <a:pt x="36913" y="13213"/>
                    </a:lnTo>
                    <a:lnTo>
                      <a:pt x="36977" y="13478"/>
                    </a:lnTo>
                    <a:lnTo>
                      <a:pt x="37013" y="13751"/>
                    </a:lnTo>
                    <a:lnTo>
                      <a:pt x="37050" y="14025"/>
                    </a:lnTo>
                    <a:lnTo>
                      <a:pt x="37068" y="14298"/>
                    </a:lnTo>
                    <a:lnTo>
                      <a:pt x="37077" y="14572"/>
                    </a:lnTo>
                    <a:lnTo>
                      <a:pt x="37068" y="14882"/>
                    </a:lnTo>
                    <a:lnTo>
                      <a:pt x="37040" y="15183"/>
                    </a:lnTo>
                    <a:lnTo>
                      <a:pt x="37004" y="15484"/>
                    </a:lnTo>
                    <a:lnTo>
                      <a:pt x="36949" y="15775"/>
                    </a:lnTo>
                    <a:lnTo>
                      <a:pt x="36885" y="16058"/>
                    </a:lnTo>
                    <a:lnTo>
                      <a:pt x="36803" y="16341"/>
                    </a:lnTo>
                    <a:lnTo>
                      <a:pt x="36712" y="16623"/>
                    </a:lnTo>
                    <a:lnTo>
                      <a:pt x="36603" y="16897"/>
                    </a:lnTo>
                    <a:lnTo>
                      <a:pt x="36484" y="17152"/>
                    </a:lnTo>
                    <a:lnTo>
                      <a:pt x="36357" y="17417"/>
                    </a:lnTo>
                    <a:lnTo>
                      <a:pt x="36211" y="17663"/>
                    </a:lnTo>
                    <a:lnTo>
                      <a:pt x="36056" y="17909"/>
                    </a:lnTo>
                    <a:lnTo>
                      <a:pt x="35882" y="18137"/>
                    </a:lnTo>
                    <a:lnTo>
                      <a:pt x="35709" y="18365"/>
                    </a:lnTo>
                    <a:lnTo>
                      <a:pt x="35518" y="18584"/>
                    </a:lnTo>
                    <a:lnTo>
                      <a:pt x="35326" y="18794"/>
                    </a:lnTo>
                    <a:lnTo>
                      <a:pt x="35116" y="18985"/>
                    </a:lnTo>
                    <a:lnTo>
                      <a:pt x="34898" y="19177"/>
                    </a:lnTo>
                    <a:lnTo>
                      <a:pt x="34679" y="19350"/>
                    </a:lnTo>
                    <a:lnTo>
                      <a:pt x="34442" y="19523"/>
                    </a:lnTo>
                    <a:lnTo>
                      <a:pt x="34195" y="19678"/>
                    </a:lnTo>
                    <a:lnTo>
                      <a:pt x="33949" y="19815"/>
                    </a:lnTo>
                    <a:lnTo>
                      <a:pt x="33694" y="19952"/>
                    </a:lnTo>
                    <a:lnTo>
                      <a:pt x="33429" y="20070"/>
                    </a:lnTo>
                    <a:lnTo>
                      <a:pt x="33156" y="20180"/>
                    </a:lnTo>
                    <a:lnTo>
                      <a:pt x="32882" y="20271"/>
                    </a:lnTo>
                    <a:lnTo>
                      <a:pt x="32600" y="20353"/>
                    </a:lnTo>
                    <a:lnTo>
                      <a:pt x="32308" y="20417"/>
                    </a:lnTo>
                    <a:lnTo>
                      <a:pt x="32016" y="20471"/>
                    </a:lnTo>
                    <a:lnTo>
                      <a:pt x="31715" y="20508"/>
                    </a:lnTo>
                    <a:lnTo>
                      <a:pt x="31414" y="20535"/>
                    </a:lnTo>
                    <a:lnTo>
                      <a:pt x="30803" y="20535"/>
                    </a:lnTo>
                    <a:lnTo>
                      <a:pt x="30502" y="20508"/>
                    </a:lnTo>
                    <a:lnTo>
                      <a:pt x="30211" y="20471"/>
                    </a:lnTo>
                    <a:lnTo>
                      <a:pt x="29919" y="20417"/>
                    </a:lnTo>
                    <a:lnTo>
                      <a:pt x="29782" y="20399"/>
                    </a:lnTo>
                    <a:lnTo>
                      <a:pt x="29682" y="20481"/>
                    </a:lnTo>
                    <a:lnTo>
                      <a:pt x="29563" y="20581"/>
                    </a:lnTo>
                    <a:lnTo>
                      <a:pt x="29445" y="20681"/>
                    </a:lnTo>
                    <a:lnTo>
                      <a:pt x="29317" y="20772"/>
                    </a:lnTo>
                    <a:lnTo>
                      <a:pt x="29180" y="20854"/>
                    </a:lnTo>
                    <a:lnTo>
                      <a:pt x="29043" y="20927"/>
                    </a:lnTo>
                    <a:lnTo>
                      <a:pt x="28907" y="21000"/>
                    </a:lnTo>
                    <a:lnTo>
                      <a:pt x="28770" y="21064"/>
                    </a:lnTo>
                    <a:lnTo>
                      <a:pt x="28624" y="21128"/>
                    </a:lnTo>
                    <a:lnTo>
                      <a:pt x="28478" y="21174"/>
                    </a:lnTo>
                    <a:lnTo>
                      <a:pt x="28332" y="21219"/>
                    </a:lnTo>
                    <a:lnTo>
                      <a:pt x="28186" y="21265"/>
                    </a:lnTo>
                    <a:lnTo>
                      <a:pt x="28031" y="21292"/>
                    </a:lnTo>
                    <a:lnTo>
                      <a:pt x="27876" y="21320"/>
                    </a:lnTo>
                    <a:lnTo>
                      <a:pt x="27721" y="21338"/>
                    </a:lnTo>
                    <a:lnTo>
                      <a:pt x="27566" y="21347"/>
                    </a:lnTo>
                    <a:lnTo>
                      <a:pt x="27411" y="21347"/>
                    </a:lnTo>
                    <a:lnTo>
                      <a:pt x="27247" y="21338"/>
                    </a:lnTo>
                    <a:lnTo>
                      <a:pt x="27019" y="21329"/>
                    </a:lnTo>
                    <a:lnTo>
                      <a:pt x="26946" y="21484"/>
                    </a:lnTo>
                    <a:lnTo>
                      <a:pt x="26846" y="21666"/>
                    </a:lnTo>
                    <a:lnTo>
                      <a:pt x="26746" y="21848"/>
                    </a:lnTo>
                    <a:lnTo>
                      <a:pt x="26627" y="22031"/>
                    </a:lnTo>
                    <a:lnTo>
                      <a:pt x="26518" y="22204"/>
                    </a:lnTo>
                    <a:lnTo>
                      <a:pt x="26390" y="22377"/>
                    </a:lnTo>
                    <a:lnTo>
                      <a:pt x="26271" y="22541"/>
                    </a:lnTo>
                    <a:lnTo>
                      <a:pt x="26135" y="22696"/>
                    </a:lnTo>
                    <a:lnTo>
                      <a:pt x="25998" y="22851"/>
                    </a:lnTo>
                    <a:lnTo>
                      <a:pt x="25861" y="22997"/>
                    </a:lnTo>
                    <a:lnTo>
                      <a:pt x="25715" y="23143"/>
                    </a:lnTo>
                    <a:lnTo>
                      <a:pt x="25560" y="23280"/>
                    </a:lnTo>
                    <a:lnTo>
                      <a:pt x="25405" y="23408"/>
                    </a:lnTo>
                    <a:lnTo>
                      <a:pt x="25250" y="23535"/>
                    </a:lnTo>
                    <a:lnTo>
                      <a:pt x="25086" y="23663"/>
                    </a:lnTo>
                    <a:lnTo>
                      <a:pt x="24922" y="23772"/>
                    </a:lnTo>
                    <a:lnTo>
                      <a:pt x="24749" y="23882"/>
                    </a:lnTo>
                    <a:lnTo>
                      <a:pt x="24575" y="23991"/>
                    </a:lnTo>
                    <a:lnTo>
                      <a:pt x="24393" y="24082"/>
                    </a:lnTo>
                    <a:lnTo>
                      <a:pt x="24211" y="24174"/>
                    </a:lnTo>
                    <a:lnTo>
                      <a:pt x="24028" y="24265"/>
                    </a:lnTo>
                    <a:lnTo>
                      <a:pt x="23837" y="24338"/>
                    </a:lnTo>
                    <a:lnTo>
                      <a:pt x="23654" y="24411"/>
                    </a:lnTo>
                    <a:lnTo>
                      <a:pt x="23454" y="24475"/>
                    </a:lnTo>
                    <a:lnTo>
                      <a:pt x="23262" y="24538"/>
                    </a:lnTo>
                    <a:lnTo>
                      <a:pt x="23062" y="24593"/>
                    </a:lnTo>
                    <a:lnTo>
                      <a:pt x="22861" y="24639"/>
                    </a:lnTo>
                    <a:lnTo>
                      <a:pt x="22660" y="24675"/>
                    </a:lnTo>
                    <a:lnTo>
                      <a:pt x="22451" y="24712"/>
                    </a:lnTo>
                    <a:lnTo>
                      <a:pt x="22250" y="24730"/>
                    </a:lnTo>
                    <a:lnTo>
                      <a:pt x="22040" y="24748"/>
                    </a:lnTo>
                    <a:lnTo>
                      <a:pt x="21831" y="24766"/>
                    </a:lnTo>
                    <a:lnTo>
                      <a:pt x="21612" y="24766"/>
                    </a:lnTo>
                    <a:lnTo>
                      <a:pt x="21356" y="24757"/>
                    </a:lnTo>
                    <a:lnTo>
                      <a:pt x="21101" y="24748"/>
                    </a:lnTo>
                    <a:lnTo>
                      <a:pt x="20855" y="24721"/>
                    </a:lnTo>
                    <a:lnTo>
                      <a:pt x="20600" y="24675"/>
                    </a:lnTo>
                    <a:lnTo>
                      <a:pt x="20353" y="24630"/>
                    </a:lnTo>
                    <a:lnTo>
                      <a:pt x="20107" y="24566"/>
                    </a:lnTo>
                    <a:lnTo>
                      <a:pt x="19861" y="24502"/>
                    </a:lnTo>
                    <a:lnTo>
                      <a:pt x="19624" y="24420"/>
                    </a:lnTo>
                    <a:lnTo>
                      <a:pt x="19387" y="24329"/>
                    </a:lnTo>
                    <a:lnTo>
                      <a:pt x="19150" y="24228"/>
                    </a:lnTo>
                    <a:lnTo>
                      <a:pt x="18922" y="24119"/>
                    </a:lnTo>
                    <a:lnTo>
                      <a:pt x="18694" y="24000"/>
                    </a:lnTo>
                    <a:lnTo>
                      <a:pt x="18475" y="23873"/>
                    </a:lnTo>
                    <a:lnTo>
                      <a:pt x="18265" y="23736"/>
                    </a:lnTo>
                    <a:lnTo>
                      <a:pt x="18055" y="23590"/>
                    </a:lnTo>
                    <a:lnTo>
                      <a:pt x="17855" y="23426"/>
                    </a:lnTo>
                    <a:lnTo>
                      <a:pt x="17517" y="23161"/>
                    </a:lnTo>
                    <a:lnTo>
                      <a:pt x="17435" y="23581"/>
                    </a:lnTo>
                    <a:lnTo>
                      <a:pt x="17362" y="23864"/>
                    </a:lnTo>
                    <a:lnTo>
                      <a:pt x="17290" y="24146"/>
                    </a:lnTo>
                    <a:lnTo>
                      <a:pt x="17198" y="24429"/>
                    </a:lnTo>
                    <a:lnTo>
                      <a:pt x="17098" y="24703"/>
                    </a:lnTo>
                    <a:lnTo>
                      <a:pt x="16979" y="24967"/>
                    </a:lnTo>
                    <a:lnTo>
                      <a:pt x="16861" y="25222"/>
                    </a:lnTo>
                    <a:lnTo>
                      <a:pt x="16724" y="25478"/>
                    </a:lnTo>
                    <a:lnTo>
                      <a:pt x="16578" y="25724"/>
                    </a:lnTo>
                    <a:lnTo>
                      <a:pt x="16423" y="25961"/>
                    </a:lnTo>
                    <a:lnTo>
                      <a:pt x="16259" y="26189"/>
                    </a:lnTo>
                    <a:lnTo>
                      <a:pt x="16086" y="26417"/>
                    </a:lnTo>
                    <a:lnTo>
                      <a:pt x="15903" y="26627"/>
                    </a:lnTo>
                    <a:lnTo>
                      <a:pt x="15712" y="26836"/>
                    </a:lnTo>
                    <a:lnTo>
                      <a:pt x="15521" y="27037"/>
                    </a:lnTo>
                    <a:lnTo>
                      <a:pt x="15311" y="27228"/>
                    </a:lnTo>
                    <a:lnTo>
                      <a:pt x="15092" y="27411"/>
                    </a:lnTo>
                    <a:lnTo>
                      <a:pt x="14873" y="27584"/>
                    </a:lnTo>
                    <a:lnTo>
                      <a:pt x="14645" y="27748"/>
                    </a:lnTo>
                    <a:lnTo>
                      <a:pt x="14408" y="27903"/>
                    </a:lnTo>
                    <a:lnTo>
                      <a:pt x="14162" y="28049"/>
                    </a:lnTo>
                    <a:lnTo>
                      <a:pt x="13916" y="28186"/>
                    </a:lnTo>
                    <a:lnTo>
                      <a:pt x="13660" y="28304"/>
                    </a:lnTo>
                    <a:lnTo>
                      <a:pt x="13405" y="28423"/>
                    </a:lnTo>
                    <a:lnTo>
                      <a:pt x="13131" y="28523"/>
                    </a:lnTo>
                    <a:lnTo>
                      <a:pt x="12867" y="28614"/>
                    </a:lnTo>
                    <a:lnTo>
                      <a:pt x="12593" y="28696"/>
                    </a:lnTo>
                    <a:lnTo>
                      <a:pt x="12311" y="28760"/>
                    </a:lnTo>
                    <a:lnTo>
                      <a:pt x="12028" y="28824"/>
                    </a:lnTo>
                    <a:lnTo>
                      <a:pt x="11745" y="28861"/>
                    </a:lnTo>
                    <a:lnTo>
                      <a:pt x="11454" y="28897"/>
                    </a:lnTo>
                    <a:lnTo>
                      <a:pt x="11162" y="28915"/>
                    </a:lnTo>
                    <a:lnTo>
                      <a:pt x="10861" y="28924"/>
                    </a:lnTo>
                    <a:lnTo>
                      <a:pt x="10542" y="28915"/>
                    </a:lnTo>
                    <a:lnTo>
                      <a:pt x="10223" y="28888"/>
                    </a:lnTo>
                    <a:lnTo>
                      <a:pt x="9913" y="28851"/>
                    </a:lnTo>
                    <a:lnTo>
                      <a:pt x="9603" y="28806"/>
                    </a:lnTo>
                    <a:lnTo>
                      <a:pt x="9302" y="28742"/>
                    </a:lnTo>
                    <a:lnTo>
                      <a:pt x="9001" y="28660"/>
                    </a:lnTo>
                    <a:lnTo>
                      <a:pt x="8709" y="28569"/>
                    </a:lnTo>
                    <a:lnTo>
                      <a:pt x="8417" y="28468"/>
                    </a:lnTo>
                    <a:lnTo>
                      <a:pt x="8134" y="28350"/>
                    </a:lnTo>
                    <a:lnTo>
                      <a:pt x="7861" y="28222"/>
                    </a:lnTo>
                    <a:lnTo>
                      <a:pt x="7596" y="28076"/>
                    </a:lnTo>
                    <a:lnTo>
                      <a:pt x="7332" y="27921"/>
                    </a:lnTo>
                    <a:lnTo>
                      <a:pt x="7077" y="27757"/>
                    </a:lnTo>
                    <a:lnTo>
                      <a:pt x="6830" y="27584"/>
                    </a:lnTo>
                    <a:lnTo>
                      <a:pt x="6593" y="27402"/>
                    </a:lnTo>
                    <a:lnTo>
                      <a:pt x="6365" y="27201"/>
                    </a:lnTo>
                    <a:lnTo>
                      <a:pt x="6147" y="27000"/>
                    </a:lnTo>
                    <a:lnTo>
                      <a:pt x="5937" y="26782"/>
                    </a:lnTo>
                    <a:lnTo>
                      <a:pt x="5736" y="26554"/>
                    </a:lnTo>
                    <a:lnTo>
                      <a:pt x="5554" y="26316"/>
                    </a:lnTo>
                    <a:lnTo>
                      <a:pt x="5371" y="26079"/>
                    </a:lnTo>
                    <a:lnTo>
                      <a:pt x="5207" y="25824"/>
                    </a:lnTo>
                    <a:lnTo>
                      <a:pt x="5043" y="25569"/>
                    </a:lnTo>
                    <a:lnTo>
                      <a:pt x="4897" y="25295"/>
                    </a:lnTo>
                    <a:lnTo>
                      <a:pt x="4770" y="25022"/>
                    </a:lnTo>
                    <a:lnTo>
                      <a:pt x="4642" y="24739"/>
                    </a:lnTo>
                    <a:lnTo>
                      <a:pt x="4533" y="24447"/>
                    </a:lnTo>
                    <a:lnTo>
                      <a:pt x="4441" y="24155"/>
                    </a:lnTo>
                    <a:lnTo>
                      <a:pt x="4359" y="23854"/>
                    </a:lnTo>
                    <a:lnTo>
                      <a:pt x="4286" y="23544"/>
                    </a:lnTo>
                    <a:lnTo>
                      <a:pt x="4232" y="23234"/>
                    </a:lnTo>
                    <a:lnTo>
                      <a:pt x="4195" y="22915"/>
                    </a:lnTo>
                    <a:lnTo>
                      <a:pt x="4177" y="22778"/>
                    </a:lnTo>
                    <a:lnTo>
                      <a:pt x="4058" y="22706"/>
                    </a:lnTo>
                    <a:lnTo>
                      <a:pt x="3858" y="22596"/>
                    </a:lnTo>
                    <a:lnTo>
                      <a:pt x="3657" y="22478"/>
                    </a:lnTo>
                    <a:lnTo>
                      <a:pt x="3466" y="22350"/>
                    </a:lnTo>
                    <a:lnTo>
                      <a:pt x="3274" y="22222"/>
                    </a:lnTo>
                    <a:lnTo>
                      <a:pt x="3101" y="22085"/>
                    </a:lnTo>
                    <a:lnTo>
                      <a:pt x="2919" y="21940"/>
                    </a:lnTo>
                    <a:lnTo>
                      <a:pt x="2754" y="21794"/>
                    </a:lnTo>
                    <a:lnTo>
                      <a:pt x="2581" y="21639"/>
                    </a:lnTo>
                    <a:lnTo>
                      <a:pt x="2426" y="21484"/>
                    </a:lnTo>
                    <a:lnTo>
                      <a:pt x="2271" y="21320"/>
                    </a:lnTo>
                    <a:lnTo>
                      <a:pt x="2125" y="21146"/>
                    </a:lnTo>
                    <a:lnTo>
                      <a:pt x="1979" y="20973"/>
                    </a:lnTo>
                    <a:lnTo>
                      <a:pt x="1843" y="20800"/>
                    </a:lnTo>
                    <a:lnTo>
                      <a:pt x="1715" y="20617"/>
                    </a:lnTo>
                    <a:lnTo>
                      <a:pt x="1587" y="20435"/>
                    </a:lnTo>
                    <a:lnTo>
                      <a:pt x="1469" y="20244"/>
                    </a:lnTo>
                    <a:lnTo>
                      <a:pt x="1359" y="20052"/>
                    </a:lnTo>
                    <a:lnTo>
                      <a:pt x="1259" y="19851"/>
                    </a:lnTo>
                    <a:lnTo>
                      <a:pt x="1159" y="19651"/>
                    </a:lnTo>
                    <a:lnTo>
                      <a:pt x="1068" y="19450"/>
                    </a:lnTo>
                    <a:lnTo>
                      <a:pt x="985" y="19240"/>
                    </a:lnTo>
                    <a:lnTo>
                      <a:pt x="903" y="19031"/>
                    </a:lnTo>
                    <a:lnTo>
                      <a:pt x="830" y="18821"/>
                    </a:lnTo>
                    <a:lnTo>
                      <a:pt x="767" y="18602"/>
                    </a:lnTo>
                    <a:lnTo>
                      <a:pt x="712" y="18383"/>
                    </a:lnTo>
                    <a:lnTo>
                      <a:pt x="666" y="18164"/>
                    </a:lnTo>
                    <a:lnTo>
                      <a:pt x="621" y="17946"/>
                    </a:lnTo>
                    <a:lnTo>
                      <a:pt x="584" y="17718"/>
                    </a:lnTo>
                    <a:lnTo>
                      <a:pt x="557" y="17490"/>
                    </a:lnTo>
                    <a:lnTo>
                      <a:pt x="539" y="17262"/>
                    </a:lnTo>
                    <a:lnTo>
                      <a:pt x="530" y="17034"/>
                    </a:lnTo>
                    <a:lnTo>
                      <a:pt x="520" y="16806"/>
                    </a:lnTo>
                    <a:lnTo>
                      <a:pt x="530" y="16523"/>
                    </a:lnTo>
                    <a:lnTo>
                      <a:pt x="548" y="16240"/>
                    </a:lnTo>
                    <a:lnTo>
                      <a:pt x="575" y="15958"/>
                    </a:lnTo>
                    <a:lnTo>
                      <a:pt x="621" y="15675"/>
                    </a:lnTo>
                    <a:lnTo>
                      <a:pt x="666" y="15402"/>
                    </a:lnTo>
                    <a:lnTo>
                      <a:pt x="730" y="15128"/>
                    </a:lnTo>
                    <a:lnTo>
                      <a:pt x="812" y="14854"/>
                    </a:lnTo>
                    <a:lnTo>
                      <a:pt x="894" y="14590"/>
                    </a:lnTo>
                    <a:lnTo>
                      <a:pt x="931" y="14490"/>
                    </a:lnTo>
                    <a:lnTo>
                      <a:pt x="894" y="14399"/>
                    </a:lnTo>
                    <a:lnTo>
                      <a:pt x="803" y="14180"/>
                    </a:lnTo>
                    <a:lnTo>
                      <a:pt x="730" y="13961"/>
                    </a:lnTo>
                    <a:lnTo>
                      <a:pt x="666" y="13733"/>
                    </a:lnTo>
                    <a:lnTo>
                      <a:pt x="621" y="13505"/>
                    </a:lnTo>
                    <a:lnTo>
                      <a:pt x="575" y="13277"/>
                    </a:lnTo>
                    <a:lnTo>
                      <a:pt x="548" y="13040"/>
                    </a:lnTo>
                    <a:lnTo>
                      <a:pt x="530" y="12812"/>
                    </a:lnTo>
                    <a:lnTo>
                      <a:pt x="520" y="12575"/>
                    </a:lnTo>
                    <a:lnTo>
                      <a:pt x="530" y="12383"/>
                    </a:lnTo>
                    <a:lnTo>
                      <a:pt x="539" y="12201"/>
                    </a:lnTo>
                    <a:lnTo>
                      <a:pt x="557" y="12019"/>
                    </a:lnTo>
                    <a:lnTo>
                      <a:pt x="584" y="11836"/>
                    </a:lnTo>
                    <a:lnTo>
                      <a:pt x="612" y="11663"/>
                    </a:lnTo>
                    <a:lnTo>
                      <a:pt x="648" y="11481"/>
                    </a:lnTo>
                    <a:lnTo>
                      <a:pt x="694" y="11307"/>
                    </a:lnTo>
                    <a:lnTo>
                      <a:pt x="748" y="11143"/>
                    </a:lnTo>
                    <a:lnTo>
                      <a:pt x="803" y="10970"/>
                    </a:lnTo>
                    <a:lnTo>
                      <a:pt x="867" y="10806"/>
                    </a:lnTo>
                    <a:lnTo>
                      <a:pt x="940" y="10642"/>
                    </a:lnTo>
                    <a:lnTo>
                      <a:pt x="1022" y="10478"/>
                    </a:lnTo>
                    <a:lnTo>
                      <a:pt x="1104" y="10323"/>
                    </a:lnTo>
                    <a:lnTo>
                      <a:pt x="1186" y="10168"/>
                    </a:lnTo>
                    <a:lnTo>
                      <a:pt x="1286" y="10012"/>
                    </a:lnTo>
                    <a:lnTo>
                      <a:pt x="1387" y="9867"/>
                    </a:lnTo>
                    <a:lnTo>
                      <a:pt x="1487" y="9721"/>
                    </a:lnTo>
                    <a:lnTo>
                      <a:pt x="1596" y="9584"/>
                    </a:lnTo>
                    <a:lnTo>
                      <a:pt x="1715" y="9447"/>
                    </a:lnTo>
                    <a:lnTo>
                      <a:pt x="1833" y="9319"/>
                    </a:lnTo>
                    <a:lnTo>
                      <a:pt x="1961" y="9192"/>
                    </a:lnTo>
                    <a:lnTo>
                      <a:pt x="2089" y="9073"/>
                    </a:lnTo>
                    <a:lnTo>
                      <a:pt x="2226" y="8955"/>
                    </a:lnTo>
                    <a:lnTo>
                      <a:pt x="2371" y="8836"/>
                    </a:lnTo>
                    <a:lnTo>
                      <a:pt x="2517" y="8736"/>
                    </a:lnTo>
                    <a:lnTo>
                      <a:pt x="2663" y="8636"/>
                    </a:lnTo>
                    <a:lnTo>
                      <a:pt x="2818" y="8535"/>
                    </a:lnTo>
                    <a:lnTo>
                      <a:pt x="2973" y="8444"/>
                    </a:lnTo>
                    <a:lnTo>
                      <a:pt x="3137" y="8362"/>
                    </a:lnTo>
                    <a:lnTo>
                      <a:pt x="3302" y="8280"/>
                    </a:lnTo>
                    <a:lnTo>
                      <a:pt x="3475" y="8207"/>
                    </a:lnTo>
                    <a:lnTo>
                      <a:pt x="3639" y="8143"/>
                    </a:lnTo>
                    <a:lnTo>
                      <a:pt x="3748" y="8107"/>
                    </a:lnTo>
                    <a:lnTo>
                      <a:pt x="3794" y="8016"/>
                    </a:lnTo>
                    <a:lnTo>
                      <a:pt x="3894" y="7815"/>
                    </a:lnTo>
                    <a:lnTo>
                      <a:pt x="4004" y="7614"/>
                    </a:lnTo>
                    <a:lnTo>
                      <a:pt x="4113" y="7423"/>
                    </a:lnTo>
                    <a:lnTo>
                      <a:pt x="4241" y="7231"/>
                    </a:lnTo>
                    <a:lnTo>
                      <a:pt x="4359" y="7049"/>
                    </a:lnTo>
                    <a:lnTo>
                      <a:pt x="4496" y="6876"/>
                    </a:lnTo>
                    <a:lnTo>
                      <a:pt x="4633" y="6702"/>
                    </a:lnTo>
                    <a:lnTo>
                      <a:pt x="4779" y="6529"/>
                    </a:lnTo>
                    <a:lnTo>
                      <a:pt x="4925" y="6365"/>
                    </a:lnTo>
                    <a:lnTo>
                      <a:pt x="5080" y="6210"/>
                    </a:lnTo>
                    <a:lnTo>
                      <a:pt x="5235" y="6055"/>
                    </a:lnTo>
                    <a:lnTo>
                      <a:pt x="5399" y="5909"/>
                    </a:lnTo>
                    <a:lnTo>
                      <a:pt x="5563" y="5763"/>
                    </a:lnTo>
                    <a:lnTo>
                      <a:pt x="5736" y="5626"/>
                    </a:lnTo>
                    <a:lnTo>
                      <a:pt x="5919" y="5499"/>
                    </a:lnTo>
                    <a:lnTo>
                      <a:pt x="6092" y="5371"/>
                    </a:lnTo>
                    <a:lnTo>
                      <a:pt x="6283" y="5253"/>
                    </a:lnTo>
                    <a:lnTo>
                      <a:pt x="6466" y="5143"/>
                    </a:lnTo>
                    <a:lnTo>
                      <a:pt x="6657" y="5034"/>
                    </a:lnTo>
                    <a:lnTo>
                      <a:pt x="6858" y="4933"/>
                    </a:lnTo>
                    <a:lnTo>
                      <a:pt x="7049" y="4842"/>
                    </a:lnTo>
                    <a:lnTo>
                      <a:pt x="7250" y="4751"/>
                    </a:lnTo>
                    <a:lnTo>
                      <a:pt x="7460" y="4669"/>
                    </a:lnTo>
                    <a:lnTo>
                      <a:pt x="7669" y="4596"/>
                    </a:lnTo>
                    <a:lnTo>
                      <a:pt x="7879" y="4523"/>
                    </a:lnTo>
                    <a:lnTo>
                      <a:pt x="8089" y="4468"/>
                    </a:lnTo>
                    <a:lnTo>
                      <a:pt x="8308" y="4414"/>
                    </a:lnTo>
                    <a:lnTo>
                      <a:pt x="8527" y="4368"/>
                    </a:lnTo>
                    <a:lnTo>
                      <a:pt x="8745" y="4323"/>
                    </a:lnTo>
                    <a:lnTo>
                      <a:pt x="8964" y="4295"/>
                    </a:lnTo>
                    <a:lnTo>
                      <a:pt x="9183" y="4268"/>
                    </a:lnTo>
                    <a:lnTo>
                      <a:pt x="9411" y="4250"/>
                    </a:lnTo>
                    <a:lnTo>
                      <a:pt x="9603" y="4240"/>
                    </a:lnTo>
                    <a:lnTo>
                      <a:pt x="9648" y="4049"/>
                    </a:lnTo>
                    <a:lnTo>
                      <a:pt x="9703" y="3857"/>
                    </a:lnTo>
                    <a:lnTo>
                      <a:pt x="9767" y="3675"/>
                    </a:lnTo>
                    <a:lnTo>
                      <a:pt x="9830" y="3484"/>
                    </a:lnTo>
                    <a:lnTo>
                      <a:pt x="9913" y="3301"/>
                    </a:lnTo>
                    <a:lnTo>
                      <a:pt x="9995" y="3128"/>
                    </a:lnTo>
                    <a:lnTo>
                      <a:pt x="10086" y="2955"/>
                    </a:lnTo>
                    <a:lnTo>
                      <a:pt x="10186" y="2791"/>
                    </a:lnTo>
                    <a:lnTo>
                      <a:pt x="10286" y="2626"/>
                    </a:lnTo>
                    <a:lnTo>
                      <a:pt x="10396" y="2471"/>
                    </a:lnTo>
                    <a:lnTo>
                      <a:pt x="10514" y="2316"/>
                    </a:lnTo>
                    <a:lnTo>
                      <a:pt x="10633" y="2161"/>
                    </a:lnTo>
                    <a:lnTo>
                      <a:pt x="10761" y="2025"/>
                    </a:lnTo>
                    <a:lnTo>
                      <a:pt x="10897" y="1888"/>
                    </a:lnTo>
                    <a:lnTo>
                      <a:pt x="11034" y="1751"/>
                    </a:lnTo>
                    <a:lnTo>
                      <a:pt x="11171" y="1633"/>
                    </a:lnTo>
                    <a:lnTo>
                      <a:pt x="11326" y="1505"/>
                    </a:lnTo>
                    <a:lnTo>
                      <a:pt x="11472" y="1395"/>
                    </a:lnTo>
                    <a:lnTo>
                      <a:pt x="11636" y="1286"/>
                    </a:lnTo>
                    <a:lnTo>
                      <a:pt x="11791" y="1186"/>
                    </a:lnTo>
                    <a:lnTo>
                      <a:pt x="11964" y="1095"/>
                    </a:lnTo>
                    <a:lnTo>
                      <a:pt x="12128" y="1003"/>
                    </a:lnTo>
                    <a:lnTo>
                      <a:pt x="12302" y="921"/>
                    </a:lnTo>
                    <a:lnTo>
                      <a:pt x="12484" y="848"/>
                    </a:lnTo>
                    <a:lnTo>
                      <a:pt x="12657" y="785"/>
                    </a:lnTo>
                    <a:lnTo>
                      <a:pt x="12840" y="721"/>
                    </a:lnTo>
                    <a:lnTo>
                      <a:pt x="13031" y="675"/>
                    </a:lnTo>
                    <a:lnTo>
                      <a:pt x="13223" y="629"/>
                    </a:lnTo>
                    <a:lnTo>
                      <a:pt x="13414" y="593"/>
                    </a:lnTo>
                    <a:lnTo>
                      <a:pt x="13606" y="557"/>
                    </a:lnTo>
                    <a:lnTo>
                      <a:pt x="13797" y="538"/>
                    </a:lnTo>
                    <a:lnTo>
                      <a:pt x="13998" y="529"/>
                    </a:lnTo>
                    <a:lnTo>
                      <a:pt x="14198" y="520"/>
                    </a:lnTo>
                    <a:close/>
                    <a:moveTo>
                      <a:pt x="13979" y="0"/>
                    </a:moveTo>
                    <a:lnTo>
                      <a:pt x="13770" y="19"/>
                    </a:lnTo>
                    <a:lnTo>
                      <a:pt x="13560" y="37"/>
                    </a:lnTo>
                    <a:lnTo>
                      <a:pt x="13350" y="73"/>
                    </a:lnTo>
                    <a:lnTo>
                      <a:pt x="13141" y="110"/>
                    </a:lnTo>
                    <a:lnTo>
                      <a:pt x="12931" y="155"/>
                    </a:lnTo>
                    <a:lnTo>
                      <a:pt x="12730" y="210"/>
                    </a:lnTo>
                    <a:lnTo>
                      <a:pt x="12530" y="274"/>
                    </a:lnTo>
                    <a:lnTo>
                      <a:pt x="12338" y="347"/>
                    </a:lnTo>
                    <a:lnTo>
                      <a:pt x="12147" y="420"/>
                    </a:lnTo>
                    <a:lnTo>
                      <a:pt x="11955" y="511"/>
                    </a:lnTo>
                    <a:lnTo>
                      <a:pt x="11773" y="602"/>
                    </a:lnTo>
                    <a:lnTo>
                      <a:pt x="11590" y="702"/>
                    </a:lnTo>
                    <a:lnTo>
                      <a:pt x="11408" y="803"/>
                    </a:lnTo>
                    <a:lnTo>
                      <a:pt x="11244" y="921"/>
                    </a:lnTo>
                    <a:lnTo>
                      <a:pt x="11071" y="1040"/>
                    </a:lnTo>
                    <a:lnTo>
                      <a:pt x="10906" y="1167"/>
                    </a:lnTo>
                    <a:lnTo>
                      <a:pt x="10751" y="1295"/>
                    </a:lnTo>
                    <a:lnTo>
                      <a:pt x="10596" y="1441"/>
                    </a:lnTo>
                    <a:lnTo>
                      <a:pt x="10451" y="1587"/>
                    </a:lnTo>
                    <a:lnTo>
                      <a:pt x="10314" y="1733"/>
                    </a:lnTo>
                    <a:lnTo>
                      <a:pt x="10177" y="1888"/>
                    </a:lnTo>
                    <a:lnTo>
                      <a:pt x="10049" y="2052"/>
                    </a:lnTo>
                    <a:lnTo>
                      <a:pt x="9922" y="2225"/>
                    </a:lnTo>
                    <a:lnTo>
                      <a:pt x="9812" y="2398"/>
                    </a:lnTo>
                    <a:lnTo>
                      <a:pt x="9703" y="2572"/>
                    </a:lnTo>
                    <a:lnTo>
                      <a:pt x="9593" y="2754"/>
                    </a:lnTo>
                    <a:lnTo>
                      <a:pt x="9502" y="2946"/>
                    </a:lnTo>
                    <a:lnTo>
                      <a:pt x="9411" y="3137"/>
                    </a:lnTo>
                    <a:lnTo>
                      <a:pt x="9329" y="3329"/>
                    </a:lnTo>
                    <a:lnTo>
                      <a:pt x="9256" y="3529"/>
                    </a:lnTo>
                    <a:lnTo>
                      <a:pt x="9192" y="3739"/>
                    </a:lnTo>
                    <a:lnTo>
                      <a:pt x="8964" y="3766"/>
                    </a:lnTo>
                    <a:lnTo>
                      <a:pt x="8727" y="3794"/>
                    </a:lnTo>
                    <a:lnTo>
                      <a:pt x="8499" y="3830"/>
                    </a:lnTo>
                    <a:lnTo>
                      <a:pt x="8271" y="3876"/>
                    </a:lnTo>
                    <a:lnTo>
                      <a:pt x="8052" y="3930"/>
                    </a:lnTo>
                    <a:lnTo>
                      <a:pt x="7824" y="3994"/>
                    </a:lnTo>
                    <a:lnTo>
                      <a:pt x="7606" y="4058"/>
                    </a:lnTo>
                    <a:lnTo>
                      <a:pt x="7396" y="4131"/>
                    </a:lnTo>
                    <a:lnTo>
                      <a:pt x="7177" y="4213"/>
                    </a:lnTo>
                    <a:lnTo>
                      <a:pt x="6967" y="4304"/>
                    </a:lnTo>
                    <a:lnTo>
                      <a:pt x="6758" y="4395"/>
                    </a:lnTo>
                    <a:lnTo>
                      <a:pt x="6557" y="4496"/>
                    </a:lnTo>
                    <a:lnTo>
                      <a:pt x="6356" y="4596"/>
                    </a:lnTo>
                    <a:lnTo>
                      <a:pt x="6156" y="4715"/>
                    </a:lnTo>
                    <a:lnTo>
                      <a:pt x="5964" y="4833"/>
                    </a:lnTo>
                    <a:lnTo>
                      <a:pt x="5773" y="4952"/>
                    </a:lnTo>
                    <a:lnTo>
                      <a:pt x="5581" y="5088"/>
                    </a:lnTo>
                    <a:lnTo>
                      <a:pt x="5399" y="5225"/>
                    </a:lnTo>
                    <a:lnTo>
                      <a:pt x="5226" y="5362"/>
                    </a:lnTo>
                    <a:lnTo>
                      <a:pt x="5052" y="5508"/>
                    </a:lnTo>
                    <a:lnTo>
                      <a:pt x="4879" y="5663"/>
                    </a:lnTo>
                    <a:lnTo>
                      <a:pt x="4715" y="5827"/>
                    </a:lnTo>
                    <a:lnTo>
                      <a:pt x="4560" y="5991"/>
                    </a:lnTo>
                    <a:lnTo>
                      <a:pt x="4405" y="6155"/>
                    </a:lnTo>
                    <a:lnTo>
                      <a:pt x="4250" y="6329"/>
                    </a:lnTo>
                    <a:lnTo>
                      <a:pt x="4113" y="6511"/>
                    </a:lnTo>
                    <a:lnTo>
                      <a:pt x="3967" y="6693"/>
                    </a:lnTo>
                    <a:lnTo>
                      <a:pt x="3840" y="6885"/>
                    </a:lnTo>
                    <a:lnTo>
                      <a:pt x="3712" y="7076"/>
                    </a:lnTo>
                    <a:lnTo>
                      <a:pt x="3593" y="7277"/>
                    </a:lnTo>
                    <a:lnTo>
                      <a:pt x="3475" y="7478"/>
                    </a:lnTo>
                    <a:lnTo>
                      <a:pt x="3365" y="7687"/>
                    </a:lnTo>
                    <a:lnTo>
                      <a:pt x="3183" y="7760"/>
                    </a:lnTo>
                    <a:lnTo>
                      <a:pt x="2992" y="7842"/>
                    </a:lnTo>
                    <a:lnTo>
                      <a:pt x="2818" y="7933"/>
                    </a:lnTo>
                    <a:lnTo>
                      <a:pt x="2645" y="8034"/>
                    </a:lnTo>
                    <a:lnTo>
                      <a:pt x="2472" y="8134"/>
                    </a:lnTo>
                    <a:lnTo>
                      <a:pt x="2308" y="8243"/>
                    </a:lnTo>
                    <a:lnTo>
                      <a:pt x="2144" y="8353"/>
                    </a:lnTo>
                    <a:lnTo>
                      <a:pt x="1988" y="8471"/>
                    </a:lnTo>
                    <a:lnTo>
                      <a:pt x="1833" y="8599"/>
                    </a:lnTo>
                    <a:lnTo>
                      <a:pt x="1688" y="8727"/>
                    </a:lnTo>
                    <a:lnTo>
                      <a:pt x="1551" y="8864"/>
                    </a:lnTo>
                    <a:lnTo>
                      <a:pt x="1414" y="9000"/>
                    </a:lnTo>
                    <a:lnTo>
                      <a:pt x="1286" y="9146"/>
                    </a:lnTo>
                    <a:lnTo>
                      <a:pt x="1159" y="9292"/>
                    </a:lnTo>
                    <a:lnTo>
                      <a:pt x="1040" y="9447"/>
                    </a:lnTo>
                    <a:lnTo>
                      <a:pt x="922" y="9611"/>
                    </a:lnTo>
                    <a:lnTo>
                      <a:pt x="821" y="9766"/>
                    </a:lnTo>
                    <a:lnTo>
                      <a:pt x="712" y="9940"/>
                    </a:lnTo>
                    <a:lnTo>
                      <a:pt x="621" y="10104"/>
                    </a:lnTo>
                    <a:lnTo>
                      <a:pt x="530" y="10277"/>
                    </a:lnTo>
                    <a:lnTo>
                      <a:pt x="447" y="10459"/>
                    </a:lnTo>
                    <a:lnTo>
                      <a:pt x="374" y="10633"/>
                    </a:lnTo>
                    <a:lnTo>
                      <a:pt x="302" y="10815"/>
                    </a:lnTo>
                    <a:lnTo>
                      <a:pt x="238" y="11006"/>
                    </a:lnTo>
                    <a:lnTo>
                      <a:pt x="183" y="11189"/>
                    </a:lnTo>
                    <a:lnTo>
                      <a:pt x="137" y="11380"/>
                    </a:lnTo>
                    <a:lnTo>
                      <a:pt x="92" y="11572"/>
                    </a:lnTo>
                    <a:lnTo>
                      <a:pt x="55" y="11772"/>
                    </a:lnTo>
                    <a:lnTo>
                      <a:pt x="37" y="11973"/>
                    </a:lnTo>
                    <a:lnTo>
                      <a:pt x="10" y="12164"/>
                    </a:lnTo>
                    <a:lnTo>
                      <a:pt x="1" y="12365"/>
                    </a:lnTo>
                    <a:lnTo>
                      <a:pt x="1" y="12575"/>
                    </a:lnTo>
                    <a:lnTo>
                      <a:pt x="1" y="12821"/>
                    </a:lnTo>
                    <a:lnTo>
                      <a:pt x="19" y="13067"/>
                    </a:lnTo>
                    <a:lnTo>
                      <a:pt x="46" y="13313"/>
                    </a:lnTo>
                    <a:lnTo>
                      <a:pt x="92" y="13560"/>
                    </a:lnTo>
                    <a:lnTo>
                      <a:pt x="147" y="13806"/>
                    </a:lnTo>
                    <a:lnTo>
                      <a:pt x="210" y="14043"/>
                    </a:lnTo>
                    <a:lnTo>
                      <a:pt x="283" y="14280"/>
                    </a:lnTo>
                    <a:lnTo>
                      <a:pt x="365" y="14508"/>
                    </a:lnTo>
                    <a:lnTo>
                      <a:pt x="283" y="14791"/>
                    </a:lnTo>
                    <a:lnTo>
                      <a:pt x="210" y="15073"/>
                    </a:lnTo>
                    <a:lnTo>
                      <a:pt x="147" y="15356"/>
                    </a:lnTo>
                    <a:lnTo>
                      <a:pt x="92" y="15639"/>
                    </a:lnTo>
                    <a:lnTo>
                      <a:pt x="46" y="15930"/>
                    </a:lnTo>
                    <a:lnTo>
                      <a:pt x="19" y="16222"/>
                    </a:lnTo>
                    <a:lnTo>
                      <a:pt x="1" y="16514"/>
                    </a:lnTo>
                    <a:lnTo>
                      <a:pt x="1" y="16806"/>
                    </a:lnTo>
                    <a:lnTo>
                      <a:pt x="1" y="17043"/>
                    </a:lnTo>
                    <a:lnTo>
                      <a:pt x="10" y="17289"/>
                    </a:lnTo>
                    <a:lnTo>
                      <a:pt x="37" y="17535"/>
                    </a:lnTo>
                    <a:lnTo>
                      <a:pt x="64" y="17772"/>
                    </a:lnTo>
                    <a:lnTo>
                      <a:pt x="101" y="18009"/>
                    </a:lnTo>
                    <a:lnTo>
                      <a:pt x="147" y="18247"/>
                    </a:lnTo>
                    <a:lnTo>
                      <a:pt x="192" y="18484"/>
                    </a:lnTo>
                    <a:lnTo>
                      <a:pt x="256" y="18712"/>
                    </a:lnTo>
                    <a:lnTo>
                      <a:pt x="320" y="18940"/>
                    </a:lnTo>
                    <a:lnTo>
                      <a:pt x="393" y="19168"/>
                    </a:lnTo>
                    <a:lnTo>
                      <a:pt x="475" y="19386"/>
                    </a:lnTo>
                    <a:lnTo>
                      <a:pt x="566" y="19605"/>
                    </a:lnTo>
                    <a:lnTo>
                      <a:pt x="657" y="19824"/>
                    </a:lnTo>
                    <a:lnTo>
                      <a:pt x="757" y="20043"/>
                    </a:lnTo>
                    <a:lnTo>
                      <a:pt x="867" y="20253"/>
                    </a:lnTo>
                    <a:lnTo>
                      <a:pt x="985" y="20453"/>
                    </a:lnTo>
                    <a:lnTo>
                      <a:pt x="1113" y="20654"/>
                    </a:lnTo>
                    <a:lnTo>
                      <a:pt x="1241" y="20854"/>
                    </a:lnTo>
                    <a:lnTo>
                      <a:pt x="1378" y="21046"/>
                    </a:lnTo>
                    <a:lnTo>
                      <a:pt x="1514" y="21237"/>
                    </a:lnTo>
                    <a:lnTo>
                      <a:pt x="1669" y="21420"/>
                    </a:lnTo>
                    <a:lnTo>
                      <a:pt x="1824" y="21602"/>
                    </a:lnTo>
                    <a:lnTo>
                      <a:pt x="1979" y="21775"/>
                    </a:lnTo>
                    <a:lnTo>
                      <a:pt x="2153" y="21949"/>
                    </a:lnTo>
                    <a:lnTo>
                      <a:pt x="2317" y="22113"/>
                    </a:lnTo>
                    <a:lnTo>
                      <a:pt x="2499" y="22277"/>
                    </a:lnTo>
                    <a:lnTo>
                      <a:pt x="2681" y="22423"/>
                    </a:lnTo>
                    <a:lnTo>
                      <a:pt x="2873" y="22578"/>
                    </a:lnTo>
                    <a:lnTo>
                      <a:pt x="3064" y="22715"/>
                    </a:lnTo>
                    <a:lnTo>
                      <a:pt x="3265" y="22851"/>
                    </a:lnTo>
                    <a:lnTo>
                      <a:pt x="3475" y="22979"/>
                    </a:lnTo>
                    <a:lnTo>
                      <a:pt x="3685" y="23107"/>
                    </a:lnTo>
                    <a:lnTo>
                      <a:pt x="3730" y="23426"/>
                    </a:lnTo>
                    <a:lnTo>
                      <a:pt x="3794" y="23745"/>
                    </a:lnTo>
                    <a:lnTo>
                      <a:pt x="3867" y="24055"/>
                    </a:lnTo>
                    <a:lnTo>
                      <a:pt x="3958" y="24365"/>
                    </a:lnTo>
                    <a:lnTo>
                      <a:pt x="4058" y="24666"/>
                    </a:lnTo>
                    <a:lnTo>
                      <a:pt x="4177" y="24967"/>
                    </a:lnTo>
                    <a:lnTo>
                      <a:pt x="4305" y="25259"/>
                    </a:lnTo>
                    <a:lnTo>
                      <a:pt x="4441" y="25541"/>
                    </a:lnTo>
                    <a:lnTo>
                      <a:pt x="4596" y="25824"/>
                    </a:lnTo>
                    <a:lnTo>
                      <a:pt x="4761" y="26098"/>
                    </a:lnTo>
                    <a:lnTo>
                      <a:pt x="4943" y="26362"/>
                    </a:lnTo>
                    <a:lnTo>
                      <a:pt x="5134" y="26627"/>
                    </a:lnTo>
                    <a:lnTo>
                      <a:pt x="5335" y="26873"/>
                    </a:lnTo>
                    <a:lnTo>
                      <a:pt x="5545" y="27119"/>
                    </a:lnTo>
                    <a:lnTo>
                      <a:pt x="5773" y="27347"/>
                    </a:lnTo>
                    <a:lnTo>
                      <a:pt x="6010" y="27575"/>
                    </a:lnTo>
                    <a:lnTo>
                      <a:pt x="6265" y="27794"/>
                    </a:lnTo>
                    <a:lnTo>
                      <a:pt x="6520" y="28003"/>
                    </a:lnTo>
                    <a:lnTo>
                      <a:pt x="6794" y="28195"/>
                    </a:lnTo>
                    <a:lnTo>
                      <a:pt x="7077" y="28377"/>
                    </a:lnTo>
                    <a:lnTo>
                      <a:pt x="7359" y="28541"/>
                    </a:lnTo>
                    <a:lnTo>
                      <a:pt x="7651" y="28696"/>
                    </a:lnTo>
                    <a:lnTo>
                      <a:pt x="7952" y="28842"/>
                    </a:lnTo>
                    <a:lnTo>
                      <a:pt x="8262" y="28961"/>
                    </a:lnTo>
                    <a:lnTo>
                      <a:pt x="8572" y="29079"/>
                    </a:lnTo>
                    <a:lnTo>
                      <a:pt x="8891" y="29171"/>
                    </a:lnTo>
                    <a:lnTo>
                      <a:pt x="9210" y="29253"/>
                    </a:lnTo>
                    <a:lnTo>
                      <a:pt x="9530" y="29326"/>
                    </a:lnTo>
                    <a:lnTo>
                      <a:pt x="9858" y="29380"/>
                    </a:lnTo>
                    <a:lnTo>
                      <a:pt x="10195" y="29417"/>
                    </a:lnTo>
                    <a:lnTo>
                      <a:pt x="10524" y="29444"/>
                    </a:lnTo>
                    <a:lnTo>
                      <a:pt x="10861" y="29453"/>
                    </a:lnTo>
                    <a:lnTo>
                      <a:pt x="11171" y="29444"/>
                    </a:lnTo>
                    <a:lnTo>
                      <a:pt x="11472" y="29426"/>
                    </a:lnTo>
                    <a:lnTo>
                      <a:pt x="11773" y="29389"/>
                    </a:lnTo>
                    <a:lnTo>
                      <a:pt x="12074" y="29344"/>
                    </a:lnTo>
                    <a:lnTo>
                      <a:pt x="12365" y="29289"/>
                    </a:lnTo>
                    <a:lnTo>
                      <a:pt x="12657" y="29225"/>
                    </a:lnTo>
                    <a:lnTo>
                      <a:pt x="12940" y="29143"/>
                    </a:lnTo>
                    <a:lnTo>
                      <a:pt x="13223" y="29052"/>
                    </a:lnTo>
                    <a:lnTo>
                      <a:pt x="13496" y="28952"/>
                    </a:lnTo>
                    <a:lnTo>
                      <a:pt x="13770" y="28833"/>
                    </a:lnTo>
                    <a:lnTo>
                      <a:pt x="14034" y="28715"/>
                    </a:lnTo>
                    <a:lnTo>
                      <a:pt x="14289" y="28578"/>
                    </a:lnTo>
                    <a:lnTo>
                      <a:pt x="14545" y="28432"/>
                    </a:lnTo>
                    <a:lnTo>
                      <a:pt x="14800" y="28277"/>
                    </a:lnTo>
                    <a:lnTo>
                      <a:pt x="15037" y="28113"/>
                    </a:lnTo>
                    <a:lnTo>
                      <a:pt x="15274" y="27940"/>
                    </a:lnTo>
                    <a:lnTo>
                      <a:pt x="15502" y="27757"/>
                    </a:lnTo>
                    <a:lnTo>
                      <a:pt x="15721" y="27566"/>
                    </a:lnTo>
                    <a:lnTo>
                      <a:pt x="15931" y="27365"/>
                    </a:lnTo>
                    <a:lnTo>
                      <a:pt x="16141" y="27155"/>
                    </a:lnTo>
                    <a:lnTo>
                      <a:pt x="16332" y="26946"/>
                    </a:lnTo>
                    <a:lnTo>
                      <a:pt x="16524" y="26718"/>
                    </a:lnTo>
                    <a:lnTo>
                      <a:pt x="16697" y="26481"/>
                    </a:lnTo>
                    <a:lnTo>
                      <a:pt x="16870" y="26244"/>
                    </a:lnTo>
                    <a:lnTo>
                      <a:pt x="17025" y="25997"/>
                    </a:lnTo>
                    <a:lnTo>
                      <a:pt x="17180" y="25742"/>
                    </a:lnTo>
                    <a:lnTo>
                      <a:pt x="17317" y="25487"/>
                    </a:lnTo>
                    <a:lnTo>
                      <a:pt x="17445" y="25213"/>
                    </a:lnTo>
                    <a:lnTo>
                      <a:pt x="17563" y="24940"/>
                    </a:lnTo>
                    <a:lnTo>
                      <a:pt x="17673" y="24666"/>
                    </a:lnTo>
                    <a:lnTo>
                      <a:pt x="17764" y="24374"/>
                    </a:lnTo>
                    <a:lnTo>
                      <a:pt x="17855" y="24082"/>
                    </a:lnTo>
                    <a:lnTo>
                      <a:pt x="18065" y="24228"/>
                    </a:lnTo>
                    <a:lnTo>
                      <a:pt x="18274" y="24365"/>
                    </a:lnTo>
                    <a:lnTo>
                      <a:pt x="18493" y="24484"/>
                    </a:lnTo>
                    <a:lnTo>
                      <a:pt x="18712" y="24602"/>
                    </a:lnTo>
                    <a:lnTo>
                      <a:pt x="18940" y="24712"/>
                    </a:lnTo>
                    <a:lnTo>
                      <a:pt x="19168" y="24812"/>
                    </a:lnTo>
                    <a:lnTo>
                      <a:pt x="19405" y="24903"/>
                    </a:lnTo>
                    <a:lnTo>
                      <a:pt x="19642" y="24985"/>
                    </a:lnTo>
                    <a:lnTo>
                      <a:pt x="19879" y="25058"/>
                    </a:lnTo>
                    <a:lnTo>
                      <a:pt x="20125" y="25113"/>
                    </a:lnTo>
                    <a:lnTo>
                      <a:pt x="20362" y="25168"/>
                    </a:lnTo>
                    <a:lnTo>
                      <a:pt x="20618" y="25213"/>
                    </a:lnTo>
                    <a:lnTo>
                      <a:pt x="20864" y="25250"/>
                    </a:lnTo>
                    <a:lnTo>
                      <a:pt x="21110" y="25268"/>
                    </a:lnTo>
                    <a:lnTo>
                      <a:pt x="21366" y="25286"/>
                    </a:lnTo>
                    <a:lnTo>
                      <a:pt x="21612" y="25295"/>
                    </a:lnTo>
                    <a:lnTo>
                      <a:pt x="21840" y="25286"/>
                    </a:lnTo>
                    <a:lnTo>
                      <a:pt x="22068" y="25277"/>
                    </a:lnTo>
                    <a:lnTo>
                      <a:pt x="22287" y="25259"/>
                    </a:lnTo>
                    <a:lnTo>
                      <a:pt x="22505" y="25231"/>
                    </a:lnTo>
                    <a:lnTo>
                      <a:pt x="22724" y="25195"/>
                    </a:lnTo>
                    <a:lnTo>
                      <a:pt x="22943" y="25158"/>
                    </a:lnTo>
                    <a:lnTo>
                      <a:pt x="23153" y="25113"/>
                    </a:lnTo>
                    <a:lnTo>
                      <a:pt x="23363" y="25058"/>
                    </a:lnTo>
                    <a:lnTo>
                      <a:pt x="23572" y="24994"/>
                    </a:lnTo>
                    <a:lnTo>
                      <a:pt x="23782" y="24921"/>
                    </a:lnTo>
                    <a:lnTo>
                      <a:pt x="23983" y="24848"/>
                    </a:lnTo>
                    <a:lnTo>
                      <a:pt x="24183" y="24766"/>
                    </a:lnTo>
                    <a:lnTo>
                      <a:pt x="24384" y="24675"/>
                    </a:lnTo>
                    <a:lnTo>
                      <a:pt x="24575" y="24584"/>
                    </a:lnTo>
                    <a:lnTo>
                      <a:pt x="24767" y="24484"/>
                    </a:lnTo>
                    <a:lnTo>
                      <a:pt x="24949" y="24374"/>
                    </a:lnTo>
                    <a:lnTo>
                      <a:pt x="25132" y="24265"/>
                    </a:lnTo>
                    <a:lnTo>
                      <a:pt x="25314" y="24137"/>
                    </a:lnTo>
                    <a:lnTo>
                      <a:pt x="25487" y="24019"/>
                    </a:lnTo>
                    <a:lnTo>
                      <a:pt x="25660" y="23882"/>
                    </a:lnTo>
                    <a:lnTo>
                      <a:pt x="25825" y="23745"/>
                    </a:lnTo>
                    <a:lnTo>
                      <a:pt x="25989" y="23599"/>
                    </a:lnTo>
                    <a:lnTo>
                      <a:pt x="26144" y="23453"/>
                    </a:lnTo>
                    <a:lnTo>
                      <a:pt x="26299" y="23298"/>
                    </a:lnTo>
                    <a:lnTo>
                      <a:pt x="26445" y="23143"/>
                    </a:lnTo>
                    <a:lnTo>
                      <a:pt x="26591" y="22970"/>
                    </a:lnTo>
                    <a:lnTo>
                      <a:pt x="26727" y="22806"/>
                    </a:lnTo>
                    <a:lnTo>
                      <a:pt x="26864" y="22623"/>
                    </a:lnTo>
                    <a:lnTo>
                      <a:pt x="26983" y="22450"/>
                    </a:lnTo>
                    <a:lnTo>
                      <a:pt x="27110" y="22259"/>
                    </a:lnTo>
                    <a:lnTo>
                      <a:pt x="27220" y="22067"/>
                    </a:lnTo>
                    <a:lnTo>
                      <a:pt x="27329" y="21876"/>
                    </a:lnTo>
                    <a:lnTo>
                      <a:pt x="27411" y="21876"/>
                    </a:lnTo>
                    <a:lnTo>
                      <a:pt x="27584" y="21867"/>
                    </a:lnTo>
                    <a:lnTo>
                      <a:pt x="27758" y="21858"/>
                    </a:lnTo>
                    <a:lnTo>
                      <a:pt x="27922" y="21839"/>
                    </a:lnTo>
                    <a:lnTo>
                      <a:pt x="28095" y="21812"/>
                    </a:lnTo>
                    <a:lnTo>
                      <a:pt x="28259" y="21785"/>
                    </a:lnTo>
                    <a:lnTo>
                      <a:pt x="28423" y="21739"/>
                    </a:lnTo>
                    <a:lnTo>
                      <a:pt x="28587" y="21693"/>
                    </a:lnTo>
                    <a:lnTo>
                      <a:pt x="28752" y="21639"/>
                    </a:lnTo>
                    <a:lnTo>
                      <a:pt x="28916" y="21575"/>
                    </a:lnTo>
                    <a:lnTo>
                      <a:pt x="29071" y="21511"/>
                    </a:lnTo>
                    <a:lnTo>
                      <a:pt x="29217" y="21429"/>
                    </a:lnTo>
                    <a:lnTo>
                      <a:pt x="29372" y="21356"/>
                    </a:lnTo>
                    <a:lnTo>
                      <a:pt x="29518" y="21265"/>
                    </a:lnTo>
                    <a:lnTo>
                      <a:pt x="29663" y="21165"/>
                    </a:lnTo>
                    <a:lnTo>
                      <a:pt x="29800" y="21064"/>
                    </a:lnTo>
                    <a:lnTo>
                      <a:pt x="29937" y="20955"/>
                    </a:lnTo>
                    <a:lnTo>
                      <a:pt x="30229" y="21009"/>
                    </a:lnTo>
                    <a:lnTo>
                      <a:pt x="30521" y="21037"/>
                    </a:lnTo>
                    <a:lnTo>
                      <a:pt x="30812" y="21055"/>
                    </a:lnTo>
                    <a:lnTo>
                      <a:pt x="31104" y="21064"/>
                    </a:lnTo>
                    <a:lnTo>
                      <a:pt x="31442" y="21055"/>
                    </a:lnTo>
                    <a:lnTo>
                      <a:pt x="31770" y="21028"/>
                    </a:lnTo>
                    <a:lnTo>
                      <a:pt x="32098" y="20991"/>
                    </a:lnTo>
                    <a:lnTo>
                      <a:pt x="32417" y="20937"/>
                    </a:lnTo>
                    <a:lnTo>
                      <a:pt x="32727" y="20864"/>
                    </a:lnTo>
                    <a:lnTo>
                      <a:pt x="33037" y="20772"/>
                    </a:lnTo>
                    <a:lnTo>
                      <a:pt x="33338" y="20672"/>
                    </a:lnTo>
                    <a:lnTo>
                      <a:pt x="33630" y="20554"/>
                    </a:lnTo>
                    <a:lnTo>
                      <a:pt x="33922" y="20426"/>
                    </a:lnTo>
                    <a:lnTo>
                      <a:pt x="34195" y="20280"/>
                    </a:lnTo>
                    <a:lnTo>
                      <a:pt x="34469" y="20125"/>
                    </a:lnTo>
                    <a:lnTo>
                      <a:pt x="34733" y="19952"/>
                    </a:lnTo>
                    <a:lnTo>
                      <a:pt x="34989" y="19769"/>
                    </a:lnTo>
                    <a:lnTo>
                      <a:pt x="35235" y="19578"/>
                    </a:lnTo>
                    <a:lnTo>
                      <a:pt x="35472" y="19377"/>
                    </a:lnTo>
                    <a:lnTo>
                      <a:pt x="35700" y="19158"/>
                    </a:lnTo>
                    <a:lnTo>
                      <a:pt x="35910" y="18940"/>
                    </a:lnTo>
                    <a:lnTo>
                      <a:pt x="36110" y="18702"/>
                    </a:lnTo>
                    <a:lnTo>
                      <a:pt x="36311" y="18456"/>
                    </a:lnTo>
                    <a:lnTo>
                      <a:pt x="36493" y="18201"/>
                    </a:lnTo>
                    <a:lnTo>
                      <a:pt x="36657" y="17937"/>
                    </a:lnTo>
                    <a:lnTo>
                      <a:pt x="36812" y="17663"/>
                    </a:lnTo>
                    <a:lnTo>
                      <a:pt x="36958" y="17380"/>
                    </a:lnTo>
                    <a:lnTo>
                      <a:pt x="37086" y="17098"/>
                    </a:lnTo>
                    <a:lnTo>
                      <a:pt x="37205" y="16806"/>
                    </a:lnTo>
                    <a:lnTo>
                      <a:pt x="37305" y="16505"/>
                    </a:lnTo>
                    <a:lnTo>
                      <a:pt x="37396" y="16195"/>
                    </a:lnTo>
                    <a:lnTo>
                      <a:pt x="37469" y="15876"/>
                    </a:lnTo>
                    <a:lnTo>
                      <a:pt x="37524" y="15557"/>
                    </a:lnTo>
                    <a:lnTo>
                      <a:pt x="37569" y="15237"/>
                    </a:lnTo>
                    <a:lnTo>
                      <a:pt x="37588" y="14909"/>
                    </a:lnTo>
                    <a:lnTo>
                      <a:pt x="37597" y="14572"/>
                    </a:lnTo>
                    <a:lnTo>
                      <a:pt x="37597" y="14280"/>
                    </a:lnTo>
                    <a:lnTo>
                      <a:pt x="37569" y="13988"/>
                    </a:lnTo>
                    <a:lnTo>
                      <a:pt x="37542" y="13696"/>
                    </a:lnTo>
                    <a:lnTo>
                      <a:pt x="37496" y="13414"/>
                    </a:lnTo>
                    <a:lnTo>
                      <a:pt x="37442" y="13131"/>
                    </a:lnTo>
                    <a:lnTo>
                      <a:pt x="37369" y="12848"/>
                    </a:lnTo>
                    <a:lnTo>
                      <a:pt x="37287" y="12575"/>
                    </a:lnTo>
                    <a:lnTo>
                      <a:pt x="37186" y="12301"/>
                    </a:lnTo>
                    <a:lnTo>
                      <a:pt x="37086" y="12037"/>
                    </a:lnTo>
                    <a:lnTo>
                      <a:pt x="36967" y="11772"/>
                    </a:lnTo>
                    <a:lnTo>
                      <a:pt x="36831" y="11517"/>
                    </a:lnTo>
                    <a:lnTo>
                      <a:pt x="36694" y="11262"/>
                    </a:lnTo>
                    <a:lnTo>
                      <a:pt x="36539" y="11016"/>
                    </a:lnTo>
                    <a:lnTo>
                      <a:pt x="36375" y="10778"/>
                    </a:lnTo>
                    <a:lnTo>
                      <a:pt x="36202" y="10541"/>
                    </a:lnTo>
                    <a:lnTo>
                      <a:pt x="36010" y="10323"/>
                    </a:lnTo>
                    <a:lnTo>
                      <a:pt x="36037" y="10067"/>
                    </a:lnTo>
                    <a:lnTo>
                      <a:pt x="36047" y="9830"/>
                    </a:lnTo>
                    <a:lnTo>
                      <a:pt x="36037" y="9593"/>
                    </a:lnTo>
                    <a:lnTo>
                      <a:pt x="36019" y="9365"/>
                    </a:lnTo>
                    <a:lnTo>
                      <a:pt x="35992" y="9137"/>
                    </a:lnTo>
                    <a:lnTo>
                      <a:pt x="35946" y="8909"/>
                    </a:lnTo>
                    <a:lnTo>
                      <a:pt x="35901" y="8690"/>
                    </a:lnTo>
                    <a:lnTo>
                      <a:pt x="35837" y="8471"/>
                    </a:lnTo>
                    <a:lnTo>
                      <a:pt x="35764" y="8262"/>
                    </a:lnTo>
                    <a:lnTo>
                      <a:pt x="35682" y="8052"/>
                    </a:lnTo>
                    <a:lnTo>
                      <a:pt x="35591" y="7851"/>
                    </a:lnTo>
                    <a:lnTo>
                      <a:pt x="35490" y="7660"/>
                    </a:lnTo>
                    <a:lnTo>
                      <a:pt x="35381" y="7468"/>
                    </a:lnTo>
                    <a:lnTo>
                      <a:pt x="35262" y="7277"/>
                    </a:lnTo>
                    <a:lnTo>
                      <a:pt x="35135" y="7104"/>
                    </a:lnTo>
                    <a:lnTo>
                      <a:pt x="34998" y="6930"/>
                    </a:lnTo>
                    <a:lnTo>
                      <a:pt x="34852" y="6766"/>
                    </a:lnTo>
                    <a:lnTo>
                      <a:pt x="34706" y="6602"/>
                    </a:lnTo>
                    <a:lnTo>
                      <a:pt x="34542" y="6456"/>
                    </a:lnTo>
                    <a:lnTo>
                      <a:pt x="34378" y="6310"/>
                    </a:lnTo>
                    <a:lnTo>
                      <a:pt x="34205" y="6174"/>
                    </a:lnTo>
                    <a:lnTo>
                      <a:pt x="34031" y="6046"/>
                    </a:lnTo>
                    <a:lnTo>
                      <a:pt x="33840" y="5927"/>
                    </a:lnTo>
                    <a:lnTo>
                      <a:pt x="33648" y="5818"/>
                    </a:lnTo>
                    <a:lnTo>
                      <a:pt x="33457" y="5718"/>
                    </a:lnTo>
                    <a:lnTo>
                      <a:pt x="33256" y="5626"/>
                    </a:lnTo>
                    <a:lnTo>
                      <a:pt x="33046" y="5544"/>
                    </a:lnTo>
                    <a:lnTo>
                      <a:pt x="32837" y="5471"/>
                    </a:lnTo>
                    <a:lnTo>
                      <a:pt x="32618" y="5408"/>
                    </a:lnTo>
                    <a:lnTo>
                      <a:pt x="32399" y="5362"/>
                    </a:lnTo>
                    <a:lnTo>
                      <a:pt x="32171" y="5316"/>
                    </a:lnTo>
                    <a:lnTo>
                      <a:pt x="31943" y="5289"/>
                    </a:lnTo>
                    <a:lnTo>
                      <a:pt x="31715" y="5271"/>
                    </a:lnTo>
                    <a:lnTo>
                      <a:pt x="31323" y="5271"/>
                    </a:lnTo>
                    <a:lnTo>
                      <a:pt x="31159" y="5280"/>
                    </a:lnTo>
                    <a:lnTo>
                      <a:pt x="31104" y="5107"/>
                    </a:lnTo>
                    <a:lnTo>
                      <a:pt x="31031" y="4933"/>
                    </a:lnTo>
                    <a:lnTo>
                      <a:pt x="30958" y="4760"/>
                    </a:lnTo>
                    <a:lnTo>
                      <a:pt x="30885" y="4596"/>
                    </a:lnTo>
                    <a:lnTo>
                      <a:pt x="30803" y="4441"/>
                    </a:lnTo>
                    <a:lnTo>
                      <a:pt x="30712" y="4277"/>
                    </a:lnTo>
                    <a:lnTo>
                      <a:pt x="30612" y="4131"/>
                    </a:lnTo>
                    <a:lnTo>
                      <a:pt x="30512" y="3976"/>
                    </a:lnTo>
                    <a:lnTo>
                      <a:pt x="30402" y="3839"/>
                    </a:lnTo>
                    <a:lnTo>
                      <a:pt x="30293" y="3693"/>
                    </a:lnTo>
                    <a:lnTo>
                      <a:pt x="30174" y="3566"/>
                    </a:lnTo>
                    <a:lnTo>
                      <a:pt x="30046" y="3438"/>
                    </a:lnTo>
                    <a:lnTo>
                      <a:pt x="29919" y="3310"/>
                    </a:lnTo>
                    <a:lnTo>
                      <a:pt x="29791" y="3192"/>
                    </a:lnTo>
                    <a:lnTo>
                      <a:pt x="29654" y="3073"/>
                    </a:lnTo>
                    <a:lnTo>
                      <a:pt x="29508" y="2973"/>
                    </a:lnTo>
                    <a:lnTo>
                      <a:pt x="29363" y="2864"/>
                    </a:lnTo>
                    <a:lnTo>
                      <a:pt x="29217" y="2772"/>
                    </a:lnTo>
                    <a:lnTo>
                      <a:pt x="29062" y="2681"/>
                    </a:lnTo>
                    <a:lnTo>
                      <a:pt x="28907" y="2590"/>
                    </a:lnTo>
                    <a:lnTo>
                      <a:pt x="28742" y="2517"/>
                    </a:lnTo>
                    <a:lnTo>
                      <a:pt x="28587" y="2444"/>
                    </a:lnTo>
                    <a:lnTo>
                      <a:pt x="28414" y="2371"/>
                    </a:lnTo>
                    <a:lnTo>
                      <a:pt x="28250" y="2316"/>
                    </a:lnTo>
                    <a:lnTo>
                      <a:pt x="28077" y="2262"/>
                    </a:lnTo>
                    <a:lnTo>
                      <a:pt x="27904" y="2216"/>
                    </a:lnTo>
                    <a:lnTo>
                      <a:pt x="27721" y="2171"/>
                    </a:lnTo>
                    <a:lnTo>
                      <a:pt x="27548" y="2143"/>
                    </a:lnTo>
                    <a:lnTo>
                      <a:pt x="27366" y="2116"/>
                    </a:lnTo>
                    <a:lnTo>
                      <a:pt x="27183" y="2098"/>
                    </a:lnTo>
                    <a:lnTo>
                      <a:pt x="26992" y="2079"/>
                    </a:lnTo>
                    <a:lnTo>
                      <a:pt x="26809" y="2079"/>
                    </a:lnTo>
                    <a:lnTo>
                      <a:pt x="26609" y="2088"/>
                    </a:lnTo>
                    <a:lnTo>
                      <a:pt x="26408" y="2098"/>
                    </a:lnTo>
                    <a:lnTo>
                      <a:pt x="26208" y="2116"/>
                    </a:lnTo>
                    <a:lnTo>
                      <a:pt x="26007" y="2152"/>
                    </a:lnTo>
                    <a:lnTo>
                      <a:pt x="25815" y="2189"/>
                    </a:lnTo>
                    <a:lnTo>
                      <a:pt x="25615" y="2234"/>
                    </a:lnTo>
                    <a:lnTo>
                      <a:pt x="25423" y="2298"/>
                    </a:lnTo>
                    <a:lnTo>
                      <a:pt x="25232" y="2362"/>
                    </a:lnTo>
                    <a:lnTo>
                      <a:pt x="25004" y="2207"/>
                    </a:lnTo>
                    <a:lnTo>
                      <a:pt x="24776" y="2070"/>
                    </a:lnTo>
                    <a:lnTo>
                      <a:pt x="24539" y="1943"/>
                    </a:lnTo>
                    <a:lnTo>
                      <a:pt x="24293" y="1824"/>
                    </a:lnTo>
                    <a:lnTo>
                      <a:pt x="24056" y="1705"/>
                    </a:lnTo>
                    <a:lnTo>
                      <a:pt x="23800" y="1605"/>
                    </a:lnTo>
                    <a:lnTo>
                      <a:pt x="23554" y="1514"/>
                    </a:lnTo>
                    <a:lnTo>
                      <a:pt x="23299" y="1432"/>
                    </a:lnTo>
                    <a:lnTo>
                      <a:pt x="23043" y="1359"/>
                    </a:lnTo>
                    <a:lnTo>
                      <a:pt x="22779" y="1286"/>
                    </a:lnTo>
                    <a:lnTo>
                      <a:pt x="22514" y="1231"/>
                    </a:lnTo>
                    <a:lnTo>
                      <a:pt x="22250" y="1195"/>
                    </a:lnTo>
                    <a:lnTo>
                      <a:pt x="21986" y="1158"/>
                    </a:lnTo>
                    <a:lnTo>
                      <a:pt x="21712" y="1131"/>
                    </a:lnTo>
                    <a:lnTo>
                      <a:pt x="21448" y="1113"/>
                    </a:lnTo>
                    <a:lnTo>
                      <a:pt x="21174" y="1113"/>
                    </a:lnTo>
                    <a:lnTo>
                      <a:pt x="20773" y="1122"/>
                    </a:lnTo>
                    <a:lnTo>
                      <a:pt x="20381" y="1149"/>
                    </a:lnTo>
                    <a:lnTo>
                      <a:pt x="19998" y="1204"/>
                    </a:lnTo>
                    <a:lnTo>
                      <a:pt x="19615" y="1277"/>
                    </a:lnTo>
                    <a:lnTo>
                      <a:pt x="19232" y="1377"/>
                    </a:lnTo>
                    <a:lnTo>
                      <a:pt x="18858" y="1487"/>
                    </a:lnTo>
                    <a:lnTo>
                      <a:pt x="18493" y="1623"/>
                    </a:lnTo>
                    <a:lnTo>
                      <a:pt x="18128" y="1778"/>
                    </a:lnTo>
                    <a:lnTo>
                      <a:pt x="17937" y="1578"/>
                    </a:lnTo>
                    <a:lnTo>
                      <a:pt x="17736" y="1377"/>
                    </a:lnTo>
                    <a:lnTo>
                      <a:pt x="17527" y="1195"/>
                    </a:lnTo>
                    <a:lnTo>
                      <a:pt x="17308" y="1022"/>
                    </a:lnTo>
                    <a:lnTo>
                      <a:pt x="17080" y="867"/>
                    </a:lnTo>
                    <a:lnTo>
                      <a:pt x="16852" y="721"/>
                    </a:lnTo>
                    <a:lnTo>
                      <a:pt x="16606" y="584"/>
                    </a:lnTo>
                    <a:lnTo>
                      <a:pt x="16359" y="465"/>
                    </a:lnTo>
                    <a:lnTo>
                      <a:pt x="16104" y="356"/>
                    </a:lnTo>
                    <a:lnTo>
                      <a:pt x="15849" y="265"/>
                    </a:lnTo>
                    <a:lnTo>
                      <a:pt x="15584" y="183"/>
                    </a:lnTo>
                    <a:lnTo>
                      <a:pt x="15311" y="119"/>
                    </a:lnTo>
                    <a:lnTo>
                      <a:pt x="15037" y="64"/>
                    </a:lnTo>
                    <a:lnTo>
                      <a:pt x="14764" y="28"/>
                    </a:lnTo>
                    <a:lnTo>
                      <a:pt x="14481" y="9"/>
                    </a:lnTo>
                    <a:lnTo>
                      <a:pt x="1419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3">
                <a:extLst>
                  <a:ext uri="{FF2B5EF4-FFF2-40B4-BE49-F238E27FC236}">
                    <a16:creationId xmlns:a16="http://schemas.microsoft.com/office/drawing/2014/main" id="{C02ABC51-F1D6-4494-82A6-74E31F3FE793}"/>
                  </a:ext>
                </a:extLst>
              </p:cNvPr>
              <p:cNvSpPr/>
              <p:nvPr/>
            </p:nvSpPr>
            <p:spPr>
              <a:xfrm>
                <a:off x="3987580" y="3705378"/>
                <a:ext cx="218117" cy="126943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2463" extrusionOk="0">
                    <a:moveTo>
                      <a:pt x="3739" y="1"/>
                    </a:moveTo>
                    <a:lnTo>
                      <a:pt x="3685" y="138"/>
                    </a:lnTo>
                    <a:lnTo>
                      <a:pt x="3630" y="265"/>
                    </a:lnTo>
                    <a:lnTo>
                      <a:pt x="3575" y="393"/>
                    </a:lnTo>
                    <a:lnTo>
                      <a:pt x="3511" y="511"/>
                    </a:lnTo>
                    <a:lnTo>
                      <a:pt x="3438" y="630"/>
                    </a:lnTo>
                    <a:lnTo>
                      <a:pt x="3356" y="748"/>
                    </a:lnTo>
                    <a:lnTo>
                      <a:pt x="3274" y="858"/>
                    </a:lnTo>
                    <a:lnTo>
                      <a:pt x="3192" y="958"/>
                    </a:lnTo>
                    <a:lnTo>
                      <a:pt x="3101" y="1058"/>
                    </a:lnTo>
                    <a:lnTo>
                      <a:pt x="3001" y="1159"/>
                    </a:lnTo>
                    <a:lnTo>
                      <a:pt x="2900" y="1250"/>
                    </a:lnTo>
                    <a:lnTo>
                      <a:pt x="2791" y="1341"/>
                    </a:lnTo>
                    <a:lnTo>
                      <a:pt x="2682" y="1423"/>
                    </a:lnTo>
                    <a:lnTo>
                      <a:pt x="2563" y="1496"/>
                    </a:lnTo>
                    <a:lnTo>
                      <a:pt x="2444" y="1569"/>
                    </a:lnTo>
                    <a:lnTo>
                      <a:pt x="2317" y="1633"/>
                    </a:lnTo>
                    <a:lnTo>
                      <a:pt x="2189" y="1697"/>
                    </a:lnTo>
                    <a:lnTo>
                      <a:pt x="2061" y="1751"/>
                    </a:lnTo>
                    <a:lnTo>
                      <a:pt x="1934" y="1797"/>
                    </a:lnTo>
                    <a:lnTo>
                      <a:pt x="1797" y="1834"/>
                    </a:lnTo>
                    <a:lnTo>
                      <a:pt x="1669" y="1870"/>
                    </a:lnTo>
                    <a:lnTo>
                      <a:pt x="1533" y="1897"/>
                    </a:lnTo>
                    <a:lnTo>
                      <a:pt x="1396" y="1916"/>
                    </a:lnTo>
                    <a:lnTo>
                      <a:pt x="1259" y="1925"/>
                    </a:lnTo>
                    <a:lnTo>
                      <a:pt x="1122" y="1934"/>
                    </a:lnTo>
                    <a:lnTo>
                      <a:pt x="985" y="1934"/>
                    </a:lnTo>
                    <a:lnTo>
                      <a:pt x="849" y="1925"/>
                    </a:lnTo>
                    <a:lnTo>
                      <a:pt x="712" y="1907"/>
                    </a:lnTo>
                    <a:lnTo>
                      <a:pt x="575" y="1888"/>
                    </a:lnTo>
                    <a:lnTo>
                      <a:pt x="438" y="1861"/>
                    </a:lnTo>
                    <a:lnTo>
                      <a:pt x="302" y="1824"/>
                    </a:lnTo>
                    <a:lnTo>
                      <a:pt x="165" y="1788"/>
                    </a:lnTo>
                    <a:lnTo>
                      <a:pt x="1" y="2280"/>
                    </a:lnTo>
                    <a:lnTo>
                      <a:pt x="128" y="2326"/>
                    </a:lnTo>
                    <a:lnTo>
                      <a:pt x="265" y="2362"/>
                    </a:lnTo>
                    <a:lnTo>
                      <a:pt x="393" y="2390"/>
                    </a:lnTo>
                    <a:lnTo>
                      <a:pt x="530" y="2417"/>
                    </a:lnTo>
                    <a:lnTo>
                      <a:pt x="794" y="2445"/>
                    </a:lnTo>
                    <a:lnTo>
                      <a:pt x="1068" y="2463"/>
                    </a:lnTo>
                    <a:lnTo>
                      <a:pt x="1259" y="2454"/>
                    </a:lnTo>
                    <a:lnTo>
                      <a:pt x="1451" y="2435"/>
                    </a:lnTo>
                    <a:lnTo>
                      <a:pt x="1633" y="2408"/>
                    </a:lnTo>
                    <a:lnTo>
                      <a:pt x="1824" y="2372"/>
                    </a:lnTo>
                    <a:lnTo>
                      <a:pt x="2016" y="2317"/>
                    </a:lnTo>
                    <a:lnTo>
                      <a:pt x="2198" y="2262"/>
                    </a:lnTo>
                    <a:lnTo>
                      <a:pt x="2381" y="2189"/>
                    </a:lnTo>
                    <a:lnTo>
                      <a:pt x="2554" y="2107"/>
                    </a:lnTo>
                    <a:lnTo>
                      <a:pt x="2700" y="2025"/>
                    </a:lnTo>
                    <a:lnTo>
                      <a:pt x="2846" y="1943"/>
                    </a:lnTo>
                    <a:lnTo>
                      <a:pt x="2982" y="1852"/>
                    </a:lnTo>
                    <a:lnTo>
                      <a:pt x="3119" y="1751"/>
                    </a:lnTo>
                    <a:lnTo>
                      <a:pt x="3238" y="1651"/>
                    </a:lnTo>
                    <a:lnTo>
                      <a:pt x="3365" y="1542"/>
                    </a:lnTo>
                    <a:lnTo>
                      <a:pt x="3475" y="1423"/>
                    </a:lnTo>
                    <a:lnTo>
                      <a:pt x="3584" y="1305"/>
                    </a:lnTo>
                    <a:lnTo>
                      <a:pt x="3694" y="1177"/>
                    </a:lnTo>
                    <a:lnTo>
                      <a:pt x="3785" y="1049"/>
                    </a:lnTo>
                    <a:lnTo>
                      <a:pt x="3876" y="913"/>
                    </a:lnTo>
                    <a:lnTo>
                      <a:pt x="3967" y="776"/>
                    </a:lnTo>
                    <a:lnTo>
                      <a:pt x="4040" y="630"/>
                    </a:lnTo>
                    <a:lnTo>
                      <a:pt x="4113" y="484"/>
                    </a:lnTo>
                    <a:lnTo>
                      <a:pt x="4177" y="329"/>
                    </a:lnTo>
                    <a:lnTo>
                      <a:pt x="4232" y="174"/>
                    </a:lnTo>
                    <a:lnTo>
                      <a:pt x="37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3">
                <a:extLst>
                  <a:ext uri="{FF2B5EF4-FFF2-40B4-BE49-F238E27FC236}">
                    <a16:creationId xmlns:a16="http://schemas.microsoft.com/office/drawing/2014/main" id="{1D5B1292-D808-871F-E396-789734993AF8}"/>
                  </a:ext>
                </a:extLst>
              </p:cNvPr>
              <p:cNvSpPr/>
              <p:nvPr/>
            </p:nvSpPr>
            <p:spPr>
              <a:xfrm>
                <a:off x="4159108" y="368610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12" y="1"/>
                    </a:moveTo>
                    <a:lnTo>
                      <a:pt x="457" y="19"/>
                    </a:lnTo>
                    <a:lnTo>
                      <a:pt x="393" y="37"/>
                    </a:lnTo>
                    <a:lnTo>
                      <a:pt x="338" y="65"/>
                    </a:lnTo>
                    <a:lnTo>
                      <a:pt x="284" y="92"/>
                    </a:lnTo>
                    <a:lnTo>
                      <a:pt x="238" y="129"/>
                    </a:lnTo>
                    <a:lnTo>
                      <a:pt x="183" y="165"/>
                    </a:lnTo>
                    <a:lnTo>
                      <a:pt x="147" y="211"/>
                    </a:lnTo>
                    <a:lnTo>
                      <a:pt x="110" y="256"/>
                    </a:lnTo>
                    <a:lnTo>
                      <a:pt x="74" y="311"/>
                    </a:lnTo>
                    <a:lnTo>
                      <a:pt x="47" y="356"/>
                    </a:lnTo>
                    <a:lnTo>
                      <a:pt x="28" y="411"/>
                    </a:lnTo>
                    <a:lnTo>
                      <a:pt x="10" y="475"/>
                    </a:lnTo>
                    <a:lnTo>
                      <a:pt x="1" y="530"/>
                    </a:lnTo>
                    <a:lnTo>
                      <a:pt x="1" y="594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1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9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66" y="1177"/>
                    </a:lnTo>
                    <a:lnTo>
                      <a:pt x="420" y="1195"/>
                    </a:lnTo>
                    <a:lnTo>
                      <a:pt x="475" y="1214"/>
                    </a:lnTo>
                    <a:lnTo>
                      <a:pt x="530" y="1223"/>
                    </a:lnTo>
                    <a:lnTo>
                      <a:pt x="712" y="1223"/>
                    </a:lnTo>
                    <a:lnTo>
                      <a:pt x="767" y="1205"/>
                    </a:lnTo>
                    <a:lnTo>
                      <a:pt x="831" y="1186"/>
                    </a:lnTo>
                    <a:lnTo>
                      <a:pt x="885" y="1159"/>
                    </a:lnTo>
                    <a:lnTo>
                      <a:pt x="940" y="1132"/>
                    </a:lnTo>
                    <a:lnTo>
                      <a:pt x="995" y="1095"/>
                    </a:lnTo>
                    <a:lnTo>
                      <a:pt x="1040" y="1059"/>
                    </a:lnTo>
                    <a:lnTo>
                      <a:pt x="1077" y="1013"/>
                    </a:lnTo>
                    <a:lnTo>
                      <a:pt x="1113" y="967"/>
                    </a:lnTo>
                    <a:lnTo>
                      <a:pt x="1150" y="913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4" y="749"/>
                    </a:lnTo>
                    <a:lnTo>
                      <a:pt x="1223" y="694"/>
                    </a:lnTo>
                    <a:lnTo>
                      <a:pt x="1232" y="630"/>
                    </a:lnTo>
                    <a:lnTo>
                      <a:pt x="1223" y="575"/>
                    </a:lnTo>
                    <a:lnTo>
                      <a:pt x="1223" y="512"/>
                    </a:lnTo>
                    <a:lnTo>
                      <a:pt x="1205" y="457"/>
                    </a:lnTo>
                    <a:lnTo>
                      <a:pt x="1186" y="393"/>
                    </a:lnTo>
                    <a:lnTo>
                      <a:pt x="1168" y="338"/>
                    </a:lnTo>
                    <a:lnTo>
                      <a:pt x="1132" y="284"/>
                    </a:lnTo>
                    <a:lnTo>
                      <a:pt x="1095" y="229"/>
                    </a:lnTo>
                    <a:lnTo>
                      <a:pt x="1059" y="183"/>
                    </a:lnTo>
                    <a:lnTo>
                      <a:pt x="1013" y="147"/>
                    </a:lnTo>
                    <a:lnTo>
                      <a:pt x="968" y="110"/>
                    </a:lnTo>
                    <a:lnTo>
                      <a:pt x="913" y="74"/>
                    </a:lnTo>
                    <a:lnTo>
                      <a:pt x="867" y="46"/>
                    </a:lnTo>
                    <a:lnTo>
                      <a:pt x="81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2" name="Google Shape;542;p23">
            <a:extLst>
              <a:ext uri="{FF2B5EF4-FFF2-40B4-BE49-F238E27FC236}">
                <a16:creationId xmlns:a16="http://schemas.microsoft.com/office/drawing/2014/main" id="{B1A0D0F1-3849-0685-453B-E024D587A952}"/>
              </a:ext>
            </a:extLst>
          </p:cNvPr>
          <p:cNvSpPr/>
          <p:nvPr/>
        </p:nvSpPr>
        <p:spPr>
          <a:xfrm>
            <a:off x="4532285" y="3565383"/>
            <a:ext cx="680700" cy="680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03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47" name="Google Shape;547;p23">
            <a:extLst>
              <a:ext uri="{FF2B5EF4-FFF2-40B4-BE49-F238E27FC236}">
                <a16:creationId xmlns:a16="http://schemas.microsoft.com/office/drawing/2014/main" id="{2F9A7E55-EC0B-3452-932C-581F5048872D}"/>
              </a:ext>
            </a:extLst>
          </p:cNvPr>
          <p:cNvSpPr/>
          <p:nvPr/>
        </p:nvSpPr>
        <p:spPr>
          <a:xfrm>
            <a:off x="4532285" y="1241367"/>
            <a:ext cx="680700" cy="680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2" name="Google Shape;552;p23">
            <a:extLst>
              <a:ext uri="{FF2B5EF4-FFF2-40B4-BE49-F238E27FC236}">
                <a16:creationId xmlns:a16="http://schemas.microsoft.com/office/drawing/2014/main" id="{7F12149C-D969-1E59-CFAA-C452A9F8911B}"/>
              </a:ext>
            </a:extLst>
          </p:cNvPr>
          <p:cNvSpPr/>
          <p:nvPr/>
        </p:nvSpPr>
        <p:spPr>
          <a:xfrm>
            <a:off x="4532285" y="2299239"/>
            <a:ext cx="680700" cy="680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3" name="Google Shape;553;p23">
            <a:extLst>
              <a:ext uri="{FF2B5EF4-FFF2-40B4-BE49-F238E27FC236}">
                <a16:creationId xmlns:a16="http://schemas.microsoft.com/office/drawing/2014/main" id="{6256A45B-CD51-8A1A-BCD0-101D2C1B54C7}"/>
              </a:ext>
            </a:extLst>
          </p:cNvPr>
          <p:cNvSpPr/>
          <p:nvPr/>
        </p:nvSpPr>
        <p:spPr>
          <a:xfrm>
            <a:off x="5318140" y="2136783"/>
            <a:ext cx="443100" cy="443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4" name="Google Shape;554;p23">
            <a:extLst>
              <a:ext uri="{FF2B5EF4-FFF2-40B4-BE49-F238E27FC236}">
                <a16:creationId xmlns:a16="http://schemas.microsoft.com/office/drawing/2014/main" id="{39CDBEB2-835A-D294-0835-7C6CDFB46445}"/>
              </a:ext>
            </a:extLst>
          </p:cNvPr>
          <p:cNvSpPr/>
          <p:nvPr/>
        </p:nvSpPr>
        <p:spPr>
          <a:xfrm>
            <a:off x="5318190" y="2682834"/>
            <a:ext cx="443100" cy="443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5" name="Google Shape;555;p23">
            <a:extLst>
              <a:ext uri="{FF2B5EF4-FFF2-40B4-BE49-F238E27FC236}">
                <a16:creationId xmlns:a16="http://schemas.microsoft.com/office/drawing/2014/main" id="{A029ADE0-69FA-0EAE-F9FC-487F37A26CE9}"/>
              </a:ext>
            </a:extLst>
          </p:cNvPr>
          <p:cNvSpPr/>
          <p:nvPr/>
        </p:nvSpPr>
        <p:spPr>
          <a:xfrm>
            <a:off x="5318240" y="3228885"/>
            <a:ext cx="443100" cy="443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556" name="Google Shape;556;p23">
            <a:extLst>
              <a:ext uri="{FF2B5EF4-FFF2-40B4-BE49-F238E27FC236}">
                <a16:creationId xmlns:a16="http://schemas.microsoft.com/office/drawing/2014/main" id="{6CE64EF4-2A3A-1474-74C4-712F8E21C13B}"/>
              </a:ext>
            </a:extLst>
          </p:cNvPr>
          <p:cNvCxnSpPr>
            <a:stCxn id="547" idx="6"/>
            <a:endCxn id="553" idx="0"/>
          </p:cNvCxnSpPr>
          <p:nvPr/>
        </p:nvCxnSpPr>
        <p:spPr>
          <a:xfrm>
            <a:off x="5212985" y="1581717"/>
            <a:ext cx="326705" cy="555066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7" name="Google Shape;557;p23">
            <a:extLst>
              <a:ext uri="{FF2B5EF4-FFF2-40B4-BE49-F238E27FC236}">
                <a16:creationId xmlns:a16="http://schemas.microsoft.com/office/drawing/2014/main" id="{AEFF988F-FA8B-8063-5363-40BCA071C02A}"/>
              </a:ext>
            </a:extLst>
          </p:cNvPr>
          <p:cNvCxnSpPr>
            <a:cxnSpLocks/>
            <a:stCxn id="552" idx="6"/>
            <a:endCxn id="554" idx="2"/>
          </p:cNvCxnSpPr>
          <p:nvPr/>
        </p:nvCxnSpPr>
        <p:spPr>
          <a:xfrm>
            <a:off x="5212985" y="2639589"/>
            <a:ext cx="105205" cy="26479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8" name="Google Shape;558;p23">
            <a:extLst>
              <a:ext uri="{FF2B5EF4-FFF2-40B4-BE49-F238E27FC236}">
                <a16:creationId xmlns:a16="http://schemas.microsoft.com/office/drawing/2014/main" id="{D052CB19-5BA1-6C5A-32CF-AAE41271CD4E}"/>
              </a:ext>
            </a:extLst>
          </p:cNvPr>
          <p:cNvCxnSpPr>
            <a:stCxn id="542" idx="6"/>
            <a:endCxn id="555" idx="4"/>
          </p:cNvCxnSpPr>
          <p:nvPr/>
        </p:nvCxnSpPr>
        <p:spPr>
          <a:xfrm flipV="1">
            <a:off x="5212985" y="3671985"/>
            <a:ext cx="326805" cy="233748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23">
            <a:extLst>
              <a:ext uri="{FF2B5EF4-FFF2-40B4-BE49-F238E27FC236}">
                <a16:creationId xmlns:a16="http://schemas.microsoft.com/office/drawing/2014/main" id="{F8C08F29-4DDF-53E8-EF0C-2A7BEA25ED52}"/>
              </a:ext>
            </a:extLst>
          </p:cNvPr>
          <p:cNvSpPr/>
          <p:nvPr/>
        </p:nvSpPr>
        <p:spPr>
          <a:xfrm>
            <a:off x="5370254" y="2172714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3">
            <a:extLst>
              <a:ext uri="{FF2B5EF4-FFF2-40B4-BE49-F238E27FC236}">
                <a16:creationId xmlns:a16="http://schemas.microsoft.com/office/drawing/2014/main" id="{3B65FE05-A7CA-8936-F4D7-C51ADD5DE31A}"/>
              </a:ext>
            </a:extLst>
          </p:cNvPr>
          <p:cNvSpPr/>
          <p:nvPr/>
        </p:nvSpPr>
        <p:spPr>
          <a:xfrm>
            <a:off x="5370254" y="2700801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3">
            <a:extLst>
              <a:ext uri="{FF2B5EF4-FFF2-40B4-BE49-F238E27FC236}">
                <a16:creationId xmlns:a16="http://schemas.microsoft.com/office/drawing/2014/main" id="{3B61C58D-88AF-A117-C582-1D06EDD64809}"/>
              </a:ext>
            </a:extLst>
          </p:cNvPr>
          <p:cNvSpPr/>
          <p:nvPr/>
        </p:nvSpPr>
        <p:spPr>
          <a:xfrm>
            <a:off x="5370254" y="3264726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46;p23">
            <a:extLst>
              <a:ext uri="{FF2B5EF4-FFF2-40B4-BE49-F238E27FC236}">
                <a16:creationId xmlns:a16="http://schemas.microsoft.com/office/drawing/2014/main" id="{84A8AA52-ACC6-B31A-23CF-D0232001AAC1}"/>
              </a:ext>
            </a:extLst>
          </p:cNvPr>
          <p:cNvSpPr txBox="1"/>
          <p:nvPr/>
        </p:nvSpPr>
        <p:spPr>
          <a:xfrm>
            <a:off x="327648" y="1380146"/>
            <a:ext cx="4069092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dirty="0"/>
              <a:t>A reliable predictive system has the potential to </a:t>
            </a:r>
            <a:r>
              <a:rPr lang="en-US" b="1" dirty="0"/>
              <a:t>support clinicians in recognizing subtle signs that might otherwise go unnoticed</a:t>
            </a:r>
            <a:r>
              <a:rPr lang="en-US" dirty="0"/>
              <a:t>. </a:t>
            </a:r>
            <a:endParaRPr lang="en-GB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7697136-1725-F946-D4B0-B87C0A1B9349}"/>
              </a:ext>
            </a:extLst>
          </p:cNvPr>
          <p:cNvSpPr txBox="1"/>
          <p:nvPr/>
        </p:nvSpPr>
        <p:spPr>
          <a:xfrm>
            <a:off x="330431" y="2180039"/>
            <a:ext cx="40690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Predictive modeling can help researchers </a:t>
            </a:r>
            <a:r>
              <a:rPr lang="en-US" b="1" dirty="0"/>
              <a:t>gain deeper insight into the complex interactions that contribute to the onset of neurodegenerative disorders</a:t>
            </a:r>
            <a:endParaRPr lang="en-GB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6BAE223-4EFB-C844-F9AE-B5B9F1CB9AE9}"/>
              </a:ext>
            </a:extLst>
          </p:cNvPr>
          <p:cNvSpPr txBox="1"/>
          <p:nvPr/>
        </p:nvSpPr>
        <p:spPr>
          <a:xfrm>
            <a:off x="326676" y="3325797"/>
            <a:ext cx="406909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Beyond clinical impact, creating a predictive model encourages the integration of modern </a:t>
            </a:r>
            <a:r>
              <a:rPr lang="en-US" b="1" dirty="0"/>
              <a:t>data-driven approaches</a:t>
            </a:r>
            <a:r>
              <a:rPr lang="en-US" dirty="0"/>
              <a:t> into neurological healthcare, which stands out as a promising path to </a:t>
            </a:r>
            <a:r>
              <a:rPr lang="en-US" b="1" dirty="0"/>
              <a:t>more personalized and proactive patient care</a:t>
            </a:r>
            <a:r>
              <a:rPr lang="en-US" dirty="0"/>
              <a:t>. </a:t>
            </a:r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AAA5FD2-81EE-5ED9-D529-80D3AFB1B507}"/>
              </a:ext>
            </a:extLst>
          </p:cNvPr>
          <p:cNvSpPr/>
          <p:nvPr/>
        </p:nvSpPr>
        <p:spPr>
          <a:xfrm>
            <a:off x="125932" y="1221112"/>
            <a:ext cx="5692699" cy="1913034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6054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3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</a:t>
            </a:r>
            <a:endParaRPr dirty="0"/>
          </a:p>
        </p:txBody>
      </p:sp>
      <p:pic>
        <p:nvPicPr>
          <p:cNvPr id="901" name="Google Shape;901;p31" title="Gráfico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l="11562" r="11562"/>
          <a:stretch/>
        </p:blipFill>
        <p:spPr>
          <a:xfrm>
            <a:off x="1716025" y="2571750"/>
            <a:ext cx="2639122" cy="25099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2" name="Google Shape;902;p31"/>
          <p:cNvGrpSpPr/>
          <p:nvPr/>
        </p:nvGrpSpPr>
        <p:grpSpPr>
          <a:xfrm>
            <a:off x="3525197" y="2450424"/>
            <a:ext cx="2926230" cy="2350015"/>
            <a:chOff x="609554" y="1279076"/>
            <a:chExt cx="3962457" cy="3156871"/>
          </a:xfrm>
        </p:grpSpPr>
        <p:sp>
          <p:nvSpPr>
            <p:cNvPr id="903" name="Google Shape;903;p31"/>
            <p:cNvSpPr/>
            <p:nvPr/>
          </p:nvSpPr>
          <p:spPr>
            <a:xfrm>
              <a:off x="609554" y="1455984"/>
              <a:ext cx="3507283" cy="1727278"/>
            </a:xfrm>
            <a:custGeom>
              <a:avLst/>
              <a:gdLst/>
              <a:ahLst/>
              <a:cxnLst/>
              <a:rect l="l" t="t" r="r" b="b"/>
              <a:pathLst>
                <a:path w="232810" h="114655" extrusionOk="0">
                  <a:moveTo>
                    <a:pt x="5750" y="1"/>
                  </a:moveTo>
                  <a:lnTo>
                    <a:pt x="5440" y="33"/>
                  </a:lnTo>
                  <a:lnTo>
                    <a:pt x="5147" y="66"/>
                  </a:lnTo>
                  <a:lnTo>
                    <a:pt x="4838" y="131"/>
                  </a:lnTo>
                  <a:lnTo>
                    <a:pt x="4544" y="196"/>
                  </a:lnTo>
                  <a:lnTo>
                    <a:pt x="4268" y="278"/>
                  </a:lnTo>
                  <a:lnTo>
                    <a:pt x="3974" y="376"/>
                  </a:lnTo>
                  <a:lnTo>
                    <a:pt x="3714" y="473"/>
                  </a:lnTo>
                  <a:lnTo>
                    <a:pt x="3437" y="604"/>
                  </a:lnTo>
                  <a:lnTo>
                    <a:pt x="3176" y="734"/>
                  </a:lnTo>
                  <a:lnTo>
                    <a:pt x="2932" y="880"/>
                  </a:lnTo>
                  <a:lnTo>
                    <a:pt x="2671" y="1043"/>
                  </a:lnTo>
                  <a:lnTo>
                    <a:pt x="2443" y="1206"/>
                  </a:lnTo>
                  <a:lnTo>
                    <a:pt x="2215" y="1385"/>
                  </a:lnTo>
                  <a:lnTo>
                    <a:pt x="1987" y="1581"/>
                  </a:lnTo>
                  <a:lnTo>
                    <a:pt x="1775" y="1776"/>
                  </a:lnTo>
                  <a:lnTo>
                    <a:pt x="1580" y="1988"/>
                  </a:lnTo>
                  <a:lnTo>
                    <a:pt x="1385" y="2200"/>
                  </a:lnTo>
                  <a:lnTo>
                    <a:pt x="1205" y="2428"/>
                  </a:lnTo>
                  <a:lnTo>
                    <a:pt x="1042" y="2672"/>
                  </a:lnTo>
                  <a:lnTo>
                    <a:pt x="880" y="2917"/>
                  </a:lnTo>
                  <a:lnTo>
                    <a:pt x="733" y="3177"/>
                  </a:lnTo>
                  <a:lnTo>
                    <a:pt x="603" y="3438"/>
                  </a:lnTo>
                  <a:lnTo>
                    <a:pt x="489" y="3698"/>
                  </a:lnTo>
                  <a:lnTo>
                    <a:pt x="375" y="3975"/>
                  </a:lnTo>
                  <a:lnTo>
                    <a:pt x="277" y="4252"/>
                  </a:lnTo>
                  <a:lnTo>
                    <a:pt x="195" y="4545"/>
                  </a:lnTo>
                  <a:lnTo>
                    <a:pt x="130" y="4839"/>
                  </a:lnTo>
                  <a:lnTo>
                    <a:pt x="81" y="5132"/>
                  </a:lnTo>
                  <a:lnTo>
                    <a:pt x="33" y="5441"/>
                  </a:lnTo>
                  <a:lnTo>
                    <a:pt x="16" y="5734"/>
                  </a:lnTo>
                  <a:lnTo>
                    <a:pt x="0" y="6044"/>
                  </a:lnTo>
                  <a:lnTo>
                    <a:pt x="0" y="108596"/>
                  </a:lnTo>
                  <a:lnTo>
                    <a:pt x="16" y="108905"/>
                  </a:lnTo>
                  <a:lnTo>
                    <a:pt x="33" y="109215"/>
                  </a:lnTo>
                  <a:lnTo>
                    <a:pt x="81" y="109508"/>
                  </a:lnTo>
                  <a:lnTo>
                    <a:pt x="130" y="109817"/>
                  </a:lnTo>
                  <a:lnTo>
                    <a:pt x="195" y="110110"/>
                  </a:lnTo>
                  <a:lnTo>
                    <a:pt x="277" y="110387"/>
                  </a:lnTo>
                  <a:lnTo>
                    <a:pt x="375" y="110680"/>
                  </a:lnTo>
                  <a:lnTo>
                    <a:pt x="489" y="110957"/>
                  </a:lnTo>
                  <a:lnTo>
                    <a:pt x="603" y="111218"/>
                  </a:lnTo>
                  <a:lnTo>
                    <a:pt x="733" y="111479"/>
                  </a:lnTo>
                  <a:lnTo>
                    <a:pt x="880" y="111739"/>
                  </a:lnTo>
                  <a:lnTo>
                    <a:pt x="1042" y="111984"/>
                  </a:lnTo>
                  <a:lnTo>
                    <a:pt x="1205" y="112212"/>
                  </a:lnTo>
                  <a:lnTo>
                    <a:pt x="1385" y="112440"/>
                  </a:lnTo>
                  <a:lnTo>
                    <a:pt x="1580" y="112668"/>
                  </a:lnTo>
                  <a:lnTo>
                    <a:pt x="1775" y="112879"/>
                  </a:lnTo>
                  <a:lnTo>
                    <a:pt x="1987" y="113075"/>
                  </a:lnTo>
                  <a:lnTo>
                    <a:pt x="2215" y="113270"/>
                  </a:lnTo>
                  <a:lnTo>
                    <a:pt x="2443" y="113449"/>
                  </a:lnTo>
                  <a:lnTo>
                    <a:pt x="2671" y="113612"/>
                  </a:lnTo>
                  <a:lnTo>
                    <a:pt x="2932" y="113775"/>
                  </a:lnTo>
                  <a:lnTo>
                    <a:pt x="3176" y="113922"/>
                  </a:lnTo>
                  <a:lnTo>
                    <a:pt x="3437" y="114052"/>
                  </a:lnTo>
                  <a:lnTo>
                    <a:pt x="3714" y="114182"/>
                  </a:lnTo>
                  <a:lnTo>
                    <a:pt x="3974" y="114280"/>
                  </a:lnTo>
                  <a:lnTo>
                    <a:pt x="4268" y="114378"/>
                  </a:lnTo>
                  <a:lnTo>
                    <a:pt x="4544" y="114459"/>
                  </a:lnTo>
                  <a:lnTo>
                    <a:pt x="4838" y="114525"/>
                  </a:lnTo>
                  <a:lnTo>
                    <a:pt x="5147" y="114590"/>
                  </a:lnTo>
                  <a:lnTo>
                    <a:pt x="5440" y="114622"/>
                  </a:lnTo>
                  <a:lnTo>
                    <a:pt x="5750" y="114639"/>
                  </a:lnTo>
                  <a:lnTo>
                    <a:pt x="6059" y="114655"/>
                  </a:lnTo>
                  <a:lnTo>
                    <a:pt x="29628" y="114655"/>
                  </a:lnTo>
                  <a:lnTo>
                    <a:pt x="29628" y="112228"/>
                  </a:lnTo>
                  <a:lnTo>
                    <a:pt x="6059" y="112228"/>
                  </a:lnTo>
                  <a:lnTo>
                    <a:pt x="5685" y="112212"/>
                  </a:lnTo>
                  <a:lnTo>
                    <a:pt x="5326" y="112163"/>
                  </a:lnTo>
                  <a:lnTo>
                    <a:pt x="4984" y="112065"/>
                  </a:lnTo>
                  <a:lnTo>
                    <a:pt x="4642" y="111951"/>
                  </a:lnTo>
                  <a:lnTo>
                    <a:pt x="4333" y="111788"/>
                  </a:lnTo>
                  <a:lnTo>
                    <a:pt x="4023" y="111609"/>
                  </a:lnTo>
                  <a:lnTo>
                    <a:pt x="3746" y="111397"/>
                  </a:lnTo>
                  <a:lnTo>
                    <a:pt x="3486" y="111169"/>
                  </a:lnTo>
                  <a:lnTo>
                    <a:pt x="3258" y="110909"/>
                  </a:lnTo>
                  <a:lnTo>
                    <a:pt x="3046" y="110632"/>
                  </a:lnTo>
                  <a:lnTo>
                    <a:pt x="2867" y="110322"/>
                  </a:lnTo>
                  <a:lnTo>
                    <a:pt x="2720" y="110013"/>
                  </a:lnTo>
                  <a:lnTo>
                    <a:pt x="2590" y="109671"/>
                  </a:lnTo>
                  <a:lnTo>
                    <a:pt x="2508" y="109329"/>
                  </a:lnTo>
                  <a:lnTo>
                    <a:pt x="2443" y="108970"/>
                  </a:lnTo>
                  <a:lnTo>
                    <a:pt x="2427" y="108596"/>
                  </a:lnTo>
                  <a:lnTo>
                    <a:pt x="2427" y="6044"/>
                  </a:lnTo>
                  <a:lnTo>
                    <a:pt x="2443" y="5686"/>
                  </a:lnTo>
                  <a:lnTo>
                    <a:pt x="2508" y="5327"/>
                  </a:lnTo>
                  <a:lnTo>
                    <a:pt x="2590" y="4969"/>
                  </a:lnTo>
                  <a:lnTo>
                    <a:pt x="2720" y="4643"/>
                  </a:lnTo>
                  <a:lnTo>
                    <a:pt x="2867" y="4317"/>
                  </a:lnTo>
                  <a:lnTo>
                    <a:pt x="3046" y="4024"/>
                  </a:lnTo>
                  <a:lnTo>
                    <a:pt x="3258" y="3747"/>
                  </a:lnTo>
                  <a:lnTo>
                    <a:pt x="3486" y="3487"/>
                  </a:lnTo>
                  <a:lnTo>
                    <a:pt x="3746" y="3242"/>
                  </a:lnTo>
                  <a:lnTo>
                    <a:pt x="4023" y="3047"/>
                  </a:lnTo>
                  <a:lnTo>
                    <a:pt x="4333" y="2851"/>
                  </a:lnTo>
                  <a:lnTo>
                    <a:pt x="4642" y="2705"/>
                  </a:lnTo>
                  <a:lnTo>
                    <a:pt x="4984" y="2574"/>
                  </a:lnTo>
                  <a:lnTo>
                    <a:pt x="5326" y="2493"/>
                  </a:lnTo>
                  <a:lnTo>
                    <a:pt x="5685" y="2444"/>
                  </a:lnTo>
                  <a:lnTo>
                    <a:pt x="6059" y="2412"/>
                  </a:lnTo>
                  <a:lnTo>
                    <a:pt x="226750" y="2412"/>
                  </a:lnTo>
                  <a:lnTo>
                    <a:pt x="227125" y="2444"/>
                  </a:lnTo>
                  <a:lnTo>
                    <a:pt x="227483" y="2493"/>
                  </a:lnTo>
                  <a:lnTo>
                    <a:pt x="227825" y="2574"/>
                  </a:lnTo>
                  <a:lnTo>
                    <a:pt x="228167" y="2705"/>
                  </a:lnTo>
                  <a:lnTo>
                    <a:pt x="228476" y="2851"/>
                  </a:lnTo>
                  <a:lnTo>
                    <a:pt x="228786" y="3047"/>
                  </a:lnTo>
                  <a:lnTo>
                    <a:pt x="229063" y="3242"/>
                  </a:lnTo>
                  <a:lnTo>
                    <a:pt x="229323" y="3487"/>
                  </a:lnTo>
                  <a:lnTo>
                    <a:pt x="229551" y="3747"/>
                  </a:lnTo>
                  <a:lnTo>
                    <a:pt x="229763" y="4024"/>
                  </a:lnTo>
                  <a:lnTo>
                    <a:pt x="229942" y="4317"/>
                  </a:lnTo>
                  <a:lnTo>
                    <a:pt x="230089" y="4643"/>
                  </a:lnTo>
                  <a:lnTo>
                    <a:pt x="230219" y="4969"/>
                  </a:lnTo>
                  <a:lnTo>
                    <a:pt x="230301" y="5327"/>
                  </a:lnTo>
                  <a:lnTo>
                    <a:pt x="230366" y="5686"/>
                  </a:lnTo>
                  <a:lnTo>
                    <a:pt x="230382" y="6044"/>
                  </a:lnTo>
                  <a:lnTo>
                    <a:pt x="230382" y="62467"/>
                  </a:lnTo>
                  <a:lnTo>
                    <a:pt x="230366" y="62841"/>
                  </a:lnTo>
                  <a:lnTo>
                    <a:pt x="230301" y="63200"/>
                  </a:lnTo>
                  <a:lnTo>
                    <a:pt x="230219" y="63558"/>
                  </a:lnTo>
                  <a:lnTo>
                    <a:pt x="230089" y="63884"/>
                  </a:lnTo>
                  <a:lnTo>
                    <a:pt x="229942" y="64210"/>
                  </a:lnTo>
                  <a:lnTo>
                    <a:pt x="229763" y="64503"/>
                  </a:lnTo>
                  <a:lnTo>
                    <a:pt x="229551" y="64780"/>
                  </a:lnTo>
                  <a:lnTo>
                    <a:pt x="229323" y="65040"/>
                  </a:lnTo>
                  <a:lnTo>
                    <a:pt x="229063" y="65285"/>
                  </a:lnTo>
                  <a:lnTo>
                    <a:pt x="228786" y="65480"/>
                  </a:lnTo>
                  <a:lnTo>
                    <a:pt x="228476" y="65676"/>
                  </a:lnTo>
                  <a:lnTo>
                    <a:pt x="228167" y="65822"/>
                  </a:lnTo>
                  <a:lnTo>
                    <a:pt x="227825" y="65953"/>
                  </a:lnTo>
                  <a:lnTo>
                    <a:pt x="227483" y="66034"/>
                  </a:lnTo>
                  <a:lnTo>
                    <a:pt x="227125" y="66099"/>
                  </a:lnTo>
                  <a:lnTo>
                    <a:pt x="226750" y="66115"/>
                  </a:lnTo>
                  <a:lnTo>
                    <a:pt x="193831" y="66115"/>
                  </a:lnTo>
                  <a:lnTo>
                    <a:pt x="193831" y="68542"/>
                  </a:lnTo>
                  <a:lnTo>
                    <a:pt x="226750" y="68542"/>
                  </a:lnTo>
                  <a:lnTo>
                    <a:pt x="227059" y="68526"/>
                  </a:lnTo>
                  <a:lnTo>
                    <a:pt x="227369" y="68510"/>
                  </a:lnTo>
                  <a:lnTo>
                    <a:pt x="227662" y="68461"/>
                  </a:lnTo>
                  <a:lnTo>
                    <a:pt x="227972" y="68412"/>
                  </a:lnTo>
                  <a:lnTo>
                    <a:pt x="228265" y="68347"/>
                  </a:lnTo>
                  <a:lnTo>
                    <a:pt x="228542" y="68266"/>
                  </a:lnTo>
                  <a:lnTo>
                    <a:pt x="228835" y="68168"/>
                  </a:lnTo>
                  <a:lnTo>
                    <a:pt x="229095" y="68054"/>
                  </a:lnTo>
                  <a:lnTo>
                    <a:pt x="229372" y="67940"/>
                  </a:lnTo>
                  <a:lnTo>
                    <a:pt x="229633" y="67809"/>
                  </a:lnTo>
                  <a:lnTo>
                    <a:pt x="229894" y="67663"/>
                  </a:lnTo>
                  <a:lnTo>
                    <a:pt x="230138" y="67500"/>
                  </a:lnTo>
                  <a:lnTo>
                    <a:pt x="230366" y="67337"/>
                  </a:lnTo>
                  <a:lnTo>
                    <a:pt x="230594" y="67158"/>
                  </a:lnTo>
                  <a:lnTo>
                    <a:pt x="230822" y="66962"/>
                  </a:lnTo>
                  <a:lnTo>
                    <a:pt x="231034" y="66751"/>
                  </a:lnTo>
                  <a:lnTo>
                    <a:pt x="231229" y="66555"/>
                  </a:lnTo>
                  <a:lnTo>
                    <a:pt x="231425" y="66327"/>
                  </a:lnTo>
                  <a:lnTo>
                    <a:pt x="231604" y="66099"/>
                  </a:lnTo>
                  <a:lnTo>
                    <a:pt x="231767" y="65855"/>
                  </a:lnTo>
                  <a:lnTo>
                    <a:pt x="231930" y="65611"/>
                  </a:lnTo>
                  <a:lnTo>
                    <a:pt x="232076" y="65366"/>
                  </a:lnTo>
                  <a:lnTo>
                    <a:pt x="232206" y="65106"/>
                  </a:lnTo>
                  <a:lnTo>
                    <a:pt x="232321" y="64829"/>
                  </a:lnTo>
                  <a:lnTo>
                    <a:pt x="232435" y="64552"/>
                  </a:lnTo>
                  <a:lnTo>
                    <a:pt x="232532" y="64275"/>
                  </a:lnTo>
                  <a:lnTo>
                    <a:pt x="232614" y="63982"/>
                  </a:lnTo>
                  <a:lnTo>
                    <a:pt x="232679" y="63688"/>
                  </a:lnTo>
                  <a:lnTo>
                    <a:pt x="232728" y="63395"/>
                  </a:lnTo>
                  <a:lnTo>
                    <a:pt x="232777" y="63086"/>
                  </a:lnTo>
                  <a:lnTo>
                    <a:pt x="232793" y="62793"/>
                  </a:lnTo>
                  <a:lnTo>
                    <a:pt x="232809" y="62467"/>
                  </a:lnTo>
                  <a:lnTo>
                    <a:pt x="232809" y="6044"/>
                  </a:lnTo>
                  <a:lnTo>
                    <a:pt x="232793" y="5734"/>
                  </a:lnTo>
                  <a:lnTo>
                    <a:pt x="232777" y="5441"/>
                  </a:lnTo>
                  <a:lnTo>
                    <a:pt x="232728" y="5132"/>
                  </a:lnTo>
                  <a:lnTo>
                    <a:pt x="232679" y="4839"/>
                  </a:lnTo>
                  <a:lnTo>
                    <a:pt x="232614" y="4545"/>
                  </a:lnTo>
                  <a:lnTo>
                    <a:pt x="232532" y="4252"/>
                  </a:lnTo>
                  <a:lnTo>
                    <a:pt x="232435" y="3975"/>
                  </a:lnTo>
                  <a:lnTo>
                    <a:pt x="232321" y="3698"/>
                  </a:lnTo>
                  <a:lnTo>
                    <a:pt x="232206" y="3438"/>
                  </a:lnTo>
                  <a:lnTo>
                    <a:pt x="232076" y="3177"/>
                  </a:lnTo>
                  <a:lnTo>
                    <a:pt x="231930" y="2917"/>
                  </a:lnTo>
                  <a:lnTo>
                    <a:pt x="231767" y="2672"/>
                  </a:lnTo>
                  <a:lnTo>
                    <a:pt x="231604" y="2428"/>
                  </a:lnTo>
                  <a:lnTo>
                    <a:pt x="231425" y="2200"/>
                  </a:lnTo>
                  <a:lnTo>
                    <a:pt x="231229" y="1988"/>
                  </a:lnTo>
                  <a:lnTo>
                    <a:pt x="231034" y="1776"/>
                  </a:lnTo>
                  <a:lnTo>
                    <a:pt x="230822" y="1581"/>
                  </a:lnTo>
                  <a:lnTo>
                    <a:pt x="230594" y="1385"/>
                  </a:lnTo>
                  <a:lnTo>
                    <a:pt x="230366" y="1206"/>
                  </a:lnTo>
                  <a:lnTo>
                    <a:pt x="230138" y="1043"/>
                  </a:lnTo>
                  <a:lnTo>
                    <a:pt x="229894" y="880"/>
                  </a:lnTo>
                  <a:lnTo>
                    <a:pt x="229633" y="734"/>
                  </a:lnTo>
                  <a:lnTo>
                    <a:pt x="229372" y="604"/>
                  </a:lnTo>
                  <a:lnTo>
                    <a:pt x="229095" y="473"/>
                  </a:lnTo>
                  <a:lnTo>
                    <a:pt x="228835" y="376"/>
                  </a:lnTo>
                  <a:lnTo>
                    <a:pt x="228542" y="278"/>
                  </a:lnTo>
                  <a:lnTo>
                    <a:pt x="228265" y="196"/>
                  </a:lnTo>
                  <a:lnTo>
                    <a:pt x="227972" y="131"/>
                  </a:lnTo>
                  <a:lnTo>
                    <a:pt x="227662" y="66"/>
                  </a:lnTo>
                  <a:lnTo>
                    <a:pt x="227369" y="33"/>
                  </a:lnTo>
                  <a:lnTo>
                    <a:pt x="2270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1"/>
            <p:cNvSpPr/>
            <p:nvPr/>
          </p:nvSpPr>
          <p:spPr>
            <a:xfrm>
              <a:off x="3793407" y="2423549"/>
              <a:ext cx="113861" cy="102819"/>
            </a:xfrm>
            <a:custGeom>
              <a:avLst/>
              <a:gdLst/>
              <a:ahLst/>
              <a:cxnLst/>
              <a:rect l="l" t="t" r="r" b="b"/>
              <a:pathLst>
                <a:path w="7558" h="6825" extrusionOk="0">
                  <a:moveTo>
                    <a:pt x="0" y="0"/>
                  </a:moveTo>
                  <a:lnTo>
                    <a:pt x="0" y="6825"/>
                  </a:lnTo>
                  <a:lnTo>
                    <a:pt x="7558" y="6825"/>
                  </a:lnTo>
                  <a:lnTo>
                    <a:pt x="75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1"/>
            <p:cNvSpPr/>
            <p:nvPr/>
          </p:nvSpPr>
          <p:spPr>
            <a:xfrm>
              <a:off x="3942354" y="2431639"/>
              <a:ext cx="113620" cy="86639"/>
            </a:xfrm>
            <a:custGeom>
              <a:avLst/>
              <a:gdLst/>
              <a:ahLst/>
              <a:cxnLst/>
              <a:rect l="l" t="t" r="r" b="b"/>
              <a:pathLst>
                <a:path w="7542" h="5751" extrusionOk="0">
                  <a:moveTo>
                    <a:pt x="0" y="1"/>
                  </a:moveTo>
                  <a:lnTo>
                    <a:pt x="0" y="5750"/>
                  </a:lnTo>
                  <a:lnTo>
                    <a:pt x="7542" y="5750"/>
                  </a:lnTo>
                  <a:lnTo>
                    <a:pt x="754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764377" y="3093188"/>
              <a:ext cx="179635" cy="143569"/>
            </a:xfrm>
            <a:custGeom>
              <a:avLst/>
              <a:gdLst/>
              <a:ahLst/>
              <a:cxnLst/>
              <a:rect l="l" t="t" r="r" b="b"/>
              <a:pathLst>
                <a:path w="11924" h="9530" extrusionOk="0">
                  <a:moveTo>
                    <a:pt x="1" y="1"/>
                  </a:moveTo>
                  <a:lnTo>
                    <a:pt x="1" y="9530"/>
                  </a:lnTo>
                  <a:lnTo>
                    <a:pt x="11924" y="9530"/>
                  </a:lnTo>
                  <a:lnTo>
                    <a:pt x="1192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854195" y="2060859"/>
              <a:ext cx="1313306" cy="1687777"/>
            </a:xfrm>
            <a:custGeom>
              <a:avLst/>
              <a:gdLst/>
              <a:ahLst/>
              <a:cxnLst/>
              <a:rect l="l" t="t" r="r" b="b"/>
              <a:pathLst>
                <a:path w="87176" h="112033" extrusionOk="0">
                  <a:moveTo>
                    <a:pt x="86263" y="1"/>
                  </a:moveTo>
                  <a:lnTo>
                    <a:pt x="85351" y="33"/>
                  </a:lnTo>
                  <a:lnTo>
                    <a:pt x="84455" y="82"/>
                  </a:lnTo>
                  <a:lnTo>
                    <a:pt x="83543" y="147"/>
                  </a:lnTo>
                  <a:lnTo>
                    <a:pt x="82647" y="229"/>
                  </a:lnTo>
                  <a:lnTo>
                    <a:pt x="81752" y="327"/>
                  </a:lnTo>
                  <a:lnTo>
                    <a:pt x="80872" y="441"/>
                  </a:lnTo>
                  <a:lnTo>
                    <a:pt x="79976" y="571"/>
                  </a:lnTo>
                  <a:lnTo>
                    <a:pt x="79097" y="717"/>
                  </a:lnTo>
                  <a:lnTo>
                    <a:pt x="78233" y="897"/>
                  </a:lnTo>
                  <a:lnTo>
                    <a:pt x="77354" y="1076"/>
                  </a:lnTo>
                  <a:lnTo>
                    <a:pt x="76490" y="1271"/>
                  </a:lnTo>
                  <a:lnTo>
                    <a:pt x="75643" y="1499"/>
                  </a:lnTo>
                  <a:lnTo>
                    <a:pt x="74780" y="1727"/>
                  </a:lnTo>
                  <a:lnTo>
                    <a:pt x="73933" y="1972"/>
                  </a:lnTo>
                  <a:lnTo>
                    <a:pt x="73103" y="2249"/>
                  </a:lnTo>
                  <a:lnTo>
                    <a:pt x="72256" y="2525"/>
                  </a:lnTo>
                  <a:lnTo>
                    <a:pt x="71441" y="2819"/>
                  </a:lnTo>
                  <a:lnTo>
                    <a:pt x="70610" y="3128"/>
                  </a:lnTo>
                  <a:lnTo>
                    <a:pt x="69796" y="3470"/>
                  </a:lnTo>
                  <a:lnTo>
                    <a:pt x="68998" y="3812"/>
                  </a:lnTo>
                  <a:lnTo>
                    <a:pt x="68200" y="4171"/>
                  </a:lnTo>
                  <a:lnTo>
                    <a:pt x="67402" y="4529"/>
                  </a:lnTo>
                  <a:lnTo>
                    <a:pt x="66620" y="4920"/>
                  </a:lnTo>
                  <a:lnTo>
                    <a:pt x="65854" y="5327"/>
                  </a:lnTo>
                  <a:lnTo>
                    <a:pt x="65089" y="5734"/>
                  </a:lnTo>
                  <a:lnTo>
                    <a:pt x="64323" y="6174"/>
                  </a:lnTo>
                  <a:lnTo>
                    <a:pt x="63574" y="6614"/>
                  </a:lnTo>
                  <a:lnTo>
                    <a:pt x="62841" y="7070"/>
                  </a:lnTo>
                  <a:lnTo>
                    <a:pt x="62108" y="7542"/>
                  </a:lnTo>
                  <a:lnTo>
                    <a:pt x="61375" y="8031"/>
                  </a:lnTo>
                  <a:lnTo>
                    <a:pt x="60658" y="8520"/>
                  </a:lnTo>
                  <a:lnTo>
                    <a:pt x="59958" y="9041"/>
                  </a:lnTo>
                  <a:lnTo>
                    <a:pt x="59274" y="9562"/>
                  </a:lnTo>
                  <a:lnTo>
                    <a:pt x="58590" y="10100"/>
                  </a:lnTo>
                  <a:lnTo>
                    <a:pt x="57905" y="10637"/>
                  </a:lnTo>
                  <a:lnTo>
                    <a:pt x="57238" y="11207"/>
                  </a:lnTo>
                  <a:lnTo>
                    <a:pt x="56586" y="11777"/>
                  </a:lnTo>
                  <a:lnTo>
                    <a:pt x="55951" y="12364"/>
                  </a:lnTo>
                  <a:lnTo>
                    <a:pt x="55316" y="12966"/>
                  </a:lnTo>
                  <a:lnTo>
                    <a:pt x="54697" y="13569"/>
                  </a:lnTo>
                  <a:lnTo>
                    <a:pt x="54094" y="14188"/>
                  </a:lnTo>
                  <a:lnTo>
                    <a:pt x="53491" y="14823"/>
                  </a:lnTo>
                  <a:lnTo>
                    <a:pt x="52905" y="15475"/>
                  </a:lnTo>
                  <a:lnTo>
                    <a:pt x="52335" y="16126"/>
                  </a:lnTo>
                  <a:lnTo>
                    <a:pt x="51765" y="16794"/>
                  </a:lnTo>
                  <a:lnTo>
                    <a:pt x="51227" y="17462"/>
                  </a:lnTo>
                  <a:lnTo>
                    <a:pt x="50690" y="18146"/>
                  </a:lnTo>
                  <a:lnTo>
                    <a:pt x="50169" y="18846"/>
                  </a:lnTo>
                  <a:lnTo>
                    <a:pt x="49647" y="19547"/>
                  </a:lnTo>
                  <a:lnTo>
                    <a:pt x="49159" y="20264"/>
                  </a:lnTo>
                  <a:lnTo>
                    <a:pt x="48670" y="20997"/>
                  </a:lnTo>
                  <a:lnTo>
                    <a:pt x="48198" y="21729"/>
                  </a:lnTo>
                  <a:lnTo>
                    <a:pt x="47742" y="22479"/>
                  </a:lnTo>
                  <a:lnTo>
                    <a:pt x="47302" y="23228"/>
                  </a:lnTo>
                  <a:lnTo>
                    <a:pt x="46862" y="23994"/>
                  </a:lnTo>
                  <a:lnTo>
                    <a:pt x="46455" y="24775"/>
                  </a:lnTo>
                  <a:lnTo>
                    <a:pt x="46048" y="25557"/>
                  </a:lnTo>
                  <a:lnTo>
                    <a:pt x="45657" y="26355"/>
                  </a:lnTo>
                  <a:lnTo>
                    <a:pt x="45298" y="27154"/>
                  </a:lnTo>
                  <a:lnTo>
                    <a:pt x="44940" y="27952"/>
                  </a:lnTo>
                  <a:lnTo>
                    <a:pt x="44598" y="28766"/>
                  </a:lnTo>
                  <a:lnTo>
                    <a:pt x="44272" y="29597"/>
                  </a:lnTo>
                  <a:lnTo>
                    <a:pt x="43963" y="30427"/>
                  </a:lnTo>
                  <a:lnTo>
                    <a:pt x="43181" y="30379"/>
                  </a:lnTo>
                  <a:lnTo>
                    <a:pt x="42415" y="30346"/>
                  </a:lnTo>
                  <a:lnTo>
                    <a:pt x="41633" y="30313"/>
                  </a:lnTo>
                  <a:lnTo>
                    <a:pt x="40852" y="30313"/>
                  </a:lnTo>
                  <a:lnTo>
                    <a:pt x="39809" y="30330"/>
                  </a:lnTo>
                  <a:lnTo>
                    <a:pt x="38750" y="30362"/>
                  </a:lnTo>
                  <a:lnTo>
                    <a:pt x="37708" y="30427"/>
                  </a:lnTo>
                  <a:lnTo>
                    <a:pt x="36682" y="30525"/>
                  </a:lnTo>
                  <a:lnTo>
                    <a:pt x="35656" y="30639"/>
                  </a:lnTo>
                  <a:lnTo>
                    <a:pt x="34646" y="30786"/>
                  </a:lnTo>
                  <a:lnTo>
                    <a:pt x="33636" y="30949"/>
                  </a:lnTo>
                  <a:lnTo>
                    <a:pt x="32626" y="31144"/>
                  </a:lnTo>
                  <a:lnTo>
                    <a:pt x="31632" y="31356"/>
                  </a:lnTo>
                  <a:lnTo>
                    <a:pt x="30655" y="31600"/>
                  </a:lnTo>
                  <a:lnTo>
                    <a:pt x="29678" y="31861"/>
                  </a:lnTo>
                  <a:lnTo>
                    <a:pt x="28717" y="32154"/>
                  </a:lnTo>
                  <a:lnTo>
                    <a:pt x="27772" y="32464"/>
                  </a:lnTo>
                  <a:lnTo>
                    <a:pt x="26827" y="32789"/>
                  </a:lnTo>
                  <a:lnTo>
                    <a:pt x="25883" y="33148"/>
                  </a:lnTo>
                  <a:lnTo>
                    <a:pt x="24970" y="33522"/>
                  </a:lnTo>
                  <a:lnTo>
                    <a:pt x="24058" y="33929"/>
                  </a:lnTo>
                  <a:lnTo>
                    <a:pt x="23162" y="34353"/>
                  </a:lnTo>
                  <a:lnTo>
                    <a:pt x="22267" y="34793"/>
                  </a:lnTo>
                  <a:lnTo>
                    <a:pt x="21403" y="35249"/>
                  </a:lnTo>
                  <a:lnTo>
                    <a:pt x="20540" y="35737"/>
                  </a:lnTo>
                  <a:lnTo>
                    <a:pt x="19693" y="36242"/>
                  </a:lnTo>
                  <a:lnTo>
                    <a:pt x="18846" y="36764"/>
                  </a:lnTo>
                  <a:lnTo>
                    <a:pt x="18032" y="37301"/>
                  </a:lnTo>
                  <a:lnTo>
                    <a:pt x="17217" y="37855"/>
                  </a:lnTo>
                  <a:lnTo>
                    <a:pt x="16419" y="38441"/>
                  </a:lnTo>
                  <a:lnTo>
                    <a:pt x="15654" y="39044"/>
                  </a:lnTo>
                  <a:lnTo>
                    <a:pt x="14888" y="39647"/>
                  </a:lnTo>
                  <a:lnTo>
                    <a:pt x="14139" y="40282"/>
                  </a:lnTo>
                  <a:lnTo>
                    <a:pt x="13406" y="40933"/>
                  </a:lnTo>
                  <a:lnTo>
                    <a:pt x="12673" y="41601"/>
                  </a:lnTo>
                  <a:lnTo>
                    <a:pt x="11972" y="42285"/>
                  </a:lnTo>
                  <a:lnTo>
                    <a:pt x="11288" y="42986"/>
                  </a:lnTo>
                  <a:lnTo>
                    <a:pt x="10620" y="43703"/>
                  </a:lnTo>
                  <a:lnTo>
                    <a:pt x="9969" y="44452"/>
                  </a:lnTo>
                  <a:lnTo>
                    <a:pt x="9334" y="45201"/>
                  </a:lnTo>
                  <a:lnTo>
                    <a:pt x="8731" y="45950"/>
                  </a:lnTo>
                  <a:lnTo>
                    <a:pt x="8128" y="46732"/>
                  </a:lnTo>
                  <a:lnTo>
                    <a:pt x="7542" y="47530"/>
                  </a:lnTo>
                  <a:lnTo>
                    <a:pt x="6988" y="48345"/>
                  </a:lnTo>
                  <a:lnTo>
                    <a:pt x="6451" y="49159"/>
                  </a:lnTo>
                  <a:lnTo>
                    <a:pt x="5929" y="49990"/>
                  </a:lnTo>
                  <a:lnTo>
                    <a:pt x="5424" y="50853"/>
                  </a:lnTo>
                  <a:lnTo>
                    <a:pt x="4936" y="51700"/>
                  </a:lnTo>
                  <a:lnTo>
                    <a:pt x="4480" y="52580"/>
                  </a:lnTo>
                  <a:lnTo>
                    <a:pt x="4040" y="53476"/>
                  </a:lnTo>
                  <a:lnTo>
                    <a:pt x="3616" y="54371"/>
                  </a:lnTo>
                  <a:lnTo>
                    <a:pt x="3209" y="55284"/>
                  </a:lnTo>
                  <a:lnTo>
                    <a:pt x="2835" y="56196"/>
                  </a:lnTo>
                  <a:lnTo>
                    <a:pt x="2476" y="57124"/>
                  </a:lnTo>
                  <a:lnTo>
                    <a:pt x="2151" y="58069"/>
                  </a:lnTo>
                  <a:lnTo>
                    <a:pt x="1841" y="59030"/>
                  </a:lnTo>
                  <a:lnTo>
                    <a:pt x="1548" y="59991"/>
                  </a:lnTo>
                  <a:lnTo>
                    <a:pt x="1287" y="60968"/>
                  </a:lnTo>
                  <a:lnTo>
                    <a:pt x="1043" y="61945"/>
                  </a:lnTo>
                  <a:lnTo>
                    <a:pt x="831" y="62939"/>
                  </a:lnTo>
                  <a:lnTo>
                    <a:pt x="636" y="63949"/>
                  </a:lnTo>
                  <a:lnTo>
                    <a:pt x="473" y="64959"/>
                  </a:lnTo>
                  <a:lnTo>
                    <a:pt x="326" y="65969"/>
                  </a:lnTo>
                  <a:lnTo>
                    <a:pt x="212" y="66995"/>
                  </a:lnTo>
                  <a:lnTo>
                    <a:pt x="114" y="68021"/>
                  </a:lnTo>
                  <a:lnTo>
                    <a:pt x="49" y="69064"/>
                  </a:lnTo>
                  <a:lnTo>
                    <a:pt x="17" y="70106"/>
                  </a:lnTo>
                  <a:lnTo>
                    <a:pt x="0" y="71165"/>
                  </a:lnTo>
                  <a:lnTo>
                    <a:pt x="17" y="72223"/>
                  </a:lnTo>
                  <a:lnTo>
                    <a:pt x="49" y="73266"/>
                  </a:lnTo>
                  <a:lnTo>
                    <a:pt x="114" y="74308"/>
                  </a:lnTo>
                  <a:lnTo>
                    <a:pt x="212" y="75335"/>
                  </a:lnTo>
                  <a:lnTo>
                    <a:pt x="326" y="76361"/>
                  </a:lnTo>
                  <a:lnTo>
                    <a:pt x="473" y="77387"/>
                  </a:lnTo>
                  <a:lnTo>
                    <a:pt x="636" y="78397"/>
                  </a:lnTo>
                  <a:lnTo>
                    <a:pt x="831" y="79390"/>
                  </a:lnTo>
                  <a:lnTo>
                    <a:pt x="1043" y="80384"/>
                  </a:lnTo>
                  <a:lnTo>
                    <a:pt x="1287" y="81361"/>
                  </a:lnTo>
                  <a:lnTo>
                    <a:pt x="1548" y="82339"/>
                  </a:lnTo>
                  <a:lnTo>
                    <a:pt x="1841" y="83300"/>
                  </a:lnTo>
                  <a:lnTo>
                    <a:pt x="2151" y="84261"/>
                  </a:lnTo>
                  <a:lnTo>
                    <a:pt x="2476" y="85205"/>
                  </a:lnTo>
                  <a:lnTo>
                    <a:pt x="2835" y="86134"/>
                  </a:lnTo>
                  <a:lnTo>
                    <a:pt x="3209" y="87062"/>
                  </a:lnTo>
                  <a:lnTo>
                    <a:pt x="3616" y="87974"/>
                  </a:lnTo>
                  <a:lnTo>
                    <a:pt x="4040" y="88870"/>
                  </a:lnTo>
                  <a:lnTo>
                    <a:pt x="4480" y="89750"/>
                  </a:lnTo>
                  <a:lnTo>
                    <a:pt x="4936" y="90629"/>
                  </a:lnTo>
                  <a:lnTo>
                    <a:pt x="5424" y="91493"/>
                  </a:lnTo>
                  <a:lnTo>
                    <a:pt x="5929" y="92340"/>
                  </a:lnTo>
                  <a:lnTo>
                    <a:pt x="6451" y="93170"/>
                  </a:lnTo>
                  <a:lnTo>
                    <a:pt x="6988" y="94001"/>
                  </a:lnTo>
                  <a:lnTo>
                    <a:pt x="7542" y="94799"/>
                  </a:lnTo>
                  <a:lnTo>
                    <a:pt x="8128" y="95597"/>
                  </a:lnTo>
                  <a:lnTo>
                    <a:pt x="8731" y="96379"/>
                  </a:lnTo>
                  <a:lnTo>
                    <a:pt x="9334" y="97145"/>
                  </a:lnTo>
                  <a:lnTo>
                    <a:pt x="9969" y="97894"/>
                  </a:lnTo>
                  <a:lnTo>
                    <a:pt x="10620" y="98627"/>
                  </a:lnTo>
                  <a:lnTo>
                    <a:pt x="11288" y="99344"/>
                  </a:lnTo>
                  <a:lnTo>
                    <a:pt x="11972" y="100044"/>
                  </a:lnTo>
                  <a:lnTo>
                    <a:pt x="12673" y="100728"/>
                  </a:lnTo>
                  <a:lnTo>
                    <a:pt x="13406" y="101396"/>
                  </a:lnTo>
                  <a:lnTo>
                    <a:pt x="14139" y="102047"/>
                  </a:lnTo>
                  <a:lnTo>
                    <a:pt x="14888" y="102683"/>
                  </a:lnTo>
                  <a:lnTo>
                    <a:pt x="15654" y="103302"/>
                  </a:lnTo>
                  <a:lnTo>
                    <a:pt x="16419" y="103904"/>
                  </a:lnTo>
                  <a:lnTo>
                    <a:pt x="17217" y="104474"/>
                  </a:lnTo>
                  <a:lnTo>
                    <a:pt x="18032" y="105045"/>
                  </a:lnTo>
                  <a:lnTo>
                    <a:pt x="18846" y="105582"/>
                  </a:lnTo>
                  <a:lnTo>
                    <a:pt x="19693" y="106103"/>
                  </a:lnTo>
                  <a:lnTo>
                    <a:pt x="20540" y="106608"/>
                  </a:lnTo>
                  <a:lnTo>
                    <a:pt x="21403" y="107081"/>
                  </a:lnTo>
                  <a:lnTo>
                    <a:pt x="22267" y="107553"/>
                  </a:lnTo>
                  <a:lnTo>
                    <a:pt x="23162" y="107993"/>
                  </a:lnTo>
                  <a:lnTo>
                    <a:pt x="24058" y="108416"/>
                  </a:lnTo>
                  <a:lnTo>
                    <a:pt x="24970" y="108807"/>
                  </a:lnTo>
                  <a:lnTo>
                    <a:pt x="25883" y="109182"/>
                  </a:lnTo>
                  <a:lnTo>
                    <a:pt x="26827" y="109540"/>
                  </a:lnTo>
                  <a:lnTo>
                    <a:pt x="27772" y="109882"/>
                  </a:lnTo>
                  <a:lnTo>
                    <a:pt x="28717" y="110192"/>
                  </a:lnTo>
                  <a:lnTo>
                    <a:pt x="29678" y="110469"/>
                  </a:lnTo>
                  <a:lnTo>
                    <a:pt x="30655" y="110729"/>
                  </a:lnTo>
                  <a:lnTo>
                    <a:pt x="31632" y="110974"/>
                  </a:lnTo>
                  <a:lnTo>
                    <a:pt x="32626" y="111202"/>
                  </a:lnTo>
                  <a:lnTo>
                    <a:pt x="33636" y="111381"/>
                  </a:lnTo>
                  <a:lnTo>
                    <a:pt x="34646" y="111560"/>
                  </a:lnTo>
                  <a:lnTo>
                    <a:pt x="35656" y="111690"/>
                  </a:lnTo>
                  <a:lnTo>
                    <a:pt x="36682" y="111821"/>
                  </a:lnTo>
                  <a:lnTo>
                    <a:pt x="37708" y="111902"/>
                  </a:lnTo>
                  <a:lnTo>
                    <a:pt x="38750" y="111967"/>
                  </a:lnTo>
                  <a:lnTo>
                    <a:pt x="39809" y="112016"/>
                  </a:lnTo>
                  <a:lnTo>
                    <a:pt x="40852" y="112032"/>
                  </a:lnTo>
                  <a:lnTo>
                    <a:pt x="87176" y="112032"/>
                  </a:lnTo>
                  <a:lnTo>
                    <a:pt x="8717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2167486" y="2060859"/>
              <a:ext cx="1313306" cy="1687777"/>
            </a:xfrm>
            <a:custGeom>
              <a:avLst/>
              <a:gdLst/>
              <a:ahLst/>
              <a:cxnLst/>
              <a:rect l="l" t="t" r="r" b="b"/>
              <a:pathLst>
                <a:path w="87176" h="112033" extrusionOk="0">
                  <a:moveTo>
                    <a:pt x="1" y="1"/>
                  </a:moveTo>
                  <a:lnTo>
                    <a:pt x="1" y="112032"/>
                  </a:lnTo>
                  <a:lnTo>
                    <a:pt x="46325" y="112032"/>
                  </a:lnTo>
                  <a:lnTo>
                    <a:pt x="47367" y="112016"/>
                  </a:lnTo>
                  <a:lnTo>
                    <a:pt x="48410" y="111967"/>
                  </a:lnTo>
                  <a:lnTo>
                    <a:pt x="49452" y="111902"/>
                  </a:lnTo>
                  <a:lnTo>
                    <a:pt x="50494" y="111821"/>
                  </a:lnTo>
                  <a:lnTo>
                    <a:pt x="51521" y="111690"/>
                  </a:lnTo>
                  <a:lnTo>
                    <a:pt x="52531" y="111560"/>
                  </a:lnTo>
                  <a:lnTo>
                    <a:pt x="53540" y="111381"/>
                  </a:lnTo>
                  <a:lnTo>
                    <a:pt x="54550" y="111202"/>
                  </a:lnTo>
                  <a:lnTo>
                    <a:pt x="55528" y="110974"/>
                  </a:lnTo>
                  <a:lnTo>
                    <a:pt x="56521" y="110729"/>
                  </a:lnTo>
                  <a:lnTo>
                    <a:pt x="57498" y="110469"/>
                  </a:lnTo>
                  <a:lnTo>
                    <a:pt x="58459" y="110192"/>
                  </a:lnTo>
                  <a:lnTo>
                    <a:pt x="59404" y="109882"/>
                  </a:lnTo>
                  <a:lnTo>
                    <a:pt x="60349" y="109540"/>
                  </a:lnTo>
                  <a:lnTo>
                    <a:pt x="61294" y="109182"/>
                  </a:lnTo>
                  <a:lnTo>
                    <a:pt x="62206" y="108807"/>
                  </a:lnTo>
                  <a:lnTo>
                    <a:pt x="63118" y="108416"/>
                  </a:lnTo>
                  <a:lnTo>
                    <a:pt x="64014" y="107993"/>
                  </a:lnTo>
                  <a:lnTo>
                    <a:pt x="64910" y="107553"/>
                  </a:lnTo>
                  <a:lnTo>
                    <a:pt x="65773" y="107081"/>
                  </a:lnTo>
                  <a:lnTo>
                    <a:pt x="66636" y="106608"/>
                  </a:lnTo>
                  <a:lnTo>
                    <a:pt x="67483" y="106103"/>
                  </a:lnTo>
                  <a:lnTo>
                    <a:pt x="68330" y="105582"/>
                  </a:lnTo>
                  <a:lnTo>
                    <a:pt x="69145" y="105045"/>
                  </a:lnTo>
                  <a:lnTo>
                    <a:pt x="69959" y="104474"/>
                  </a:lnTo>
                  <a:lnTo>
                    <a:pt x="70757" y="103904"/>
                  </a:lnTo>
                  <a:lnTo>
                    <a:pt x="71523" y="103302"/>
                  </a:lnTo>
                  <a:lnTo>
                    <a:pt x="72288" y="102683"/>
                  </a:lnTo>
                  <a:lnTo>
                    <a:pt x="73038" y="102047"/>
                  </a:lnTo>
                  <a:lnTo>
                    <a:pt x="73770" y="101396"/>
                  </a:lnTo>
                  <a:lnTo>
                    <a:pt x="74503" y="100728"/>
                  </a:lnTo>
                  <a:lnTo>
                    <a:pt x="75204" y="100044"/>
                  </a:lnTo>
                  <a:lnTo>
                    <a:pt x="75888" y="99344"/>
                  </a:lnTo>
                  <a:lnTo>
                    <a:pt x="76556" y="98627"/>
                  </a:lnTo>
                  <a:lnTo>
                    <a:pt x="77207" y="97894"/>
                  </a:lnTo>
                  <a:lnTo>
                    <a:pt x="77843" y="97145"/>
                  </a:lnTo>
                  <a:lnTo>
                    <a:pt x="78445" y="96379"/>
                  </a:lnTo>
                  <a:lnTo>
                    <a:pt x="79048" y="95597"/>
                  </a:lnTo>
                  <a:lnTo>
                    <a:pt x="79634" y="94799"/>
                  </a:lnTo>
                  <a:lnTo>
                    <a:pt x="80188" y="94001"/>
                  </a:lnTo>
                  <a:lnTo>
                    <a:pt x="80726" y="93170"/>
                  </a:lnTo>
                  <a:lnTo>
                    <a:pt x="81263" y="92340"/>
                  </a:lnTo>
                  <a:lnTo>
                    <a:pt x="81752" y="91493"/>
                  </a:lnTo>
                  <a:lnTo>
                    <a:pt x="82240" y="90629"/>
                  </a:lnTo>
                  <a:lnTo>
                    <a:pt x="82696" y="89750"/>
                  </a:lnTo>
                  <a:lnTo>
                    <a:pt x="83136" y="88870"/>
                  </a:lnTo>
                  <a:lnTo>
                    <a:pt x="83560" y="87974"/>
                  </a:lnTo>
                  <a:lnTo>
                    <a:pt x="83967" y="87062"/>
                  </a:lnTo>
                  <a:lnTo>
                    <a:pt x="84342" y="86134"/>
                  </a:lnTo>
                  <a:lnTo>
                    <a:pt x="84700" y="85205"/>
                  </a:lnTo>
                  <a:lnTo>
                    <a:pt x="85026" y="84261"/>
                  </a:lnTo>
                  <a:lnTo>
                    <a:pt x="85335" y="83300"/>
                  </a:lnTo>
                  <a:lnTo>
                    <a:pt x="85628" y="82339"/>
                  </a:lnTo>
                  <a:lnTo>
                    <a:pt x="85889" y="81361"/>
                  </a:lnTo>
                  <a:lnTo>
                    <a:pt x="86133" y="80384"/>
                  </a:lnTo>
                  <a:lnTo>
                    <a:pt x="86345" y="79390"/>
                  </a:lnTo>
                  <a:lnTo>
                    <a:pt x="86541" y="78397"/>
                  </a:lnTo>
                  <a:lnTo>
                    <a:pt x="86703" y="77387"/>
                  </a:lnTo>
                  <a:lnTo>
                    <a:pt x="86850" y="76361"/>
                  </a:lnTo>
                  <a:lnTo>
                    <a:pt x="86964" y="75335"/>
                  </a:lnTo>
                  <a:lnTo>
                    <a:pt x="87062" y="74308"/>
                  </a:lnTo>
                  <a:lnTo>
                    <a:pt x="87127" y="73266"/>
                  </a:lnTo>
                  <a:lnTo>
                    <a:pt x="87160" y="72223"/>
                  </a:lnTo>
                  <a:lnTo>
                    <a:pt x="87176" y="71165"/>
                  </a:lnTo>
                  <a:lnTo>
                    <a:pt x="87160" y="70106"/>
                  </a:lnTo>
                  <a:lnTo>
                    <a:pt x="87127" y="69064"/>
                  </a:lnTo>
                  <a:lnTo>
                    <a:pt x="87062" y="68021"/>
                  </a:lnTo>
                  <a:lnTo>
                    <a:pt x="86964" y="66995"/>
                  </a:lnTo>
                  <a:lnTo>
                    <a:pt x="86850" y="65969"/>
                  </a:lnTo>
                  <a:lnTo>
                    <a:pt x="86703" y="64959"/>
                  </a:lnTo>
                  <a:lnTo>
                    <a:pt x="86541" y="63949"/>
                  </a:lnTo>
                  <a:lnTo>
                    <a:pt x="86345" y="62939"/>
                  </a:lnTo>
                  <a:lnTo>
                    <a:pt x="86133" y="61945"/>
                  </a:lnTo>
                  <a:lnTo>
                    <a:pt x="85889" y="60968"/>
                  </a:lnTo>
                  <a:lnTo>
                    <a:pt x="85628" y="59991"/>
                  </a:lnTo>
                  <a:lnTo>
                    <a:pt x="85335" y="59030"/>
                  </a:lnTo>
                  <a:lnTo>
                    <a:pt x="85026" y="58069"/>
                  </a:lnTo>
                  <a:lnTo>
                    <a:pt x="84700" y="57124"/>
                  </a:lnTo>
                  <a:lnTo>
                    <a:pt x="84342" y="56196"/>
                  </a:lnTo>
                  <a:lnTo>
                    <a:pt x="83967" y="55284"/>
                  </a:lnTo>
                  <a:lnTo>
                    <a:pt x="83560" y="54371"/>
                  </a:lnTo>
                  <a:lnTo>
                    <a:pt x="83136" y="53476"/>
                  </a:lnTo>
                  <a:lnTo>
                    <a:pt x="82696" y="52580"/>
                  </a:lnTo>
                  <a:lnTo>
                    <a:pt x="82240" y="51700"/>
                  </a:lnTo>
                  <a:lnTo>
                    <a:pt x="81752" y="50853"/>
                  </a:lnTo>
                  <a:lnTo>
                    <a:pt x="81263" y="49990"/>
                  </a:lnTo>
                  <a:lnTo>
                    <a:pt x="80726" y="49159"/>
                  </a:lnTo>
                  <a:lnTo>
                    <a:pt x="80188" y="48345"/>
                  </a:lnTo>
                  <a:lnTo>
                    <a:pt x="79634" y="47530"/>
                  </a:lnTo>
                  <a:lnTo>
                    <a:pt x="79048" y="46732"/>
                  </a:lnTo>
                  <a:lnTo>
                    <a:pt x="78445" y="45950"/>
                  </a:lnTo>
                  <a:lnTo>
                    <a:pt x="77843" y="45201"/>
                  </a:lnTo>
                  <a:lnTo>
                    <a:pt x="77207" y="44452"/>
                  </a:lnTo>
                  <a:lnTo>
                    <a:pt x="76556" y="43703"/>
                  </a:lnTo>
                  <a:lnTo>
                    <a:pt x="75888" y="42986"/>
                  </a:lnTo>
                  <a:lnTo>
                    <a:pt x="75204" y="42285"/>
                  </a:lnTo>
                  <a:lnTo>
                    <a:pt x="74503" y="41601"/>
                  </a:lnTo>
                  <a:lnTo>
                    <a:pt x="73770" y="40933"/>
                  </a:lnTo>
                  <a:lnTo>
                    <a:pt x="73038" y="40282"/>
                  </a:lnTo>
                  <a:lnTo>
                    <a:pt x="72288" y="39647"/>
                  </a:lnTo>
                  <a:lnTo>
                    <a:pt x="71523" y="39044"/>
                  </a:lnTo>
                  <a:lnTo>
                    <a:pt x="70757" y="38441"/>
                  </a:lnTo>
                  <a:lnTo>
                    <a:pt x="69959" y="37855"/>
                  </a:lnTo>
                  <a:lnTo>
                    <a:pt x="69145" y="37301"/>
                  </a:lnTo>
                  <a:lnTo>
                    <a:pt x="68330" y="36764"/>
                  </a:lnTo>
                  <a:lnTo>
                    <a:pt x="67483" y="36242"/>
                  </a:lnTo>
                  <a:lnTo>
                    <a:pt x="66636" y="35737"/>
                  </a:lnTo>
                  <a:lnTo>
                    <a:pt x="65773" y="35249"/>
                  </a:lnTo>
                  <a:lnTo>
                    <a:pt x="64910" y="34793"/>
                  </a:lnTo>
                  <a:lnTo>
                    <a:pt x="64014" y="34353"/>
                  </a:lnTo>
                  <a:lnTo>
                    <a:pt x="63118" y="33929"/>
                  </a:lnTo>
                  <a:lnTo>
                    <a:pt x="62206" y="33522"/>
                  </a:lnTo>
                  <a:lnTo>
                    <a:pt x="61294" y="33148"/>
                  </a:lnTo>
                  <a:lnTo>
                    <a:pt x="60349" y="32789"/>
                  </a:lnTo>
                  <a:lnTo>
                    <a:pt x="59404" y="32464"/>
                  </a:lnTo>
                  <a:lnTo>
                    <a:pt x="58459" y="32154"/>
                  </a:lnTo>
                  <a:lnTo>
                    <a:pt x="57498" y="31861"/>
                  </a:lnTo>
                  <a:lnTo>
                    <a:pt x="56521" y="31600"/>
                  </a:lnTo>
                  <a:lnTo>
                    <a:pt x="55528" y="31356"/>
                  </a:lnTo>
                  <a:lnTo>
                    <a:pt x="54550" y="31144"/>
                  </a:lnTo>
                  <a:lnTo>
                    <a:pt x="53540" y="30949"/>
                  </a:lnTo>
                  <a:lnTo>
                    <a:pt x="52531" y="30786"/>
                  </a:lnTo>
                  <a:lnTo>
                    <a:pt x="51521" y="30639"/>
                  </a:lnTo>
                  <a:lnTo>
                    <a:pt x="50494" y="30525"/>
                  </a:lnTo>
                  <a:lnTo>
                    <a:pt x="49452" y="30427"/>
                  </a:lnTo>
                  <a:lnTo>
                    <a:pt x="48410" y="30362"/>
                  </a:lnTo>
                  <a:lnTo>
                    <a:pt x="47367" y="30330"/>
                  </a:lnTo>
                  <a:lnTo>
                    <a:pt x="46325" y="30313"/>
                  </a:lnTo>
                  <a:lnTo>
                    <a:pt x="45543" y="30313"/>
                  </a:lnTo>
                  <a:lnTo>
                    <a:pt x="44761" y="30346"/>
                  </a:lnTo>
                  <a:lnTo>
                    <a:pt x="43995" y="30379"/>
                  </a:lnTo>
                  <a:lnTo>
                    <a:pt x="43214" y="30427"/>
                  </a:lnTo>
                  <a:lnTo>
                    <a:pt x="42904" y="29597"/>
                  </a:lnTo>
                  <a:lnTo>
                    <a:pt x="42578" y="28766"/>
                  </a:lnTo>
                  <a:lnTo>
                    <a:pt x="42236" y="27952"/>
                  </a:lnTo>
                  <a:lnTo>
                    <a:pt x="41894" y="27154"/>
                  </a:lnTo>
                  <a:lnTo>
                    <a:pt x="41520" y="26355"/>
                  </a:lnTo>
                  <a:lnTo>
                    <a:pt x="41129" y="25557"/>
                  </a:lnTo>
                  <a:lnTo>
                    <a:pt x="40721" y="24775"/>
                  </a:lnTo>
                  <a:lnTo>
                    <a:pt x="40314" y="23994"/>
                  </a:lnTo>
                  <a:lnTo>
                    <a:pt x="39891" y="23228"/>
                  </a:lnTo>
                  <a:lnTo>
                    <a:pt x="39435" y="22479"/>
                  </a:lnTo>
                  <a:lnTo>
                    <a:pt x="38979" y="21729"/>
                  </a:lnTo>
                  <a:lnTo>
                    <a:pt x="38506" y="20997"/>
                  </a:lnTo>
                  <a:lnTo>
                    <a:pt x="38034" y="20264"/>
                  </a:lnTo>
                  <a:lnTo>
                    <a:pt x="37529" y="19547"/>
                  </a:lnTo>
                  <a:lnTo>
                    <a:pt x="37024" y="18846"/>
                  </a:lnTo>
                  <a:lnTo>
                    <a:pt x="36486" y="18146"/>
                  </a:lnTo>
                  <a:lnTo>
                    <a:pt x="35949" y="17462"/>
                  </a:lnTo>
                  <a:lnTo>
                    <a:pt x="35411" y="16794"/>
                  </a:lnTo>
                  <a:lnTo>
                    <a:pt x="34841" y="16126"/>
                  </a:lnTo>
                  <a:lnTo>
                    <a:pt x="34271" y="15475"/>
                  </a:lnTo>
                  <a:lnTo>
                    <a:pt x="33685" y="14823"/>
                  </a:lnTo>
                  <a:lnTo>
                    <a:pt x="33082" y="14188"/>
                  </a:lnTo>
                  <a:lnTo>
                    <a:pt x="32480" y="13569"/>
                  </a:lnTo>
                  <a:lnTo>
                    <a:pt x="31861" y="12966"/>
                  </a:lnTo>
                  <a:lnTo>
                    <a:pt x="31225" y="12364"/>
                  </a:lnTo>
                  <a:lnTo>
                    <a:pt x="30590" y="11777"/>
                  </a:lnTo>
                  <a:lnTo>
                    <a:pt x="29939" y="11207"/>
                  </a:lnTo>
                  <a:lnTo>
                    <a:pt x="29271" y="10637"/>
                  </a:lnTo>
                  <a:lnTo>
                    <a:pt x="28603" y="10100"/>
                  </a:lnTo>
                  <a:lnTo>
                    <a:pt x="27919" y="9562"/>
                  </a:lnTo>
                  <a:lnTo>
                    <a:pt x="27218" y="9041"/>
                  </a:lnTo>
                  <a:lnTo>
                    <a:pt x="26518" y="8520"/>
                  </a:lnTo>
                  <a:lnTo>
                    <a:pt x="25801" y="8031"/>
                  </a:lnTo>
                  <a:lnTo>
                    <a:pt x="25085" y="7542"/>
                  </a:lnTo>
                  <a:lnTo>
                    <a:pt x="24352" y="7070"/>
                  </a:lnTo>
                  <a:lnTo>
                    <a:pt x="23602" y="6614"/>
                  </a:lnTo>
                  <a:lnTo>
                    <a:pt x="22853" y="6174"/>
                  </a:lnTo>
                  <a:lnTo>
                    <a:pt x="22088" y="5734"/>
                  </a:lnTo>
                  <a:lnTo>
                    <a:pt x="21322" y="5327"/>
                  </a:lnTo>
                  <a:lnTo>
                    <a:pt x="20557" y="4920"/>
                  </a:lnTo>
                  <a:lnTo>
                    <a:pt x="19775" y="4529"/>
                  </a:lnTo>
                  <a:lnTo>
                    <a:pt x="18977" y="4171"/>
                  </a:lnTo>
                  <a:lnTo>
                    <a:pt x="18178" y="3812"/>
                  </a:lnTo>
                  <a:lnTo>
                    <a:pt x="17380" y="3470"/>
                  </a:lnTo>
                  <a:lnTo>
                    <a:pt x="16566" y="3128"/>
                  </a:lnTo>
                  <a:lnTo>
                    <a:pt x="15735" y="2819"/>
                  </a:lnTo>
                  <a:lnTo>
                    <a:pt x="14921" y="2525"/>
                  </a:lnTo>
                  <a:lnTo>
                    <a:pt x="14074" y="2249"/>
                  </a:lnTo>
                  <a:lnTo>
                    <a:pt x="13243" y="1972"/>
                  </a:lnTo>
                  <a:lnTo>
                    <a:pt x="12396" y="1727"/>
                  </a:lnTo>
                  <a:lnTo>
                    <a:pt x="11549" y="1499"/>
                  </a:lnTo>
                  <a:lnTo>
                    <a:pt x="10686" y="1271"/>
                  </a:lnTo>
                  <a:lnTo>
                    <a:pt x="9822" y="1076"/>
                  </a:lnTo>
                  <a:lnTo>
                    <a:pt x="8959" y="897"/>
                  </a:lnTo>
                  <a:lnTo>
                    <a:pt x="8080" y="717"/>
                  </a:lnTo>
                  <a:lnTo>
                    <a:pt x="7200" y="571"/>
                  </a:lnTo>
                  <a:lnTo>
                    <a:pt x="6321" y="441"/>
                  </a:lnTo>
                  <a:lnTo>
                    <a:pt x="5425" y="327"/>
                  </a:lnTo>
                  <a:lnTo>
                    <a:pt x="4529" y="229"/>
                  </a:lnTo>
                  <a:lnTo>
                    <a:pt x="3633" y="147"/>
                  </a:lnTo>
                  <a:lnTo>
                    <a:pt x="2737" y="82"/>
                  </a:lnTo>
                  <a:lnTo>
                    <a:pt x="1825" y="33"/>
                  </a:lnTo>
                  <a:lnTo>
                    <a:pt x="91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983272" y="2189936"/>
              <a:ext cx="1184230" cy="1429382"/>
            </a:xfrm>
            <a:custGeom>
              <a:avLst/>
              <a:gdLst/>
              <a:ahLst/>
              <a:cxnLst/>
              <a:rect l="l" t="t" r="r" b="b"/>
              <a:pathLst>
                <a:path w="78608" h="94881" extrusionOk="0">
                  <a:moveTo>
                    <a:pt x="77728" y="0"/>
                  </a:moveTo>
                  <a:lnTo>
                    <a:pt x="76865" y="33"/>
                  </a:lnTo>
                  <a:lnTo>
                    <a:pt x="76001" y="82"/>
                  </a:lnTo>
                  <a:lnTo>
                    <a:pt x="75138" y="163"/>
                  </a:lnTo>
                  <a:lnTo>
                    <a:pt x="74291" y="245"/>
                  </a:lnTo>
                  <a:lnTo>
                    <a:pt x="73444" y="359"/>
                  </a:lnTo>
                  <a:lnTo>
                    <a:pt x="72597" y="473"/>
                  </a:lnTo>
                  <a:lnTo>
                    <a:pt x="71767" y="619"/>
                  </a:lnTo>
                  <a:lnTo>
                    <a:pt x="70936" y="782"/>
                  </a:lnTo>
                  <a:lnTo>
                    <a:pt x="70105" y="961"/>
                  </a:lnTo>
                  <a:lnTo>
                    <a:pt x="69291" y="1173"/>
                  </a:lnTo>
                  <a:lnTo>
                    <a:pt x="68493" y="1385"/>
                  </a:lnTo>
                  <a:lnTo>
                    <a:pt x="67694" y="1629"/>
                  </a:lnTo>
                  <a:lnTo>
                    <a:pt x="66896" y="1874"/>
                  </a:lnTo>
                  <a:lnTo>
                    <a:pt x="66114" y="2151"/>
                  </a:lnTo>
                  <a:lnTo>
                    <a:pt x="65333" y="2427"/>
                  </a:lnTo>
                  <a:lnTo>
                    <a:pt x="64567" y="2737"/>
                  </a:lnTo>
                  <a:lnTo>
                    <a:pt x="63802" y="3046"/>
                  </a:lnTo>
                  <a:lnTo>
                    <a:pt x="63052" y="3388"/>
                  </a:lnTo>
                  <a:lnTo>
                    <a:pt x="62303" y="3731"/>
                  </a:lnTo>
                  <a:lnTo>
                    <a:pt x="61570" y="4105"/>
                  </a:lnTo>
                  <a:lnTo>
                    <a:pt x="60853" y="4496"/>
                  </a:lnTo>
                  <a:lnTo>
                    <a:pt x="60137" y="4887"/>
                  </a:lnTo>
                  <a:lnTo>
                    <a:pt x="59420" y="5294"/>
                  </a:lnTo>
                  <a:lnTo>
                    <a:pt x="58736" y="5734"/>
                  </a:lnTo>
                  <a:lnTo>
                    <a:pt x="58035" y="6174"/>
                  </a:lnTo>
                  <a:lnTo>
                    <a:pt x="57368" y="6630"/>
                  </a:lnTo>
                  <a:lnTo>
                    <a:pt x="56700" y="7102"/>
                  </a:lnTo>
                  <a:lnTo>
                    <a:pt x="56048" y="7591"/>
                  </a:lnTo>
                  <a:lnTo>
                    <a:pt x="55413" y="8080"/>
                  </a:lnTo>
                  <a:lnTo>
                    <a:pt x="54778" y="8601"/>
                  </a:lnTo>
                  <a:lnTo>
                    <a:pt x="54159" y="9122"/>
                  </a:lnTo>
                  <a:lnTo>
                    <a:pt x="53540" y="9659"/>
                  </a:lnTo>
                  <a:lnTo>
                    <a:pt x="52954" y="10213"/>
                  </a:lnTo>
                  <a:lnTo>
                    <a:pt x="52367" y="10783"/>
                  </a:lnTo>
                  <a:lnTo>
                    <a:pt x="51797" y="11353"/>
                  </a:lnTo>
                  <a:lnTo>
                    <a:pt x="51243" y="11956"/>
                  </a:lnTo>
                  <a:lnTo>
                    <a:pt x="50689" y="12559"/>
                  </a:lnTo>
                  <a:lnTo>
                    <a:pt x="50152" y="13161"/>
                  </a:lnTo>
                  <a:lnTo>
                    <a:pt x="49631" y="13797"/>
                  </a:lnTo>
                  <a:lnTo>
                    <a:pt x="49126" y="14432"/>
                  </a:lnTo>
                  <a:lnTo>
                    <a:pt x="48637" y="15067"/>
                  </a:lnTo>
                  <a:lnTo>
                    <a:pt x="48165" y="15735"/>
                  </a:lnTo>
                  <a:lnTo>
                    <a:pt x="47692" y="16403"/>
                  </a:lnTo>
                  <a:lnTo>
                    <a:pt x="47236" y="17087"/>
                  </a:lnTo>
                  <a:lnTo>
                    <a:pt x="46813" y="17771"/>
                  </a:lnTo>
                  <a:lnTo>
                    <a:pt x="46389" y="18471"/>
                  </a:lnTo>
                  <a:lnTo>
                    <a:pt x="45982" y="19188"/>
                  </a:lnTo>
                  <a:lnTo>
                    <a:pt x="45591" y="19905"/>
                  </a:lnTo>
                  <a:lnTo>
                    <a:pt x="45217" y="20638"/>
                  </a:lnTo>
                  <a:lnTo>
                    <a:pt x="44858" y="21371"/>
                  </a:lnTo>
                  <a:lnTo>
                    <a:pt x="44500" y="22120"/>
                  </a:lnTo>
                  <a:lnTo>
                    <a:pt x="44174" y="22886"/>
                  </a:lnTo>
                  <a:lnTo>
                    <a:pt x="43865" y="23635"/>
                  </a:lnTo>
                  <a:lnTo>
                    <a:pt x="43571" y="24417"/>
                  </a:lnTo>
                  <a:lnTo>
                    <a:pt x="43295" y="25199"/>
                  </a:lnTo>
                  <a:lnTo>
                    <a:pt x="43034" y="25980"/>
                  </a:lnTo>
                  <a:lnTo>
                    <a:pt x="42790" y="26779"/>
                  </a:lnTo>
                  <a:lnTo>
                    <a:pt x="42562" y="27593"/>
                  </a:lnTo>
                  <a:lnTo>
                    <a:pt x="42350" y="28407"/>
                  </a:lnTo>
                  <a:lnTo>
                    <a:pt x="42154" y="29222"/>
                  </a:lnTo>
                  <a:lnTo>
                    <a:pt x="41991" y="30053"/>
                  </a:lnTo>
                  <a:lnTo>
                    <a:pt x="41829" y="30883"/>
                  </a:lnTo>
                  <a:lnTo>
                    <a:pt x="41698" y="31714"/>
                  </a:lnTo>
                  <a:lnTo>
                    <a:pt x="41128" y="31551"/>
                  </a:lnTo>
                  <a:lnTo>
                    <a:pt x="40574" y="31388"/>
                  </a:lnTo>
                  <a:lnTo>
                    <a:pt x="40004" y="31258"/>
                  </a:lnTo>
                  <a:lnTo>
                    <a:pt x="39434" y="31111"/>
                  </a:lnTo>
                  <a:lnTo>
                    <a:pt x="38848" y="30997"/>
                  </a:lnTo>
                  <a:lnTo>
                    <a:pt x="38278" y="30867"/>
                  </a:lnTo>
                  <a:lnTo>
                    <a:pt x="37691" y="30769"/>
                  </a:lnTo>
                  <a:lnTo>
                    <a:pt x="37105" y="30671"/>
                  </a:lnTo>
                  <a:lnTo>
                    <a:pt x="36519" y="30590"/>
                  </a:lnTo>
                  <a:lnTo>
                    <a:pt x="35916" y="30525"/>
                  </a:lnTo>
                  <a:lnTo>
                    <a:pt x="35313" y="30460"/>
                  </a:lnTo>
                  <a:lnTo>
                    <a:pt x="34727" y="30411"/>
                  </a:lnTo>
                  <a:lnTo>
                    <a:pt x="34124" y="30362"/>
                  </a:lnTo>
                  <a:lnTo>
                    <a:pt x="33505" y="30329"/>
                  </a:lnTo>
                  <a:lnTo>
                    <a:pt x="32903" y="30313"/>
                  </a:lnTo>
                  <a:lnTo>
                    <a:pt x="32284" y="30313"/>
                  </a:lnTo>
                  <a:lnTo>
                    <a:pt x="31453" y="30329"/>
                  </a:lnTo>
                  <a:lnTo>
                    <a:pt x="30622" y="30362"/>
                  </a:lnTo>
                  <a:lnTo>
                    <a:pt x="29808" y="30411"/>
                  </a:lnTo>
                  <a:lnTo>
                    <a:pt x="28993" y="30476"/>
                  </a:lnTo>
                  <a:lnTo>
                    <a:pt x="28179" y="30574"/>
                  </a:lnTo>
                  <a:lnTo>
                    <a:pt x="27365" y="30688"/>
                  </a:lnTo>
                  <a:lnTo>
                    <a:pt x="26566" y="30818"/>
                  </a:lnTo>
                  <a:lnTo>
                    <a:pt x="25785" y="30965"/>
                  </a:lnTo>
                  <a:lnTo>
                    <a:pt x="25003" y="31144"/>
                  </a:lnTo>
                  <a:lnTo>
                    <a:pt x="24221" y="31323"/>
                  </a:lnTo>
                  <a:lnTo>
                    <a:pt x="23455" y="31535"/>
                  </a:lnTo>
                  <a:lnTo>
                    <a:pt x="22690" y="31763"/>
                  </a:lnTo>
                  <a:lnTo>
                    <a:pt x="21941" y="32007"/>
                  </a:lnTo>
                  <a:lnTo>
                    <a:pt x="21191" y="32268"/>
                  </a:lnTo>
                  <a:lnTo>
                    <a:pt x="20442" y="32561"/>
                  </a:lnTo>
                  <a:lnTo>
                    <a:pt x="19725" y="32854"/>
                  </a:lnTo>
                  <a:lnTo>
                    <a:pt x="19009" y="33164"/>
                  </a:lnTo>
                  <a:lnTo>
                    <a:pt x="18292" y="33506"/>
                  </a:lnTo>
                  <a:lnTo>
                    <a:pt x="17592" y="33848"/>
                  </a:lnTo>
                  <a:lnTo>
                    <a:pt x="16891" y="34206"/>
                  </a:lnTo>
                  <a:lnTo>
                    <a:pt x="16223" y="34597"/>
                  </a:lnTo>
                  <a:lnTo>
                    <a:pt x="15539" y="34988"/>
                  </a:lnTo>
                  <a:lnTo>
                    <a:pt x="14888" y="35395"/>
                  </a:lnTo>
                  <a:lnTo>
                    <a:pt x="14236" y="35835"/>
                  </a:lnTo>
                  <a:lnTo>
                    <a:pt x="13601" y="36275"/>
                  </a:lnTo>
                  <a:lnTo>
                    <a:pt x="12966" y="36731"/>
                  </a:lnTo>
                  <a:lnTo>
                    <a:pt x="12363" y="37203"/>
                  </a:lnTo>
                  <a:lnTo>
                    <a:pt x="11744" y="37692"/>
                  </a:lnTo>
                  <a:lnTo>
                    <a:pt x="11158" y="38180"/>
                  </a:lnTo>
                  <a:lnTo>
                    <a:pt x="10588" y="38702"/>
                  </a:lnTo>
                  <a:lnTo>
                    <a:pt x="10017" y="39223"/>
                  </a:lnTo>
                  <a:lnTo>
                    <a:pt x="9464" y="39777"/>
                  </a:lnTo>
                  <a:lnTo>
                    <a:pt x="8926" y="40330"/>
                  </a:lnTo>
                  <a:lnTo>
                    <a:pt x="8389" y="40884"/>
                  </a:lnTo>
                  <a:lnTo>
                    <a:pt x="7884" y="41471"/>
                  </a:lnTo>
                  <a:lnTo>
                    <a:pt x="7379" y="42057"/>
                  </a:lnTo>
                  <a:lnTo>
                    <a:pt x="6890" y="42660"/>
                  </a:lnTo>
                  <a:lnTo>
                    <a:pt x="6418" y="43279"/>
                  </a:lnTo>
                  <a:lnTo>
                    <a:pt x="5962" y="43914"/>
                  </a:lnTo>
                  <a:lnTo>
                    <a:pt x="5522" y="44549"/>
                  </a:lnTo>
                  <a:lnTo>
                    <a:pt x="5082" y="45201"/>
                  </a:lnTo>
                  <a:lnTo>
                    <a:pt x="4675" y="45852"/>
                  </a:lnTo>
                  <a:lnTo>
                    <a:pt x="4284" y="46536"/>
                  </a:lnTo>
                  <a:lnTo>
                    <a:pt x="3893" y="47204"/>
                  </a:lnTo>
                  <a:lnTo>
                    <a:pt x="3535" y="47905"/>
                  </a:lnTo>
                  <a:lnTo>
                    <a:pt x="3193" y="48605"/>
                  </a:lnTo>
                  <a:lnTo>
                    <a:pt x="2851" y="49305"/>
                  </a:lnTo>
                  <a:lnTo>
                    <a:pt x="2541" y="50038"/>
                  </a:lnTo>
                  <a:lnTo>
                    <a:pt x="2248" y="50755"/>
                  </a:lnTo>
                  <a:lnTo>
                    <a:pt x="1955" y="51504"/>
                  </a:lnTo>
                  <a:lnTo>
                    <a:pt x="1694" y="52237"/>
                  </a:lnTo>
                  <a:lnTo>
                    <a:pt x="1450" y="53003"/>
                  </a:lnTo>
                  <a:lnTo>
                    <a:pt x="1222" y="53752"/>
                  </a:lnTo>
                  <a:lnTo>
                    <a:pt x="1026" y="54534"/>
                  </a:lnTo>
                  <a:lnTo>
                    <a:pt x="831" y="55300"/>
                  </a:lnTo>
                  <a:lnTo>
                    <a:pt x="652" y="56098"/>
                  </a:lnTo>
                  <a:lnTo>
                    <a:pt x="505" y="56879"/>
                  </a:lnTo>
                  <a:lnTo>
                    <a:pt x="375" y="57678"/>
                  </a:lnTo>
                  <a:lnTo>
                    <a:pt x="261" y="58492"/>
                  </a:lnTo>
                  <a:lnTo>
                    <a:pt x="163" y="59290"/>
                  </a:lnTo>
                  <a:lnTo>
                    <a:pt x="98" y="60121"/>
                  </a:lnTo>
                  <a:lnTo>
                    <a:pt x="49" y="60935"/>
                  </a:lnTo>
                  <a:lnTo>
                    <a:pt x="16" y="61766"/>
                  </a:lnTo>
                  <a:lnTo>
                    <a:pt x="0" y="62597"/>
                  </a:lnTo>
                  <a:lnTo>
                    <a:pt x="16" y="63427"/>
                  </a:lnTo>
                  <a:lnTo>
                    <a:pt x="49" y="64258"/>
                  </a:lnTo>
                  <a:lnTo>
                    <a:pt x="98" y="65089"/>
                  </a:lnTo>
                  <a:lnTo>
                    <a:pt x="163" y="65903"/>
                  </a:lnTo>
                  <a:lnTo>
                    <a:pt x="261" y="66718"/>
                  </a:lnTo>
                  <a:lnTo>
                    <a:pt x="375" y="67516"/>
                  </a:lnTo>
                  <a:lnTo>
                    <a:pt x="505" y="68314"/>
                  </a:lnTo>
                  <a:lnTo>
                    <a:pt x="652" y="69112"/>
                  </a:lnTo>
                  <a:lnTo>
                    <a:pt x="831" y="69894"/>
                  </a:lnTo>
                  <a:lnTo>
                    <a:pt x="1026" y="70659"/>
                  </a:lnTo>
                  <a:lnTo>
                    <a:pt x="1222" y="71441"/>
                  </a:lnTo>
                  <a:lnTo>
                    <a:pt x="1450" y="72207"/>
                  </a:lnTo>
                  <a:lnTo>
                    <a:pt x="1694" y="72956"/>
                  </a:lnTo>
                  <a:lnTo>
                    <a:pt x="1955" y="73705"/>
                  </a:lnTo>
                  <a:lnTo>
                    <a:pt x="2248" y="74438"/>
                  </a:lnTo>
                  <a:lnTo>
                    <a:pt x="2541" y="75171"/>
                  </a:lnTo>
                  <a:lnTo>
                    <a:pt x="2851" y="75888"/>
                  </a:lnTo>
                  <a:lnTo>
                    <a:pt x="3193" y="76588"/>
                  </a:lnTo>
                  <a:lnTo>
                    <a:pt x="3535" y="77305"/>
                  </a:lnTo>
                  <a:lnTo>
                    <a:pt x="3893" y="77989"/>
                  </a:lnTo>
                  <a:lnTo>
                    <a:pt x="4284" y="78673"/>
                  </a:lnTo>
                  <a:lnTo>
                    <a:pt x="4675" y="79341"/>
                  </a:lnTo>
                  <a:lnTo>
                    <a:pt x="5082" y="79993"/>
                  </a:lnTo>
                  <a:lnTo>
                    <a:pt x="5522" y="80644"/>
                  </a:lnTo>
                  <a:lnTo>
                    <a:pt x="5962" y="81296"/>
                  </a:lnTo>
                  <a:lnTo>
                    <a:pt x="6418" y="81915"/>
                  </a:lnTo>
                  <a:lnTo>
                    <a:pt x="6890" y="82534"/>
                  </a:lnTo>
                  <a:lnTo>
                    <a:pt x="7379" y="83136"/>
                  </a:lnTo>
                  <a:lnTo>
                    <a:pt x="7884" y="83723"/>
                  </a:lnTo>
                  <a:lnTo>
                    <a:pt x="8389" y="84309"/>
                  </a:lnTo>
                  <a:lnTo>
                    <a:pt x="8926" y="84879"/>
                  </a:lnTo>
                  <a:lnTo>
                    <a:pt x="9464" y="85433"/>
                  </a:lnTo>
                  <a:lnTo>
                    <a:pt x="10017" y="85971"/>
                  </a:lnTo>
                  <a:lnTo>
                    <a:pt x="10588" y="86492"/>
                  </a:lnTo>
                  <a:lnTo>
                    <a:pt x="11158" y="87013"/>
                  </a:lnTo>
                  <a:lnTo>
                    <a:pt x="11744" y="87518"/>
                  </a:lnTo>
                  <a:lnTo>
                    <a:pt x="12363" y="88007"/>
                  </a:lnTo>
                  <a:lnTo>
                    <a:pt x="12966" y="88463"/>
                  </a:lnTo>
                  <a:lnTo>
                    <a:pt x="13601" y="88935"/>
                  </a:lnTo>
                  <a:lnTo>
                    <a:pt x="14236" y="89375"/>
                  </a:lnTo>
                  <a:lnTo>
                    <a:pt x="14888" y="89798"/>
                  </a:lnTo>
                  <a:lnTo>
                    <a:pt x="15539" y="90206"/>
                  </a:lnTo>
                  <a:lnTo>
                    <a:pt x="16223" y="90613"/>
                  </a:lnTo>
                  <a:lnTo>
                    <a:pt x="16891" y="90987"/>
                  </a:lnTo>
                  <a:lnTo>
                    <a:pt x="17592" y="91346"/>
                  </a:lnTo>
                  <a:lnTo>
                    <a:pt x="18292" y="91704"/>
                  </a:lnTo>
                  <a:lnTo>
                    <a:pt x="19009" y="92030"/>
                  </a:lnTo>
                  <a:lnTo>
                    <a:pt x="19725" y="92339"/>
                  </a:lnTo>
                  <a:lnTo>
                    <a:pt x="20442" y="92649"/>
                  </a:lnTo>
                  <a:lnTo>
                    <a:pt x="21191" y="92926"/>
                  </a:lnTo>
                  <a:lnTo>
                    <a:pt x="21941" y="93186"/>
                  </a:lnTo>
                  <a:lnTo>
                    <a:pt x="22690" y="93431"/>
                  </a:lnTo>
                  <a:lnTo>
                    <a:pt x="23455" y="93659"/>
                  </a:lnTo>
                  <a:lnTo>
                    <a:pt x="24221" y="93870"/>
                  </a:lnTo>
                  <a:lnTo>
                    <a:pt x="25003" y="94050"/>
                  </a:lnTo>
                  <a:lnTo>
                    <a:pt x="25785" y="94229"/>
                  </a:lnTo>
                  <a:lnTo>
                    <a:pt x="26566" y="94375"/>
                  </a:lnTo>
                  <a:lnTo>
                    <a:pt x="27365" y="94506"/>
                  </a:lnTo>
                  <a:lnTo>
                    <a:pt x="28179" y="94620"/>
                  </a:lnTo>
                  <a:lnTo>
                    <a:pt x="28993" y="94717"/>
                  </a:lnTo>
                  <a:lnTo>
                    <a:pt x="29808" y="94783"/>
                  </a:lnTo>
                  <a:lnTo>
                    <a:pt x="30622" y="94848"/>
                  </a:lnTo>
                  <a:lnTo>
                    <a:pt x="31453" y="94880"/>
                  </a:lnTo>
                  <a:lnTo>
                    <a:pt x="78608" y="94880"/>
                  </a:lnTo>
                  <a:lnTo>
                    <a:pt x="78608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1"/>
            <p:cNvSpPr/>
            <p:nvPr/>
          </p:nvSpPr>
          <p:spPr>
            <a:xfrm>
              <a:off x="2167486" y="2189936"/>
              <a:ext cx="1184245" cy="1429382"/>
            </a:xfrm>
            <a:custGeom>
              <a:avLst/>
              <a:gdLst/>
              <a:ahLst/>
              <a:cxnLst/>
              <a:rect l="l" t="t" r="r" b="b"/>
              <a:pathLst>
                <a:path w="78609" h="94881" extrusionOk="0">
                  <a:moveTo>
                    <a:pt x="1" y="0"/>
                  </a:moveTo>
                  <a:lnTo>
                    <a:pt x="1" y="94880"/>
                  </a:lnTo>
                  <a:lnTo>
                    <a:pt x="47155" y="94880"/>
                  </a:lnTo>
                  <a:lnTo>
                    <a:pt x="47986" y="94848"/>
                  </a:lnTo>
                  <a:lnTo>
                    <a:pt x="48800" y="94783"/>
                  </a:lnTo>
                  <a:lnTo>
                    <a:pt x="49615" y="94717"/>
                  </a:lnTo>
                  <a:lnTo>
                    <a:pt x="50429" y="94620"/>
                  </a:lnTo>
                  <a:lnTo>
                    <a:pt x="51244" y="94506"/>
                  </a:lnTo>
                  <a:lnTo>
                    <a:pt x="52042" y="94375"/>
                  </a:lnTo>
                  <a:lnTo>
                    <a:pt x="52824" y="94229"/>
                  </a:lnTo>
                  <a:lnTo>
                    <a:pt x="53606" y="94050"/>
                  </a:lnTo>
                  <a:lnTo>
                    <a:pt x="54387" y="93870"/>
                  </a:lnTo>
                  <a:lnTo>
                    <a:pt x="55153" y="93659"/>
                  </a:lnTo>
                  <a:lnTo>
                    <a:pt x="55918" y="93431"/>
                  </a:lnTo>
                  <a:lnTo>
                    <a:pt x="56668" y="93186"/>
                  </a:lnTo>
                  <a:lnTo>
                    <a:pt x="57417" y="92926"/>
                  </a:lnTo>
                  <a:lnTo>
                    <a:pt x="58166" y="92649"/>
                  </a:lnTo>
                  <a:lnTo>
                    <a:pt x="58883" y="92339"/>
                  </a:lnTo>
                  <a:lnTo>
                    <a:pt x="59600" y="92030"/>
                  </a:lnTo>
                  <a:lnTo>
                    <a:pt x="60316" y="91704"/>
                  </a:lnTo>
                  <a:lnTo>
                    <a:pt x="61017" y="91346"/>
                  </a:lnTo>
                  <a:lnTo>
                    <a:pt x="61717" y="90987"/>
                  </a:lnTo>
                  <a:lnTo>
                    <a:pt x="62385" y="90613"/>
                  </a:lnTo>
                  <a:lnTo>
                    <a:pt x="63069" y="90206"/>
                  </a:lnTo>
                  <a:lnTo>
                    <a:pt x="63721" y="89798"/>
                  </a:lnTo>
                  <a:lnTo>
                    <a:pt x="64372" y="89375"/>
                  </a:lnTo>
                  <a:lnTo>
                    <a:pt x="65007" y="88935"/>
                  </a:lnTo>
                  <a:lnTo>
                    <a:pt x="65643" y="88463"/>
                  </a:lnTo>
                  <a:lnTo>
                    <a:pt x="66245" y="88007"/>
                  </a:lnTo>
                  <a:lnTo>
                    <a:pt x="66864" y="87518"/>
                  </a:lnTo>
                  <a:lnTo>
                    <a:pt x="67451" y="87013"/>
                  </a:lnTo>
                  <a:lnTo>
                    <a:pt x="68021" y="86492"/>
                  </a:lnTo>
                  <a:lnTo>
                    <a:pt x="68591" y="85971"/>
                  </a:lnTo>
                  <a:lnTo>
                    <a:pt x="69145" y="85433"/>
                  </a:lnTo>
                  <a:lnTo>
                    <a:pt x="69682" y="84879"/>
                  </a:lnTo>
                  <a:lnTo>
                    <a:pt x="70220" y="84309"/>
                  </a:lnTo>
                  <a:lnTo>
                    <a:pt x="70725" y="83723"/>
                  </a:lnTo>
                  <a:lnTo>
                    <a:pt x="71230" y="83136"/>
                  </a:lnTo>
                  <a:lnTo>
                    <a:pt x="71718" y="82534"/>
                  </a:lnTo>
                  <a:lnTo>
                    <a:pt x="72191" y="81915"/>
                  </a:lnTo>
                  <a:lnTo>
                    <a:pt x="72647" y="81296"/>
                  </a:lnTo>
                  <a:lnTo>
                    <a:pt x="73086" y="80644"/>
                  </a:lnTo>
                  <a:lnTo>
                    <a:pt x="73510" y="79993"/>
                  </a:lnTo>
                  <a:lnTo>
                    <a:pt x="73933" y="79341"/>
                  </a:lnTo>
                  <a:lnTo>
                    <a:pt x="74324" y="78673"/>
                  </a:lnTo>
                  <a:lnTo>
                    <a:pt x="74715" y="77989"/>
                  </a:lnTo>
                  <a:lnTo>
                    <a:pt x="75074" y="77305"/>
                  </a:lnTo>
                  <a:lnTo>
                    <a:pt x="75416" y="76588"/>
                  </a:lnTo>
                  <a:lnTo>
                    <a:pt x="75758" y="75888"/>
                  </a:lnTo>
                  <a:lnTo>
                    <a:pt x="76067" y="75171"/>
                  </a:lnTo>
                  <a:lnTo>
                    <a:pt x="76360" y="74438"/>
                  </a:lnTo>
                  <a:lnTo>
                    <a:pt x="76637" y="73705"/>
                  </a:lnTo>
                  <a:lnTo>
                    <a:pt x="76914" y="72956"/>
                  </a:lnTo>
                  <a:lnTo>
                    <a:pt x="77158" y="72207"/>
                  </a:lnTo>
                  <a:lnTo>
                    <a:pt x="77370" y="71441"/>
                  </a:lnTo>
                  <a:lnTo>
                    <a:pt x="77582" y="70659"/>
                  </a:lnTo>
                  <a:lnTo>
                    <a:pt x="77777" y="69894"/>
                  </a:lnTo>
                  <a:lnTo>
                    <a:pt x="77940" y="69112"/>
                  </a:lnTo>
                  <a:lnTo>
                    <a:pt x="78103" y="68314"/>
                  </a:lnTo>
                  <a:lnTo>
                    <a:pt x="78233" y="67516"/>
                  </a:lnTo>
                  <a:lnTo>
                    <a:pt x="78348" y="66718"/>
                  </a:lnTo>
                  <a:lnTo>
                    <a:pt x="78429" y="65903"/>
                  </a:lnTo>
                  <a:lnTo>
                    <a:pt x="78510" y="65089"/>
                  </a:lnTo>
                  <a:lnTo>
                    <a:pt x="78559" y="64258"/>
                  </a:lnTo>
                  <a:lnTo>
                    <a:pt x="78592" y="63427"/>
                  </a:lnTo>
                  <a:lnTo>
                    <a:pt x="78608" y="62597"/>
                  </a:lnTo>
                  <a:lnTo>
                    <a:pt x="78592" y="61766"/>
                  </a:lnTo>
                  <a:lnTo>
                    <a:pt x="78559" y="60935"/>
                  </a:lnTo>
                  <a:lnTo>
                    <a:pt x="78510" y="60121"/>
                  </a:lnTo>
                  <a:lnTo>
                    <a:pt x="78429" y="59290"/>
                  </a:lnTo>
                  <a:lnTo>
                    <a:pt x="78348" y="58492"/>
                  </a:lnTo>
                  <a:lnTo>
                    <a:pt x="78233" y="57678"/>
                  </a:lnTo>
                  <a:lnTo>
                    <a:pt x="78103" y="56879"/>
                  </a:lnTo>
                  <a:lnTo>
                    <a:pt x="77940" y="56098"/>
                  </a:lnTo>
                  <a:lnTo>
                    <a:pt x="77777" y="55300"/>
                  </a:lnTo>
                  <a:lnTo>
                    <a:pt x="77582" y="54534"/>
                  </a:lnTo>
                  <a:lnTo>
                    <a:pt x="77370" y="53752"/>
                  </a:lnTo>
                  <a:lnTo>
                    <a:pt x="77158" y="53003"/>
                  </a:lnTo>
                  <a:lnTo>
                    <a:pt x="76914" y="52237"/>
                  </a:lnTo>
                  <a:lnTo>
                    <a:pt x="76637" y="51504"/>
                  </a:lnTo>
                  <a:lnTo>
                    <a:pt x="76360" y="50755"/>
                  </a:lnTo>
                  <a:lnTo>
                    <a:pt x="76067" y="50038"/>
                  </a:lnTo>
                  <a:lnTo>
                    <a:pt x="75758" y="49305"/>
                  </a:lnTo>
                  <a:lnTo>
                    <a:pt x="75416" y="48605"/>
                  </a:lnTo>
                  <a:lnTo>
                    <a:pt x="75074" y="47905"/>
                  </a:lnTo>
                  <a:lnTo>
                    <a:pt x="74715" y="47204"/>
                  </a:lnTo>
                  <a:lnTo>
                    <a:pt x="74324" y="46536"/>
                  </a:lnTo>
                  <a:lnTo>
                    <a:pt x="73933" y="45852"/>
                  </a:lnTo>
                  <a:lnTo>
                    <a:pt x="73510" y="45201"/>
                  </a:lnTo>
                  <a:lnTo>
                    <a:pt x="73086" y="44549"/>
                  </a:lnTo>
                  <a:lnTo>
                    <a:pt x="72647" y="43914"/>
                  </a:lnTo>
                  <a:lnTo>
                    <a:pt x="72191" y="43279"/>
                  </a:lnTo>
                  <a:lnTo>
                    <a:pt x="71718" y="42660"/>
                  </a:lnTo>
                  <a:lnTo>
                    <a:pt x="71230" y="42057"/>
                  </a:lnTo>
                  <a:lnTo>
                    <a:pt x="70725" y="41471"/>
                  </a:lnTo>
                  <a:lnTo>
                    <a:pt x="70220" y="40884"/>
                  </a:lnTo>
                  <a:lnTo>
                    <a:pt x="69682" y="40330"/>
                  </a:lnTo>
                  <a:lnTo>
                    <a:pt x="69145" y="39777"/>
                  </a:lnTo>
                  <a:lnTo>
                    <a:pt x="68591" y="39223"/>
                  </a:lnTo>
                  <a:lnTo>
                    <a:pt x="68021" y="38702"/>
                  </a:lnTo>
                  <a:lnTo>
                    <a:pt x="67451" y="38180"/>
                  </a:lnTo>
                  <a:lnTo>
                    <a:pt x="66864" y="37692"/>
                  </a:lnTo>
                  <a:lnTo>
                    <a:pt x="66245" y="37203"/>
                  </a:lnTo>
                  <a:lnTo>
                    <a:pt x="65643" y="36731"/>
                  </a:lnTo>
                  <a:lnTo>
                    <a:pt x="65007" y="36275"/>
                  </a:lnTo>
                  <a:lnTo>
                    <a:pt x="64372" y="35835"/>
                  </a:lnTo>
                  <a:lnTo>
                    <a:pt x="63721" y="35395"/>
                  </a:lnTo>
                  <a:lnTo>
                    <a:pt x="63069" y="34988"/>
                  </a:lnTo>
                  <a:lnTo>
                    <a:pt x="62385" y="34597"/>
                  </a:lnTo>
                  <a:lnTo>
                    <a:pt x="61717" y="34206"/>
                  </a:lnTo>
                  <a:lnTo>
                    <a:pt x="61017" y="33848"/>
                  </a:lnTo>
                  <a:lnTo>
                    <a:pt x="60316" y="33506"/>
                  </a:lnTo>
                  <a:lnTo>
                    <a:pt x="59600" y="33164"/>
                  </a:lnTo>
                  <a:lnTo>
                    <a:pt x="58883" y="32854"/>
                  </a:lnTo>
                  <a:lnTo>
                    <a:pt x="58166" y="32561"/>
                  </a:lnTo>
                  <a:lnTo>
                    <a:pt x="57417" y="32268"/>
                  </a:lnTo>
                  <a:lnTo>
                    <a:pt x="56668" y="32007"/>
                  </a:lnTo>
                  <a:lnTo>
                    <a:pt x="55918" y="31763"/>
                  </a:lnTo>
                  <a:lnTo>
                    <a:pt x="55153" y="31535"/>
                  </a:lnTo>
                  <a:lnTo>
                    <a:pt x="54387" y="31323"/>
                  </a:lnTo>
                  <a:lnTo>
                    <a:pt x="53606" y="31144"/>
                  </a:lnTo>
                  <a:lnTo>
                    <a:pt x="52824" y="30965"/>
                  </a:lnTo>
                  <a:lnTo>
                    <a:pt x="52042" y="30818"/>
                  </a:lnTo>
                  <a:lnTo>
                    <a:pt x="51244" y="30688"/>
                  </a:lnTo>
                  <a:lnTo>
                    <a:pt x="50429" y="30574"/>
                  </a:lnTo>
                  <a:lnTo>
                    <a:pt x="49615" y="30476"/>
                  </a:lnTo>
                  <a:lnTo>
                    <a:pt x="48800" y="30411"/>
                  </a:lnTo>
                  <a:lnTo>
                    <a:pt x="47986" y="30362"/>
                  </a:lnTo>
                  <a:lnTo>
                    <a:pt x="47155" y="30329"/>
                  </a:lnTo>
                  <a:lnTo>
                    <a:pt x="46325" y="30313"/>
                  </a:lnTo>
                  <a:lnTo>
                    <a:pt x="45706" y="30313"/>
                  </a:lnTo>
                  <a:lnTo>
                    <a:pt x="45103" y="30329"/>
                  </a:lnTo>
                  <a:lnTo>
                    <a:pt x="44484" y="30362"/>
                  </a:lnTo>
                  <a:lnTo>
                    <a:pt x="43881" y="30411"/>
                  </a:lnTo>
                  <a:lnTo>
                    <a:pt x="43295" y="30460"/>
                  </a:lnTo>
                  <a:lnTo>
                    <a:pt x="42692" y="30525"/>
                  </a:lnTo>
                  <a:lnTo>
                    <a:pt x="42090" y="30590"/>
                  </a:lnTo>
                  <a:lnTo>
                    <a:pt x="41503" y="30671"/>
                  </a:lnTo>
                  <a:lnTo>
                    <a:pt x="40917" y="30769"/>
                  </a:lnTo>
                  <a:lnTo>
                    <a:pt x="40331" y="30867"/>
                  </a:lnTo>
                  <a:lnTo>
                    <a:pt x="39760" y="30997"/>
                  </a:lnTo>
                  <a:lnTo>
                    <a:pt x="39174" y="31111"/>
                  </a:lnTo>
                  <a:lnTo>
                    <a:pt x="38604" y="31258"/>
                  </a:lnTo>
                  <a:lnTo>
                    <a:pt x="38034" y="31388"/>
                  </a:lnTo>
                  <a:lnTo>
                    <a:pt x="37464" y="31551"/>
                  </a:lnTo>
                  <a:lnTo>
                    <a:pt x="36910" y="31714"/>
                  </a:lnTo>
                  <a:lnTo>
                    <a:pt x="36780" y="30883"/>
                  </a:lnTo>
                  <a:lnTo>
                    <a:pt x="36617" y="30053"/>
                  </a:lnTo>
                  <a:lnTo>
                    <a:pt x="36454" y="29222"/>
                  </a:lnTo>
                  <a:lnTo>
                    <a:pt x="36258" y="28407"/>
                  </a:lnTo>
                  <a:lnTo>
                    <a:pt x="36047" y="27593"/>
                  </a:lnTo>
                  <a:lnTo>
                    <a:pt x="35819" y="26779"/>
                  </a:lnTo>
                  <a:lnTo>
                    <a:pt x="35574" y="25980"/>
                  </a:lnTo>
                  <a:lnTo>
                    <a:pt x="35314" y="25199"/>
                  </a:lnTo>
                  <a:lnTo>
                    <a:pt x="35037" y="24417"/>
                  </a:lnTo>
                  <a:lnTo>
                    <a:pt x="34744" y="23635"/>
                  </a:lnTo>
                  <a:lnTo>
                    <a:pt x="34434" y="22886"/>
                  </a:lnTo>
                  <a:lnTo>
                    <a:pt x="34108" y="22120"/>
                  </a:lnTo>
                  <a:lnTo>
                    <a:pt x="33750" y="21371"/>
                  </a:lnTo>
                  <a:lnTo>
                    <a:pt x="33392" y="20638"/>
                  </a:lnTo>
                  <a:lnTo>
                    <a:pt x="33017" y="19905"/>
                  </a:lnTo>
                  <a:lnTo>
                    <a:pt x="32626" y="19188"/>
                  </a:lnTo>
                  <a:lnTo>
                    <a:pt x="32219" y="18471"/>
                  </a:lnTo>
                  <a:lnTo>
                    <a:pt x="31812" y="17771"/>
                  </a:lnTo>
                  <a:lnTo>
                    <a:pt x="31372" y="17087"/>
                  </a:lnTo>
                  <a:lnTo>
                    <a:pt x="30916" y="16403"/>
                  </a:lnTo>
                  <a:lnTo>
                    <a:pt x="30460" y="15735"/>
                  </a:lnTo>
                  <a:lnTo>
                    <a:pt x="29971" y="15067"/>
                  </a:lnTo>
                  <a:lnTo>
                    <a:pt x="29483" y="14432"/>
                  </a:lnTo>
                  <a:lnTo>
                    <a:pt x="28978" y="13797"/>
                  </a:lnTo>
                  <a:lnTo>
                    <a:pt x="28456" y="13161"/>
                  </a:lnTo>
                  <a:lnTo>
                    <a:pt x="27919" y="12559"/>
                  </a:lnTo>
                  <a:lnTo>
                    <a:pt x="27381" y="11956"/>
                  </a:lnTo>
                  <a:lnTo>
                    <a:pt x="26811" y="11353"/>
                  </a:lnTo>
                  <a:lnTo>
                    <a:pt x="26241" y="10783"/>
                  </a:lnTo>
                  <a:lnTo>
                    <a:pt x="25655" y="10213"/>
                  </a:lnTo>
                  <a:lnTo>
                    <a:pt x="25068" y="9659"/>
                  </a:lnTo>
                  <a:lnTo>
                    <a:pt x="24449" y="9122"/>
                  </a:lnTo>
                  <a:lnTo>
                    <a:pt x="23830" y="8601"/>
                  </a:lnTo>
                  <a:lnTo>
                    <a:pt x="23195" y="8080"/>
                  </a:lnTo>
                  <a:lnTo>
                    <a:pt x="22560" y="7591"/>
                  </a:lnTo>
                  <a:lnTo>
                    <a:pt x="21908" y="7102"/>
                  </a:lnTo>
                  <a:lnTo>
                    <a:pt x="21241" y="6630"/>
                  </a:lnTo>
                  <a:lnTo>
                    <a:pt x="20573" y="6174"/>
                  </a:lnTo>
                  <a:lnTo>
                    <a:pt x="19889" y="5734"/>
                  </a:lnTo>
                  <a:lnTo>
                    <a:pt x="19188" y="5294"/>
                  </a:lnTo>
                  <a:lnTo>
                    <a:pt x="18472" y="4887"/>
                  </a:lnTo>
                  <a:lnTo>
                    <a:pt x="17771" y="4496"/>
                  </a:lnTo>
                  <a:lnTo>
                    <a:pt x="17038" y="4105"/>
                  </a:lnTo>
                  <a:lnTo>
                    <a:pt x="16305" y="3731"/>
                  </a:lnTo>
                  <a:lnTo>
                    <a:pt x="15556" y="3388"/>
                  </a:lnTo>
                  <a:lnTo>
                    <a:pt x="14807" y="3046"/>
                  </a:lnTo>
                  <a:lnTo>
                    <a:pt x="14041" y="2737"/>
                  </a:lnTo>
                  <a:lnTo>
                    <a:pt x="13276" y="2427"/>
                  </a:lnTo>
                  <a:lnTo>
                    <a:pt x="12494" y="2151"/>
                  </a:lnTo>
                  <a:lnTo>
                    <a:pt x="11712" y="1874"/>
                  </a:lnTo>
                  <a:lnTo>
                    <a:pt x="10930" y="1629"/>
                  </a:lnTo>
                  <a:lnTo>
                    <a:pt x="10116" y="1385"/>
                  </a:lnTo>
                  <a:lnTo>
                    <a:pt x="9318" y="1173"/>
                  </a:lnTo>
                  <a:lnTo>
                    <a:pt x="8503" y="961"/>
                  </a:lnTo>
                  <a:lnTo>
                    <a:pt x="7672" y="782"/>
                  </a:lnTo>
                  <a:lnTo>
                    <a:pt x="6842" y="619"/>
                  </a:lnTo>
                  <a:lnTo>
                    <a:pt x="6011" y="473"/>
                  </a:lnTo>
                  <a:lnTo>
                    <a:pt x="5164" y="359"/>
                  </a:lnTo>
                  <a:lnTo>
                    <a:pt x="4317" y="245"/>
                  </a:lnTo>
                  <a:lnTo>
                    <a:pt x="3470" y="163"/>
                  </a:lnTo>
                  <a:lnTo>
                    <a:pt x="2607" y="82"/>
                  </a:lnTo>
                  <a:lnTo>
                    <a:pt x="1743" y="33"/>
                  </a:lnTo>
                  <a:lnTo>
                    <a:pt x="8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1"/>
            <p:cNvSpPr/>
            <p:nvPr/>
          </p:nvSpPr>
          <p:spPr>
            <a:xfrm>
              <a:off x="2186634" y="2351403"/>
              <a:ext cx="554091" cy="1163139"/>
            </a:xfrm>
            <a:custGeom>
              <a:avLst/>
              <a:gdLst/>
              <a:ahLst/>
              <a:cxnLst/>
              <a:rect l="l" t="t" r="r" b="b"/>
              <a:pathLst>
                <a:path w="36780" h="77208" extrusionOk="0">
                  <a:moveTo>
                    <a:pt x="4984" y="1287"/>
                  </a:moveTo>
                  <a:lnTo>
                    <a:pt x="5408" y="1303"/>
                  </a:lnTo>
                  <a:lnTo>
                    <a:pt x="5848" y="1352"/>
                  </a:lnTo>
                  <a:lnTo>
                    <a:pt x="6027" y="1368"/>
                  </a:lnTo>
                  <a:lnTo>
                    <a:pt x="6206" y="1417"/>
                  </a:lnTo>
                  <a:lnTo>
                    <a:pt x="6385" y="1466"/>
                  </a:lnTo>
                  <a:lnTo>
                    <a:pt x="6581" y="1531"/>
                  </a:lnTo>
                  <a:lnTo>
                    <a:pt x="6972" y="1678"/>
                  </a:lnTo>
                  <a:lnTo>
                    <a:pt x="7362" y="1873"/>
                  </a:lnTo>
                  <a:lnTo>
                    <a:pt x="7753" y="2118"/>
                  </a:lnTo>
                  <a:lnTo>
                    <a:pt x="8144" y="2378"/>
                  </a:lnTo>
                  <a:lnTo>
                    <a:pt x="8535" y="2688"/>
                  </a:lnTo>
                  <a:lnTo>
                    <a:pt x="8910" y="3014"/>
                  </a:lnTo>
                  <a:lnTo>
                    <a:pt x="9268" y="3356"/>
                  </a:lnTo>
                  <a:lnTo>
                    <a:pt x="9594" y="3714"/>
                  </a:lnTo>
                  <a:lnTo>
                    <a:pt x="9903" y="4105"/>
                  </a:lnTo>
                  <a:lnTo>
                    <a:pt x="10164" y="4496"/>
                  </a:lnTo>
                  <a:lnTo>
                    <a:pt x="10294" y="4691"/>
                  </a:lnTo>
                  <a:lnTo>
                    <a:pt x="10408" y="4887"/>
                  </a:lnTo>
                  <a:lnTo>
                    <a:pt x="10506" y="5098"/>
                  </a:lnTo>
                  <a:lnTo>
                    <a:pt x="10588" y="5294"/>
                  </a:lnTo>
                  <a:lnTo>
                    <a:pt x="10669" y="5489"/>
                  </a:lnTo>
                  <a:lnTo>
                    <a:pt x="10718" y="5701"/>
                  </a:lnTo>
                  <a:lnTo>
                    <a:pt x="10767" y="5897"/>
                  </a:lnTo>
                  <a:lnTo>
                    <a:pt x="10816" y="6092"/>
                  </a:lnTo>
                  <a:lnTo>
                    <a:pt x="10848" y="6239"/>
                  </a:lnTo>
                  <a:lnTo>
                    <a:pt x="10913" y="6369"/>
                  </a:lnTo>
                  <a:lnTo>
                    <a:pt x="11011" y="6483"/>
                  </a:lnTo>
                  <a:lnTo>
                    <a:pt x="11125" y="6564"/>
                  </a:lnTo>
                  <a:lnTo>
                    <a:pt x="11255" y="6630"/>
                  </a:lnTo>
                  <a:lnTo>
                    <a:pt x="11402" y="6646"/>
                  </a:lnTo>
                  <a:lnTo>
                    <a:pt x="11549" y="6646"/>
                  </a:lnTo>
                  <a:lnTo>
                    <a:pt x="11679" y="6613"/>
                  </a:lnTo>
                  <a:lnTo>
                    <a:pt x="11874" y="6532"/>
                  </a:lnTo>
                  <a:lnTo>
                    <a:pt x="12070" y="6483"/>
                  </a:lnTo>
                  <a:lnTo>
                    <a:pt x="12282" y="6434"/>
                  </a:lnTo>
                  <a:lnTo>
                    <a:pt x="12493" y="6385"/>
                  </a:lnTo>
                  <a:lnTo>
                    <a:pt x="12721" y="6353"/>
                  </a:lnTo>
                  <a:lnTo>
                    <a:pt x="12966" y="6336"/>
                  </a:lnTo>
                  <a:lnTo>
                    <a:pt x="13210" y="6320"/>
                  </a:lnTo>
                  <a:lnTo>
                    <a:pt x="13471" y="6304"/>
                  </a:lnTo>
                  <a:lnTo>
                    <a:pt x="13829" y="6320"/>
                  </a:lnTo>
                  <a:lnTo>
                    <a:pt x="14220" y="6353"/>
                  </a:lnTo>
                  <a:lnTo>
                    <a:pt x="14611" y="6402"/>
                  </a:lnTo>
                  <a:lnTo>
                    <a:pt x="15002" y="6467"/>
                  </a:lnTo>
                  <a:lnTo>
                    <a:pt x="15393" y="6532"/>
                  </a:lnTo>
                  <a:lnTo>
                    <a:pt x="15784" y="6630"/>
                  </a:lnTo>
                  <a:lnTo>
                    <a:pt x="16174" y="6744"/>
                  </a:lnTo>
                  <a:lnTo>
                    <a:pt x="16549" y="6874"/>
                  </a:lnTo>
                  <a:lnTo>
                    <a:pt x="16924" y="7004"/>
                  </a:lnTo>
                  <a:lnTo>
                    <a:pt x="17298" y="7151"/>
                  </a:lnTo>
                  <a:lnTo>
                    <a:pt x="17640" y="7314"/>
                  </a:lnTo>
                  <a:lnTo>
                    <a:pt x="17982" y="7477"/>
                  </a:lnTo>
                  <a:lnTo>
                    <a:pt x="18292" y="7656"/>
                  </a:lnTo>
                  <a:lnTo>
                    <a:pt x="18601" y="7851"/>
                  </a:lnTo>
                  <a:lnTo>
                    <a:pt x="18878" y="8047"/>
                  </a:lnTo>
                  <a:lnTo>
                    <a:pt x="19123" y="8258"/>
                  </a:lnTo>
                  <a:lnTo>
                    <a:pt x="19318" y="8438"/>
                  </a:lnTo>
                  <a:lnTo>
                    <a:pt x="19514" y="8617"/>
                  </a:lnTo>
                  <a:lnTo>
                    <a:pt x="19693" y="8812"/>
                  </a:lnTo>
                  <a:lnTo>
                    <a:pt x="19872" y="9024"/>
                  </a:lnTo>
                  <a:lnTo>
                    <a:pt x="20051" y="9236"/>
                  </a:lnTo>
                  <a:lnTo>
                    <a:pt x="20214" y="9447"/>
                  </a:lnTo>
                  <a:lnTo>
                    <a:pt x="20523" y="9920"/>
                  </a:lnTo>
                  <a:lnTo>
                    <a:pt x="20800" y="10408"/>
                  </a:lnTo>
                  <a:lnTo>
                    <a:pt x="21045" y="10913"/>
                  </a:lnTo>
                  <a:lnTo>
                    <a:pt x="21273" y="11451"/>
                  </a:lnTo>
                  <a:lnTo>
                    <a:pt x="21452" y="12005"/>
                  </a:lnTo>
                  <a:lnTo>
                    <a:pt x="21550" y="12363"/>
                  </a:lnTo>
                  <a:lnTo>
                    <a:pt x="21631" y="12754"/>
                  </a:lnTo>
                  <a:lnTo>
                    <a:pt x="21680" y="13145"/>
                  </a:lnTo>
                  <a:lnTo>
                    <a:pt x="21696" y="13536"/>
                  </a:lnTo>
                  <a:lnTo>
                    <a:pt x="21712" y="13927"/>
                  </a:lnTo>
                  <a:lnTo>
                    <a:pt x="21680" y="14318"/>
                  </a:lnTo>
                  <a:lnTo>
                    <a:pt x="21647" y="14692"/>
                  </a:lnTo>
                  <a:lnTo>
                    <a:pt x="21566" y="15051"/>
                  </a:lnTo>
                  <a:lnTo>
                    <a:pt x="21566" y="15132"/>
                  </a:lnTo>
                  <a:lnTo>
                    <a:pt x="21550" y="15214"/>
                  </a:lnTo>
                  <a:lnTo>
                    <a:pt x="21566" y="15295"/>
                  </a:lnTo>
                  <a:lnTo>
                    <a:pt x="21582" y="15360"/>
                  </a:lnTo>
                  <a:lnTo>
                    <a:pt x="21615" y="15442"/>
                  </a:lnTo>
                  <a:lnTo>
                    <a:pt x="21647" y="15507"/>
                  </a:lnTo>
                  <a:lnTo>
                    <a:pt x="21696" y="15572"/>
                  </a:lnTo>
                  <a:lnTo>
                    <a:pt x="21745" y="15637"/>
                  </a:lnTo>
                  <a:lnTo>
                    <a:pt x="21810" y="15702"/>
                  </a:lnTo>
                  <a:lnTo>
                    <a:pt x="21875" y="15735"/>
                  </a:lnTo>
                  <a:lnTo>
                    <a:pt x="21957" y="15784"/>
                  </a:lnTo>
                  <a:lnTo>
                    <a:pt x="22022" y="15800"/>
                  </a:lnTo>
                  <a:lnTo>
                    <a:pt x="22103" y="15816"/>
                  </a:lnTo>
                  <a:lnTo>
                    <a:pt x="22185" y="15833"/>
                  </a:lnTo>
                  <a:lnTo>
                    <a:pt x="22266" y="15833"/>
                  </a:lnTo>
                  <a:lnTo>
                    <a:pt x="22348" y="15816"/>
                  </a:lnTo>
                  <a:lnTo>
                    <a:pt x="22608" y="15751"/>
                  </a:lnTo>
                  <a:lnTo>
                    <a:pt x="22885" y="15719"/>
                  </a:lnTo>
                  <a:lnTo>
                    <a:pt x="23162" y="15702"/>
                  </a:lnTo>
                  <a:lnTo>
                    <a:pt x="23439" y="15686"/>
                  </a:lnTo>
                  <a:lnTo>
                    <a:pt x="23667" y="15702"/>
                  </a:lnTo>
                  <a:lnTo>
                    <a:pt x="23895" y="15719"/>
                  </a:lnTo>
                  <a:lnTo>
                    <a:pt x="24123" y="15735"/>
                  </a:lnTo>
                  <a:lnTo>
                    <a:pt x="24351" y="15784"/>
                  </a:lnTo>
                  <a:lnTo>
                    <a:pt x="24579" y="15833"/>
                  </a:lnTo>
                  <a:lnTo>
                    <a:pt x="24807" y="15881"/>
                  </a:lnTo>
                  <a:lnTo>
                    <a:pt x="25247" y="16028"/>
                  </a:lnTo>
                  <a:lnTo>
                    <a:pt x="25703" y="16207"/>
                  </a:lnTo>
                  <a:lnTo>
                    <a:pt x="26127" y="16435"/>
                  </a:lnTo>
                  <a:lnTo>
                    <a:pt x="26550" y="16696"/>
                  </a:lnTo>
                  <a:lnTo>
                    <a:pt x="26974" y="16973"/>
                  </a:lnTo>
                  <a:lnTo>
                    <a:pt x="27365" y="17298"/>
                  </a:lnTo>
                  <a:lnTo>
                    <a:pt x="27739" y="17657"/>
                  </a:lnTo>
                  <a:lnTo>
                    <a:pt x="28097" y="18031"/>
                  </a:lnTo>
                  <a:lnTo>
                    <a:pt x="28440" y="18439"/>
                  </a:lnTo>
                  <a:lnTo>
                    <a:pt x="28765" y="18862"/>
                  </a:lnTo>
                  <a:lnTo>
                    <a:pt x="29042" y="19318"/>
                  </a:lnTo>
                  <a:lnTo>
                    <a:pt x="29303" y="19807"/>
                  </a:lnTo>
                  <a:lnTo>
                    <a:pt x="29547" y="20296"/>
                  </a:lnTo>
                  <a:lnTo>
                    <a:pt x="29677" y="20638"/>
                  </a:lnTo>
                  <a:lnTo>
                    <a:pt x="29808" y="20980"/>
                  </a:lnTo>
                  <a:lnTo>
                    <a:pt x="29906" y="21338"/>
                  </a:lnTo>
                  <a:lnTo>
                    <a:pt x="30003" y="21680"/>
                  </a:lnTo>
                  <a:lnTo>
                    <a:pt x="30085" y="22022"/>
                  </a:lnTo>
                  <a:lnTo>
                    <a:pt x="30150" y="22380"/>
                  </a:lnTo>
                  <a:lnTo>
                    <a:pt x="30199" y="22723"/>
                  </a:lnTo>
                  <a:lnTo>
                    <a:pt x="30231" y="23081"/>
                  </a:lnTo>
                  <a:lnTo>
                    <a:pt x="30264" y="23423"/>
                  </a:lnTo>
                  <a:lnTo>
                    <a:pt x="30264" y="23781"/>
                  </a:lnTo>
                  <a:lnTo>
                    <a:pt x="30264" y="24123"/>
                  </a:lnTo>
                  <a:lnTo>
                    <a:pt x="30248" y="24465"/>
                  </a:lnTo>
                  <a:lnTo>
                    <a:pt x="30199" y="24807"/>
                  </a:lnTo>
                  <a:lnTo>
                    <a:pt x="30150" y="25149"/>
                  </a:lnTo>
                  <a:lnTo>
                    <a:pt x="30085" y="25492"/>
                  </a:lnTo>
                  <a:lnTo>
                    <a:pt x="30003" y="25817"/>
                  </a:lnTo>
                  <a:lnTo>
                    <a:pt x="29938" y="26062"/>
                  </a:lnTo>
                  <a:lnTo>
                    <a:pt x="29857" y="26306"/>
                  </a:lnTo>
                  <a:lnTo>
                    <a:pt x="29759" y="26550"/>
                  </a:lnTo>
                  <a:lnTo>
                    <a:pt x="29645" y="26811"/>
                  </a:lnTo>
                  <a:lnTo>
                    <a:pt x="29515" y="27088"/>
                  </a:lnTo>
                  <a:lnTo>
                    <a:pt x="29368" y="27348"/>
                  </a:lnTo>
                  <a:lnTo>
                    <a:pt x="29221" y="27609"/>
                  </a:lnTo>
                  <a:lnTo>
                    <a:pt x="29059" y="27870"/>
                  </a:lnTo>
                  <a:lnTo>
                    <a:pt x="29010" y="27935"/>
                  </a:lnTo>
                  <a:lnTo>
                    <a:pt x="28977" y="28016"/>
                  </a:lnTo>
                  <a:lnTo>
                    <a:pt x="28961" y="28098"/>
                  </a:lnTo>
                  <a:lnTo>
                    <a:pt x="28961" y="28195"/>
                  </a:lnTo>
                  <a:lnTo>
                    <a:pt x="28961" y="28277"/>
                  </a:lnTo>
                  <a:lnTo>
                    <a:pt x="28977" y="28358"/>
                  </a:lnTo>
                  <a:lnTo>
                    <a:pt x="28993" y="28440"/>
                  </a:lnTo>
                  <a:lnTo>
                    <a:pt x="29026" y="28521"/>
                  </a:lnTo>
                  <a:lnTo>
                    <a:pt x="29075" y="28586"/>
                  </a:lnTo>
                  <a:lnTo>
                    <a:pt x="29140" y="28651"/>
                  </a:lnTo>
                  <a:lnTo>
                    <a:pt x="29205" y="28717"/>
                  </a:lnTo>
                  <a:lnTo>
                    <a:pt x="29270" y="28765"/>
                  </a:lnTo>
                  <a:lnTo>
                    <a:pt x="29352" y="28798"/>
                  </a:lnTo>
                  <a:lnTo>
                    <a:pt x="29433" y="28831"/>
                  </a:lnTo>
                  <a:lnTo>
                    <a:pt x="29515" y="28847"/>
                  </a:lnTo>
                  <a:lnTo>
                    <a:pt x="29596" y="28847"/>
                  </a:lnTo>
                  <a:lnTo>
                    <a:pt x="29791" y="28880"/>
                  </a:lnTo>
                  <a:lnTo>
                    <a:pt x="30085" y="28961"/>
                  </a:lnTo>
                  <a:lnTo>
                    <a:pt x="30492" y="29091"/>
                  </a:lnTo>
                  <a:lnTo>
                    <a:pt x="30720" y="29189"/>
                  </a:lnTo>
                  <a:lnTo>
                    <a:pt x="30964" y="29303"/>
                  </a:lnTo>
                  <a:lnTo>
                    <a:pt x="31225" y="29433"/>
                  </a:lnTo>
                  <a:lnTo>
                    <a:pt x="31502" y="29580"/>
                  </a:lnTo>
                  <a:lnTo>
                    <a:pt x="31779" y="29759"/>
                  </a:lnTo>
                  <a:lnTo>
                    <a:pt x="32056" y="29955"/>
                  </a:lnTo>
                  <a:lnTo>
                    <a:pt x="32349" y="30166"/>
                  </a:lnTo>
                  <a:lnTo>
                    <a:pt x="32642" y="30394"/>
                  </a:lnTo>
                  <a:lnTo>
                    <a:pt x="32935" y="30655"/>
                  </a:lnTo>
                  <a:lnTo>
                    <a:pt x="33228" y="30932"/>
                  </a:lnTo>
                  <a:lnTo>
                    <a:pt x="33505" y="31225"/>
                  </a:lnTo>
                  <a:lnTo>
                    <a:pt x="33766" y="31535"/>
                  </a:lnTo>
                  <a:lnTo>
                    <a:pt x="34010" y="31860"/>
                  </a:lnTo>
                  <a:lnTo>
                    <a:pt x="34238" y="32186"/>
                  </a:lnTo>
                  <a:lnTo>
                    <a:pt x="34450" y="32528"/>
                  </a:lnTo>
                  <a:lnTo>
                    <a:pt x="34629" y="32870"/>
                  </a:lnTo>
                  <a:lnTo>
                    <a:pt x="34808" y="33229"/>
                  </a:lnTo>
                  <a:lnTo>
                    <a:pt x="34955" y="33603"/>
                  </a:lnTo>
                  <a:lnTo>
                    <a:pt x="35085" y="33994"/>
                  </a:lnTo>
                  <a:lnTo>
                    <a:pt x="35199" y="34385"/>
                  </a:lnTo>
                  <a:lnTo>
                    <a:pt x="35297" y="34776"/>
                  </a:lnTo>
                  <a:lnTo>
                    <a:pt x="35378" y="35199"/>
                  </a:lnTo>
                  <a:lnTo>
                    <a:pt x="35427" y="35607"/>
                  </a:lnTo>
                  <a:lnTo>
                    <a:pt x="35476" y="36046"/>
                  </a:lnTo>
                  <a:lnTo>
                    <a:pt x="35492" y="36486"/>
                  </a:lnTo>
                  <a:lnTo>
                    <a:pt x="35492" y="36942"/>
                  </a:lnTo>
                  <a:lnTo>
                    <a:pt x="35476" y="37366"/>
                  </a:lnTo>
                  <a:lnTo>
                    <a:pt x="35460" y="37789"/>
                  </a:lnTo>
                  <a:lnTo>
                    <a:pt x="35411" y="38180"/>
                  </a:lnTo>
                  <a:lnTo>
                    <a:pt x="35362" y="38571"/>
                  </a:lnTo>
                  <a:lnTo>
                    <a:pt x="35297" y="38946"/>
                  </a:lnTo>
                  <a:lnTo>
                    <a:pt x="35215" y="39304"/>
                  </a:lnTo>
                  <a:lnTo>
                    <a:pt x="35118" y="39662"/>
                  </a:lnTo>
                  <a:lnTo>
                    <a:pt x="35020" y="39988"/>
                  </a:lnTo>
                  <a:lnTo>
                    <a:pt x="34922" y="40314"/>
                  </a:lnTo>
                  <a:lnTo>
                    <a:pt x="34792" y="40623"/>
                  </a:lnTo>
                  <a:lnTo>
                    <a:pt x="34678" y="40917"/>
                  </a:lnTo>
                  <a:lnTo>
                    <a:pt x="34548" y="41194"/>
                  </a:lnTo>
                  <a:lnTo>
                    <a:pt x="34401" y="41470"/>
                  </a:lnTo>
                  <a:lnTo>
                    <a:pt x="34271" y="41731"/>
                  </a:lnTo>
                  <a:lnTo>
                    <a:pt x="33961" y="42220"/>
                  </a:lnTo>
                  <a:lnTo>
                    <a:pt x="33652" y="42643"/>
                  </a:lnTo>
                  <a:lnTo>
                    <a:pt x="33342" y="43050"/>
                  </a:lnTo>
                  <a:lnTo>
                    <a:pt x="33033" y="43392"/>
                  </a:lnTo>
                  <a:lnTo>
                    <a:pt x="32723" y="43718"/>
                  </a:lnTo>
                  <a:lnTo>
                    <a:pt x="32446" y="43979"/>
                  </a:lnTo>
                  <a:lnTo>
                    <a:pt x="32170" y="44223"/>
                  </a:lnTo>
                  <a:lnTo>
                    <a:pt x="31714" y="44598"/>
                  </a:lnTo>
                  <a:lnTo>
                    <a:pt x="31502" y="44777"/>
                  </a:lnTo>
                  <a:lnTo>
                    <a:pt x="31339" y="44907"/>
                  </a:lnTo>
                  <a:lnTo>
                    <a:pt x="31257" y="45021"/>
                  </a:lnTo>
                  <a:lnTo>
                    <a:pt x="31192" y="45152"/>
                  </a:lnTo>
                  <a:lnTo>
                    <a:pt x="31160" y="45298"/>
                  </a:lnTo>
                  <a:lnTo>
                    <a:pt x="31160" y="45445"/>
                  </a:lnTo>
                  <a:lnTo>
                    <a:pt x="31192" y="45575"/>
                  </a:lnTo>
                  <a:lnTo>
                    <a:pt x="31257" y="45705"/>
                  </a:lnTo>
                  <a:lnTo>
                    <a:pt x="31339" y="45819"/>
                  </a:lnTo>
                  <a:lnTo>
                    <a:pt x="31453" y="45901"/>
                  </a:lnTo>
                  <a:lnTo>
                    <a:pt x="31714" y="46080"/>
                  </a:lnTo>
                  <a:lnTo>
                    <a:pt x="31958" y="46276"/>
                  </a:lnTo>
                  <a:lnTo>
                    <a:pt x="32202" y="46471"/>
                  </a:lnTo>
                  <a:lnTo>
                    <a:pt x="32414" y="46666"/>
                  </a:lnTo>
                  <a:lnTo>
                    <a:pt x="32626" y="46878"/>
                  </a:lnTo>
                  <a:lnTo>
                    <a:pt x="32805" y="47090"/>
                  </a:lnTo>
                  <a:lnTo>
                    <a:pt x="32984" y="47302"/>
                  </a:lnTo>
                  <a:lnTo>
                    <a:pt x="33147" y="47530"/>
                  </a:lnTo>
                  <a:lnTo>
                    <a:pt x="33310" y="47758"/>
                  </a:lnTo>
                  <a:lnTo>
                    <a:pt x="33440" y="47986"/>
                  </a:lnTo>
                  <a:lnTo>
                    <a:pt x="33570" y="48230"/>
                  </a:lnTo>
                  <a:lnTo>
                    <a:pt x="33684" y="48458"/>
                  </a:lnTo>
                  <a:lnTo>
                    <a:pt x="33798" y="48702"/>
                  </a:lnTo>
                  <a:lnTo>
                    <a:pt x="33880" y="48947"/>
                  </a:lnTo>
                  <a:lnTo>
                    <a:pt x="33961" y="49191"/>
                  </a:lnTo>
                  <a:lnTo>
                    <a:pt x="34043" y="49452"/>
                  </a:lnTo>
                  <a:lnTo>
                    <a:pt x="34108" y="49696"/>
                  </a:lnTo>
                  <a:lnTo>
                    <a:pt x="34157" y="49940"/>
                  </a:lnTo>
                  <a:lnTo>
                    <a:pt x="34222" y="50445"/>
                  </a:lnTo>
                  <a:lnTo>
                    <a:pt x="34271" y="50934"/>
                  </a:lnTo>
                  <a:lnTo>
                    <a:pt x="34271" y="51423"/>
                  </a:lnTo>
                  <a:lnTo>
                    <a:pt x="34254" y="51895"/>
                  </a:lnTo>
                  <a:lnTo>
                    <a:pt x="34189" y="52367"/>
                  </a:lnTo>
                  <a:lnTo>
                    <a:pt x="34108" y="52807"/>
                  </a:lnTo>
                  <a:lnTo>
                    <a:pt x="34010" y="53231"/>
                  </a:lnTo>
                  <a:lnTo>
                    <a:pt x="33864" y="53687"/>
                  </a:lnTo>
                  <a:lnTo>
                    <a:pt x="33701" y="54094"/>
                  </a:lnTo>
                  <a:lnTo>
                    <a:pt x="33522" y="54501"/>
                  </a:lnTo>
                  <a:lnTo>
                    <a:pt x="33310" y="54876"/>
                  </a:lnTo>
                  <a:lnTo>
                    <a:pt x="33098" y="55234"/>
                  </a:lnTo>
                  <a:lnTo>
                    <a:pt x="32854" y="55576"/>
                  </a:lnTo>
                  <a:lnTo>
                    <a:pt x="32593" y="55869"/>
                  </a:lnTo>
                  <a:lnTo>
                    <a:pt x="32316" y="56163"/>
                  </a:lnTo>
                  <a:lnTo>
                    <a:pt x="32023" y="56407"/>
                  </a:lnTo>
                  <a:lnTo>
                    <a:pt x="31730" y="56635"/>
                  </a:lnTo>
                  <a:lnTo>
                    <a:pt x="31404" y="56830"/>
                  </a:lnTo>
                  <a:lnTo>
                    <a:pt x="31078" y="56993"/>
                  </a:lnTo>
                  <a:lnTo>
                    <a:pt x="30736" y="57124"/>
                  </a:lnTo>
                  <a:lnTo>
                    <a:pt x="30394" y="57205"/>
                  </a:lnTo>
                  <a:lnTo>
                    <a:pt x="30036" y="57270"/>
                  </a:lnTo>
                  <a:lnTo>
                    <a:pt x="29677" y="57303"/>
                  </a:lnTo>
                  <a:lnTo>
                    <a:pt x="29515" y="57335"/>
                  </a:lnTo>
                  <a:lnTo>
                    <a:pt x="29384" y="57400"/>
                  </a:lnTo>
                  <a:lnTo>
                    <a:pt x="29254" y="57482"/>
                  </a:lnTo>
                  <a:lnTo>
                    <a:pt x="29156" y="57596"/>
                  </a:lnTo>
                  <a:lnTo>
                    <a:pt x="29091" y="57743"/>
                  </a:lnTo>
                  <a:lnTo>
                    <a:pt x="29059" y="57889"/>
                  </a:lnTo>
                  <a:lnTo>
                    <a:pt x="29059" y="58052"/>
                  </a:lnTo>
                  <a:lnTo>
                    <a:pt x="29107" y="58199"/>
                  </a:lnTo>
                  <a:lnTo>
                    <a:pt x="29124" y="58280"/>
                  </a:lnTo>
                  <a:lnTo>
                    <a:pt x="29189" y="58459"/>
                  </a:lnTo>
                  <a:lnTo>
                    <a:pt x="29238" y="58557"/>
                  </a:lnTo>
                  <a:lnTo>
                    <a:pt x="29303" y="58655"/>
                  </a:lnTo>
                  <a:lnTo>
                    <a:pt x="29449" y="58883"/>
                  </a:lnTo>
                  <a:lnTo>
                    <a:pt x="29596" y="59111"/>
                  </a:lnTo>
                  <a:lnTo>
                    <a:pt x="29726" y="59339"/>
                  </a:lnTo>
                  <a:lnTo>
                    <a:pt x="29824" y="59567"/>
                  </a:lnTo>
                  <a:lnTo>
                    <a:pt x="29922" y="59779"/>
                  </a:lnTo>
                  <a:lnTo>
                    <a:pt x="30020" y="60007"/>
                  </a:lnTo>
                  <a:lnTo>
                    <a:pt x="30085" y="60218"/>
                  </a:lnTo>
                  <a:lnTo>
                    <a:pt x="30150" y="60446"/>
                  </a:lnTo>
                  <a:lnTo>
                    <a:pt x="30248" y="60870"/>
                  </a:lnTo>
                  <a:lnTo>
                    <a:pt x="30313" y="61277"/>
                  </a:lnTo>
                  <a:lnTo>
                    <a:pt x="30345" y="61684"/>
                  </a:lnTo>
                  <a:lnTo>
                    <a:pt x="30329" y="62075"/>
                  </a:lnTo>
                  <a:lnTo>
                    <a:pt x="30313" y="62450"/>
                  </a:lnTo>
                  <a:lnTo>
                    <a:pt x="30248" y="62808"/>
                  </a:lnTo>
                  <a:lnTo>
                    <a:pt x="30182" y="63134"/>
                  </a:lnTo>
                  <a:lnTo>
                    <a:pt x="30085" y="63460"/>
                  </a:lnTo>
                  <a:lnTo>
                    <a:pt x="29987" y="63753"/>
                  </a:lnTo>
                  <a:lnTo>
                    <a:pt x="29873" y="64030"/>
                  </a:lnTo>
                  <a:lnTo>
                    <a:pt x="29759" y="64274"/>
                  </a:lnTo>
                  <a:lnTo>
                    <a:pt x="29645" y="64502"/>
                  </a:lnTo>
                  <a:lnTo>
                    <a:pt x="29417" y="64926"/>
                  </a:lnTo>
                  <a:lnTo>
                    <a:pt x="29156" y="65317"/>
                  </a:lnTo>
                  <a:lnTo>
                    <a:pt x="28863" y="65691"/>
                  </a:lnTo>
                  <a:lnTo>
                    <a:pt x="28554" y="66050"/>
                  </a:lnTo>
                  <a:lnTo>
                    <a:pt x="28228" y="66375"/>
                  </a:lnTo>
                  <a:lnTo>
                    <a:pt x="27869" y="66685"/>
                  </a:lnTo>
                  <a:lnTo>
                    <a:pt x="27495" y="66978"/>
                  </a:lnTo>
                  <a:lnTo>
                    <a:pt x="27120" y="67239"/>
                  </a:lnTo>
                  <a:lnTo>
                    <a:pt x="26713" y="67483"/>
                  </a:lnTo>
                  <a:lnTo>
                    <a:pt x="26306" y="67695"/>
                  </a:lnTo>
                  <a:lnTo>
                    <a:pt x="25882" y="67874"/>
                  </a:lnTo>
                  <a:lnTo>
                    <a:pt x="25459" y="68020"/>
                  </a:lnTo>
                  <a:lnTo>
                    <a:pt x="25035" y="68151"/>
                  </a:lnTo>
                  <a:lnTo>
                    <a:pt x="24596" y="68232"/>
                  </a:lnTo>
                  <a:lnTo>
                    <a:pt x="24156" y="68281"/>
                  </a:lnTo>
                  <a:lnTo>
                    <a:pt x="23716" y="68297"/>
                  </a:lnTo>
                  <a:lnTo>
                    <a:pt x="23472" y="68297"/>
                  </a:lnTo>
                  <a:lnTo>
                    <a:pt x="23227" y="68281"/>
                  </a:lnTo>
                  <a:lnTo>
                    <a:pt x="22983" y="68249"/>
                  </a:lnTo>
                  <a:lnTo>
                    <a:pt x="22739" y="68216"/>
                  </a:lnTo>
                  <a:lnTo>
                    <a:pt x="22511" y="68151"/>
                  </a:lnTo>
                  <a:lnTo>
                    <a:pt x="22266" y="68102"/>
                  </a:lnTo>
                  <a:lnTo>
                    <a:pt x="22038" y="68020"/>
                  </a:lnTo>
                  <a:lnTo>
                    <a:pt x="21810" y="67939"/>
                  </a:lnTo>
                  <a:lnTo>
                    <a:pt x="21680" y="67890"/>
                  </a:lnTo>
                  <a:lnTo>
                    <a:pt x="21550" y="67890"/>
                  </a:lnTo>
                  <a:lnTo>
                    <a:pt x="21403" y="67906"/>
                  </a:lnTo>
                  <a:lnTo>
                    <a:pt x="21273" y="67955"/>
                  </a:lnTo>
                  <a:lnTo>
                    <a:pt x="21159" y="68037"/>
                  </a:lnTo>
                  <a:lnTo>
                    <a:pt x="21061" y="68135"/>
                  </a:lnTo>
                  <a:lnTo>
                    <a:pt x="20996" y="68249"/>
                  </a:lnTo>
                  <a:lnTo>
                    <a:pt x="20947" y="68379"/>
                  </a:lnTo>
                  <a:lnTo>
                    <a:pt x="20817" y="68900"/>
                  </a:lnTo>
                  <a:lnTo>
                    <a:pt x="20637" y="69421"/>
                  </a:lnTo>
                  <a:lnTo>
                    <a:pt x="20426" y="69926"/>
                  </a:lnTo>
                  <a:lnTo>
                    <a:pt x="20181" y="70415"/>
                  </a:lnTo>
                  <a:lnTo>
                    <a:pt x="19904" y="70904"/>
                  </a:lnTo>
                  <a:lnTo>
                    <a:pt x="19611" y="71360"/>
                  </a:lnTo>
                  <a:lnTo>
                    <a:pt x="19269" y="71799"/>
                  </a:lnTo>
                  <a:lnTo>
                    <a:pt x="18927" y="72223"/>
                  </a:lnTo>
                  <a:lnTo>
                    <a:pt x="18699" y="72451"/>
                  </a:lnTo>
                  <a:lnTo>
                    <a:pt x="18471" y="72663"/>
                  </a:lnTo>
                  <a:lnTo>
                    <a:pt x="18210" y="72858"/>
                  </a:lnTo>
                  <a:lnTo>
                    <a:pt x="17950" y="73054"/>
                  </a:lnTo>
                  <a:lnTo>
                    <a:pt x="17689" y="73233"/>
                  </a:lnTo>
                  <a:lnTo>
                    <a:pt x="17396" y="73412"/>
                  </a:lnTo>
                  <a:lnTo>
                    <a:pt x="17103" y="73559"/>
                  </a:lnTo>
                  <a:lnTo>
                    <a:pt x="16810" y="73705"/>
                  </a:lnTo>
                  <a:lnTo>
                    <a:pt x="16500" y="73819"/>
                  </a:lnTo>
                  <a:lnTo>
                    <a:pt x="16191" y="73933"/>
                  </a:lnTo>
                  <a:lnTo>
                    <a:pt x="15881" y="74031"/>
                  </a:lnTo>
                  <a:lnTo>
                    <a:pt x="15572" y="74112"/>
                  </a:lnTo>
                  <a:lnTo>
                    <a:pt x="15246" y="74178"/>
                  </a:lnTo>
                  <a:lnTo>
                    <a:pt x="14937" y="74226"/>
                  </a:lnTo>
                  <a:lnTo>
                    <a:pt x="14611" y="74243"/>
                  </a:lnTo>
                  <a:lnTo>
                    <a:pt x="14301" y="74259"/>
                  </a:lnTo>
                  <a:lnTo>
                    <a:pt x="13992" y="74243"/>
                  </a:lnTo>
                  <a:lnTo>
                    <a:pt x="13666" y="74210"/>
                  </a:lnTo>
                  <a:lnTo>
                    <a:pt x="13324" y="74161"/>
                  </a:lnTo>
                  <a:lnTo>
                    <a:pt x="12966" y="74063"/>
                  </a:lnTo>
                  <a:lnTo>
                    <a:pt x="12607" y="73933"/>
                  </a:lnTo>
                  <a:lnTo>
                    <a:pt x="12412" y="73868"/>
                  </a:lnTo>
                  <a:lnTo>
                    <a:pt x="12233" y="73770"/>
                  </a:lnTo>
                  <a:lnTo>
                    <a:pt x="12053" y="73673"/>
                  </a:lnTo>
                  <a:lnTo>
                    <a:pt x="11891" y="73542"/>
                  </a:lnTo>
                  <a:lnTo>
                    <a:pt x="11711" y="73412"/>
                  </a:lnTo>
                  <a:lnTo>
                    <a:pt x="11549" y="73265"/>
                  </a:lnTo>
                  <a:lnTo>
                    <a:pt x="11435" y="73200"/>
                  </a:lnTo>
                  <a:lnTo>
                    <a:pt x="11337" y="73151"/>
                  </a:lnTo>
                  <a:lnTo>
                    <a:pt x="11206" y="73119"/>
                  </a:lnTo>
                  <a:lnTo>
                    <a:pt x="11092" y="73102"/>
                  </a:lnTo>
                  <a:lnTo>
                    <a:pt x="10962" y="73119"/>
                  </a:lnTo>
                  <a:lnTo>
                    <a:pt x="10848" y="73168"/>
                  </a:lnTo>
                  <a:lnTo>
                    <a:pt x="10750" y="73233"/>
                  </a:lnTo>
                  <a:lnTo>
                    <a:pt x="10653" y="73314"/>
                  </a:lnTo>
                  <a:lnTo>
                    <a:pt x="10327" y="73640"/>
                  </a:lnTo>
                  <a:lnTo>
                    <a:pt x="10001" y="73933"/>
                  </a:lnTo>
                  <a:lnTo>
                    <a:pt x="9659" y="74226"/>
                  </a:lnTo>
                  <a:lnTo>
                    <a:pt x="9366" y="74454"/>
                  </a:lnTo>
                  <a:lnTo>
                    <a:pt x="9122" y="74634"/>
                  </a:lnTo>
                  <a:lnTo>
                    <a:pt x="8877" y="74796"/>
                  </a:lnTo>
                  <a:lnTo>
                    <a:pt x="8617" y="74943"/>
                  </a:lnTo>
                  <a:lnTo>
                    <a:pt x="8356" y="75090"/>
                  </a:lnTo>
                  <a:lnTo>
                    <a:pt x="8112" y="75220"/>
                  </a:lnTo>
                  <a:lnTo>
                    <a:pt x="7835" y="75334"/>
                  </a:lnTo>
                  <a:lnTo>
                    <a:pt x="7574" y="75448"/>
                  </a:lnTo>
                  <a:lnTo>
                    <a:pt x="7314" y="75546"/>
                  </a:lnTo>
                  <a:lnTo>
                    <a:pt x="7053" y="75627"/>
                  </a:lnTo>
                  <a:lnTo>
                    <a:pt x="6776" y="75709"/>
                  </a:lnTo>
                  <a:lnTo>
                    <a:pt x="6515" y="75774"/>
                  </a:lnTo>
                  <a:lnTo>
                    <a:pt x="6255" y="75823"/>
                  </a:lnTo>
                  <a:lnTo>
                    <a:pt x="5978" y="75871"/>
                  </a:lnTo>
                  <a:lnTo>
                    <a:pt x="5717" y="75904"/>
                  </a:lnTo>
                  <a:lnTo>
                    <a:pt x="5457" y="75920"/>
                  </a:lnTo>
                  <a:lnTo>
                    <a:pt x="4952" y="75920"/>
                  </a:lnTo>
                  <a:lnTo>
                    <a:pt x="4724" y="75904"/>
                  </a:lnTo>
                  <a:lnTo>
                    <a:pt x="4479" y="75871"/>
                  </a:lnTo>
                  <a:lnTo>
                    <a:pt x="4251" y="75839"/>
                  </a:lnTo>
                  <a:lnTo>
                    <a:pt x="4023" y="75774"/>
                  </a:lnTo>
                  <a:lnTo>
                    <a:pt x="3812" y="75725"/>
                  </a:lnTo>
                  <a:lnTo>
                    <a:pt x="3600" y="75643"/>
                  </a:lnTo>
                  <a:lnTo>
                    <a:pt x="3404" y="75562"/>
                  </a:lnTo>
                  <a:lnTo>
                    <a:pt x="3193" y="75464"/>
                  </a:lnTo>
                  <a:lnTo>
                    <a:pt x="3013" y="75350"/>
                  </a:lnTo>
                  <a:lnTo>
                    <a:pt x="2818" y="75220"/>
                  </a:lnTo>
                  <a:lnTo>
                    <a:pt x="2639" y="75090"/>
                  </a:lnTo>
                  <a:lnTo>
                    <a:pt x="2476" y="74959"/>
                  </a:lnTo>
                  <a:lnTo>
                    <a:pt x="2297" y="74796"/>
                  </a:lnTo>
                  <a:lnTo>
                    <a:pt x="2150" y="74634"/>
                  </a:lnTo>
                  <a:lnTo>
                    <a:pt x="1987" y="74454"/>
                  </a:lnTo>
                  <a:lnTo>
                    <a:pt x="1938" y="74373"/>
                  </a:lnTo>
                  <a:lnTo>
                    <a:pt x="1873" y="74259"/>
                  </a:lnTo>
                  <a:lnTo>
                    <a:pt x="1792" y="74096"/>
                  </a:lnTo>
                  <a:lnTo>
                    <a:pt x="1694" y="73868"/>
                  </a:lnTo>
                  <a:lnTo>
                    <a:pt x="1596" y="73575"/>
                  </a:lnTo>
                  <a:lnTo>
                    <a:pt x="1499" y="73200"/>
                  </a:lnTo>
                  <a:lnTo>
                    <a:pt x="1401" y="72760"/>
                  </a:lnTo>
                  <a:lnTo>
                    <a:pt x="1303" y="72207"/>
                  </a:lnTo>
                  <a:lnTo>
                    <a:pt x="1303" y="6939"/>
                  </a:lnTo>
                  <a:lnTo>
                    <a:pt x="1287" y="6011"/>
                  </a:lnTo>
                  <a:lnTo>
                    <a:pt x="1303" y="4789"/>
                  </a:lnTo>
                  <a:lnTo>
                    <a:pt x="1319" y="4170"/>
                  </a:lnTo>
                  <a:lnTo>
                    <a:pt x="1352" y="3600"/>
                  </a:lnTo>
                  <a:lnTo>
                    <a:pt x="1401" y="3111"/>
                  </a:lnTo>
                  <a:lnTo>
                    <a:pt x="1433" y="2916"/>
                  </a:lnTo>
                  <a:lnTo>
                    <a:pt x="1482" y="2753"/>
                  </a:lnTo>
                  <a:lnTo>
                    <a:pt x="1548" y="2541"/>
                  </a:lnTo>
                  <a:lnTo>
                    <a:pt x="1645" y="2362"/>
                  </a:lnTo>
                  <a:lnTo>
                    <a:pt x="1776" y="2183"/>
                  </a:lnTo>
                  <a:lnTo>
                    <a:pt x="1938" y="2020"/>
                  </a:lnTo>
                  <a:lnTo>
                    <a:pt x="2134" y="1873"/>
                  </a:lnTo>
                  <a:lnTo>
                    <a:pt x="2346" y="1743"/>
                  </a:lnTo>
                  <a:lnTo>
                    <a:pt x="2590" y="1629"/>
                  </a:lnTo>
                  <a:lnTo>
                    <a:pt x="2867" y="1531"/>
                  </a:lnTo>
                  <a:lnTo>
                    <a:pt x="3160" y="1450"/>
                  </a:lnTo>
                  <a:lnTo>
                    <a:pt x="3470" y="1385"/>
                  </a:lnTo>
                  <a:lnTo>
                    <a:pt x="3812" y="1336"/>
                  </a:lnTo>
                  <a:lnTo>
                    <a:pt x="4186" y="1303"/>
                  </a:lnTo>
                  <a:lnTo>
                    <a:pt x="4577" y="1287"/>
                  </a:lnTo>
                  <a:close/>
                  <a:moveTo>
                    <a:pt x="4659" y="0"/>
                  </a:moveTo>
                  <a:lnTo>
                    <a:pt x="4333" y="17"/>
                  </a:lnTo>
                  <a:lnTo>
                    <a:pt x="4040" y="17"/>
                  </a:lnTo>
                  <a:lnTo>
                    <a:pt x="3763" y="49"/>
                  </a:lnTo>
                  <a:lnTo>
                    <a:pt x="3486" y="82"/>
                  </a:lnTo>
                  <a:lnTo>
                    <a:pt x="3241" y="114"/>
                  </a:lnTo>
                  <a:lnTo>
                    <a:pt x="2997" y="163"/>
                  </a:lnTo>
                  <a:lnTo>
                    <a:pt x="2541" y="277"/>
                  </a:lnTo>
                  <a:lnTo>
                    <a:pt x="2150" y="424"/>
                  </a:lnTo>
                  <a:lnTo>
                    <a:pt x="1808" y="587"/>
                  </a:lnTo>
                  <a:lnTo>
                    <a:pt x="1499" y="749"/>
                  </a:lnTo>
                  <a:lnTo>
                    <a:pt x="1238" y="945"/>
                  </a:lnTo>
                  <a:lnTo>
                    <a:pt x="1010" y="1140"/>
                  </a:lnTo>
                  <a:lnTo>
                    <a:pt x="815" y="1336"/>
                  </a:lnTo>
                  <a:lnTo>
                    <a:pt x="652" y="1548"/>
                  </a:lnTo>
                  <a:lnTo>
                    <a:pt x="521" y="1743"/>
                  </a:lnTo>
                  <a:lnTo>
                    <a:pt x="424" y="1939"/>
                  </a:lnTo>
                  <a:lnTo>
                    <a:pt x="342" y="2118"/>
                  </a:lnTo>
                  <a:lnTo>
                    <a:pt x="277" y="2281"/>
                  </a:lnTo>
                  <a:lnTo>
                    <a:pt x="228" y="2427"/>
                  </a:lnTo>
                  <a:lnTo>
                    <a:pt x="179" y="2655"/>
                  </a:lnTo>
                  <a:lnTo>
                    <a:pt x="147" y="2916"/>
                  </a:lnTo>
                  <a:lnTo>
                    <a:pt x="82" y="3535"/>
                  </a:lnTo>
                  <a:lnTo>
                    <a:pt x="33" y="4235"/>
                  </a:lnTo>
                  <a:lnTo>
                    <a:pt x="16" y="4968"/>
                  </a:lnTo>
                  <a:lnTo>
                    <a:pt x="0" y="5652"/>
                  </a:lnTo>
                  <a:lnTo>
                    <a:pt x="0" y="6255"/>
                  </a:lnTo>
                  <a:lnTo>
                    <a:pt x="16" y="6955"/>
                  </a:lnTo>
                  <a:lnTo>
                    <a:pt x="16" y="72255"/>
                  </a:lnTo>
                  <a:lnTo>
                    <a:pt x="33" y="72369"/>
                  </a:lnTo>
                  <a:lnTo>
                    <a:pt x="114" y="72874"/>
                  </a:lnTo>
                  <a:lnTo>
                    <a:pt x="212" y="73347"/>
                  </a:lnTo>
                  <a:lnTo>
                    <a:pt x="326" y="73787"/>
                  </a:lnTo>
                  <a:lnTo>
                    <a:pt x="440" y="74161"/>
                  </a:lnTo>
                  <a:lnTo>
                    <a:pt x="570" y="74503"/>
                  </a:lnTo>
                  <a:lnTo>
                    <a:pt x="701" y="74796"/>
                  </a:lnTo>
                  <a:lnTo>
                    <a:pt x="847" y="75057"/>
                  </a:lnTo>
                  <a:lnTo>
                    <a:pt x="994" y="75269"/>
                  </a:lnTo>
                  <a:lnTo>
                    <a:pt x="1189" y="75497"/>
                  </a:lnTo>
                  <a:lnTo>
                    <a:pt x="1401" y="75709"/>
                  </a:lnTo>
                  <a:lnTo>
                    <a:pt x="1629" y="75920"/>
                  </a:lnTo>
                  <a:lnTo>
                    <a:pt x="1857" y="76116"/>
                  </a:lnTo>
                  <a:lnTo>
                    <a:pt x="2085" y="76279"/>
                  </a:lnTo>
                  <a:lnTo>
                    <a:pt x="2329" y="76442"/>
                  </a:lnTo>
                  <a:lnTo>
                    <a:pt x="2590" y="76588"/>
                  </a:lnTo>
                  <a:lnTo>
                    <a:pt x="2851" y="76718"/>
                  </a:lnTo>
                  <a:lnTo>
                    <a:pt x="3111" y="76833"/>
                  </a:lnTo>
                  <a:lnTo>
                    <a:pt x="3388" y="76930"/>
                  </a:lnTo>
                  <a:lnTo>
                    <a:pt x="3681" y="77012"/>
                  </a:lnTo>
                  <a:lnTo>
                    <a:pt x="3974" y="77077"/>
                  </a:lnTo>
                  <a:lnTo>
                    <a:pt x="4268" y="77142"/>
                  </a:lnTo>
                  <a:lnTo>
                    <a:pt x="4577" y="77175"/>
                  </a:lnTo>
                  <a:lnTo>
                    <a:pt x="4887" y="77207"/>
                  </a:lnTo>
                  <a:lnTo>
                    <a:pt x="5506" y="77207"/>
                  </a:lnTo>
                  <a:lnTo>
                    <a:pt x="5815" y="77175"/>
                  </a:lnTo>
                  <a:lnTo>
                    <a:pt x="6141" y="77142"/>
                  </a:lnTo>
                  <a:lnTo>
                    <a:pt x="6450" y="77093"/>
                  </a:lnTo>
                  <a:lnTo>
                    <a:pt x="6760" y="77028"/>
                  </a:lnTo>
                  <a:lnTo>
                    <a:pt x="7086" y="76947"/>
                  </a:lnTo>
                  <a:lnTo>
                    <a:pt x="7395" y="76865"/>
                  </a:lnTo>
                  <a:lnTo>
                    <a:pt x="7705" y="76767"/>
                  </a:lnTo>
                  <a:lnTo>
                    <a:pt x="8030" y="76637"/>
                  </a:lnTo>
                  <a:lnTo>
                    <a:pt x="8340" y="76523"/>
                  </a:lnTo>
                  <a:lnTo>
                    <a:pt x="8649" y="76376"/>
                  </a:lnTo>
                  <a:lnTo>
                    <a:pt x="8942" y="76230"/>
                  </a:lnTo>
                  <a:lnTo>
                    <a:pt x="9252" y="76051"/>
                  </a:lnTo>
                  <a:lnTo>
                    <a:pt x="9545" y="75888"/>
                  </a:lnTo>
                  <a:lnTo>
                    <a:pt x="9838" y="75692"/>
                  </a:lnTo>
                  <a:lnTo>
                    <a:pt x="10115" y="75497"/>
                  </a:lnTo>
                  <a:lnTo>
                    <a:pt x="10360" y="75301"/>
                  </a:lnTo>
                  <a:lnTo>
                    <a:pt x="10620" y="75090"/>
                  </a:lnTo>
                  <a:lnTo>
                    <a:pt x="11158" y="74617"/>
                  </a:lnTo>
                  <a:lnTo>
                    <a:pt x="11500" y="74829"/>
                  </a:lnTo>
                  <a:lnTo>
                    <a:pt x="11842" y="75008"/>
                  </a:lnTo>
                  <a:lnTo>
                    <a:pt x="12216" y="75171"/>
                  </a:lnTo>
                  <a:lnTo>
                    <a:pt x="12607" y="75301"/>
                  </a:lnTo>
                  <a:lnTo>
                    <a:pt x="13015" y="75399"/>
                  </a:lnTo>
                  <a:lnTo>
                    <a:pt x="13422" y="75481"/>
                  </a:lnTo>
                  <a:lnTo>
                    <a:pt x="13861" y="75529"/>
                  </a:lnTo>
                  <a:lnTo>
                    <a:pt x="14676" y="75529"/>
                  </a:lnTo>
                  <a:lnTo>
                    <a:pt x="15067" y="75497"/>
                  </a:lnTo>
                  <a:lnTo>
                    <a:pt x="15458" y="75448"/>
                  </a:lnTo>
                  <a:lnTo>
                    <a:pt x="15832" y="75367"/>
                  </a:lnTo>
                  <a:lnTo>
                    <a:pt x="16223" y="75269"/>
                  </a:lnTo>
                  <a:lnTo>
                    <a:pt x="16598" y="75155"/>
                  </a:lnTo>
                  <a:lnTo>
                    <a:pt x="16973" y="75025"/>
                  </a:lnTo>
                  <a:lnTo>
                    <a:pt x="17331" y="74878"/>
                  </a:lnTo>
                  <a:lnTo>
                    <a:pt x="17689" y="74715"/>
                  </a:lnTo>
                  <a:lnTo>
                    <a:pt x="18031" y="74520"/>
                  </a:lnTo>
                  <a:lnTo>
                    <a:pt x="18373" y="74324"/>
                  </a:lnTo>
                  <a:lnTo>
                    <a:pt x="18699" y="74112"/>
                  </a:lnTo>
                  <a:lnTo>
                    <a:pt x="19009" y="73868"/>
                  </a:lnTo>
                  <a:lnTo>
                    <a:pt x="19318" y="73624"/>
                  </a:lnTo>
                  <a:lnTo>
                    <a:pt x="19595" y="73363"/>
                  </a:lnTo>
                  <a:lnTo>
                    <a:pt x="19872" y="73086"/>
                  </a:lnTo>
                  <a:lnTo>
                    <a:pt x="20214" y="72679"/>
                  </a:lnTo>
                  <a:lnTo>
                    <a:pt x="20556" y="72255"/>
                  </a:lnTo>
                  <a:lnTo>
                    <a:pt x="20865" y="71799"/>
                  </a:lnTo>
                  <a:lnTo>
                    <a:pt x="21142" y="71343"/>
                  </a:lnTo>
                  <a:lnTo>
                    <a:pt x="21403" y="70855"/>
                  </a:lnTo>
                  <a:lnTo>
                    <a:pt x="21631" y="70366"/>
                  </a:lnTo>
                  <a:lnTo>
                    <a:pt x="21843" y="69861"/>
                  </a:lnTo>
                  <a:lnTo>
                    <a:pt x="22006" y="69356"/>
                  </a:lnTo>
                  <a:lnTo>
                    <a:pt x="22429" y="69454"/>
                  </a:lnTo>
                  <a:lnTo>
                    <a:pt x="22853" y="69535"/>
                  </a:lnTo>
                  <a:lnTo>
                    <a:pt x="23276" y="69568"/>
                  </a:lnTo>
                  <a:lnTo>
                    <a:pt x="23716" y="69584"/>
                  </a:lnTo>
                  <a:lnTo>
                    <a:pt x="23993" y="69584"/>
                  </a:lnTo>
                  <a:lnTo>
                    <a:pt x="24253" y="69568"/>
                  </a:lnTo>
                  <a:lnTo>
                    <a:pt x="24514" y="69535"/>
                  </a:lnTo>
                  <a:lnTo>
                    <a:pt x="24775" y="69503"/>
                  </a:lnTo>
                  <a:lnTo>
                    <a:pt x="25035" y="69454"/>
                  </a:lnTo>
                  <a:lnTo>
                    <a:pt x="25296" y="69405"/>
                  </a:lnTo>
                  <a:lnTo>
                    <a:pt x="25817" y="69258"/>
                  </a:lnTo>
                  <a:lnTo>
                    <a:pt x="26322" y="69096"/>
                  </a:lnTo>
                  <a:lnTo>
                    <a:pt x="26827" y="68884"/>
                  </a:lnTo>
                  <a:lnTo>
                    <a:pt x="27316" y="68623"/>
                  </a:lnTo>
                  <a:lnTo>
                    <a:pt x="27788" y="68346"/>
                  </a:lnTo>
                  <a:lnTo>
                    <a:pt x="28244" y="68037"/>
                  </a:lnTo>
                  <a:lnTo>
                    <a:pt x="28684" y="67695"/>
                  </a:lnTo>
                  <a:lnTo>
                    <a:pt x="29091" y="67336"/>
                  </a:lnTo>
                  <a:lnTo>
                    <a:pt x="29482" y="66929"/>
                  </a:lnTo>
                  <a:lnTo>
                    <a:pt x="29857" y="66506"/>
                  </a:lnTo>
                  <a:lnTo>
                    <a:pt x="30199" y="66066"/>
                  </a:lnTo>
                  <a:lnTo>
                    <a:pt x="30508" y="65594"/>
                  </a:lnTo>
                  <a:lnTo>
                    <a:pt x="30655" y="65349"/>
                  </a:lnTo>
                  <a:lnTo>
                    <a:pt x="30785" y="65105"/>
                  </a:lnTo>
                  <a:lnTo>
                    <a:pt x="30997" y="64681"/>
                  </a:lnTo>
                  <a:lnTo>
                    <a:pt x="31160" y="64274"/>
                  </a:lnTo>
                  <a:lnTo>
                    <a:pt x="31306" y="63851"/>
                  </a:lnTo>
                  <a:lnTo>
                    <a:pt x="31420" y="63427"/>
                  </a:lnTo>
                  <a:lnTo>
                    <a:pt x="31518" y="63004"/>
                  </a:lnTo>
                  <a:lnTo>
                    <a:pt x="31583" y="62580"/>
                  </a:lnTo>
                  <a:lnTo>
                    <a:pt x="31616" y="62157"/>
                  </a:lnTo>
                  <a:lnTo>
                    <a:pt x="31616" y="61733"/>
                  </a:lnTo>
                  <a:lnTo>
                    <a:pt x="31599" y="61310"/>
                  </a:lnTo>
                  <a:lnTo>
                    <a:pt x="31551" y="60886"/>
                  </a:lnTo>
                  <a:lnTo>
                    <a:pt x="31485" y="60479"/>
                  </a:lnTo>
                  <a:lnTo>
                    <a:pt x="31371" y="60055"/>
                  </a:lnTo>
                  <a:lnTo>
                    <a:pt x="31241" y="59648"/>
                  </a:lnTo>
                  <a:lnTo>
                    <a:pt x="31095" y="59241"/>
                  </a:lnTo>
                  <a:lnTo>
                    <a:pt x="30915" y="58850"/>
                  </a:lnTo>
                  <a:lnTo>
                    <a:pt x="30704" y="58459"/>
                  </a:lnTo>
                  <a:lnTo>
                    <a:pt x="31078" y="58345"/>
                  </a:lnTo>
                  <a:lnTo>
                    <a:pt x="31469" y="58215"/>
                  </a:lnTo>
                  <a:lnTo>
                    <a:pt x="31828" y="58052"/>
                  </a:lnTo>
                  <a:lnTo>
                    <a:pt x="32186" y="57857"/>
                  </a:lnTo>
                  <a:lnTo>
                    <a:pt x="32528" y="57629"/>
                  </a:lnTo>
                  <a:lnTo>
                    <a:pt x="32870" y="57384"/>
                  </a:lnTo>
                  <a:lnTo>
                    <a:pt x="33179" y="57107"/>
                  </a:lnTo>
                  <a:lnTo>
                    <a:pt x="33489" y="56798"/>
                  </a:lnTo>
                  <a:lnTo>
                    <a:pt x="33766" y="56472"/>
                  </a:lnTo>
                  <a:lnTo>
                    <a:pt x="34043" y="56130"/>
                  </a:lnTo>
                  <a:lnTo>
                    <a:pt x="34287" y="55755"/>
                  </a:lnTo>
                  <a:lnTo>
                    <a:pt x="34515" y="55348"/>
                  </a:lnTo>
                  <a:lnTo>
                    <a:pt x="34727" y="54941"/>
                  </a:lnTo>
                  <a:lnTo>
                    <a:pt x="34922" y="54501"/>
                  </a:lnTo>
                  <a:lnTo>
                    <a:pt x="35085" y="54045"/>
                  </a:lnTo>
                  <a:lnTo>
                    <a:pt x="35232" y="53573"/>
                  </a:lnTo>
                  <a:lnTo>
                    <a:pt x="35346" y="53117"/>
                  </a:lnTo>
                  <a:lnTo>
                    <a:pt x="35444" y="52612"/>
                  </a:lnTo>
                  <a:lnTo>
                    <a:pt x="35509" y="52107"/>
                  </a:lnTo>
                  <a:lnTo>
                    <a:pt x="35541" y="51586"/>
                  </a:lnTo>
                  <a:lnTo>
                    <a:pt x="35558" y="51048"/>
                  </a:lnTo>
                  <a:lnTo>
                    <a:pt x="35525" y="50510"/>
                  </a:lnTo>
                  <a:lnTo>
                    <a:pt x="35460" y="49957"/>
                  </a:lnTo>
                  <a:lnTo>
                    <a:pt x="35411" y="49680"/>
                  </a:lnTo>
                  <a:lnTo>
                    <a:pt x="35346" y="49403"/>
                  </a:lnTo>
                  <a:lnTo>
                    <a:pt x="35281" y="49126"/>
                  </a:lnTo>
                  <a:lnTo>
                    <a:pt x="35199" y="48849"/>
                  </a:lnTo>
                  <a:lnTo>
                    <a:pt x="35118" y="48588"/>
                  </a:lnTo>
                  <a:lnTo>
                    <a:pt x="35020" y="48312"/>
                  </a:lnTo>
                  <a:lnTo>
                    <a:pt x="34906" y="48035"/>
                  </a:lnTo>
                  <a:lnTo>
                    <a:pt x="34776" y="47774"/>
                  </a:lnTo>
                  <a:lnTo>
                    <a:pt x="34645" y="47513"/>
                  </a:lnTo>
                  <a:lnTo>
                    <a:pt x="34499" y="47253"/>
                  </a:lnTo>
                  <a:lnTo>
                    <a:pt x="34336" y="46992"/>
                  </a:lnTo>
                  <a:lnTo>
                    <a:pt x="34173" y="46732"/>
                  </a:lnTo>
                  <a:lnTo>
                    <a:pt x="33978" y="46487"/>
                  </a:lnTo>
                  <a:lnTo>
                    <a:pt x="33782" y="46243"/>
                  </a:lnTo>
                  <a:lnTo>
                    <a:pt x="33570" y="46015"/>
                  </a:lnTo>
                  <a:lnTo>
                    <a:pt x="33342" y="45771"/>
                  </a:lnTo>
                  <a:lnTo>
                    <a:pt x="33098" y="45559"/>
                  </a:lnTo>
                  <a:lnTo>
                    <a:pt x="32837" y="45331"/>
                  </a:lnTo>
                  <a:lnTo>
                    <a:pt x="33098" y="45119"/>
                  </a:lnTo>
                  <a:lnTo>
                    <a:pt x="33375" y="44875"/>
                  </a:lnTo>
                  <a:lnTo>
                    <a:pt x="33668" y="44582"/>
                  </a:lnTo>
                  <a:lnTo>
                    <a:pt x="33978" y="44256"/>
                  </a:lnTo>
                  <a:lnTo>
                    <a:pt x="34303" y="43897"/>
                  </a:lnTo>
                  <a:lnTo>
                    <a:pt x="34629" y="43490"/>
                  </a:lnTo>
                  <a:lnTo>
                    <a:pt x="34939" y="43050"/>
                  </a:lnTo>
                  <a:lnTo>
                    <a:pt x="35264" y="42562"/>
                  </a:lnTo>
                  <a:lnTo>
                    <a:pt x="35558" y="42024"/>
                  </a:lnTo>
                  <a:lnTo>
                    <a:pt x="35704" y="41747"/>
                  </a:lnTo>
                  <a:lnTo>
                    <a:pt x="35834" y="41438"/>
                  </a:lnTo>
                  <a:lnTo>
                    <a:pt x="35965" y="41145"/>
                  </a:lnTo>
                  <a:lnTo>
                    <a:pt x="36095" y="40819"/>
                  </a:lnTo>
                  <a:lnTo>
                    <a:pt x="36209" y="40493"/>
                  </a:lnTo>
                  <a:lnTo>
                    <a:pt x="36307" y="40151"/>
                  </a:lnTo>
                  <a:lnTo>
                    <a:pt x="36405" y="39793"/>
                  </a:lnTo>
                  <a:lnTo>
                    <a:pt x="36502" y="39418"/>
                  </a:lnTo>
                  <a:lnTo>
                    <a:pt x="36584" y="39043"/>
                  </a:lnTo>
                  <a:lnTo>
                    <a:pt x="36649" y="38653"/>
                  </a:lnTo>
                  <a:lnTo>
                    <a:pt x="36698" y="38245"/>
                  </a:lnTo>
                  <a:lnTo>
                    <a:pt x="36747" y="37822"/>
                  </a:lnTo>
                  <a:lnTo>
                    <a:pt x="36763" y="37398"/>
                  </a:lnTo>
                  <a:lnTo>
                    <a:pt x="36779" y="36959"/>
                  </a:lnTo>
                  <a:lnTo>
                    <a:pt x="36779" y="36437"/>
                  </a:lnTo>
                  <a:lnTo>
                    <a:pt x="36747" y="35932"/>
                  </a:lnTo>
                  <a:lnTo>
                    <a:pt x="36698" y="35444"/>
                  </a:lnTo>
                  <a:lnTo>
                    <a:pt x="36633" y="34971"/>
                  </a:lnTo>
                  <a:lnTo>
                    <a:pt x="36535" y="34483"/>
                  </a:lnTo>
                  <a:lnTo>
                    <a:pt x="36421" y="34027"/>
                  </a:lnTo>
                  <a:lnTo>
                    <a:pt x="36291" y="33571"/>
                  </a:lnTo>
                  <a:lnTo>
                    <a:pt x="36144" y="33131"/>
                  </a:lnTo>
                  <a:lnTo>
                    <a:pt x="35965" y="32691"/>
                  </a:lnTo>
                  <a:lnTo>
                    <a:pt x="35769" y="32284"/>
                  </a:lnTo>
                  <a:lnTo>
                    <a:pt x="35541" y="31877"/>
                  </a:lnTo>
                  <a:lnTo>
                    <a:pt x="35297" y="31469"/>
                  </a:lnTo>
                  <a:lnTo>
                    <a:pt x="35036" y="31095"/>
                  </a:lnTo>
                  <a:lnTo>
                    <a:pt x="34759" y="30720"/>
                  </a:lnTo>
                  <a:lnTo>
                    <a:pt x="34466" y="30362"/>
                  </a:lnTo>
                  <a:lnTo>
                    <a:pt x="34140" y="30020"/>
                  </a:lnTo>
                  <a:lnTo>
                    <a:pt x="33912" y="29808"/>
                  </a:lnTo>
                  <a:lnTo>
                    <a:pt x="33684" y="29596"/>
                  </a:lnTo>
                  <a:lnTo>
                    <a:pt x="33456" y="29401"/>
                  </a:lnTo>
                  <a:lnTo>
                    <a:pt x="33228" y="29205"/>
                  </a:lnTo>
                  <a:lnTo>
                    <a:pt x="32756" y="28863"/>
                  </a:lnTo>
                  <a:lnTo>
                    <a:pt x="32284" y="28570"/>
                  </a:lnTo>
                  <a:lnTo>
                    <a:pt x="31828" y="28309"/>
                  </a:lnTo>
                  <a:lnTo>
                    <a:pt x="31388" y="28098"/>
                  </a:lnTo>
                  <a:lnTo>
                    <a:pt x="30981" y="27919"/>
                  </a:lnTo>
                  <a:lnTo>
                    <a:pt x="30590" y="27772"/>
                  </a:lnTo>
                  <a:lnTo>
                    <a:pt x="30801" y="27365"/>
                  </a:lnTo>
                  <a:lnTo>
                    <a:pt x="30981" y="26941"/>
                  </a:lnTo>
                  <a:lnTo>
                    <a:pt x="31127" y="26534"/>
                  </a:lnTo>
                  <a:lnTo>
                    <a:pt x="31257" y="26143"/>
                  </a:lnTo>
                  <a:lnTo>
                    <a:pt x="31339" y="25768"/>
                  </a:lnTo>
                  <a:lnTo>
                    <a:pt x="31420" y="25378"/>
                  </a:lnTo>
                  <a:lnTo>
                    <a:pt x="31469" y="24987"/>
                  </a:lnTo>
                  <a:lnTo>
                    <a:pt x="31518" y="24596"/>
                  </a:lnTo>
                  <a:lnTo>
                    <a:pt x="31534" y="24188"/>
                  </a:lnTo>
                  <a:lnTo>
                    <a:pt x="31551" y="23781"/>
                  </a:lnTo>
                  <a:lnTo>
                    <a:pt x="31534" y="23390"/>
                  </a:lnTo>
                  <a:lnTo>
                    <a:pt x="31518" y="22983"/>
                  </a:lnTo>
                  <a:lnTo>
                    <a:pt x="31469" y="22576"/>
                  </a:lnTo>
                  <a:lnTo>
                    <a:pt x="31420" y="22185"/>
                  </a:lnTo>
                  <a:lnTo>
                    <a:pt x="31339" y="21778"/>
                  </a:lnTo>
                  <a:lnTo>
                    <a:pt x="31241" y="21371"/>
                  </a:lnTo>
                  <a:lnTo>
                    <a:pt x="31143" y="20980"/>
                  </a:lnTo>
                  <a:lnTo>
                    <a:pt x="31013" y="20589"/>
                  </a:lnTo>
                  <a:lnTo>
                    <a:pt x="30883" y="20198"/>
                  </a:lnTo>
                  <a:lnTo>
                    <a:pt x="30720" y="19807"/>
                  </a:lnTo>
                  <a:lnTo>
                    <a:pt x="30590" y="19497"/>
                  </a:lnTo>
                  <a:lnTo>
                    <a:pt x="30427" y="19188"/>
                  </a:lnTo>
                  <a:lnTo>
                    <a:pt x="30280" y="18895"/>
                  </a:lnTo>
                  <a:lnTo>
                    <a:pt x="30101" y="18602"/>
                  </a:lnTo>
                  <a:lnTo>
                    <a:pt x="29922" y="18325"/>
                  </a:lnTo>
                  <a:lnTo>
                    <a:pt x="29743" y="18048"/>
                  </a:lnTo>
                  <a:lnTo>
                    <a:pt x="29547" y="17771"/>
                  </a:lnTo>
                  <a:lnTo>
                    <a:pt x="29335" y="17510"/>
                  </a:lnTo>
                  <a:lnTo>
                    <a:pt x="29124" y="17266"/>
                  </a:lnTo>
                  <a:lnTo>
                    <a:pt x="28912" y="17022"/>
                  </a:lnTo>
                  <a:lnTo>
                    <a:pt x="28684" y="16794"/>
                  </a:lnTo>
                  <a:lnTo>
                    <a:pt x="28456" y="16566"/>
                  </a:lnTo>
                  <a:lnTo>
                    <a:pt x="28212" y="16354"/>
                  </a:lnTo>
                  <a:lnTo>
                    <a:pt x="27967" y="16142"/>
                  </a:lnTo>
                  <a:lnTo>
                    <a:pt x="27723" y="15947"/>
                  </a:lnTo>
                  <a:lnTo>
                    <a:pt x="27462" y="15767"/>
                  </a:lnTo>
                  <a:lnTo>
                    <a:pt x="27202" y="15588"/>
                  </a:lnTo>
                  <a:lnTo>
                    <a:pt x="26941" y="15425"/>
                  </a:lnTo>
                  <a:lnTo>
                    <a:pt x="26664" y="15279"/>
                  </a:lnTo>
                  <a:lnTo>
                    <a:pt x="26387" y="15132"/>
                  </a:lnTo>
                  <a:lnTo>
                    <a:pt x="26127" y="15002"/>
                  </a:lnTo>
                  <a:lnTo>
                    <a:pt x="25833" y="14888"/>
                  </a:lnTo>
                  <a:lnTo>
                    <a:pt x="25557" y="14774"/>
                  </a:lnTo>
                  <a:lnTo>
                    <a:pt x="25280" y="14692"/>
                  </a:lnTo>
                  <a:lnTo>
                    <a:pt x="24986" y="14611"/>
                  </a:lnTo>
                  <a:lnTo>
                    <a:pt x="24710" y="14546"/>
                  </a:lnTo>
                  <a:lnTo>
                    <a:pt x="24416" y="14481"/>
                  </a:lnTo>
                  <a:lnTo>
                    <a:pt x="24123" y="14448"/>
                  </a:lnTo>
                  <a:lnTo>
                    <a:pt x="23830" y="14415"/>
                  </a:lnTo>
                  <a:lnTo>
                    <a:pt x="23553" y="14399"/>
                  </a:lnTo>
                  <a:lnTo>
                    <a:pt x="23260" y="14399"/>
                  </a:lnTo>
                  <a:lnTo>
                    <a:pt x="22967" y="14415"/>
                  </a:lnTo>
                  <a:lnTo>
                    <a:pt x="22967" y="14415"/>
                  </a:lnTo>
                  <a:lnTo>
                    <a:pt x="22983" y="14073"/>
                  </a:lnTo>
                  <a:lnTo>
                    <a:pt x="22999" y="13715"/>
                  </a:lnTo>
                  <a:lnTo>
                    <a:pt x="22983" y="13357"/>
                  </a:lnTo>
                  <a:lnTo>
                    <a:pt x="22950" y="13015"/>
                  </a:lnTo>
                  <a:lnTo>
                    <a:pt x="22902" y="12656"/>
                  </a:lnTo>
                  <a:lnTo>
                    <a:pt x="22853" y="12314"/>
                  </a:lnTo>
                  <a:lnTo>
                    <a:pt x="22771" y="11956"/>
                  </a:lnTo>
                  <a:lnTo>
                    <a:pt x="22690" y="11630"/>
                  </a:lnTo>
                  <a:lnTo>
                    <a:pt x="22576" y="11304"/>
                  </a:lnTo>
                  <a:lnTo>
                    <a:pt x="22478" y="10995"/>
                  </a:lnTo>
                  <a:lnTo>
                    <a:pt x="22348" y="10685"/>
                  </a:lnTo>
                  <a:lnTo>
                    <a:pt x="22217" y="10376"/>
                  </a:lnTo>
                  <a:lnTo>
                    <a:pt x="22071" y="10083"/>
                  </a:lnTo>
                  <a:lnTo>
                    <a:pt x="21924" y="9790"/>
                  </a:lnTo>
                  <a:lnTo>
                    <a:pt x="21761" y="9496"/>
                  </a:lnTo>
                  <a:lnTo>
                    <a:pt x="21598" y="9219"/>
                  </a:lnTo>
                  <a:lnTo>
                    <a:pt x="21419" y="8943"/>
                  </a:lnTo>
                  <a:lnTo>
                    <a:pt x="21240" y="8682"/>
                  </a:lnTo>
                  <a:lnTo>
                    <a:pt x="21045" y="8438"/>
                  </a:lnTo>
                  <a:lnTo>
                    <a:pt x="20849" y="8177"/>
                  </a:lnTo>
                  <a:lnTo>
                    <a:pt x="20637" y="7949"/>
                  </a:lnTo>
                  <a:lnTo>
                    <a:pt x="20426" y="7721"/>
                  </a:lnTo>
                  <a:lnTo>
                    <a:pt x="20198" y="7493"/>
                  </a:lnTo>
                  <a:lnTo>
                    <a:pt x="19970" y="7281"/>
                  </a:lnTo>
                  <a:lnTo>
                    <a:pt x="19676" y="7037"/>
                  </a:lnTo>
                  <a:lnTo>
                    <a:pt x="19351" y="6809"/>
                  </a:lnTo>
                  <a:lnTo>
                    <a:pt x="18992" y="6581"/>
                  </a:lnTo>
                  <a:lnTo>
                    <a:pt x="18634" y="6369"/>
                  </a:lnTo>
                  <a:lnTo>
                    <a:pt x="18243" y="6174"/>
                  </a:lnTo>
                  <a:lnTo>
                    <a:pt x="17852" y="5994"/>
                  </a:lnTo>
                  <a:lnTo>
                    <a:pt x="17429" y="5815"/>
                  </a:lnTo>
                  <a:lnTo>
                    <a:pt x="17005" y="5669"/>
                  </a:lnTo>
                  <a:lnTo>
                    <a:pt x="16582" y="5522"/>
                  </a:lnTo>
                  <a:lnTo>
                    <a:pt x="16142" y="5392"/>
                  </a:lnTo>
                  <a:lnTo>
                    <a:pt x="15686" y="5278"/>
                  </a:lnTo>
                  <a:lnTo>
                    <a:pt x="15246" y="5196"/>
                  </a:lnTo>
                  <a:lnTo>
                    <a:pt x="14790" y="5131"/>
                  </a:lnTo>
                  <a:lnTo>
                    <a:pt x="14350" y="5066"/>
                  </a:lnTo>
                  <a:lnTo>
                    <a:pt x="13894" y="5033"/>
                  </a:lnTo>
                  <a:lnTo>
                    <a:pt x="13047" y="5033"/>
                  </a:lnTo>
                  <a:lnTo>
                    <a:pt x="12656" y="5066"/>
                  </a:lnTo>
                  <a:lnTo>
                    <a:pt x="12282" y="5131"/>
                  </a:lnTo>
                  <a:lnTo>
                    <a:pt x="11923" y="5196"/>
                  </a:lnTo>
                  <a:lnTo>
                    <a:pt x="11842" y="4952"/>
                  </a:lnTo>
                  <a:lnTo>
                    <a:pt x="11744" y="4724"/>
                  </a:lnTo>
                  <a:lnTo>
                    <a:pt x="11646" y="4496"/>
                  </a:lnTo>
                  <a:lnTo>
                    <a:pt x="11516" y="4251"/>
                  </a:lnTo>
                  <a:lnTo>
                    <a:pt x="11402" y="4023"/>
                  </a:lnTo>
                  <a:lnTo>
                    <a:pt x="11255" y="3795"/>
                  </a:lnTo>
                  <a:lnTo>
                    <a:pt x="10962" y="3356"/>
                  </a:lnTo>
                  <a:lnTo>
                    <a:pt x="10620" y="2932"/>
                  </a:lnTo>
                  <a:lnTo>
                    <a:pt x="10262" y="2525"/>
                  </a:lnTo>
                  <a:lnTo>
                    <a:pt x="9871" y="2134"/>
                  </a:lnTo>
                  <a:lnTo>
                    <a:pt x="9464" y="1776"/>
                  </a:lnTo>
                  <a:lnTo>
                    <a:pt x="9040" y="1434"/>
                  </a:lnTo>
                  <a:lnTo>
                    <a:pt x="8600" y="1140"/>
                  </a:lnTo>
                  <a:lnTo>
                    <a:pt x="8161" y="864"/>
                  </a:lnTo>
                  <a:lnTo>
                    <a:pt x="7721" y="619"/>
                  </a:lnTo>
                  <a:lnTo>
                    <a:pt x="7281" y="424"/>
                  </a:lnTo>
                  <a:lnTo>
                    <a:pt x="6841" y="261"/>
                  </a:lnTo>
                  <a:lnTo>
                    <a:pt x="6613" y="196"/>
                  </a:lnTo>
                  <a:lnTo>
                    <a:pt x="6401" y="147"/>
                  </a:lnTo>
                  <a:lnTo>
                    <a:pt x="6206" y="114"/>
                  </a:lnTo>
                  <a:lnTo>
                    <a:pt x="5994" y="82"/>
                  </a:lnTo>
                  <a:lnTo>
                    <a:pt x="5652" y="49"/>
                  </a:lnTo>
                  <a:lnTo>
                    <a:pt x="5310" y="17"/>
                  </a:lnTo>
                  <a:lnTo>
                    <a:pt x="46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1"/>
            <p:cNvSpPr/>
            <p:nvPr/>
          </p:nvSpPr>
          <p:spPr>
            <a:xfrm>
              <a:off x="2409189" y="2551632"/>
              <a:ext cx="123684" cy="141852"/>
            </a:xfrm>
            <a:custGeom>
              <a:avLst/>
              <a:gdLst/>
              <a:ahLst/>
              <a:cxnLst/>
              <a:rect l="l" t="t" r="r" b="b"/>
              <a:pathLst>
                <a:path w="8210" h="9416" extrusionOk="0">
                  <a:moveTo>
                    <a:pt x="7575" y="1"/>
                  </a:moveTo>
                  <a:lnTo>
                    <a:pt x="7444" y="17"/>
                  </a:lnTo>
                  <a:lnTo>
                    <a:pt x="7330" y="49"/>
                  </a:lnTo>
                  <a:lnTo>
                    <a:pt x="7216" y="115"/>
                  </a:lnTo>
                  <a:lnTo>
                    <a:pt x="7119" y="180"/>
                  </a:lnTo>
                  <a:lnTo>
                    <a:pt x="7037" y="277"/>
                  </a:lnTo>
                  <a:lnTo>
                    <a:pt x="6988" y="391"/>
                  </a:lnTo>
                  <a:lnTo>
                    <a:pt x="6956" y="505"/>
                  </a:lnTo>
                  <a:lnTo>
                    <a:pt x="6939" y="636"/>
                  </a:lnTo>
                  <a:lnTo>
                    <a:pt x="6923" y="978"/>
                  </a:lnTo>
                  <a:lnTo>
                    <a:pt x="6874" y="1320"/>
                  </a:lnTo>
                  <a:lnTo>
                    <a:pt x="6809" y="1743"/>
                  </a:lnTo>
                  <a:lnTo>
                    <a:pt x="6711" y="2232"/>
                  </a:lnTo>
                  <a:lnTo>
                    <a:pt x="6565" y="2786"/>
                  </a:lnTo>
                  <a:lnTo>
                    <a:pt x="6467" y="3079"/>
                  </a:lnTo>
                  <a:lnTo>
                    <a:pt x="6353" y="3389"/>
                  </a:lnTo>
                  <a:lnTo>
                    <a:pt x="6239" y="3698"/>
                  </a:lnTo>
                  <a:lnTo>
                    <a:pt x="6092" y="4007"/>
                  </a:lnTo>
                  <a:lnTo>
                    <a:pt x="5930" y="4333"/>
                  </a:lnTo>
                  <a:lnTo>
                    <a:pt x="5750" y="4643"/>
                  </a:lnTo>
                  <a:lnTo>
                    <a:pt x="5539" y="4968"/>
                  </a:lnTo>
                  <a:lnTo>
                    <a:pt x="5311" y="5278"/>
                  </a:lnTo>
                  <a:lnTo>
                    <a:pt x="5066" y="5587"/>
                  </a:lnTo>
                  <a:lnTo>
                    <a:pt x="4789" y="5897"/>
                  </a:lnTo>
                  <a:lnTo>
                    <a:pt x="4496" y="6190"/>
                  </a:lnTo>
                  <a:lnTo>
                    <a:pt x="4170" y="6467"/>
                  </a:lnTo>
                  <a:lnTo>
                    <a:pt x="3828" y="6744"/>
                  </a:lnTo>
                  <a:lnTo>
                    <a:pt x="3454" y="7005"/>
                  </a:lnTo>
                  <a:lnTo>
                    <a:pt x="3030" y="7249"/>
                  </a:lnTo>
                  <a:lnTo>
                    <a:pt x="2607" y="7461"/>
                  </a:lnTo>
                  <a:lnTo>
                    <a:pt x="2134" y="7672"/>
                  </a:lnTo>
                  <a:lnTo>
                    <a:pt x="1629" y="7852"/>
                  </a:lnTo>
                  <a:lnTo>
                    <a:pt x="1092" y="8014"/>
                  </a:lnTo>
                  <a:lnTo>
                    <a:pt x="506" y="8145"/>
                  </a:lnTo>
                  <a:lnTo>
                    <a:pt x="392" y="8177"/>
                  </a:lnTo>
                  <a:lnTo>
                    <a:pt x="278" y="8242"/>
                  </a:lnTo>
                  <a:lnTo>
                    <a:pt x="180" y="8324"/>
                  </a:lnTo>
                  <a:lnTo>
                    <a:pt x="98" y="8422"/>
                  </a:lnTo>
                  <a:lnTo>
                    <a:pt x="50" y="8519"/>
                  </a:lnTo>
                  <a:lnTo>
                    <a:pt x="1" y="8650"/>
                  </a:lnTo>
                  <a:lnTo>
                    <a:pt x="1" y="8764"/>
                  </a:lnTo>
                  <a:lnTo>
                    <a:pt x="1" y="8894"/>
                  </a:lnTo>
                  <a:lnTo>
                    <a:pt x="33" y="9008"/>
                  </a:lnTo>
                  <a:lnTo>
                    <a:pt x="98" y="9106"/>
                  </a:lnTo>
                  <a:lnTo>
                    <a:pt x="164" y="9187"/>
                  </a:lnTo>
                  <a:lnTo>
                    <a:pt x="229" y="9269"/>
                  </a:lnTo>
                  <a:lnTo>
                    <a:pt x="326" y="9334"/>
                  </a:lnTo>
                  <a:lnTo>
                    <a:pt x="424" y="9383"/>
                  </a:lnTo>
                  <a:lnTo>
                    <a:pt x="522" y="9399"/>
                  </a:lnTo>
                  <a:lnTo>
                    <a:pt x="636" y="9415"/>
                  </a:lnTo>
                  <a:lnTo>
                    <a:pt x="766" y="9399"/>
                  </a:lnTo>
                  <a:lnTo>
                    <a:pt x="1108" y="9334"/>
                  </a:lnTo>
                  <a:lnTo>
                    <a:pt x="1434" y="9252"/>
                  </a:lnTo>
                  <a:lnTo>
                    <a:pt x="1743" y="9155"/>
                  </a:lnTo>
                  <a:lnTo>
                    <a:pt x="2053" y="9057"/>
                  </a:lnTo>
                  <a:lnTo>
                    <a:pt x="2362" y="8959"/>
                  </a:lnTo>
                  <a:lnTo>
                    <a:pt x="2639" y="8845"/>
                  </a:lnTo>
                  <a:lnTo>
                    <a:pt x="3193" y="8601"/>
                  </a:lnTo>
                  <a:lnTo>
                    <a:pt x="3698" y="8340"/>
                  </a:lnTo>
                  <a:lnTo>
                    <a:pt x="4187" y="8063"/>
                  </a:lnTo>
                  <a:lnTo>
                    <a:pt x="4627" y="7754"/>
                  </a:lnTo>
                  <a:lnTo>
                    <a:pt x="5034" y="7428"/>
                  </a:lnTo>
                  <a:lnTo>
                    <a:pt x="5408" y="7086"/>
                  </a:lnTo>
                  <a:lnTo>
                    <a:pt x="5750" y="6728"/>
                  </a:lnTo>
                  <a:lnTo>
                    <a:pt x="6060" y="6369"/>
                  </a:lnTo>
                  <a:lnTo>
                    <a:pt x="6353" y="6011"/>
                  </a:lnTo>
                  <a:lnTo>
                    <a:pt x="6614" y="5636"/>
                  </a:lnTo>
                  <a:lnTo>
                    <a:pt x="6842" y="5245"/>
                  </a:lnTo>
                  <a:lnTo>
                    <a:pt x="7053" y="4871"/>
                  </a:lnTo>
                  <a:lnTo>
                    <a:pt x="7249" y="4496"/>
                  </a:lnTo>
                  <a:lnTo>
                    <a:pt x="7412" y="4121"/>
                  </a:lnTo>
                  <a:lnTo>
                    <a:pt x="7558" y="3763"/>
                  </a:lnTo>
                  <a:lnTo>
                    <a:pt x="7689" y="3405"/>
                  </a:lnTo>
                  <a:lnTo>
                    <a:pt x="7803" y="3063"/>
                  </a:lnTo>
                  <a:lnTo>
                    <a:pt x="7884" y="2721"/>
                  </a:lnTo>
                  <a:lnTo>
                    <a:pt x="7966" y="2411"/>
                  </a:lnTo>
                  <a:lnTo>
                    <a:pt x="8080" y="1841"/>
                  </a:lnTo>
                  <a:lnTo>
                    <a:pt x="8161" y="1352"/>
                  </a:lnTo>
                  <a:lnTo>
                    <a:pt x="8194" y="978"/>
                  </a:lnTo>
                  <a:lnTo>
                    <a:pt x="8210" y="636"/>
                  </a:lnTo>
                  <a:lnTo>
                    <a:pt x="8210" y="505"/>
                  </a:lnTo>
                  <a:lnTo>
                    <a:pt x="8161" y="391"/>
                  </a:lnTo>
                  <a:lnTo>
                    <a:pt x="8112" y="277"/>
                  </a:lnTo>
                  <a:lnTo>
                    <a:pt x="8031" y="180"/>
                  </a:lnTo>
                  <a:lnTo>
                    <a:pt x="7933" y="115"/>
                  </a:lnTo>
                  <a:lnTo>
                    <a:pt x="7835" y="49"/>
                  </a:lnTo>
                  <a:lnTo>
                    <a:pt x="7705" y="17"/>
                  </a:lnTo>
                  <a:lnTo>
                    <a:pt x="75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1"/>
            <p:cNvSpPr/>
            <p:nvPr/>
          </p:nvSpPr>
          <p:spPr>
            <a:xfrm>
              <a:off x="2368951" y="3188655"/>
              <a:ext cx="160487" cy="217659"/>
            </a:xfrm>
            <a:custGeom>
              <a:avLst/>
              <a:gdLst/>
              <a:ahLst/>
              <a:cxnLst/>
              <a:rect l="l" t="t" r="r" b="b"/>
              <a:pathLst>
                <a:path w="10653" h="14448" extrusionOk="0">
                  <a:moveTo>
                    <a:pt x="636" y="0"/>
                  </a:moveTo>
                  <a:lnTo>
                    <a:pt x="505" y="16"/>
                  </a:lnTo>
                  <a:lnTo>
                    <a:pt x="375" y="65"/>
                  </a:lnTo>
                  <a:lnTo>
                    <a:pt x="277" y="114"/>
                  </a:lnTo>
                  <a:lnTo>
                    <a:pt x="180" y="196"/>
                  </a:lnTo>
                  <a:lnTo>
                    <a:pt x="98" y="293"/>
                  </a:lnTo>
                  <a:lnTo>
                    <a:pt x="49" y="407"/>
                  </a:lnTo>
                  <a:lnTo>
                    <a:pt x="17" y="521"/>
                  </a:lnTo>
                  <a:lnTo>
                    <a:pt x="0" y="652"/>
                  </a:lnTo>
                  <a:lnTo>
                    <a:pt x="17" y="782"/>
                  </a:lnTo>
                  <a:lnTo>
                    <a:pt x="49" y="896"/>
                  </a:lnTo>
                  <a:lnTo>
                    <a:pt x="114" y="1010"/>
                  </a:lnTo>
                  <a:lnTo>
                    <a:pt x="196" y="1108"/>
                  </a:lnTo>
                  <a:lnTo>
                    <a:pt x="277" y="1189"/>
                  </a:lnTo>
                  <a:lnTo>
                    <a:pt x="391" y="1238"/>
                  </a:lnTo>
                  <a:lnTo>
                    <a:pt x="505" y="1287"/>
                  </a:lnTo>
                  <a:lnTo>
                    <a:pt x="1287" y="1287"/>
                  </a:lnTo>
                  <a:lnTo>
                    <a:pt x="1906" y="1320"/>
                  </a:lnTo>
                  <a:lnTo>
                    <a:pt x="2509" y="1368"/>
                  </a:lnTo>
                  <a:lnTo>
                    <a:pt x="3079" y="1434"/>
                  </a:lnTo>
                  <a:lnTo>
                    <a:pt x="3633" y="1531"/>
                  </a:lnTo>
                  <a:lnTo>
                    <a:pt x="4154" y="1645"/>
                  </a:lnTo>
                  <a:lnTo>
                    <a:pt x="4659" y="1792"/>
                  </a:lnTo>
                  <a:lnTo>
                    <a:pt x="5131" y="1938"/>
                  </a:lnTo>
                  <a:lnTo>
                    <a:pt x="5571" y="2134"/>
                  </a:lnTo>
                  <a:lnTo>
                    <a:pt x="5994" y="2346"/>
                  </a:lnTo>
                  <a:lnTo>
                    <a:pt x="6402" y="2574"/>
                  </a:lnTo>
                  <a:lnTo>
                    <a:pt x="6776" y="2818"/>
                  </a:lnTo>
                  <a:lnTo>
                    <a:pt x="7118" y="3095"/>
                  </a:lnTo>
                  <a:lnTo>
                    <a:pt x="7444" y="3388"/>
                  </a:lnTo>
                  <a:lnTo>
                    <a:pt x="7737" y="3714"/>
                  </a:lnTo>
                  <a:lnTo>
                    <a:pt x="8014" y="4056"/>
                  </a:lnTo>
                  <a:lnTo>
                    <a:pt x="8242" y="4382"/>
                  </a:lnTo>
                  <a:lnTo>
                    <a:pt x="8438" y="4708"/>
                  </a:lnTo>
                  <a:lnTo>
                    <a:pt x="8617" y="5050"/>
                  </a:lnTo>
                  <a:lnTo>
                    <a:pt x="8763" y="5408"/>
                  </a:lnTo>
                  <a:lnTo>
                    <a:pt x="8894" y="5766"/>
                  </a:lnTo>
                  <a:lnTo>
                    <a:pt x="9008" y="6141"/>
                  </a:lnTo>
                  <a:lnTo>
                    <a:pt x="9106" y="6499"/>
                  </a:lnTo>
                  <a:lnTo>
                    <a:pt x="9187" y="6874"/>
                  </a:lnTo>
                  <a:lnTo>
                    <a:pt x="9252" y="7265"/>
                  </a:lnTo>
                  <a:lnTo>
                    <a:pt x="9301" y="7639"/>
                  </a:lnTo>
                  <a:lnTo>
                    <a:pt x="9334" y="8014"/>
                  </a:lnTo>
                  <a:lnTo>
                    <a:pt x="9350" y="8389"/>
                  </a:lnTo>
                  <a:lnTo>
                    <a:pt x="9366" y="8763"/>
                  </a:lnTo>
                  <a:lnTo>
                    <a:pt x="9366" y="9138"/>
                  </a:lnTo>
                  <a:lnTo>
                    <a:pt x="9334" y="9855"/>
                  </a:lnTo>
                  <a:lnTo>
                    <a:pt x="9268" y="10539"/>
                  </a:lnTo>
                  <a:lnTo>
                    <a:pt x="9171" y="11190"/>
                  </a:lnTo>
                  <a:lnTo>
                    <a:pt x="9073" y="11777"/>
                  </a:lnTo>
                  <a:lnTo>
                    <a:pt x="8959" y="12314"/>
                  </a:lnTo>
                  <a:lnTo>
                    <a:pt x="8861" y="12770"/>
                  </a:lnTo>
                  <a:lnTo>
                    <a:pt x="8763" y="13145"/>
                  </a:lnTo>
                  <a:lnTo>
                    <a:pt x="8633" y="13585"/>
                  </a:lnTo>
                  <a:lnTo>
                    <a:pt x="8617" y="13617"/>
                  </a:lnTo>
                  <a:lnTo>
                    <a:pt x="8601" y="13731"/>
                  </a:lnTo>
                  <a:lnTo>
                    <a:pt x="8584" y="13862"/>
                  </a:lnTo>
                  <a:lnTo>
                    <a:pt x="8617" y="13976"/>
                  </a:lnTo>
                  <a:lnTo>
                    <a:pt x="8666" y="14090"/>
                  </a:lnTo>
                  <a:lnTo>
                    <a:pt x="8731" y="14187"/>
                  </a:lnTo>
                  <a:lnTo>
                    <a:pt x="8812" y="14285"/>
                  </a:lnTo>
                  <a:lnTo>
                    <a:pt x="8926" y="14350"/>
                  </a:lnTo>
                  <a:lnTo>
                    <a:pt x="9040" y="14399"/>
                  </a:lnTo>
                  <a:lnTo>
                    <a:pt x="9138" y="14432"/>
                  </a:lnTo>
                  <a:lnTo>
                    <a:pt x="9236" y="14448"/>
                  </a:lnTo>
                  <a:lnTo>
                    <a:pt x="9334" y="14432"/>
                  </a:lnTo>
                  <a:lnTo>
                    <a:pt x="9431" y="14415"/>
                  </a:lnTo>
                  <a:lnTo>
                    <a:pt x="9529" y="14367"/>
                  </a:lnTo>
                  <a:lnTo>
                    <a:pt x="9610" y="14318"/>
                  </a:lnTo>
                  <a:lnTo>
                    <a:pt x="9692" y="14253"/>
                  </a:lnTo>
                  <a:lnTo>
                    <a:pt x="9757" y="14171"/>
                  </a:lnTo>
                  <a:lnTo>
                    <a:pt x="9806" y="14073"/>
                  </a:lnTo>
                  <a:lnTo>
                    <a:pt x="9855" y="13976"/>
                  </a:lnTo>
                  <a:lnTo>
                    <a:pt x="10034" y="13357"/>
                  </a:lnTo>
                  <a:lnTo>
                    <a:pt x="10148" y="12901"/>
                  </a:lnTo>
                  <a:lnTo>
                    <a:pt x="10278" y="12379"/>
                  </a:lnTo>
                  <a:lnTo>
                    <a:pt x="10392" y="11777"/>
                  </a:lnTo>
                  <a:lnTo>
                    <a:pt x="10490" y="11109"/>
                  </a:lnTo>
                  <a:lnTo>
                    <a:pt x="10588" y="10408"/>
                  </a:lnTo>
                  <a:lnTo>
                    <a:pt x="10637" y="9643"/>
                  </a:lnTo>
                  <a:lnTo>
                    <a:pt x="10653" y="9252"/>
                  </a:lnTo>
                  <a:lnTo>
                    <a:pt x="10653" y="8861"/>
                  </a:lnTo>
                  <a:lnTo>
                    <a:pt x="10653" y="8454"/>
                  </a:lnTo>
                  <a:lnTo>
                    <a:pt x="10637" y="8063"/>
                  </a:lnTo>
                  <a:lnTo>
                    <a:pt x="10604" y="7639"/>
                  </a:lnTo>
                  <a:lnTo>
                    <a:pt x="10555" y="7232"/>
                  </a:lnTo>
                  <a:lnTo>
                    <a:pt x="10490" y="6825"/>
                  </a:lnTo>
                  <a:lnTo>
                    <a:pt x="10409" y="6418"/>
                  </a:lnTo>
                  <a:lnTo>
                    <a:pt x="10311" y="6011"/>
                  </a:lnTo>
                  <a:lnTo>
                    <a:pt x="10197" y="5603"/>
                  </a:lnTo>
                  <a:lnTo>
                    <a:pt x="10067" y="5196"/>
                  </a:lnTo>
                  <a:lnTo>
                    <a:pt x="9904" y="4805"/>
                  </a:lnTo>
                  <a:lnTo>
                    <a:pt x="9724" y="4414"/>
                  </a:lnTo>
                  <a:lnTo>
                    <a:pt x="9529" y="4023"/>
                  </a:lnTo>
                  <a:lnTo>
                    <a:pt x="9301" y="3649"/>
                  </a:lnTo>
                  <a:lnTo>
                    <a:pt x="9057" y="3290"/>
                  </a:lnTo>
                  <a:lnTo>
                    <a:pt x="8731" y="2883"/>
                  </a:lnTo>
                  <a:lnTo>
                    <a:pt x="8373" y="2509"/>
                  </a:lnTo>
                  <a:lnTo>
                    <a:pt x="7998" y="2150"/>
                  </a:lnTo>
                  <a:lnTo>
                    <a:pt x="7591" y="1824"/>
                  </a:lnTo>
                  <a:lnTo>
                    <a:pt x="7151" y="1531"/>
                  </a:lnTo>
                  <a:lnTo>
                    <a:pt x="6695" y="1254"/>
                  </a:lnTo>
                  <a:lnTo>
                    <a:pt x="6206" y="1010"/>
                  </a:lnTo>
                  <a:lnTo>
                    <a:pt x="5701" y="798"/>
                  </a:lnTo>
                  <a:lnTo>
                    <a:pt x="5147" y="603"/>
                  </a:lnTo>
                  <a:lnTo>
                    <a:pt x="4577" y="440"/>
                  </a:lnTo>
                  <a:lnTo>
                    <a:pt x="3991" y="293"/>
                  </a:lnTo>
                  <a:lnTo>
                    <a:pt x="3372" y="179"/>
                  </a:lnTo>
                  <a:lnTo>
                    <a:pt x="2721" y="98"/>
                  </a:lnTo>
                  <a:lnTo>
                    <a:pt x="2053" y="33"/>
                  </a:lnTo>
                  <a:lnTo>
                    <a:pt x="1352" y="16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1"/>
            <p:cNvSpPr/>
            <p:nvPr/>
          </p:nvSpPr>
          <p:spPr>
            <a:xfrm>
              <a:off x="2186875" y="2861805"/>
              <a:ext cx="260609" cy="200485"/>
            </a:xfrm>
            <a:custGeom>
              <a:avLst/>
              <a:gdLst/>
              <a:ahLst/>
              <a:cxnLst/>
              <a:rect l="l" t="t" r="r" b="b"/>
              <a:pathLst>
                <a:path w="17299" h="13308" extrusionOk="0">
                  <a:moveTo>
                    <a:pt x="8568" y="0"/>
                  </a:moveTo>
                  <a:lnTo>
                    <a:pt x="8242" y="16"/>
                  </a:lnTo>
                  <a:lnTo>
                    <a:pt x="7900" y="49"/>
                  </a:lnTo>
                  <a:lnTo>
                    <a:pt x="7591" y="98"/>
                  </a:lnTo>
                  <a:lnTo>
                    <a:pt x="7281" y="147"/>
                  </a:lnTo>
                  <a:lnTo>
                    <a:pt x="6972" y="212"/>
                  </a:lnTo>
                  <a:lnTo>
                    <a:pt x="6679" y="293"/>
                  </a:lnTo>
                  <a:lnTo>
                    <a:pt x="6385" y="375"/>
                  </a:lnTo>
                  <a:lnTo>
                    <a:pt x="6109" y="472"/>
                  </a:lnTo>
                  <a:lnTo>
                    <a:pt x="5848" y="586"/>
                  </a:lnTo>
                  <a:lnTo>
                    <a:pt x="5571" y="700"/>
                  </a:lnTo>
                  <a:lnTo>
                    <a:pt x="5327" y="814"/>
                  </a:lnTo>
                  <a:lnTo>
                    <a:pt x="5082" y="945"/>
                  </a:lnTo>
                  <a:lnTo>
                    <a:pt x="4838" y="1091"/>
                  </a:lnTo>
                  <a:lnTo>
                    <a:pt x="4610" y="1238"/>
                  </a:lnTo>
                  <a:lnTo>
                    <a:pt x="4382" y="1385"/>
                  </a:lnTo>
                  <a:lnTo>
                    <a:pt x="3942" y="1710"/>
                  </a:lnTo>
                  <a:lnTo>
                    <a:pt x="3551" y="2069"/>
                  </a:lnTo>
                  <a:lnTo>
                    <a:pt x="3177" y="2443"/>
                  </a:lnTo>
                  <a:lnTo>
                    <a:pt x="2818" y="2818"/>
                  </a:lnTo>
                  <a:lnTo>
                    <a:pt x="2493" y="3225"/>
                  </a:lnTo>
                  <a:lnTo>
                    <a:pt x="2199" y="3632"/>
                  </a:lnTo>
                  <a:lnTo>
                    <a:pt x="1922" y="4056"/>
                  </a:lnTo>
                  <a:lnTo>
                    <a:pt x="1662" y="4479"/>
                  </a:lnTo>
                  <a:lnTo>
                    <a:pt x="1434" y="4887"/>
                  </a:lnTo>
                  <a:lnTo>
                    <a:pt x="1222" y="5310"/>
                  </a:lnTo>
                  <a:lnTo>
                    <a:pt x="1027" y="5717"/>
                  </a:lnTo>
                  <a:lnTo>
                    <a:pt x="864" y="6124"/>
                  </a:lnTo>
                  <a:lnTo>
                    <a:pt x="717" y="6515"/>
                  </a:lnTo>
                  <a:lnTo>
                    <a:pt x="570" y="6890"/>
                  </a:lnTo>
                  <a:lnTo>
                    <a:pt x="359" y="7574"/>
                  </a:lnTo>
                  <a:lnTo>
                    <a:pt x="196" y="8144"/>
                  </a:lnTo>
                  <a:lnTo>
                    <a:pt x="82" y="8600"/>
                  </a:lnTo>
                  <a:lnTo>
                    <a:pt x="0" y="9008"/>
                  </a:lnTo>
                  <a:lnTo>
                    <a:pt x="0" y="9138"/>
                  </a:lnTo>
                  <a:lnTo>
                    <a:pt x="17" y="9268"/>
                  </a:lnTo>
                  <a:lnTo>
                    <a:pt x="66" y="9382"/>
                  </a:lnTo>
                  <a:lnTo>
                    <a:pt x="131" y="9496"/>
                  </a:lnTo>
                  <a:lnTo>
                    <a:pt x="212" y="9578"/>
                  </a:lnTo>
                  <a:lnTo>
                    <a:pt x="310" y="9659"/>
                  </a:lnTo>
                  <a:lnTo>
                    <a:pt x="424" y="9708"/>
                  </a:lnTo>
                  <a:lnTo>
                    <a:pt x="554" y="9741"/>
                  </a:lnTo>
                  <a:lnTo>
                    <a:pt x="668" y="9757"/>
                  </a:lnTo>
                  <a:lnTo>
                    <a:pt x="799" y="9741"/>
                  </a:lnTo>
                  <a:lnTo>
                    <a:pt x="913" y="9692"/>
                  </a:lnTo>
                  <a:lnTo>
                    <a:pt x="1027" y="9626"/>
                  </a:lnTo>
                  <a:lnTo>
                    <a:pt x="1108" y="9545"/>
                  </a:lnTo>
                  <a:lnTo>
                    <a:pt x="1189" y="9447"/>
                  </a:lnTo>
                  <a:lnTo>
                    <a:pt x="1238" y="9333"/>
                  </a:lnTo>
                  <a:lnTo>
                    <a:pt x="1271" y="9203"/>
                  </a:lnTo>
                  <a:lnTo>
                    <a:pt x="1352" y="8779"/>
                  </a:lnTo>
                  <a:lnTo>
                    <a:pt x="1450" y="8356"/>
                  </a:lnTo>
                  <a:lnTo>
                    <a:pt x="1597" y="7835"/>
                  </a:lnTo>
                  <a:lnTo>
                    <a:pt x="1792" y="7232"/>
                  </a:lnTo>
                  <a:lnTo>
                    <a:pt x="1906" y="6906"/>
                  </a:lnTo>
                  <a:lnTo>
                    <a:pt x="2036" y="6564"/>
                  </a:lnTo>
                  <a:lnTo>
                    <a:pt x="2183" y="6206"/>
                  </a:lnTo>
                  <a:lnTo>
                    <a:pt x="2346" y="5848"/>
                  </a:lnTo>
                  <a:lnTo>
                    <a:pt x="2525" y="5489"/>
                  </a:lnTo>
                  <a:lnTo>
                    <a:pt x="2737" y="5131"/>
                  </a:lnTo>
                  <a:lnTo>
                    <a:pt x="2949" y="4756"/>
                  </a:lnTo>
                  <a:lnTo>
                    <a:pt x="3177" y="4398"/>
                  </a:lnTo>
                  <a:lnTo>
                    <a:pt x="3437" y="4056"/>
                  </a:lnTo>
                  <a:lnTo>
                    <a:pt x="3714" y="3698"/>
                  </a:lnTo>
                  <a:lnTo>
                    <a:pt x="4024" y="3372"/>
                  </a:lnTo>
                  <a:lnTo>
                    <a:pt x="4333" y="3062"/>
                  </a:lnTo>
                  <a:lnTo>
                    <a:pt x="4675" y="2753"/>
                  </a:lnTo>
                  <a:lnTo>
                    <a:pt x="5050" y="2476"/>
                  </a:lnTo>
                  <a:lnTo>
                    <a:pt x="5441" y="2215"/>
                  </a:lnTo>
                  <a:lnTo>
                    <a:pt x="5848" y="1987"/>
                  </a:lnTo>
                  <a:lnTo>
                    <a:pt x="6304" y="1775"/>
                  </a:lnTo>
                  <a:lnTo>
                    <a:pt x="6532" y="1694"/>
                  </a:lnTo>
                  <a:lnTo>
                    <a:pt x="6760" y="1613"/>
                  </a:lnTo>
                  <a:lnTo>
                    <a:pt x="7004" y="1531"/>
                  </a:lnTo>
                  <a:lnTo>
                    <a:pt x="7265" y="1466"/>
                  </a:lnTo>
                  <a:lnTo>
                    <a:pt x="7526" y="1417"/>
                  </a:lnTo>
                  <a:lnTo>
                    <a:pt x="7786" y="1368"/>
                  </a:lnTo>
                  <a:lnTo>
                    <a:pt x="8063" y="1336"/>
                  </a:lnTo>
                  <a:lnTo>
                    <a:pt x="8340" y="1303"/>
                  </a:lnTo>
                  <a:lnTo>
                    <a:pt x="8617" y="1287"/>
                  </a:lnTo>
                  <a:lnTo>
                    <a:pt x="9236" y="1287"/>
                  </a:lnTo>
                  <a:lnTo>
                    <a:pt x="9545" y="1303"/>
                  </a:lnTo>
                  <a:lnTo>
                    <a:pt x="9839" y="1336"/>
                  </a:lnTo>
                  <a:lnTo>
                    <a:pt x="10115" y="1385"/>
                  </a:lnTo>
                  <a:lnTo>
                    <a:pt x="10392" y="1433"/>
                  </a:lnTo>
                  <a:lnTo>
                    <a:pt x="10669" y="1499"/>
                  </a:lnTo>
                  <a:lnTo>
                    <a:pt x="10930" y="1580"/>
                  </a:lnTo>
                  <a:lnTo>
                    <a:pt x="11174" y="1661"/>
                  </a:lnTo>
                  <a:lnTo>
                    <a:pt x="11419" y="1759"/>
                  </a:lnTo>
                  <a:lnTo>
                    <a:pt x="11647" y="1857"/>
                  </a:lnTo>
                  <a:lnTo>
                    <a:pt x="11875" y="1971"/>
                  </a:lnTo>
                  <a:lnTo>
                    <a:pt x="12086" y="2085"/>
                  </a:lnTo>
                  <a:lnTo>
                    <a:pt x="12494" y="2346"/>
                  </a:lnTo>
                  <a:lnTo>
                    <a:pt x="12868" y="2622"/>
                  </a:lnTo>
                  <a:lnTo>
                    <a:pt x="13210" y="2916"/>
                  </a:lnTo>
                  <a:lnTo>
                    <a:pt x="13536" y="3209"/>
                  </a:lnTo>
                  <a:lnTo>
                    <a:pt x="13813" y="3518"/>
                  </a:lnTo>
                  <a:lnTo>
                    <a:pt x="14074" y="3828"/>
                  </a:lnTo>
                  <a:lnTo>
                    <a:pt x="14302" y="4137"/>
                  </a:lnTo>
                  <a:lnTo>
                    <a:pt x="14513" y="4447"/>
                  </a:lnTo>
                  <a:lnTo>
                    <a:pt x="14692" y="4724"/>
                  </a:lnTo>
                  <a:lnTo>
                    <a:pt x="14839" y="5001"/>
                  </a:lnTo>
                  <a:lnTo>
                    <a:pt x="15100" y="5522"/>
                  </a:lnTo>
                  <a:lnTo>
                    <a:pt x="15328" y="6059"/>
                  </a:lnTo>
                  <a:lnTo>
                    <a:pt x="15523" y="6581"/>
                  </a:lnTo>
                  <a:lnTo>
                    <a:pt x="15686" y="7118"/>
                  </a:lnTo>
                  <a:lnTo>
                    <a:pt x="15800" y="7656"/>
                  </a:lnTo>
                  <a:lnTo>
                    <a:pt x="15898" y="8177"/>
                  </a:lnTo>
                  <a:lnTo>
                    <a:pt x="15963" y="8682"/>
                  </a:lnTo>
                  <a:lnTo>
                    <a:pt x="16012" y="9187"/>
                  </a:lnTo>
                  <a:lnTo>
                    <a:pt x="16012" y="9675"/>
                  </a:lnTo>
                  <a:lnTo>
                    <a:pt x="15996" y="10131"/>
                  </a:lnTo>
                  <a:lnTo>
                    <a:pt x="15963" y="10571"/>
                  </a:lnTo>
                  <a:lnTo>
                    <a:pt x="15898" y="10978"/>
                  </a:lnTo>
                  <a:lnTo>
                    <a:pt x="15800" y="11369"/>
                  </a:lnTo>
                  <a:lnTo>
                    <a:pt x="15686" y="11728"/>
                  </a:lnTo>
                  <a:lnTo>
                    <a:pt x="15556" y="12037"/>
                  </a:lnTo>
                  <a:lnTo>
                    <a:pt x="15393" y="12314"/>
                  </a:lnTo>
                  <a:lnTo>
                    <a:pt x="15328" y="12428"/>
                  </a:lnTo>
                  <a:lnTo>
                    <a:pt x="15295" y="12542"/>
                  </a:lnTo>
                  <a:lnTo>
                    <a:pt x="15279" y="12672"/>
                  </a:lnTo>
                  <a:lnTo>
                    <a:pt x="15295" y="12786"/>
                  </a:lnTo>
                  <a:lnTo>
                    <a:pt x="15328" y="12917"/>
                  </a:lnTo>
                  <a:lnTo>
                    <a:pt x="15393" y="13014"/>
                  </a:lnTo>
                  <a:lnTo>
                    <a:pt x="15474" y="13112"/>
                  </a:lnTo>
                  <a:lnTo>
                    <a:pt x="15572" y="13194"/>
                  </a:lnTo>
                  <a:lnTo>
                    <a:pt x="15653" y="13243"/>
                  </a:lnTo>
                  <a:lnTo>
                    <a:pt x="15751" y="13275"/>
                  </a:lnTo>
                  <a:lnTo>
                    <a:pt x="15833" y="13308"/>
                  </a:lnTo>
                  <a:lnTo>
                    <a:pt x="15930" y="13308"/>
                  </a:lnTo>
                  <a:lnTo>
                    <a:pt x="16077" y="13291"/>
                  </a:lnTo>
                  <a:lnTo>
                    <a:pt x="16224" y="13226"/>
                  </a:lnTo>
                  <a:lnTo>
                    <a:pt x="16289" y="13194"/>
                  </a:lnTo>
                  <a:lnTo>
                    <a:pt x="16354" y="13145"/>
                  </a:lnTo>
                  <a:lnTo>
                    <a:pt x="16419" y="13080"/>
                  </a:lnTo>
                  <a:lnTo>
                    <a:pt x="16452" y="13014"/>
                  </a:lnTo>
                  <a:lnTo>
                    <a:pt x="16582" y="12835"/>
                  </a:lnTo>
                  <a:lnTo>
                    <a:pt x="16680" y="12640"/>
                  </a:lnTo>
                  <a:lnTo>
                    <a:pt x="16777" y="12428"/>
                  </a:lnTo>
                  <a:lnTo>
                    <a:pt x="16875" y="12216"/>
                  </a:lnTo>
                  <a:lnTo>
                    <a:pt x="16957" y="11988"/>
                  </a:lnTo>
                  <a:lnTo>
                    <a:pt x="17022" y="11744"/>
                  </a:lnTo>
                  <a:lnTo>
                    <a:pt x="17087" y="11500"/>
                  </a:lnTo>
                  <a:lnTo>
                    <a:pt x="17136" y="11255"/>
                  </a:lnTo>
                  <a:lnTo>
                    <a:pt x="17233" y="10734"/>
                  </a:lnTo>
                  <a:lnTo>
                    <a:pt x="17282" y="10197"/>
                  </a:lnTo>
                  <a:lnTo>
                    <a:pt x="17299" y="9643"/>
                  </a:lnTo>
                  <a:lnTo>
                    <a:pt x="17282" y="9056"/>
                  </a:lnTo>
                  <a:lnTo>
                    <a:pt x="17233" y="8470"/>
                  </a:lnTo>
                  <a:lnTo>
                    <a:pt x="17152" y="7884"/>
                  </a:lnTo>
                  <a:lnTo>
                    <a:pt x="17022" y="7281"/>
                  </a:lnTo>
                  <a:lnTo>
                    <a:pt x="16875" y="6695"/>
                  </a:lnTo>
                  <a:lnTo>
                    <a:pt x="16696" y="6092"/>
                  </a:lnTo>
                  <a:lnTo>
                    <a:pt x="16484" y="5522"/>
                  </a:lnTo>
                  <a:lnTo>
                    <a:pt x="16240" y="4952"/>
                  </a:lnTo>
                  <a:lnTo>
                    <a:pt x="15963" y="4398"/>
                  </a:lnTo>
                  <a:lnTo>
                    <a:pt x="15670" y="3877"/>
                  </a:lnTo>
                  <a:lnTo>
                    <a:pt x="15344" y="3388"/>
                  </a:lnTo>
                  <a:lnTo>
                    <a:pt x="15002" y="2932"/>
                  </a:lnTo>
                  <a:lnTo>
                    <a:pt x="14644" y="2508"/>
                  </a:lnTo>
                  <a:lnTo>
                    <a:pt x="14269" y="2118"/>
                  </a:lnTo>
                  <a:lnTo>
                    <a:pt x="13862" y="1759"/>
                  </a:lnTo>
                  <a:lnTo>
                    <a:pt x="13438" y="1433"/>
                  </a:lnTo>
                  <a:lnTo>
                    <a:pt x="12999" y="1124"/>
                  </a:lnTo>
                  <a:lnTo>
                    <a:pt x="12542" y="863"/>
                  </a:lnTo>
                  <a:lnTo>
                    <a:pt x="12070" y="635"/>
                  </a:lnTo>
                  <a:lnTo>
                    <a:pt x="11581" y="440"/>
                  </a:lnTo>
                  <a:lnTo>
                    <a:pt x="11076" y="277"/>
                  </a:lnTo>
                  <a:lnTo>
                    <a:pt x="10555" y="163"/>
                  </a:lnTo>
                  <a:lnTo>
                    <a:pt x="10018" y="65"/>
                  </a:lnTo>
                  <a:lnTo>
                    <a:pt x="9480" y="16"/>
                  </a:lnTo>
                  <a:lnTo>
                    <a:pt x="8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1"/>
            <p:cNvSpPr/>
            <p:nvPr/>
          </p:nvSpPr>
          <p:spPr>
            <a:xfrm>
              <a:off x="2406734" y="2839720"/>
              <a:ext cx="293014" cy="90797"/>
            </a:xfrm>
            <a:custGeom>
              <a:avLst/>
              <a:gdLst/>
              <a:ahLst/>
              <a:cxnLst/>
              <a:rect l="l" t="t" r="r" b="b"/>
              <a:pathLst>
                <a:path w="19450" h="6027" extrusionOk="0">
                  <a:moveTo>
                    <a:pt x="9757" y="0"/>
                  </a:moveTo>
                  <a:lnTo>
                    <a:pt x="9122" y="33"/>
                  </a:lnTo>
                  <a:lnTo>
                    <a:pt x="8487" y="114"/>
                  </a:lnTo>
                  <a:lnTo>
                    <a:pt x="7852" y="212"/>
                  </a:lnTo>
                  <a:lnTo>
                    <a:pt x="7233" y="358"/>
                  </a:lnTo>
                  <a:lnTo>
                    <a:pt x="6598" y="538"/>
                  </a:lnTo>
                  <a:lnTo>
                    <a:pt x="5995" y="749"/>
                  </a:lnTo>
                  <a:lnTo>
                    <a:pt x="5376" y="1010"/>
                  </a:lnTo>
                  <a:lnTo>
                    <a:pt x="4773" y="1303"/>
                  </a:lnTo>
                  <a:lnTo>
                    <a:pt x="4171" y="1629"/>
                  </a:lnTo>
                  <a:lnTo>
                    <a:pt x="3584" y="1987"/>
                  </a:lnTo>
                  <a:lnTo>
                    <a:pt x="2998" y="2394"/>
                  </a:lnTo>
                  <a:lnTo>
                    <a:pt x="2411" y="2834"/>
                  </a:lnTo>
                  <a:lnTo>
                    <a:pt x="1841" y="3307"/>
                  </a:lnTo>
                  <a:lnTo>
                    <a:pt x="1271" y="3812"/>
                  </a:lnTo>
                  <a:lnTo>
                    <a:pt x="717" y="4365"/>
                  </a:lnTo>
                  <a:lnTo>
                    <a:pt x="164" y="4952"/>
                  </a:lnTo>
                  <a:lnTo>
                    <a:pt x="82" y="5049"/>
                  </a:lnTo>
                  <a:lnTo>
                    <a:pt x="33" y="5164"/>
                  </a:lnTo>
                  <a:lnTo>
                    <a:pt x="1" y="5294"/>
                  </a:lnTo>
                  <a:lnTo>
                    <a:pt x="1" y="5408"/>
                  </a:lnTo>
                  <a:lnTo>
                    <a:pt x="17" y="5538"/>
                  </a:lnTo>
                  <a:lnTo>
                    <a:pt x="50" y="5652"/>
                  </a:lnTo>
                  <a:lnTo>
                    <a:pt x="115" y="5766"/>
                  </a:lnTo>
                  <a:lnTo>
                    <a:pt x="196" y="5864"/>
                  </a:lnTo>
                  <a:lnTo>
                    <a:pt x="310" y="5929"/>
                  </a:lnTo>
                  <a:lnTo>
                    <a:pt x="408" y="5978"/>
                  </a:lnTo>
                  <a:lnTo>
                    <a:pt x="522" y="6011"/>
                  </a:lnTo>
                  <a:lnTo>
                    <a:pt x="636" y="6027"/>
                  </a:lnTo>
                  <a:lnTo>
                    <a:pt x="766" y="6011"/>
                  </a:lnTo>
                  <a:lnTo>
                    <a:pt x="897" y="5978"/>
                  </a:lnTo>
                  <a:lnTo>
                    <a:pt x="1011" y="5913"/>
                  </a:lnTo>
                  <a:lnTo>
                    <a:pt x="1108" y="5815"/>
                  </a:lnTo>
                  <a:lnTo>
                    <a:pt x="1613" y="5278"/>
                  </a:lnTo>
                  <a:lnTo>
                    <a:pt x="2135" y="4773"/>
                  </a:lnTo>
                  <a:lnTo>
                    <a:pt x="2639" y="4317"/>
                  </a:lnTo>
                  <a:lnTo>
                    <a:pt x="3161" y="3877"/>
                  </a:lnTo>
                  <a:lnTo>
                    <a:pt x="3698" y="3486"/>
                  </a:lnTo>
                  <a:lnTo>
                    <a:pt x="4219" y="3111"/>
                  </a:lnTo>
                  <a:lnTo>
                    <a:pt x="4757" y="2769"/>
                  </a:lnTo>
                  <a:lnTo>
                    <a:pt x="5294" y="2476"/>
                  </a:lnTo>
                  <a:lnTo>
                    <a:pt x="5848" y="2215"/>
                  </a:lnTo>
                  <a:lnTo>
                    <a:pt x="6402" y="1971"/>
                  </a:lnTo>
                  <a:lnTo>
                    <a:pt x="6956" y="1776"/>
                  </a:lnTo>
                  <a:lnTo>
                    <a:pt x="7510" y="1613"/>
                  </a:lnTo>
                  <a:lnTo>
                    <a:pt x="8063" y="1482"/>
                  </a:lnTo>
                  <a:lnTo>
                    <a:pt x="8634" y="1385"/>
                  </a:lnTo>
                  <a:lnTo>
                    <a:pt x="9204" y="1319"/>
                  </a:lnTo>
                  <a:lnTo>
                    <a:pt x="9774" y="1287"/>
                  </a:lnTo>
                  <a:lnTo>
                    <a:pt x="10230" y="1287"/>
                  </a:lnTo>
                  <a:lnTo>
                    <a:pt x="10686" y="1303"/>
                  </a:lnTo>
                  <a:lnTo>
                    <a:pt x="11126" y="1352"/>
                  </a:lnTo>
                  <a:lnTo>
                    <a:pt x="11549" y="1401"/>
                  </a:lnTo>
                  <a:lnTo>
                    <a:pt x="11973" y="1482"/>
                  </a:lnTo>
                  <a:lnTo>
                    <a:pt x="12380" y="1564"/>
                  </a:lnTo>
                  <a:lnTo>
                    <a:pt x="12787" y="1662"/>
                  </a:lnTo>
                  <a:lnTo>
                    <a:pt x="13178" y="1776"/>
                  </a:lnTo>
                  <a:lnTo>
                    <a:pt x="13553" y="1906"/>
                  </a:lnTo>
                  <a:lnTo>
                    <a:pt x="13927" y="2036"/>
                  </a:lnTo>
                  <a:lnTo>
                    <a:pt x="14286" y="2183"/>
                  </a:lnTo>
                  <a:lnTo>
                    <a:pt x="14628" y="2329"/>
                  </a:lnTo>
                  <a:lnTo>
                    <a:pt x="14953" y="2492"/>
                  </a:lnTo>
                  <a:lnTo>
                    <a:pt x="15279" y="2655"/>
                  </a:lnTo>
                  <a:lnTo>
                    <a:pt x="15882" y="2981"/>
                  </a:lnTo>
                  <a:lnTo>
                    <a:pt x="16419" y="3323"/>
                  </a:lnTo>
                  <a:lnTo>
                    <a:pt x="16908" y="3649"/>
                  </a:lnTo>
                  <a:lnTo>
                    <a:pt x="17332" y="3942"/>
                  </a:lnTo>
                  <a:lnTo>
                    <a:pt x="17674" y="4219"/>
                  </a:lnTo>
                  <a:lnTo>
                    <a:pt x="17967" y="4463"/>
                  </a:lnTo>
                  <a:lnTo>
                    <a:pt x="18179" y="4642"/>
                  </a:lnTo>
                  <a:lnTo>
                    <a:pt x="18341" y="4805"/>
                  </a:lnTo>
                  <a:lnTo>
                    <a:pt x="18455" y="4887"/>
                  </a:lnTo>
                  <a:lnTo>
                    <a:pt x="18569" y="4952"/>
                  </a:lnTo>
                  <a:lnTo>
                    <a:pt x="18683" y="4984"/>
                  </a:lnTo>
                  <a:lnTo>
                    <a:pt x="18928" y="4984"/>
                  </a:lnTo>
                  <a:lnTo>
                    <a:pt x="19042" y="4935"/>
                  </a:lnTo>
                  <a:lnTo>
                    <a:pt x="19156" y="4887"/>
                  </a:lnTo>
                  <a:lnTo>
                    <a:pt x="19254" y="4805"/>
                  </a:lnTo>
                  <a:lnTo>
                    <a:pt x="19335" y="4691"/>
                  </a:lnTo>
                  <a:lnTo>
                    <a:pt x="19400" y="4593"/>
                  </a:lnTo>
                  <a:lnTo>
                    <a:pt x="19433" y="4463"/>
                  </a:lnTo>
                  <a:lnTo>
                    <a:pt x="19449" y="4349"/>
                  </a:lnTo>
                  <a:lnTo>
                    <a:pt x="19433" y="4219"/>
                  </a:lnTo>
                  <a:lnTo>
                    <a:pt x="19400" y="4105"/>
                  </a:lnTo>
                  <a:lnTo>
                    <a:pt x="19335" y="3991"/>
                  </a:lnTo>
                  <a:lnTo>
                    <a:pt x="19254" y="3893"/>
                  </a:lnTo>
                  <a:lnTo>
                    <a:pt x="19026" y="3681"/>
                  </a:lnTo>
                  <a:lnTo>
                    <a:pt x="18781" y="3470"/>
                  </a:lnTo>
                  <a:lnTo>
                    <a:pt x="18472" y="3193"/>
                  </a:lnTo>
                  <a:lnTo>
                    <a:pt x="18081" y="2899"/>
                  </a:lnTo>
                  <a:lnTo>
                    <a:pt x="17608" y="2557"/>
                  </a:lnTo>
                  <a:lnTo>
                    <a:pt x="17071" y="2199"/>
                  </a:lnTo>
                  <a:lnTo>
                    <a:pt x="16485" y="1841"/>
                  </a:lnTo>
                  <a:lnTo>
                    <a:pt x="15817" y="1482"/>
                  </a:lnTo>
                  <a:lnTo>
                    <a:pt x="15475" y="1303"/>
                  </a:lnTo>
                  <a:lnTo>
                    <a:pt x="15100" y="1140"/>
                  </a:lnTo>
                  <a:lnTo>
                    <a:pt x="14725" y="977"/>
                  </a:lnTo>
                  <a:lnTo>
                    <a:pt x="14334" y="815"/>
                  </a:lnTo>
                  <a:lnTo>
                    <a:pt x="13927" y="668"/>
                  </a:lnTo>
                  <a:lnTo>
                    <a:pt x="13504" y="538"/>
                  </a:lnTo>
                  <a:lnTo>
                    <a:pt x="13080" y="407"/>
                  </a:lnTo>
                  <a:lnTo>
                    <a:pt x="12641" y="293"/>
                  </a:lnTo>
                  <a:lnTo>
                    <a:pt x="12184" y="212"/>
                  </a:lnTo>
                  <a:lnTo>
                    <a:pt x="11712" y="130"/>
                  </a:lnTo>
                  <a:lnTo>
                    <a:pt x="11240" y="65"/>
                  </a:lnTo>
                  <a:lnTo>
                    <a:pt x="10767" y="16"/>
                  </a:lnTo>
                  <a:lnTo>
                    <a:pt x="102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1"/>
            <p:cNvSpPr/>
            <p:nvPr/>
          </p:nvSpPr>
          <p:spPr>
            <a:xfrm>
              <a:off x="2329932" y="3371213"/>
              <a:ext cx="39274" cy="100875"/>
            </a:xfrm>
            <a:custGeom>
              <a:avLst/>
              <a:gdLst/>
              <a:ahLst/>
              <a:cxnLst/>
              <a:rect l="l" t="t" r="r" b="b"/>
              <a:pathLst>
                <a:path w="2607" h="6696" extrusionOk="0">
                  <a:moveTo>
                    <a:pt x="587" y="1"/>
                  </a:moveTo>
                  <a:lnTo>
                    <a:pt x="457" y="17"/>
                  </a:lnTo>
                  <a:lnTo>
                    <a:pt x="343" y="66"/>
                  </a:lnTo>
                  <a:lnTo>
                    <a:pt x="245" y="131"/>
                  </a:lnTo>
                  <a:lnTo>
                    <a:pt x="147" y="229"/>
                  </a:lnTo>
                  <a:lnTo>
                    <a:pt x="66" y="326"/>
                  </a:lnTo>
                  <a:lnTo>
                    <a:pt x="17" y="441"/>
                  </a:lnTo>
                  <a:lnTo>
                    <a:pt x="1" y="571"/>
                  </a:lnTo>
                  <a:lnTo>
                    <a:pt x="1" y="685"/>
                  </a:lnTo>
                  <a:lnTo>
                    <a:pt x="17" y="815"/>
                  </a:lnTo>
                  <a:lnTo>
                    <a:pt x="66" y="929"/>
                  </a:lnTo>
                  <a:lnTo>
                    <a:pt x="131" y="1027"/>
                  </a:lnTo>
                  <a:lnTo>
                    <a:pt x="229" y="1125"/>
                  </a:lnTo>
                  <a:lnTo>
                    <a:pt x="359" y="1255"/>
                  </a:lnTo>
                  <a:lnTo>
                    <a:pt x="489" y="1385"/>
                  </a:lnTo>
                  <a:lnTo>
                    <a:pt x="603" y="1516"/>
                  </a:lnTo>
                  <a:lnTo>
                    <a:pt x="717" y="1662"/>
                  </a:lnTo>
                  <a:lnTo>
                    <a:pt x="815" y="1792"/>
                  </a:lnTo>
                  <a:lnTo>
                    <a:pt x="896" y="1939"/>
                  </a:lnTo>
                  <a:lnTo>
                    <a:pt x="1043" y="2232"/>
                  </a:lnTo>
                  <a:lnTo>
                    <a:pt x="1157" y="2525"/>
                  </a:lnTo>
                  <a:lnTo>
                    <a:pt x="1238" y="2835"/>
                  </a:lnTo>
                  <a:lnTo>
                    <a:pt x="1287" y="3144"/>
                  </a:lnTo>
                  <a:lnTo>
                    <a:pt x="1320" y="3438"/>
                  </a:lnTo>
                  <a:lnTo>
                    <a:pt x="1320" y="3731"/>
                  </a:lnTo>
                  <a:lnTo>
                    <a:pt x="1304" y="4024"/>
                  </a:lnTo>
                  <a:lnTo>
                    <a:pt x="1287" y="4317"/>
                  </a:lnTo>
                  <a:lnTo>
                    <a:pt x="1255" y="4578"/>
                  </a:lnTo>
                  <a:lnTo>
                    <a:pt x="1157" y="5083"/>
                  </a:lnTo>
                  <a:lnTo>
                    <a:pt x="1059" y="5490"/>
                  </a:lnTo>
                  <a:lnTo>
                    <a:pt x="978" y="5832"/>
                  </a:lnTo>
                  <a:lnTo>
                    <a:pt x="962" y="5962"/>
                  </a:lnTo>
                  <a:lnTo>
                    <a:pt x="962" y="6076"/>
                  </a:lnTo>
                  <a:lnTo>
                    <a:pt x="978" y="6207"/>
                  </a:lnTo>
                  <a:lnTo>
                    <a:pt x="1010" y="6321"/>
                  </a:lnTo>
                  <a:lnTo>
                    <a:pt x="1076" y="6435"/>
                  </a:lnTo>
                  <a:lnTo>
                    <a:pt x="1157" y="6516"/>
                  </a:lnTo>
                  <a:lnTo>
                    <a:pt x="1255" y="6598"/>
                  </a:lnTo>
                  <a:lnTo>
                    <a:pt x="1352" y="6646"/>
                  </a:lnTo>
                  <a:lnTo>
                    <a:pt x="1466" y="6695"/>
                  </a:lnTo>
                  <a:lnTo>
                    <a:pt x="1613" y="6695"/>
                  </a:lnTo>
                  <a:lnTo>
                    <a:pt x="1743" y="6679"/>
                  </a:lnTo>
                  <a:lnTo>
                    <a:pt x="1857" y="6646"/>
                  </a:lnTo>
                  <a:lnTo>
                    <a:pt x="1971" y="6581"/>
                  </a:lnTo>
                  <a:lnTo>
                    <a:pt x="2053" y="6500"/>
                  </a:lnTo>
                  <a:lnTo>
                    <a:pt x="2134" y="6418"/>
                  </a:lnTo>
                  <a:lnTo>
                    <a:pt x="2183" y="6304"/>
                  </a:lnTo>
                  <a:lnTo>
                    <a:pt x="2232" y="6190"/>
                  </a:lnTo>
                  <a:lnTo>
                    <a:pt x="2248" y="6076"/>
                  </a:lnTo>
                  <a:lnTo>
                    <a:pt x="2265" y="5946"/>
                  </a:lnTo>
                  <a:lnTo>
                    <a:pt x="2297" y="5783"/>
                  </a:lnTo>
                  <a:lnTo>
                    <a:pt x="2411" y="5327"/>
                  </a:lnTo>
                  <a:lnTo>
                    <a:pt x="2460" y="5034"/>
                  </a:lnTo>
                  <a:lnTo>
                    <a:pt x="2525" y="4724"/>
                  </a:lnTo>
                  <a:lnTo>
                    <a:pt x="2558" y="4382"/>
                  </a:lnTo>
                  <a:lnTo>
                    <a:pt x="2590" y="4024"/>
                  </a:lnTo>
                  <a:lnTo>
                    <a:pt x="2607" y="3649"/>
                  </a:lnTo>
                  <a:lnTo>
                    <a:pt x="2590" y="3258"/>
                  </a:lnTo>
                  <a:lnTo>
                    <a:pt x="2541" y="2867"/>
                  </a:lnTo>
                  <a:lnTo>
                    <a:pt x="2460" y="2460"/>
                  </a:lnTo>
                  <a:lnTo>
                    <a:pt x="2411" y="2265"/>
                  </a:lnTo>
                  <a:lnTo>
                    <a:pt x="2362" y="2053"/>
                  </a:lnTo>
                  <a:lnTo>
                    <a:pt x="2281" y="1858"/>
                  </a:lnTo>
                  <a:lnTo>
                    <a:pt x="2199" y="1662"/>
                  </a:lnTo>
                  <a:lnTo>
                    <a:pt x="2102" y="1450"/>
                  </a:lnTo>
                  <a:lnTo>
                    <a:pt x="1988" y="1255"/>
                  </a:lnTo>
                  <a:lnTo>
                    <a:pt x="1874" y="1059"/>
                  </a:lnTo>
                  <a:lnTo>
                    <a:pt x="1743" y="864"/>
                  </a:lnTo>
                  <a:lnTo>
                    <a:pt x="1580" y="685"/>
                  </a:lnTo>
                  <a:lnTo>
                    <a:pt x="1418" y="506"/>
                  </a:lnTo>
                  <a:lnTo>
                    <a:pt x="1238" y="326"/>
                  </a:lnTo>
                  <a:lnTo>
                    <a:pt x="1043" y="147"/>
                  </a:lnTo>
                  <a:lnTo>
                    <a:pt x="945" y="66"/>
                  </a:lnTo>
                  <a:lnTo>
                    <a:pt x="831" y="33"/>
                  </a:lnTo>
                  <a:lnTo>
                    <a:pt x="70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1"/>
            <p:cNvSpPr/>
            <p:nvPr/>
          </p:nvSpPr>
          <p:spPr>
            <a:xfrm>
              <a:off x="2232763" y="2423549"/>
              <a:ext cx="143810" cy="358517"/>
            </a:xfrm>
            <a:custGeom>
              <a:avLst/>
              <a:gdLst/>
              <a:ahLst/>
              <a:cxnLst/>
              <a:rect l="l" t="t" r="r" b="b"/>
              <a:pathLst>
                <a:path w="9546" h="23798" extrusionOk="0">
                  <a:moveTo>
                    <a:pt x="1059" y="0"/>
                  </a:moveTo>
                  <a:lnTo>
                    <a:pt x="929" y="33"/>
                  </a:lnTo>
                  <a:lnTo>
                    <a:pt x="831" y="65"/>
                  </a:lnTo>
                  <a:lnTo>
                    <a:pt x="717" y="147"/>
                  </a:lnTo>
                  <a:lnTo>
                    <a:pt x="636" y="228"/>
                  </a:lnTo>
                  <a:lnTo>
                    <a:pt x="554" y="326"/>
                  </a:lnTo>
                  <a:lnTo>
                    <a:pt x="505" y="456"/>
                  </a:lnTo>
                  <a:lnTo>
                    <a:pt x="473" y="570"/>
                  </a:lnTo>
                  <a:lnTo>
                    <a:pt x="473" y="700"/>
                  </a:lnTo>
                  <a:lnTo>
                    <a:pt x="505" y="814"/>
                  </a:lnTo>
                  <a:lnTo>
                    <a:pt x="538" y="928"/>
                  </a:lnTo>
                  <a:lnTo>
                    <a:pt x="603" y="1042"/>
                  </a:lnTo>
                  <a:lnTo>
                    <a:pt x="701" y="1124"/>
                  </a:lnTo>
                  <a:lnTo>
                    <a:pt x="798" y="1205"/>
                  </a:lnTo>
                  <a:lnTo>
                    <a:pt x="945" y="1287"/>
                  </a:lnTo>
                  <a:lnTo>
                    <a:pt x="1271" y="1499"/>
                  </a:lnTo>
                  <a:lnTo>
                    <a:pt x="1499" y="1661"/>
                  </a:lnTo>
                  <a:lnTo>
                    <a:pt x="1759" y="1873"/>
                  </a:lnTo>
                  <a:lnTo>
                    <a:pt x="2036" y="2101"/>
                  </a:lnTo>
                  <a:lnTo>
                    <a:pt x="2330" y="2362"/>
                  </a:lnTo>
                  <a:lnTo>
                    <a:pt x="2623" y="2655"/>
                  </a:lnTo>
                  <a:lnTo>
                    <a:pt x="2900" y="2981"/>
                  </a:lnTo>
                  <a:lnTo>
                    <a:pt x="3193" y="3323"/>
                  </a:lnTo>
                  <a:lnTo>
                    <a:pt x="3453" y="3714"/>
                  </a:lnTo>
                  <a:lnTo>
                    <a:pt x="3567" y="3909"/>
                  </a:lnTo>
                  <a:lnTo>
                    <a:pt x="3681" y="4121"/>
                  </a:lnTo>
                  <a:lnTo>
                    <a:pt x="3796" y="4333"/>
                  </a:lnTo>
                  <a:lnTo>
                    <a:pt x="3893" y="4561"/>
                  </a:lnTo>
                  <a:lnTo>
                    <a:pt x="3975" y="4789"/>
                  </a:lnTo>
                  <a:lnTo>
                    <a:pt x="4056" y="5033"/>
                  </a:lnTo>
                  <a:lnTo>
                    <a:pt x="4121" y="5277"/>
                  </a:lnTo>
                  <a:lnTo>
                    <a:pt x="4170" y="5522"/>
                  </a:lnTo>
                  <a:lnTo>
                    <a:pt x="4203" y="5831"/>
                  </a:lnTo>
                  <a:lnTo>
                    <a:pt x="4235" y="6141"/>
                  </a:lnTo>
                  <a:lnTo>
                    <a:pt x="4219" y="6450"/>
                  </a:lnTo>
                  <a:lnTo>
                    <a:pt x="4203" y="6776"/>
                  </a:lnTo>
                  <a:lnTo>
                    <a:pt x="4154" y="7085"/>
                  </a:lnTo>
                  <a:lnTo>
                    <a:pt x="4089" y="7411"/>
                  </a:lnTo>
                  <a:lnTo>
                    <a:pt x="3991" y="7721"/>
                  </a:lnTo>
                  <a:lnTo>
                    <a:pt x="3877" y="8046"/>
                  </a:lnTo>
                  <a:lnTo>
                    <a:pt x="3747" y="8372"/>
                  </a:lnTo>
                  <a:lnTo>
                    <a:pt x="3584" y="8698"/>
                  </a:lnTo>
                  <a:lnTo>
                    <a:pt x="3405" y="9040"/>
                  </a:lnTo>
                  <a:lnTo>
                    <a:pt x="3209" y="9366"/>
                  </a:lnTo>
                  <a:lnTo>
                    <a:pt x="2981" y="9692"/>
                  </a:lnTo>
                  <a:lnTo>
                    <a:pt x="2737" y="10034"/>
                  </a:lnTo>
                  <a:lnTo>
                    <a:pt x="2476" y="10359"/>
                  </a:lnTo>
                  <a:lnTo>
                    <a:pt x="2183" y="10701"/>
                  </a:lnTo>
                  <a:lnTo>
                    <a:pt x="1808" y="11158"/>
                  </a:lnTo>
                  <a:lnTo>
                    <a:pt x="1450" y="11630"/>
                  </a:lnTo>
                  <a:lnTo>
                    <a:pt x="1141" y="12102"/>
                  </a:lnTo>
                  <a:lnTo>
                    <a:pt x="864" y="12575"/>
                  </a:lnTo>
                  <a:lnTo>
                    <a:pt x="636" y="13063"/>
                  </a:lnTo>
                  <a:lnTo>
                    <a:pt x="424" y="13536"/>
                  </a:lnTo>
                  <a:lnTo>
                    <a:pt x="261" y="14024"/>
                  </a:lnTo>
                  <a:lnTo>
                    <a:pt x="147" y="14513"/>
                  </a:lnTo>
                  <a:lnTo>
                    <a:pt x="49" y="15002"/>
                  </a:lnTo>
                  <a:lnTo>
                    <a:pt x="0" y="15490"/>
                  </a:lnTo>
                  <a:lnTo>
                    <a:pt x="0" y="15979"/>
                  </a:lnTo>
                  <a:lnTo>
                    <a:pt x="33" y="16468"/>
                  </a:lnTo>
                  <a:lnTo>
                    <a:pt x="98" y="16956"/>
                  </a:lnTo>
                  <a:lnTo>
                    <a:pt x="196" y="17429"/>
                  </a:lnTo>
                  <a:lnTo>
                    <a:pt x="342" y="17917"/>
                  </a:lnTo>
                  <a:lnTo>
                    <a:pt x="522" y="18390"/>
                  </a:lnTo>
                  <a:lnTo>
                    <a:pt x="652" y="18666"/>
                  </a:lnTo>
                  <a:lnTo>
                    <a:pt x="798" y="18943"/>
                  </a:lnTo>
                  <a:lnTo>
                    <a:pt x="945" y="19204"/>
                  </a:lnTo>
                  <a:lnTo>
                    <a:pt x="1108" y="19465"/>
                  </a:lnTo>
                  <a:lnTo>
                    <a:pt x="1287" y="19725"/>
                  </a:lnTo>
                  <a:lnTo>
                    <a:pt x="1483" y="19986"/>
                  </a:lnTo>
                  <a:lnTo>
                    <a:pt x="1678" y="20230"/>
                  </a:lnTo>
                  <a:lnTo>
                    <a:pt x="1890" y="20474"/>
                  </a:lnTo>
                  <a:lnTo>
                    <a:pt x="2102" y="20703"/>
                  </a:lnTo>
                  <a:lnTo>
                    <a:pt x="2330" y="20947"/>
                  </a:lnTo>
                  <a:lnTo>
                    <a:pt x="2574" y="21159"/>
                  </a:lnTo>
                  <a:lnTo>
                    <a:pt x="2818" y="21370"/>
                  </a:lnTo>
                  <a:lnTo>
                    <a:pt x="3063" y="21582"/>
                  </a:lnTo>
                  <a:lnTo>
                    <a:pt x="3339" y="21794"/>
                  </a:lnTo>
                  <a:lnTo>
                    <a:pt x="3600" y="21989"/>
                  </a:lnTo>
                  <a:lnTo>
                    <a:pt x="3877" y="22168"/>
                  </a:lnTo>
                  <a:lnTo>
                    <a:pt x="4154" y="22348"/>
                  </a:lnTo>
                  <a:lnTo>
                    <a:pt x="4447" y="22511"/>
                  </a:lnTo>
                  <a:lnTo>
                    <a:pt x="4740" y="22673"/>
                  </a:lnTo>
                  <a:lnTo>
                    <a:pt x="5050" y="22820"/>
                  </a:lnTo>
                  <a:lnTo>
                    <a:pt x="5343" y="22967"/>
                  </a:lnTo>
                  <a:lnTo>
                    <a:pt x="5652" y="23097"/>
                  </a:lnTo>
                  <a:lnTo>
                    <a:pt x="5978" y="23211"/>
                  </a:lnTo>
                  <a:lnTo>
                    <a:pt x="6288" y="23325"/>
                  </a:lnTo>
                  <a:lnTo>
                    <a:pt x="6597" y="23423"/>
                  </a:lnTo>
                  <a:lnTo>
                    <a:pt x="6923" y="23520"/>
                  </a:lnTo>
                  <a:lnTo>
                    <a:pt x="7249" y="23602"/>
                  </a:lnTo>
                  <a:lnTo>
                    <a:pt x="7574" y="23667"/>
                  </a:lnTo>
                  <a:lnTo>
                    <a:pt x="7900" y="23716"/>
                  </a:lnTo>
                  <a:lnTo>
                    <a:pt x="8226" y="23748"/>
                  </a:lnTo>
                  <a:lnTo>
                    <a:pt x="8552" y="23781"/>
                  </a:lnTo>
                  <a:lnTo>
                    <a:pt x="8877" y="23797"/>
                  </a:lnTo>
                  <a:lnTo>
                    <a:pt x="9024" y="23797"/>
                  </a:lnTo>
                  <a:lnTo>
                    <a:pt x="9138" y="23748"/>
                  </a:lnTo>
                  <a:lnTo>
                    <a:pt x="9252" y="23700"/>
                  </a:lnTo>
                  <a:lnTo>
                    <a:pt x="9350" y="23618"/>
                  </a:lnTo>
                  <a:lnTo>
                    <a:pt x="9415" y="23537"/>
                  </a:lnTo>
                  <a:lnTo>
                    <a:pt x="9480" y="23423"/>
                  </a:lnTo>
                  <a:lnTo>
                    <a:pt x="9529" y="23309"/>
                  </a:lnTo>
                  <a:lnTo>
                    <a:pt x="9545" y="23195"/>
                  </a:lnTo>
                  <a:lnTo>
                    <a:pt x="9529" y="23048"/>
                  </a:lnTo>
                  <a:lnTo>
                    <a:pt x="9496" y="22934"/>
                  </a:lnTo>
                  <a:lnTo>
                    <a:pt x="9448" y="22820"/>
                  </a:lnTo>
                  <a:lnTo>
                    <a:pt x="9366" y="22722"/>
                  </a:lnTo>
                  <a:lnTo>
                    <a:pt x="9268" y="22641"/>
                  </a:lnTo>
                  <a:lnTo>
                    <a:pt x="9171" y="22576"/>
                  </a:lnTo>
                  <a:lnTo>
                    <a:pt x="9057" y="22543"/>
                  </a:lnTo>
                  <a:lnTo>
                    <a:pt x="8926" y="22511"/>
                  </a:lnTo>
                  <a:lnTo>
                    <a:pt x="8633" y="22511"/>
                  </a:lnTo>
                  <a:lnTo>
                    <a:pt x="8356" y="22478"/>
                  </a:lnTo>
                  <a:lnTo>
                    <a:pt x="8079" y="22445"/>
                  </a:lnTo>
                  <a:lnTo>
                    <a:pt x="7786" y="22397"/>
                  </a:lnTo>
                  <a:lnTo>
                    <a:pt x="7509" y="22331"/>
                  </a:lnTo>
                  <a:lnTo>
                    <a:pt x="7232" y="22266"/>
                  </a:lnTo>
                  <a:lnTo>
                    <a:pt x="6679" y="22103"/>
                  </a:lnTo>
                  <a:lnTo>
                    <a:pt x="6125" y="21908"/>
                  </a:lnTo>
                  <a:lnTo>
                    <a:pt x="5604" y="21680"/>
                  </a:lnTo>
                  <a:lnTo>
                    <a:pt x="5082" y="21419"/>
                  </a:lnTo>
                  <a:lnTo>
                    <a:pt x="4594" y="21110"/>
                  </a:lnTo>
                  <a:lnTo>
                    <a:pt x="4121" y="20784"/>
                  </a:lnTo>
                  <a:lnTo>
                    <a:pt x="3681" y="20442"/>
                  </a:lnTo>
                  <a:lnTo>
                    <a:pt x="3258" y="20067"/>
                  </a:lnTo>
                  <a:lnTo>
                    <a:pt x="3063" y="19872"/>
                  </a:lnTo>
                  <a:lnTo>
                    <a:pt x="2867" y="19660"/>
                  </a:lnTo>
                  <a:lnTo>
                    <a:pt x="2688" y="19448"/>
                  </a:lnTo>
                  <a:lnTo>
                    <a:pt x="2525" y="19237"/>
                  </a:lnTo>
                  <a:lnTo>
                    <a:pt x="2362" y="19025"/>
                  </a:lnTo>
                  <a:lnTo>
                    <a:pt x="2199" y="18797"/>
                  </a:lnTo>
                  <a:lnTo>
                    <a:pt x="2069" y="18585"/>
                  </a:lnTo>
                  <a:lnTo>
                    <a:pt x="1939" y="18341"/>
                  </a:lnTo>
                  <a:lnTo>
                    <a:pt x="1808" y="18113"/>
                  </a:lnTo>
                  <a:lnTo>
                    <a:pt x="1711" y="17885"/>
                  </a:lnTo>
                  <a:lnTo>
                    <a:pt x="1548" y="17494"/>
                  </a:lnTo>
                  <a:lnTo>
                    <a:pt x="1434" y="17103"/>
                  </a:lnTo>
                  <a:lnTo>
                    <a:pt x="1352" y="16712"/>
                  </a:lnTo>
                  <a:lnTo>
                    <a:pt x="1303" y="16305"/>
                  </a:lnTo>
                  <a:lnTo>
                    <a:pt x="1271" y="15914"/>
                  </a:lnTo>
                  <a:lnTo>
                    <a:pt x="1287" y="15507"/>
                  </a:lnTo>
                  <a:lnTo>
                    <a:pt x="1336" y="15116"/>
                  </a:lnTo>
                  <a:lnTo>
                    <a:pt x="1401" y="14708"/>
                  </a:lnTo>
                  <a:lnTo>
                    <a:pt x="1515" y="14317"/>
                  </a:lnTo>
                  <a:lnTo>
                    <a:pt x="1645" y="13927"/>
                  </a:lnTo>
                  <a:lnTo>
                    <a:pt x="1825" y="13519"/>
                  </a:lnTo>
                  <a:lnTo>
                    <a:pt x="2020" y="13128"/>
                  </a:lnTo>
                  <a:lnTo>
                    <a:pt x="2264" y="12721"/>
                  </a:lnTo>
                  <a:lnTo>
                    <a:pt x="2525" y="12330"/>
                  </a:lnTo>
                  <a:lnTo>
                    <a:pt x="2818" y="11939"/>
                  </a:lnTo>
                  <a:lnTo>
                    <a:pt x="3144" y="11548"/>
                  </a:lnTo>
                  <a:lnTo>
                    <a:pt x="3486" y="11158"/>
                  </a:lnTo>
                  <a:lnTo>
                    <a:pt x="3796" y="10767"/>
                  </a:lnTo>
                  <a:lnTo>
                    <a:pt x="4089" y="10359"/>
                  </a:lnTo>
                  <a:lnTo>
                    <a:pt x="4349" y="9968"/>
                  </a:lnTo>
                  <a:lnTo>
                    <a:pt x="4577" y="9578"/>
                  </a:lnTo>
                  <a:lnTo>
                    <a:pt x="4789" y="9187"/>
                  </a:lnTo>
                  <a:lnTo>
                    <a:pt x="4968" y="8796"/>
                  </a:lnTo>
                  <a:lnTo>
                    <a:pt x="5131" y="8405"/>
                  </a:lnTo>
                  <a:lnTo>
                    <a:pt x="5261" y="7998"/>
                  </a:lnTo>
                  <a:lnTo>
                    <a:pt x="5359" y="7607"/>
                  </a:lnTo>
                  <a:lnTo>
                    <a:pt x="5441" y="7232"/>
                  </a:lnTo>
                  <a:lnTo>
                    <a:pt x="5489" y="6841"/>
                  </a:lnTo>
                  <a:lnTo>
                    <a:pt x="5506" y="6450"/>
                  </a:lnTo>
                  <a:lnTo>
                    <a:pt x="5506" y="6059"/>
                  </a:lnTo>
                  <a:lnTo>
                    <a:pt x="5489" y="5685"/>
                  </a:lnTo>
                  <a:lnTo>
                    <a:pt x="5424" y="5294"/>
                  </a:lnTo>
                  <a:lnTo>
                    <a:pt x="5375" y="4984"/>
                  </a:lnTo>
                  <a:lnTo>
                    <a:pt x="5294" y="4691"/>
                  </a:lnTo>
                  <a:lnTo>
                    <a:pt x="5196" y="4398"/>
                  </a:lnTo>
                  <a:lnTo>
                    <a:pt x="5099" y="4121"/>
                  </a:lnTo>
                  <a:lnTo>
                    <a:pt x="4985" y="3860"/>
                  </a:lnTo>
                  <a:lnTo>
                    <a:pt x="4854" y="3600"/>
                  </a:lnTo>
                  <a:lnTo>
                    <a:pt x="4724" y="3339"/>
                  </a:lnTo>
                  <a:lnTo>
                    <a:pt x="4577" y="3095"/>
                  </a:lnTo>
                  <a:lnTo>
                    <a:pt x="4431" y="2867"/>
                  </a:lnTo>
                  <a:lnTo>
                    <a:pt x="4268" y="2639"/>
                  </a:lnTo>
                  <a:lnTo>
                    <a:pt x="3942" y="2215"/>
                  </a:lnTo>
                  <a:lnTo>
                    <a:pt x="3616" y="1824"/>
                  </a:lnTo>
                  <a:lnTo>
                    <a:pt x="3258" y="1482"/>
                  </a:lnTo>
                  <a:lnTo>
                    <a:pt x="2932" y="1173"/>
                  </a:lnTo>
                  <a:lnTo>
                    <a:pt x="2606" y="896"/>
                  </a:lnTo>
                  <a:lnTo>
                    <a:pt x="2297" y="652"/>
                  </a:lnTo>
                  <a:lnTo>
                    <a:pt x="2020" y="456"/>
                  </a:lnTo>
                  <a:lnTo>
                    <a:pt x="1613" y="195"/>
                  </a:lnTo>
                  <a:lnTo>
                    <a:pt x="1417" y="81"/>
                  </a:lnTo>
                  <a:lnTo>
                    <a:pt x="1303" y="33"/>
                  </a:lnTo>
                  <a:lnTo>
                    <a:pt x="11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1"/>
            <p:cNvSpPr/>
            <p:nvPr/>
          </p:nvSpPr>
          <p:spPr>
            <a:xfrm>
              <a:off x="2186875" y="3253917"/>
              <a:ext cx="86639" cy="81728"/>
            </a:xfrm>
            <a:custGeom>
              <a:avLst/>
              <a:gdLst/>
              <a:ahLst/>
              <a:cxnLst/>
              <a:rect l="l" t="t" r="r" b="b"/>
              <a:pathLst>
                <a:path w="5751" h="5425" extrusionOk="0">
                  <a:moveTo>
                    <a:pt x="5082" y="1"/>
                  </a:moveTo>
                  <a:lnTo>
                    <a:pt x="4952" y="17"/>
                  </a:lnTo>
                  <a:lnTo>
                    <a:pt x="4838" y="66"/>
                  </a:lnTo>
                  <a:lnTo>
                    <a:pt x="4740" y="131"/>
                  </a:lnTo>
                  <a:lnTo>
                    <a:pt x="4643" y="213"/>
                  </a:lnTo>
                  <a:lnTo>
                    <a:pt x="4561" y="310"/>
                  </a:lnTo>
                  <a:lnTo>
                    <a:pt x="4512" y="408"/>
                  </a:lnTo>
                  <a:lnTo>
                    <a:pt x="4480" y="538"/>
                  </a:lnTo>
                  <a:lnTo>
                    <a:pt x="4382" y="1108"/>
                  </a:lnTo>
                  <a:lnTo>
                    <a:pt x="4235" y="1630"/>
                  </a:lnTo>
                  <a:lnTo>
                    <a:pt x="4170" y="1874"/>
                  </a:lnTo>
                  <a:lnTo>
                    <a:pt x="4072" y="2102"/>
                  </a:lnTo>
                  <a:lnTo>
                    <a:pt x="3991" y="2314"/>
                  </a:lnTo>
                  <a:lnTo>
                    <a:pt x="3893" y="2526"/>
                  </a:lnTo>
                  <a:lnTo>
                    <a:pt x="3779" y="2721"/>
                  </a:lnTo>
                  <a:lnTo>
                    <a:pt x="3682" y="2900"/>
                  </a:lnTo>
                  <a:lnTo>
                    <a:pt x="3551" y="3063"/>
                  </a:lnTo>
                  <a:lnTo>
                    <a:pt x="3437" y="3226"/>
                  </a:lnTo>
                  <a:lnTo>
                    <a:pt x="3291" y="3373"/>
                  </a:lnTo>
                  <a:lnTo>
                    <a:pt x="3160" y="3503"/>
                  </a:lnTo>
                  <a:lnTo>
                    <a:pt x="3014" y="3617"/>
                  </a:lnTo>
                  <a:lnTo>
                    <a:pt x="2851" y="3731"/>
                  </a:lnTo>
                  <a:lnTo>
                    <a:pt x="2672" y="3845"/>
                  </a:lnTo>
                  <a:lnTo>
                    <a:pt x="2493" y="3926"/>
                  </a:lnTo>
                  <a:lnTo>
                    <a:pt x="2313" y="4008"/>
                  </a:lnTo>
                  <a:lnTo>
                    <a:pt x="2134" y="4057"/>
                  </a:lnTo>
                  <a:lnTo>
                    <a:pt x="1955" y="4089"/>
                  </a:lnTo>
                  <a:lnTo>
                    <a:pt x="1792" y="4122"/>
                  </a:lnTo>
                  <a:lnTo>
                    <a:pt x="1483" y="4154"/>
                  </a:lnTo>
                  <a:lnTo>
                    <a:pt x="1222" y="4154"/>
                  </a:lnTo>
                  <a:lnTo>
                    <a:pt x="1010" y="4122"/>
                  </a:lnTo>
                  <a:lnTo>
                    <a:pt x="815" y="4089"/>
                  </a:lnTo>
                  <a:lnTo>
                    <a:pt x="685" y="4073"/>
                  </a:lnTo>
                  <a:lnTo>
                    <a:pt x="554" y="4073"/>
                  </a:lnTo>
                  <a:lnTo>
                    <a:pt x="440" y="4089"/>
                  </a:lnTo>
                  <a:lnTo>
                    <a:pt x="326" y="4154"/>
                  </a:lnTo>
                  <a:lnTo>
                    <a:pt x="228" y="4220"/>
                  </a:lnTo>
                  <a:lnTo>
                    <a:pt x="147" y="4301"/>
                  </a:lnTo>
                  <a:lnTo>
                    <a:pt x="66" y="4415"/>
                  </a:lnTo>
                  <a:lnTo>
                    <a:pt x="17" y="4529"/>
                  </a:lnTo>
                  <a:lnTo>
                    <a:pt x="0" y="4659"/>
                  </a:lnTo>
                  <a:lnTo>
                    <a:pt x="0" y="4790"/>
                  </a:lnTo>
                  <a:lnTo>
                    <a:pt x="33" y="4904"/>
                  </a:lnTo>
                  <a:lnTo>
                    <a:pt x="82" y="5018"/>
                  </a:lnTo>
                  <a:lnTo>
                    <a:pt x="147" y="5115"/>
                  </a:lnTo>
                  <a:lnTo>
                    <a:pt x="245" y="5213"/>
                  </a:lnTo>
                  <a:lnTo>
                    <a:pt x="342" y="5278"/>
                  </a:lnTo>
                  <a:lnTo>
                    <a:pt x="473" y="5327"/>
                  </a:lnTo>
                  <a:lnTo>
                    <a:pt x="750" y="5376"/>
                  </a:lnTo>
                  <a:lnTo>
                    <a:pt x="1043" y="5409"/>
                  </a:lnTo>
                  <a:lnTo>
                    <a:pt x="1401" y="5425"/>
                  </a:lnTo>
                  <a:lnTo>
                    <a:pt x="1646" y="5425"/>
                  </a:lnTo>
                  <a:lnTo>
                    <a:pt x="1890" y="5409"/>
                  </a:lnTo>
                  <a:lnTo>
                    <a:pt x="2134" y="5360"/>
                  </a:lnTo>
                  <a:lnTo>
                    <a:pt x="2411" y="5311"/>
                  </a:lnTo>
                  <a:lnTo>
                    <a:pt x="2688" y="5229"/>
                  </a:lnTo>
                  <a:lnTo>
                    <a:pt x="2965" y="5132"/>
                  </a:lnTo>
                  <a:lnTo>
                    <a:pt x="3258" y="4985"/>
                  </a:lnTo>
                  <a:lnTo>
                    <a:pt x="3535" y="4822"/>
                  </a:lnTo>
                  <a:lnTo>
                    <a:pt x="3747" y="4676"/>
                  </a:lnTo>
                  <a:lnTo>
                    <a:pt x="3958" y="4513"/>
                  </a:lnTo>
                  <a:lnTo>
                    <a:pt x="4154" y="4334"/>
                  </a:lnTo>
                  <a:lnTo>
                    <a:pt x="4333" y="4138"/>
                  </a:lnTo>
                  <a:lnTo>
                    <a:pt x="4512" y="3926"/>
                  </a:lnTo>
                  <a:lnTo>
                    <a:pt x="4675" y="3715"/>
                  </a:lnTo>
                  <a:lnTo>
                    <a:pt x="4822" y="3487"/>
                  </a:lnTo>
                  <a:lnTo>
                    <a:pt x="4968" y="3226"/>
                  </a:lnTo>
                  <a:lnTo>
                    <a:pt x="5099" y="2965"/>
                  </a:lnTo>
                  <a:lnTo>
                    <a:pt x="5229" y="2688"/>
                  </a:lnTo>
                  <a:lnTo>
                    <a:pt x="5343" y="2395"/>
                  </a:lnTo>
                  <a:lnTo>
                    <a:pt x="5441" y="2086"/>
                  </a:lnTo>
                  <a:lnTo>
                    <a:pt x="5538" y="1776"/>
                  </a:lnTo>
                  <a:lnTo>
                    <a:pt x="5620" y="1451"/>
                  </a:lnTo>
                  <a:lnTo>
                    <a:pt x="5685" y="1092"/>
                  </a:lnTo>
                  <a:lnTo>
                    <a:pt x="5750" y="734"/>
                  </a:lnTo>
                  <a:lnTo>
                    <a:pt x="5750" y="604"/>
                  </a:lnTo>
                  <a:lnTo>
                    <a:pt x="5734" y="490"/>
                  </a:lnTo>
                  <a:lnTo>
                    <a:pt x="5685" y="359"/>
                  </a:lnTo>
                  <a:lnTo>
                    <a:pt x="5636" y="261"/>
                  </a:lnTo>
                  <a:lnTo>
                    <a:pt x="5555" y="164"/>
                  </a:lnTo>
                  <a:lnTo>
                    <a:pt x="5457" y="99"/>
                  </a:lnTo>
                  <a:lnTo>
                    <a:pt x="5343" y="33"/>
                  </a:lnTo>
                  <a:lnTo>
                    <a:pt x="521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1"/>
            <p:cNvSpPr/>
            <p:nvPr/>
          </p:nvSpPr>
          <p:spPr>
            <a:xfrm>
              <a:off x="2543418" y="2922893"/>
              <a:ext cx="76334" cy="252278"/>
            </a:xfrm>
            <a:custGeom>
              <a:avLst/>
              <a:gdLst/>
              <a:ahLst/>
              <a:cxnLst/>
              <a:rect l="l" t="t" r="r" b="b"/>
              <a:pathLst>
                <a:path w="5067" h="16746" extrusionOk="0">
                  <a:moveTo>
                    <a:pt x="2036" y="1"/>
                  </a:moveTo>
                  <a:lnTo>
                    <a:pt x="1857" y="17"/>
                  </a:lnTo>
                  <a:lnTo>
                    <a:pt x="1694" y="50"/>
                  </a:lnTo>
                  <a:lnTo>
                    <a:pt x="1564" y="99"/>
                  </a:lnTo>
                  <a:lnTo>
                    <a:pt x="1466" y="164"/>
                  </a:lnTo>
                  <a:lnTo>
                    <a:pt x="1369" y="245"/>
                  </a:lnTo>
                  <a:lnTo>
                    <a:pt x="1303" y="343"/>
                  </a:lnTo>
                  <a:lnTo>
                    <a:pt x="1255" y="457"/>
                  </a:lnTo>
                  <a:lnTo>
                    <a:pt x="1222" y="571"/>
                  </a:lnTo>
                  <a:lnTo>
                    <a:pt x="1206" y="701"/>
                  </a:lnTo>
                  <a:lnTo>
                    <a:pt x="1222" y="832"/>
                  </a:lnTo>
                  <a:lnTo>
                    <a:pt x="1271" y="946"/>
                  </a:lnTo>
                  <a:lnTo>
                    <a:pt x="1336" y="1060"/>
                  </a:lnTo>
                  <a:lnTo>
                    <a:pt x="1417" y="1141"/>
                  </a:lnTo>
                  <a:lnTo>
                    <a:pt x="1531" y="1222"/>
                  </a:lnTo>
                  <a:lnTo>
                    <a:pt x="1629" y="1271"/>
                  </a:lnTo>
                  <a:lnTo>
                    <a:pt x="1759" y="1304"/>
                  </a:lnTo>
                  <a:lnTo>
                    <a:pt x="1890" y="1304"/>
                  </a:lnTo>
                  <a:lnTo>
                    <a:pt x="2020" y="1288"/>
                  </a:lnTo>
                  <a:lnTo>
                    <a:pt x="2102" y="1288"/>
                  </a:lnTo>
                  <a:lnTo>
                    <a:pt x="2232" y="1304"/>
                  </a:lnTo>
                  <a:lnTo>
                    <a:pt x="2378" y="1353"/>
                  </a:lnTo>
                  <a:lnTo>
                    <a:pt x="2525" y="1434"/>
                  </a:lnTo>
                  <a:lnTo>
                    <a:pt x="2688" y="1548"/>
                  </a:lnTo>
                  <a:lnTo>
                    <a:pt x="2851" y="1695"/>
                  </a:lnTo>
                  <a:lnTo>
                    <a:pt x="3014" y="1874"/>
                  </a:lnTo>
                  <a:lnTo>
                    <a:pt x="3160" y="2086"/>
                  </a:lnTo>
                  <a:lnTo>
                    <a:pt x="3258" y="2298"/>
                  </a:lnTo>
                  <a:lnTo>
                    <a:pt x="3307" y="2412"/>
                  </a:lnTo>
                  <a:lnTo>
                    <a:pt x="3356" y="2558"/>
                  </a:lnTo>
                  <a:lnTo>
                    <a:pt x="3388" y="2705"/>
                  </a:lnTo>
                  <a:lnTo>
                    <a:pt x="3405" y="2851"/>
                  </a:lnTo>
                  <a:lnTo>
                    <a:pt x="3405" y="3030"/>
                  </a:lnTo>
                  <a:lnTo>
                    <a:pt x="3388" y="3193"/>
                  </a:lnTo>
                  <a:lnTo>
                    <a:pt x="3372" y="3389"/>
                  </a:lnTo>
                  <a:lnTo>
                    <a:pt x="3307" y="3584"/>
                  </a:lnTo>
                  <a:lnTo>
                    <a:pt x="3242" y="3796"/>
                  </a:lnTo>
                  <a:lnTo>
                    <a:pt x="3144" y="4008"/>
                  </a:lnTo>
                  <a:lnTo>
                    <a:pt x="3014" y="4236"/>
                  </a:lnTo>
                  <a:lnTo>
                    <a:pt x="2851" y="4464"/>
                  </a:lnTo>
                  <a:lnTo>
                    <a:pt x="2655" y="4708"/>
                  </a:lnTo>
                  <a:lnTo>
                    <a:pt x="2427" y="4953"/>
                  </a:lnTo>
                  <a:lnTo>
                    <a:pt x="2346" y="5067"/>
                  </a:lnTo>
                  <a:lnTo>
                    <a:pt x="2297" y="5181"/>
                  </a:lnTo>
                  <a:lnTo>
                    <a:pt x="2264" y="5311"/>
                  </a:lnTo>
                  <a:lnTo>
                    <a:pt x="2264" y="5441"/>
                  </a:lnTo>
                  <a:lnTo>
                    <a:pt x="2281" y="5588"/>
                  </a:lnTo>
                  <a:lnTo>
                    <a:pt x="2330" y="5702"/>
                  </a:lnTo>
                  <a:lnTo>
                    <a:pt x="2411" y="5816"/>
                  </a:lnTo>
                  <a:lnTo>
                    <a:pt x="2509" y="5914"/>
                  </a:lnTo>
                  <a:lnTo>
                    <a:pt x="2721" y="6109"/>
                  </a:lnTo>
                  <a:lnTo>
                    <a:pt x="2932" y="6321"/>
                  </a:lnTo>
                  <a:lnTo>
                    <a:pt x="3177" y="6598"/>
                  </a:lnTo>
                  <a:lnTo>
                    <a:pt x="3291" y="6777"/>
                  </a:lnTo>
                  <a:lnTo>
                    <a:pt x="3405" y="6940"/>
                  </a:lnTo>
                  <a:lnTo>
                    <a:pt x="3519" y="7135"/>
                  </a:lnTo>
                  <a:lnTo>
                    <a:pt x="3616" y="7331"/>
                  </a:lnTo>
                  <a:lnTo>
                    <a:pt x="3682" y="7542"/>
                  </a:lnTo>
                  <a:lnTo>
                    <a:pt x="3747" y="7770"/>
                  </a:lnTo>
                  <a:lnTo>
                    <a:pt x="3779" y="7998"/>
                  </a:lnTo>
                  <a:lnTo>
                    <a:pt x="3779" y="8226"/>
                  </a:lnTo>
                  <a:lnTo>
                    <a:pt x="3763" y="8373"/>
                  </a:lnTo>
                  <a:lnTo>
                    <a:pt x="3730" y="8520"/>
                  </a:lnTo>
                  <a:lnTo>
                    <a:pt x="3698" y="8650"/>
                  </a:lnTo>
                  <a:lnTo>
                    <a:pt x="3633" y="8797"/>
                  </a:lnTo>
                  <a:lnTo>
                    <a:pt x="3568" y="8943"/>
                  </a:lnTo>
                  <a:lnTo>
                    <a:pt x="3486" y="9090"/>
                  </a:lnTo>
                  <a:lnTo>
                    <a:pt x="3388" y="9220"/>
                  </a:lnTo>
                  <a:lnTo>
                    <a:pt x="3291" y="9367"/>
                  </a:lnTo>
                  <a:lnTo>
                    <a:pt x="3160" y="9513"/>
                  </a:lnTo>
                  <a:lnTo>
                    <a:pt x="3030" y="9644"/>
                  </a:lnTo>
                  <a:lnTo>
                    <a:pt x="2721" y="9920"/>
                  </a:lnTo>
                  <a:lnTo>
                    <a:pt x="2362" y="10181"/>
                  </a:lnTo>
                  <a:lnTo>
                    <a:pt x="1955" y="10458"/>
                  </a:lnTo>
                  <a:lnTo>
                    <a:pt x="1857" y="10523"/>
                  </a:lnTo>
                  <a:lnTo>
                    <a:pt x="1776" y="10621"/>
                  </a:lnTo>
                  <a:lnTo>
                    <a:pt x="1711" y="10735"/>
                  </a:lnTo>
                  <a:lnTo>
                    <a:pt x="1662" y="10849"/>
                  </a:lnTo>
                  <a:lnTo>
                    <a:pt x="1645" y="10979"/>
                  </a:lnTo>
                  <a:lnTo>
                    <a:pt x="1662" y="11093"/>
                  </a:lnTo>
                  <a:lnTo>
                    <a:pt x="1678" y="11224"/>
                  </a:lnTo>
                  <a:lnTo>
                    <a:pt x="1743" y="11338"/>
                  </a:lnTo>
                  <a:lnTo>
                    <a:pt x="1857" y="11566"/>
                  </a:lnTo>
                  <a:lnTo>
                    <a:pt x="2004" y="11859"/>
                  </a:lnTo>
                  <a:lnTo>
                    <a:pt x="2150" y="12217"/>
                  </a:lnTo>
                  <a:lnTo>
                    <a:pt x="2264" y="12624"/>
                  </a:lnTo>
                  <a:lnTo>
                    <a:pt x="2313" y="12836"/>
                  </a:lnTo>
                  <a:lnTo>
                    <a:pt x="2362" y="13048"/>
                  </a:lnTo>
                  <a:lnTo>
                    <a:pt x="2378" y="13260"/>
                  </a:lnTo>
                  <a:lnTo>
                    <a:pt x="2395" y="13488"/>
                  </a:lnTo>
                  <a:lnTo>
                    <a:pt x="2395" y="13699"/>
                  </a:lnTo>
                  <a:lnTo>
                    <a:pt x="2362" y="13911"/>
                  </a:lnTo>
                  <a:lnTo>
                    <a:pt x="2330" y="14107"/>
                  </a:lnTo>
                  <a:lnTo>
                    <a:pt x="2264" y="14302"/>
                  </a:lnTo>
                  <a:lnTo>
                    <a:pt x="2150" y="14514"/>
                  </a:lnTo>
                  <a:lnTo>
                    <a:pt x="2004" y="14693"/>
                  </a:lnTo>
                  <a:lnTo>
                    <a:pt x="1841" y="14872"/>
                  </a:lnTo>
                  <a:lnTo>
                    <a:pt x="1629" y="15019"/>
                  </a:lnTo>
                  <a:lnTo>
                    <a:pt x="1401" y="15165"/>
                  </a:lnTo>
                  <a:lnTo>
                    <a:pt x="1124" y="15279"/>
                  </a:lnTo>
                  <a:lnTo>
                    <a:pt x="831" y="15393"/>
                  </a:lnTo>
                  <a:lnTo>
                    <a:pt x="505" y="15475"/>
                  </a:lnTo>
                  <a:lnTo>
                    <a:pt x="375" y="15524"/>
                  </a:lnTo>
                  <a:lnTo>
                    <a:pt x="277" y="15589"/>
                  </a:lnTo>
                  <a:lnTo>
                    <a:pt x="180" y="15670"/>
                  </a:lnTo>
                  <a:lnTo>
                    <a:pt x="98" y="15768"/>
                  </a:lnTo>
                  <a:lnTo>
                    <a:pt x="49" y="15866"/>
                  </a:lnTo>
                  <a:lnTo>
                    <a:pt x="17" y="15996"/>
                  </a:lnTo>
                  <a:lnTo>
                    <a:pt x="0" y="16126"/>
                  </a:lnTo>
                  <a:lnTo>
                    <a:pt x="17" y="16257"/>
                  </a:lnTo>
                  <a:lnTo>
                    <a:pt x="49" y="16354"/>
                  </a:lnTo>
                  <a:lnTo>
                    <a:pt x="114" y="16452"/>
                  </a:lnTo>
                  <a:lnTo>
                    <a:pt x="180" y="16534"/>
                  </a:lnTo>
                  <a:lnTo>
                    <a:pt x="245" y="16599"/>
                  </a:lnTo>
                  <a:lnTo>
                    <a:pt x="342" y="16664"/>
                  </a:lnTo>
                  <a:lnTo>
                    <a:pt x="440" y="16713"/>
                  </a:lnTo>
                  <a:lnTo>
                    <a:pt x="538" y="16729"/>
                  </a:lnTo>
                  <a:lnTo>
                    <a:pt x="652" y="16745"/>
                  </a:lnTo>
                  <a:lnTo>
                    <a:pt x="717" y="16745"/>
                  </a:lnTo>
                  <a:lnTo>
                    <a:pt x="782" y="16729"/>
                  </a:lnTo>
                  <a:lnTo>
                    <a:pt x="1043" y="16664"/>
                  </a:lnTo>
                  <a:lnTo>
                    <a:pt x="1271" y="16599"/>
                  </a:lnTo>
                  <a:lnTo>
                    <a:pt x="1499" y="16517"/>
                  </a:lnTo>
                  <a:lnTo>
                    <a:pt x="1711" y="16436"/>
                  </a:lnTo>
                  <a:lnTo>
                    <a:pt x="1922" y="16338"/>
                  </a:lnTo>
                  <a:lnTo>
                    <a:pt x="2118" y="16240"/>
                  </a:lnTo>
                  <a:lnTo>
                    <a:pt x="2297" y="16126"/>
                  </a:lnTo>
                  <a:lnTo>
                    <a:pt x="2460" y="16012"/>
                  </a:lnTo>
                  <a:lnTo>
                    <a:pt x="2623" y="15882"/>
                  </a:lnTo>
                  <a:lnTo>
                    <a:pt x="2769" y="15752"/>
                  </a:lnTo>
                  <a:lnTo>
                    <a:pt x="2916" y="15621"/>
                  </a:lnTo>
                  <a:lnTo>
                    <a:pt x="3046" y="15475"/>
                  </a:lnTo>
                  <a:lnTo>
                    <a:pt x="3160" y="15312"/>
                  </a:lnTo>
                  <a:lnTo>
                    <a:pt x="3258" y="15149"/>
                  </a:lnTo>
                  <a:lnTo>
                    <a:pt x="3356" y="14986"/>
                  </a:lnTo>
                  <a:lnTo>
                    <a:pt x="3437" y="14807"/>
                  </a:lnTo>
                  <a:lnTo>
                    <a:pt x="3535" y="14563"/>
                  </a:lnTo>
                  <a:lnTo>
                    <a:pt x="3600" y="14302"/>
                  </a:lnTo>
                  <a:lnTo>
                    <a:pt x="3649" y="14058"/>
                  </a:lnTo>
                  <a:lnTo>
                    <a:pt x="3665" y="13813"/>
                  </a:lnTo>
                  <a:lnTo>
                    <a:pt x="3682" y="13553"/>
                  </a:lnTo>
                  <a:lnTo>
                    <a:pt x="3665" y="13308"/>
                  </a:lnTo>
                  <a:lnTo>
                    <a:pt x="3649" y="13064"/>
                  </a:lnTo>
                  <a:lnTo>
                    <a:pt x="3616" y="12820"/>
                  </a:lnTo>
                  <a:lnTo>
                    <a:pt x="3584" y="12592"/>
                  </a:lnTo>
                  <a:lnTo>
                    <a:pt x="3519" y="12364"/>
                  </a:lnTo>
                  <a:lnTo>
                    <a:pt x="3405" y="11940"/>
                  </a:lnTo>
                  <a:lnTo>
                    <a:pt x="3258" y="11549"/>
                  </a:lnTo>
                  <a:lnTo>
                    <a:pt x="3128" y="11224"/>
                  </a:lnTo>
                  <a:lnTo>
                    <a:pt x="3339" y="11061"/>
                  </a:lnTo>
                  <a:lnTo>
                    <a:pt x="3551" y="10898"/>
                  </a:lnTo>
                  <a:lnTo>
                    <a:pt x="3747" y="10735"/>
                  </a:lnTo>
                  <a:lnTo>
                    <a:pt x="3926" y="10556"/>
                  </a:lnTo>
                  <a:lnTo>
                    <a:pt x="4105" y="10377"/>
                  </a:lnTo>
                  <a:lnTo>
                    <a:pt x="4252" y="10214"/>
                  </a:lnTo>
                  <a:lnTo>
                    <a:pt x="4398" y="10034"/>
                  </a:lnTo>
                  <a:lnTo>
                    <a:pt x="4529" y="9839"/>
                  </a:lnTo>
                  <a:lnTo>
                    <a:pt x="4643" y="9660"/>
                  </a:lnTo>
                  <a:lnTo>
                    <a:pt x="4740" y="9464"/>
                  </a:lnTo>
                  <a:lnTo>
                    <a:pt x="4822" y="9285"/>
                  </a:lnTo>
                  <a:lnTo>
                    <a:pt x="4903" y="9090"/>
                  </a:lnTo>
                  <a:lnTo>
                    <a:pt x="4952" y="8894"/>
                  </a:lnTo>
                  <a:lnTo>
                    <a:pt x="5001" y="8699"/>
                  </a:lnTo>
                  <a:lnTo>
                    <a:pt x="5033" y="8487"/>
                  </a:lnTo>
                  <a:lnTo>
                    <a:pt x="5050" y="8292"/>
                  </a:lnTo>
                  <a:lnTo>
                    <a:pt x="5066" y="8047"/>
                  </a:lnTo>
                  <a:lnTo>
                    <a:pt x="5050" y="7819"/>
                  </a:lnTo>
                  <a:lnTo>
                    <a:pt x="5017" y="7591"/>
                  </a:lnTo>
                  <a:lnTo>
                    <a:pt x="4968" y="7363"/>
                  </a:lnTo>
                  <a:lnTo>
                    <a:pt x="4903" y="7151"/>
                  </a:lnTo>
                  <a:lnTo>
                    <a:pt x="4838" y="6940"/>
                  </a:lnTo>
                  <a:lnTo>
                    <a:pt x="4740" y="6744"/>
                  </a:lnTo>
                  <a:lnTo>
                    <a:pt x="4659" y="6549"/>
                  </a:lnTo>
                  <a:lnTo>
                    <a:pt x="4447" y="6190"/>
                  </a:lnTo>
                  <a:lnTo>
                    <a:pt x="4219" y="5865"/>
                  </a:lnTo>
                  <a:lnTo>
                    <a:pt x="4007" y="5588"/>
                  </a:lnTo>
                  <a:lnTo>
                    <a:pt x="3779" y="5360"/>
                  </a:lnTo>
                  <a:lnTo>
                    <a:pt x="3958" y="5115"/>
                  </a:lnTo>
                  <a:lnTo>
                    <a:pt x="4121" y="4871"/>
                  </a:lnTo>
                  <a:lnTo>
                    <a:pt x="4268" y="4610"/>
                  </a:lnTo>
                  <a:lnTo>
                    <a:pt x="4382" y="4366"/>
                  </a:lnTo>
                  <a:lnTo>
                    <a:pt x="4480" y="4122"/>
                  </a:lnTo>
                  <a:lnTo>
                    <a:pt x="4561" y="3861"/>
                  </a:lnTo>
                  <a:lnTo>
                    <a:pt x="4626" y="3617"/>
                  </a:lnTo>
                  <a:lnTo>
                    <a:pt x="4659" y="3356"/>
                  </a:lnTo>
                  <a:lnTo>
                    <a:pt x="4691" y="3112"/>
                  </a:lnTo>
                  <a:lnTo>
                    <a:pt x="4691" y="2868"/>
                  </a:lnTo>
                  <a:lnTo>
                    <a:pt x="4659" y="2623"/>
                  </a:lnTo>
                  <a:lnTo>
                    <a:pt x="4626" y="2379"/>
                  </a:lnTo>
                  <a:lnTo>
                    <a:pt x="4561" y="2135"/>
                  </a:lnTo>
                  <a:lnTo>
                    <a:pt x="4496" y="1890"/>
                  </a:lnTo>
                  <a:lnTo>
                    <a:pt x="4382" y="1662"/>
                  </a:lnTo>
                  <a:lnTo>
                    <a:pt x="4268" y="1434"/>
                  </a:lnTo>
                  <a:lnTo>
                    <a:pt x="4154" y="1239"/>
                  </a:lnTo>
                  <a:lnTo>
                    <a:pt x="4024" y="1076"/>
                  </a:lnTo>
                  <a:lnTo>
                    <a:pt x="3893" y="913"/>
                  </a:lnTo>
                  <a:lnTo>
                    <a:pt x="3747" y="750"/>
                  </a:lnTo>
                  <a:lnTo>
                    <a:pt x="3584" y="620"/>
                  </a:lnTo>
                  <a:lnTo>
                    <a:pt x="3421" y="490"/>
                  </a:lnTo>
                  <a:lnTo>
                    <a:pt x="3258" y="375"/>
                  </a:lnTo>
                  <a:lnTo>
                    <a:pt x="3079" y="278"/>
                  </a:lnTo>
                  <a:lnTo>
                    <a:pt x="2916" y="180"/>
                  </a:lnTo>
                  <a:lnTo>
                    <a:pt x="2737" y="115"/>
                  </a:lnTo>
                  <a:lnTo>
                    <a:pt x="2558" y="66"/>
                  </a:lnTo>
                  <a:lnTo>
                    <a:pt x="2378" y="17"/>
                  </a:lnTo>
                  <a:lnTo>
                    <a:pt x="2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1"/>
            <p:cNvSpPr/>
            <p:nvPr/>
          </p:nvSpPr>
          <p:spPr>
            <a:xfrm>
              <a:off x="2380731" y="3036514"/>
              <a:ext cx="72146" cy="63815"/>
            </a:xfrm>
            <a:custGeom>
              <a:avLst/>
              <a:gdLst/>
              <a:ahLst/>
              <a:cxnLst/>
              <a:rect l="l" t="t" r="r" b="b"/>
              <a:pathLst>
                <a:path w="4789" h="4236" extrusionOk="0">
                  <a:moveTo>
                    <a:pt x="1613" y="0"/>
                  </a:moveTo>
                  <a:lnTo>
                    <a:pt x="1254" y="17"/>
                  </a:lnTo>
                  <a:lnTo>
                    <a:pt x="880" y="49"/>
                  </a:lnTo>
                  <a:lnTo>
                    <a:pt x="489" y="131"/>
                  </a:lnTo>
                  <a:lnTo>
                    <a:pt x="359" y="180"/>
                  </a:lnTo>
                  <a:lnTo>
                    <a:pt x="261" y="245"/>
                  </a:lnTo>
                  <a:lnTo>
                    <a:pt x="163" y="326"/>
                  </a:lnTo>
                  <a:lnTo>
                    <a:pt x="98" y="424"/>
                  </a:lnTo>
                  <a:lnTo>
                    <a:pt x="33" y="538"/>
                  </a:lnTo>
                  <a:lnTo>
                    <a:pt x="0" y="652"/>
                  </a:lnTo>
                  <a:lnTo>
                    <a:pt x="0" y="782"/>
                  </a:lnTo>
                  <a:lnTo>
                    <a:pt x="16" y="913"/>
                  </a:lnTo>
                  <a:lnTo>
                    <a:pt x="65" y="1027"/>
                  </a:lnTo>
                  <a:lnTo>
                    <a:pt x="131" y="1141"/>
                  </a:lnTo>
                  <a:lnTo>
                    <a:pt x="212" y="1238"/>
                  </a:lnTo>
                  <a:lnTo>
                    <a:pt x="310" y="1303"/>
                  </a:lnTo>
                  <a:lnTo>
                    <a:pt x="424" y="1352"/>
                  </a:lnTo>
                  <a:lnTo>
                    <a:pt x="538" y="1385"/>
                  </a:lnTo>
                  <a:lnTo>
                    <a:pt x="668" y="1401"/>
                  </a:lnTo>
                  <a:lnTo>
                    <a:pt x="798" y="1385"/>
                  </a:lnTo>
                  <a:lnTo>
                    <a:pt x="1043" y="1320"/>
                  </a:lnTo>
                  <a:lnTo>
                    <a:pt x="1287" y="1287"/>
                  </a:lnTo>
                  <a:lnTo>
                    <a:pt x="1515" y="1287"/>
                  </a:lnTo>
                  <a:lnTo>
                    <a:pt x="1727" y="1303"/>
                  </a:lnTo>
                  <a:lnTo>
                    <a:pt x="1922" y="1336"/>
                  </a:lnTo>
                  <a:lnTo>
                    <a:pt x="2118" y="1385"/>
                  </a:lnTo>
                  <a:lnTo>
                    <a:pt x="2297" y="1466"/>
                  </a:lnTo>
                  <a:lnTo>
                    <a:pt x="2460" y="1564"/>
                  </a:lnTo>
                  <a:lnTo>
                    <a:pt x="2590" y="1662"/>
                  </a:lnTo>
                  <a:lnTo>
                    <a:pt x="2720" y="1792"/>
                  </a:lnTo>
                  <a:lnTo>
                    <a:pt x="2834" y="1922"/>
                  </a:lnTo>
                  <a:lnTo>
                    <a:pt x="2948" y="2053"/>
                  </a:lnTo>
                  <a:lnTo>
                    <a:pt x="3030" y="2199"/>
                  </a:lnTo>
                  <a:lnTo>
                    <a:pt x="3111" y="2362"/>
                  </a:lnTo>
                  <a:lnTo>
                    <a:pt x="3258" y="2672"/>
                  </a:lnTo>
                  <a:lnTo>
                    <a:pt x="3356" y="2965"/>
                  </a:lnTo>
                  <a:lnTo>
                    <a:pt x="3437" y="3242"/>
                  </a:lnTo>
                  <a:lnTo>
                    <a:pt x="3470" y="3470"/>
                  </a:lnTo>
                  <a:lnTo>
                    <a:pt x="3502" y="3649"/>
                  </a:lnTo>
                  <a:lnTo>
                    <a:pt x="3518" y="3747"/>
                  </a:lnTo>
                  <a:lnTo>
                    <a:pt x="3567" y="3861"/>
                  </a:lnTo>
                  <a:lnTo>
                    <a:pt x="3616" y="3958"/>
                  </a:lnTo>
                  <a:lnTo>
                    <a:pt x="3681" y="4040"/>
                  </a:lnTo>
                  <a:lnTo>
                    <a:pt x="3763" y="4105"/>
                  </a:lnTo>
                  <a:lnTo>
                    <a:pt x="3844" y="4154"/>
                  </a:lnTo>
                  <a:lnTo>
                    <a:pt x="3942" y="4203"/>
                  </a:lnTo>
                  <a:lnTo>
                    <a:pt x="4040" y="4219"/>
                  </a:lnTo>
                  <a:lnTo>
                    <a:pt x="4137" y="4235"/>
                  </a:lnTo>
                  <a:lnTo>
                    <a:pt x="4300" y="4219"/>
                  </a:lnTo>
                  <a:lnTo>
                    <a:pt x="4431" y="4170"/>
                  </a:lnTo>
                  <a:lnTo>
                    <a:pt x="4528" y="4105"/>
                  </a:lnTo>
                  <a:lnTo>
                    <a:pt x="4610" y="4024"/>
                  </a:lnTo>
                  <a:lnTo>
                    <a:pt x="4691" y="3926"/>
                  </a:lnTo>
                  <a:lnTo>
                    <a:pt x="4740" y="3828"/>
                  </a:lnTo>
                  <a:lnTo>
                    <a:pt x="4773" y="3714"/>
                  </a:lnTo>
                  <a:lnTo>
                    <a:pt x="4789" y="3600"/>
                  </a:lnTo>
                  <a:lnTo>
                    <a:pt x="4773" y="3470"/>
                  </a:lnTo>
                  <a:lnTo>
                    <a:pt x="4724" y="3193"/>
                  </a:lnTo>
                  <a:lnTo>
                    <a:pt x="4659" y="2851"/>
                  </a:lnTo>
                  <a:lnTo>
                    <a:pt x="4545" y="2476"/>
                  </a:lnTo>
                  <a:lnTo>
                    <a:pt x="4479" y="2264"/>
                  </a:lnTo>
                  <a:lnTo>
                    <a:pt x="4382" y="2053"/>
                  </a:lnTo>
                  <a:lnTo>
                    <a:pt x="4300" y="1841"/>
                  </a:lnTo>
                  <a:lnTo>
                    <a:pt x="4186" y="1629"/>
                  </a:lnTo>
                  <a:lnTo>
                    <a:pt x="4056" y="1417"/>
                  </a:lnTo>
                  <a:lnTo>
                    <a:pt x="3909" y="1222"/>
                  </a:lnTo>
                  <a:lnTo>
                    <a:pt x="3763" y="1027"/>
                  </a:lnTo>
                  <a:lnTo>
                    <a:pt x="3584" y="831"/>
                  </a:lnTo>
                  <a:lnTo>
                    <a:pt x="3388" y="652"/>
                  </a:lnTo>
                  <a:lnTo>
                    <a:pt x="3176" y="489"/>
                  </a:lnTo>
                  <a:lnTo>
                    <a:pt x="2900" y="326"/>
                  </a:lnTo>
                  <a:lnTo>
                    <a:pt x="2590" y="196"/>
                  </a:lnTo>
                  <a:lnTo>
                    <a:pt x="2281" y="98"/>
                  </a:lnTo>
                  <a:lnTo>
                    <a:pt x="1955" y="33"/>
                  </a:lnTo>
                  <a:lnTo>
                    <a:pt x="16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1"/>
            <p:cNvSpPr/>
            <p:nvPr/>
          </p:nvSpPr>
          <p:spPr>
            <a:xfrm>
              <a:off x="2525506" y="2664514"/>
              <a:ext cx="65774" cy="90797"/>
            </a:xfrm>
            <a:custGeom>
              <a:avLst/>
              <a:gdLst/>
              <a:ahLst/>
              <a:cxnLst/>
              <a:rect l="l" t="t" r="r" b="b"/>
              <a:pathLst>
                <a:path w="4366" h="6027" extrusionOk="0">
                  <a:moveTo>
                    <a:pt x="636" y="0"/>
                  </a:moveTo>
                  <a:lnTo>
                    <a:pt x="522" y="16"/>
                  </a:lnTo>
                  <a:lnTo>
                    <a:pt x="391" y="49"/>
                  </a:lnTo>
                  <a:lnTo>
                    <a:pt x="294" y="114"/>
                  </a:lnTo>
                  <a:lnTo>
                    <a:pt x="196" y="196"/>
                  </a:lnTo>
                  <a:lnTo>
                    <a:pt x="114" y="277"/>
                  </a:lnTo>
                  <a:lnTo>
                    <a:pt x="49" y="391"/>
                  </a:lnTo>
                  <a:lnTo>
                    <a:pt x="17" y="505"/>
                  </a:lnTo>
                  <a:lnTo>
                    <a:pt x="0" y="635"/>
                  </a:lnTo>
                  <a:lnTo>
                    <a:pt x="17" y="766"/>
                  </a:lnTo>
                  <a:lnTo>
                    <a:pt x="49" y="880"/>
                  </a:lnTo>
                  <a:lnTo>
                    <a:pt x="98" y="994"/>
                  </a:lnTo>
                  <a:lnTo>
                    <a:pt x="179" y="1092"/>
                  </a:lnTo>
                  <a:lnTo>
                    <a:pt x="277" y="1173"/>
                  </a:lnTo>
                  <a:lnTo>
                    <a:pt x="375" y="1238"/>
                  </a:lnTo>
                  <a:lnTo>
                    <a:pt x="505" y="1271"/>
                  </a:lnTo>
                  <a:lnTo>
                    <a:pt x="636" y="1287"/>
                  </a:lnTo>
                  <a:lnTo>
                    <a:pt x="978" y="1303"/>
                  </a:lnTo>
                  <a:lnTo>
                    <a:pt x="1287" y="1336"/>
                  </a:lnTo>
                  <a:lnTo>
                    <a:pt x="1580" y="1401"/>
                  </a:lnTo>
                  <a:lnTo>
                    <a:pt x="1841" y="1499"/>
                  </a:lnTo>
                  <a:lnTo>
                    <a:pt x="2085" y="1596"/>
                  </a:lnTo>
                  <a:lnTo>
                    <a:pt x="2297" y="1743"/>
                  </a:lnTo>
                  <a:lnTo>
                    <a:pt x="2476" y="1890"/>
                  </a:lnTo>
                  <a:lnTo>
                    <a:pt x="2639" y="2069"/>
                  </a:lnTo>
                  <a:lnTo>
                    <a:pt x="2720" y="2199"/>
                  </a:lnTo>
                  <a:lnTo>
                    <a:pt x="2802" y="2329"/>
                  </a:lnTo>
                  <a:lnTo>
                    <a:pt x="2867" y="2476"/>
                  </a:lnTo>
                  <a:lnTo>
                    <a:pt x="2932" y="2639"/>
                  </a:lnTo>
                  <a:lnTo>
                    <a:pt x="2981" y="2802"/>
                  </a:lnTo>
                  <a:lnTo>
                    <a:pt x="3014" y="2981"/>
                  </a:lnTo>
                  <a:lnTo>
                    <a:pt x="3046" y="3160"/>
                  </a:lnTo>
                  <a:lnTo>
                    <a:pt x="3063" y="3356"/>
                  </a:lnTo>
                  <a:lnTo>
                    <a:pt x="3079" y="3551"/>
                  </a:lnTo>
                  <a:lnTo>
                    <a:pt x="3079" y="3763"/>
                  </a:lnTo>
                  <a:lnTo>
                    <a:pt x="3046" y="4203"/>
                  </a:lnTo>
                  <a:lnTo>
                    <a:pt x="2981" y="4675"/>
                  </a:lnTo>
                  <a:lnTo>
                    <a:pt x="2883" y="5164"/>
                  </a:lnTo>
                  <a:lnTo>
                    <a:pt x="2851" y="5294"/>
                  </a:lnTo>
                  <a:lnTo>
                    <a:pt x="2851" y="5424"/>
                  </a:lnTo>
                  <a:lnTo>
                    <a:pt x="2867" y="5538"/>
                  </a:lnTo>
                  <a:lnTo>
                    <a:pt x="2900" y="5652"/>
                  </a:lnTo>
                  <a:lnTo>
                    <a:pt x="2965" y="5766"/>
                  </a:lnTo>
                  <a:lnTo>
                    <a:pt x="3046" y="5848"/>
                  </a:lnTo>
                  <a:lnTo>
                    <a:pt x="3128" y="5929"/>
                  </a:lnTo>
                  <a:lnTo>
                    <a:pt x="3242" y="5978"/>
                  </a:lnTo>
                  <a:lnTo>
                    <a:pt x="3356" y="6011"/>
                  </a:lnTo>
                  <a:lnTo>
                    <a:pt x="3486" y="6027"/>
                  </a:lnTo>
                  <a:lnTo>
                    <a:pt x="3519" y="6027"/>
                  </a:lnTo>
                  <a:lnTo>
                    <a:pt x="3633" y="6011"/>
                  </a:lnTo>
                  <a:lnTo>
                    <a:pt x="3730" y="5978"/>
                  </a:lnTo>
                  <a:lnTo>
                    <a:pt x="3828" y="5929"/>
                  </a:lnTo>
                  <a:lnTo>
                    <a:pt x="3926" y="5864"/>
                  </a:lnTo>
                  <a:lnTo>
                    <a:pt x="3991" y="5783"/>
                  </a:lnTo>
                  <a:lnTo>
                    <a:pt x="4056" y="5685"/>
                  </a:lnTo>
                  <a:lnTo>
                    <a:pt x="4089" y="5587"/>
                  </a:lnTo>
                  <a:lnTo>
                    <a:pt x="4121" y="5473"/>
                  </a:lnTo>
                  <a:lnTo>
                    <a:pt x="4203" y="5147"/>
                  </a:lnTo>
                  <a:lnTo>
                    <a:pt x="4252" y="4838"/>
                  </a:lnTo>
                  <a:lnTo>
                    <a:pt x="4300" y="4528"/>
                  </a:lnTo>
                  <a:lnTo>
                    <a:pt x="4333" y="4219"/>
                  </a:lnTo>
                  <a:lnTo>
                    <a:pt x="4366" y="3926"/>
                  </a:lnTo>
                  <a:lnTo>
                    <a:pt x="4366" y="3649"/>
                  </a:lnTo>
                  <a:lnTo>
                    <a:pt x="4349" y="3356"/>
                  </a:lnTo>
                  <a:lnTo>
                    <a:pt x="4333" y="3095"/>
                  </a:lnTo>
                  <a:lnTo>
                    <a:pt x="4300" y="2834"/>
                  </a:lnTo>
                  <a:lnTo>
                    <a:pt x="4252" y="2574"/>
                  </a:lnTo>
                  <a:lnTo>
                    <a:pt x="4186" y="2329"/>
                  </a:lnTo>
                  <a:lnTo>
                    <a:pt x="4105" y="2101"/>
                  </a:lnTo>
                  <a:lnTo>
                    <a:pt x="4007" y="1890"/>
                  </a:lnTo>
                  <a:lnTo>
                    <a:pt x="3910" y="1678"/>
                  </a:lnTo>
                  <a:lnTo>
                    <a:pt x="3795" y="1466"/>
                  </a:lnTo>
                  <a:lnTo>
                    <a:pt x="3649" y="1287"/>
                  </a:lnTo>
                  <a:lnTo>
                    <a:pt x="3535" y="1140"/>
                  </a:lnTo>
                  <a:lnTo>
                    <a:pt x="3405" y="994"/>
                  </a:lnTo>
                  <a:lnTo>
                    <a:pt x="3258" y="863"/>
                  </a:lnTo>
                  <a:lnTo>
                    <a:pt x="3111" y="733"/>
                  </a:lnTo>
                  <a:lnTo>
                    <a:pt x="2948" y="619"/>
                  </a:lnTo>
                  <a:lnTo>
                    <a:pt x="2786" y="521"/>
                  </a:lnTo>
                  <a:lnTo>
                    <a:pt x="2606" y="424"/>
                  </a:lnTo>
                  <a:lnTo>
                    <a:pt x="2427" y="342"/>
                  </a:lnTo>
                  <a:lnTo>
                    <a:pt x="2232" y="261"/>
                  </a:lnTo>
                  <a:lnTo>
                    <a:pt x="2036" y="196"/>
                  </a:lnTo>
                  <a:lnTo>
                    <a:pt x="1825" y="147"/>
                  </a:lnTo>
                  <a:lnTo>
                    <a:pt x="1613" y="98"/>
                  </a:lnTo>
                  <a:lnTo>
                    <a:pt x="1385" y="49"/>
                  </a:lnTo>
                  <a:lnTo>
                    <a:pt x="1140" y="33"/>
                  </a:lnTo>
                  <a:lnTo>
                    <a:pt x="896" y="16"/>
                  </a:lnTo>
                  <a:lnTo>
                    <a:pt x="6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1"/>
            <p:cNvSpPr/>
            <p:nvPr/>
          </p:nvSpPr>
          <p:spPr>
            <a:xfrm>
              <a:off x="2242088" y="3084360"/>
              <a:ext cx="44186" cy="87121"/>
            </a:xfrm>
            <a:custGeom>
              <a:avLst/>
              <a:gdLst/>
              <a:ahLst/>
              <a:cxnLst/>
              <a:rect l="l" t="t" r="r" b="b"/>
              <a:pathLst>
                <a:path w="2933" h="5783" extrusionOk="0">
                  <a:moveTo>
                    <a:pt x="2232" y="1"/>
                  </a:moveTo>
                  <a:lnTo>
                    <a:pt x="2134" y="17"/>
                  </a:lnTo>
                  <a:lnTo>
                    <a:pt x="2036" y="66"/>
                  </a:lnTo>
                  <a:lnTo>
                    <a:pt x="1939" y="115"/>
                  </a:lnTo>
                  <a:lnTo>
                    <a:pt x="1694" y="245"/>
                  </a:lnTo>
                  <a:lnTo>
                    <a:pt x="1466" y="392"/>
                  </a:lnTo>
                  <a:lnTo>
                    <a:pt x="1254" y="538"/>
                  </a:lnTo>
                  <a:lnTo>
                    <a:pt x="1075" y="685"/>
                  </a:lnTo>
                  <a:lnTo>
                    <a:pt x="896" y="831"/>
                  </a:lnTo>
                  <a:lnTo>
                    <a:pt x="750" y="994"/>
                  </a:lnTo>
                  <a:lnTo>
                    <a:pt x="619" y="1141"/>
                  </a:lnTo>
                  <a:lnTo>
                    <a:pt x="505" y="1287"/>
                  </a:lnTo>
                  <a:lnTo>
                    <a:pt x="391" y="1450"/>
                  </a:lnTo>
                  <a:lnTo>
                    <a:pt x="310" y="1597"/>
                  </a:lnTo>
                  <a:lnTo>
                    <a:pt x="245" y="1743"/>
                  </a:lnTo>
                  <a:lnTo>
                    <a:pt x="179" y="1874"/>
                  </a:lnTo>
                  <a:lnTo>
                    <a:pt x="82" y="2151"/>
                  </a:lnTo>
                  <a:lnTo>
                    <a:pt x="33" y="2411"/>
                  </a:lnTo>
                  <a:lnTo>
                    <a:pt x="17" y="2607"/>
                  </a:lnTo>
                  <a:lnTo>
                    <a:pt x="0" y="2786"/>
                  </a:lnTo>
                  <a:lnTo>
                    <a:pt x="17" y="2981"/>
                  </a:lnTo>
                  <a:lnTo>
                    <a:pt x="33" y="3177"/>
                  </a:lnTo>
                  <a:lnTo>
                    <a:pt x="82" y="3372"/>
                  </a:lnTo>
                  <a:lnTo>
                    <a:pt x="131" y="3568"/>
                  </a:lnTo>
                  <a:lnTo>
                    <a:pt x="196" y="3763"/>
                  </a:lnTo>
                  <a:lnTo>
                    <a:pt x="277" y="3975"/>
                  </a:lnTo>
                  <a:lnTo>
                    <a:pt x="375" y="4170"/>
                  </a:lnTo>
                  <a:lnTo>
                    <a:pt x="489" y="4366"/>
                  </a:lnTo>
                  <a:lnTo>
                    <a:pt x="619" y="4561"/>
                  </a:lnTo>
                  <a:lnTo>
                    <a:pt x="750" y="4773"/>
                  </a:lnTo>
                  <a:lnTo>
                    <a:pt x="912" y="4969"/>
                  </a:lnTo>
                  <a:lnTo>
                    <a:pt x="1092" y="5180"/>
                  </a:lnTo>
                  <a:lnTo>
                    <a:pt x="1271" y="5376"/>
                  </a:lnTo>
                  <a:lnTo>
                    <a:pt x="1466" y="5588"/>
                  </a:lnTo>
                  <a:lnTo>
                    <a:pt x="1564" y="5669"/>
                  </a:lnTo>
                  <a:lnTo>
                    <a:pt x="1678" y="5734"/>
                  </a:lnTo>
                  <a:lnTo>
                    <a:pt x="1808" y="5767"/>
                  </a:lnTo>
                  <a:lnTo>
                    <a:pt x="1922" y="5783"/>
                  </a:lnTo>
                  <a:lnTo>
                    <a:pt x="2053" y="5767"/>
                  </a:lnTo>
                  <a:lnTo>
                    <a:pt x="2167" y="5734"/>
                  </a:lnTo>
                  <a:lnTo>
                    <a:pt x="2281" y="5669"/>
                  </a:lnTo>
                  <a:lnTo>
                    <a:pt x="2378" y="5588"/>
                  </a:lnTo>
                  <a:lnTo>
                    <a:pt x="2460" y="5490"/>
                  </a:lnTo>
                  <a:lnTo>
                    <a:pt x="2525" y="5376"/>
                  </a:lnTo>
                  <a:lnTo>
                    <a:pt x="2558" y="5262"/>
                  </a:lnTo>
                  <a:lnTo>
                    <a:pt x="2558" y="5131"/>
                  </a:lnTo>
                  <a:lnTo>
                    <a:pt x="2558" y="5017"/>
                  </a:lnTo>
                  <a:lnTo>
                    <a:pt x="2509" y="4887"/>
                  </a:lnTo>
                  <a:lnTo>
                    <a:pt x="2460" y="4773"/>
                  </a:lnTo>
                  <a:lnTo>
                    <a:pt x="2378" y="4675"/>
                  </a:lnTo>
                  <a:lnTo>
                    <a:pt x="2167" y="4464"/>
                  </a:lnTo>
                  <a:lnTo>
                    <a:pt x="1955" y="4219"/>
                  </a:lnTo>
                  <a:lnTo>
                    <a:pt x="1759" y="3975"/>
                  </a:lnTo>
                  <a:lnTo>
                    <a:pt x="1597" y="3714"/>
                  </a:lnTo>
                  <a:lnTo>
                    <a:pt x="1450" y="3437"/>
                  </a:lnTo>
                  <a:lnTo>
                    <a:pt x="1385" y="3291"/>
                  </a:lnTo>
                  <a:lnTo>
                    <a:pt x="1352" y="3161"/>
                  </a:lnTo>
                  <a:lnTo>
                    <a:pt x="1320" y="3014"/>
                  </a:lnTo>
                  <a:lnTo>
                    <a:pt x="1287" y="2867"/>
                  </a:lnTo>
                  <a:lnTo>
                    <a:pt x="1287" y="2737"/>
                  </a:lnTo>
                  <a:lnTo>
                    <a:pt x="1303" y="2590"/>
                  </a:lnTo>
                  <a:lnTo>
                    <a:pt x="1336" y="2460"/>
                  </a:lnTo>
                  <a:lnTo>
                    <a:pt x="1385" y="2314"/>
                  </a:lnTo>
                  <a:lnTo>
                    <a:pt x="1466" y="2151"/>
                  </a:lnTo>
                  <a:lnTo>
                    <a:pt x="1597" y="1972"/>
                  </a:lnTo>
                  <a:lnTo>
                    <a:pt x="1759" y="1792"/>
                  </a:lnTo>
                  <a:lnTo>
                    <a:pt x="1955" y="1613"/>
                  </a:lnTo>
                  <a:lnTo>
                    <a:pt x="2216" y="1434"/>
                  </a:lnTo>
                  <a:lnTo>
                    <a:pt x="2541" y="1255"/>
                  </a:lnTo>
                  <a:lnTo>
                    <a:pt x="2655" y="1173"/>
                  </a:lnTo>
                  <a:lnTo>
                    <a:pt x="2720" y="1125"/>
                  </a:lnTo>
                  <a:lnTo>
                    <a:pt x="2786" y="1059"/>
                  </a:lnTo>
                  <a:lnTo>
                    <a:pt x="2851" y="962"/>
                  </a:lnTo>
                  <a:lnTo>
                    <a:pt x="2916" y="848"/>
                  </a:lnTo>
                  <a:lnTo>
                    <a:pt x="2932" y="717"/>
                  </a:lnTo>
                  <a:lnTo>
                    <a:pt x="2932" y="603"/>
                  </a:lnTo>
                  <a:lnTo>
                    <a:pt x="2916" y="473"/>
                  </a:lnTo>
                  <a:lnTo>
                    <a:pt x="2883" y="359"/>
                  </a:lnTo>
                  <a:lnTo>
                    <a:pt x="2802" y="261"/>
                  </a:lnTo>
                  <a:lnTo>
                    <a:pt x="2720" y="163"/>
                  </a:lnTo>
                  <a:lnTo>
                    <a:pt x="2639" y="98"/>
                  </a:lnTo>
                  <a:lnTo>
                    <a:pt x="2541" y="49"/>
                  </a:lnTo>
                  <a:lnTo>
                    <a:pt x="2444" y="17"/>
                  </a:lnTo>
                  <a:lnTo>
                    <a:pt x="23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1"/>
            <p:cNvSpPr/>
            <p:nvPr/>
          </p:nvSpPr>
          <p:spPr>
            <a:xfrm>
              <a:off x="2364039" y="2526609"/>
              <a:ext cx="68727" cy="68470"/>
            </a:xfrm>
            <a:custGeom>
              <a:avLst/>
              <a:gdLst/>
              <a:ahLst/>
              <a:cxnLst/>
              <a:rect l="l" t="t" r="r" b="b"/>
              <a:pathLst>
                <a:path w="4562" h="4545" extrusionOk="0">
                  <a:moveTo>
                    <a:pt x="701" y="0"/>
                  </a:moveTo>
                  <a:lnTo>
                    <a:pt x="603" y="33"/>
                  </a:lnTo>
                  <a:lnTo>
                    <a:pt x="506" y="65"/>
                  </a:lnTo>
                  <a:lnTo>
                    <a:pt x="408" y="114"/>
                  </a:lnTo>
                  <a:lnTo>
                    <a:pt x="326" y="196"/>
                  </a:lnTo>
                  <a:lnTo>
                    <a:pt x="261" y="261"/>
                  </a:lnTo>
                  <a:lnTo>
                    <a:pt x="212" y="358"/>
                  </a:lnTo>
                  <a:lnTo>
                    <a:pt x="180" y="456"/>
                  </a:lnTo>
                  <a:lnTo>
                    <a:pt x="147" y="554"/>
                  </a:lnTo>
                  <a:lnTo>
                    <a:pt x="82" y="831"/>
                  </a:lnTo>
                  <a:lnTo>
                    <a:pt x="49" y="1108"/>
                  </a:lnTo>
                  <a:lnTo>
                    <a:pt x="17" y="1352"/>
                  </a:lnTo>
                  <a:lnTo>
                    <a:pt x="1" y="1596"/>
                  </a:lnTo>
                  <a:lnTo>
                    <a:pt x="1" y="1824"/>
                  </a:lnTo>
                  <a:lnTo>
                    <a:pt x="17" y="2036"/>
                  </a:lnTo>
                  <a:lnTo>
                    <a:pt x="49" y="2232"/>
                  </a:lnTo>
                  <a:lnTo>
                    <a:pt x="82" y="2411"/>
                  </a:lnTo>
                  <a:lnTo>
                    <a:pt x="131" y="2590"/>
                  </a:lnTo>
                  <a:lnTo>
                    <a:pt x="180" y="2753"/>
                  </a:lnTo>
                  <a:lnTo>
                    <a:pt x="245" y="2916"/>
                  </a:lnTo>
                  <a:lnTo>
                    <a:pt x="310" y="3046"/>
                  </a:lnTo>
                  <a:lnTo>
                    <a:pt x="457" y="3290"/>
                  </a:lnTo>
                  <a:lnTo>
                    <a:pt x="620" y="3502"/>
                  </a:lnTo>
                  <a:lnTo>
                    <a:pt x="734" y="3632"/>
                  </a:lnTo>
                  <a:lnTo>
                    <a:pt x="848" y="3746"/>
                  </a:lnTo>
                  <a:lnTo>
                    <a:pt x="978" y="3860"/>
                  </a:lnTo>
                  <a:lnTo>
                    <a:pt x="1124" y="3958"/>
                  </a:lnTo>
                  <a:lnTo>
                    <a:pt x="1271" y="4056"/>
                  </a:lnTo>
                  <a:lnTo>
                    <a:pt x="1418" y="4137"/>
                  </a:lnTo>
                  <a:lnTo>
                    <a:pt x="1581" y="4219"/>
                  </a:lnTo>
                  <a:lnTo>
                    <a:pt x="1760" y="4284"/>
                  </a:lnTo>
                  <a:lnTo>
                    <a:pt x="1939" y="4349"/>
                  </a:lnTo>
                  <a:lnTo>
                    <a:pt x="2134" y="4398"/>
                  </a:lnTo>
                  <a:lnTo>
                    <a:pt x="2525" y="4479"/>
                  </a:lnTo>
                  <a:lnTo>
                    <a:pt x="2965" y="4528"/>
                  </a:lnTo>
                  <a:lnTo>
                    <a:pt x="3421" y="4545"/>
                  </a:lnTo>
                  <a:lnTo>
                    <a:pt x="3682" y="4545"/>
                  </a:lnTo>
                  <a:lnTo>
                    <a:pt x="3959" y="4528"/>
                  </a:lnTo>
                  <a:lnTo>
                    <a:pt x="4089" y="4512"/>
                  </a:lnTo>
                  <a:lnTo>
                    <a:pt x="4203" y="4463"/>
                  </a:lnTo>
                  <a:lnTo>
                    <a:pt x="4301" y="4398"/>
                  </a:lnTo>
                  <a:lnTo>
                    <a:pt x="4398" y="4317"/>
                  </a:lnTo>
                  <a:lnTo>
                    <a:pt x="4464" y="4219"/>
                  </a:lnTo>
                  <a:lnTo>
                    <a:pt x="4512" y="4105"/>
                  </a:lnTo>
                  <a:lnTo>
                    <a:pt x="4545" y="3974"/>
                  </a:lnTo>
                  <a:lnTo>
                    <a:pt x="4561" y="3844"/>
                  </a:lnTo>
                  <a:lnTo>
                    <a:pt x="4529" y="3714"/>
                  </a:lnTo>
                  <a:lnTo>
                    <a:pt x="4480" y="3600"/>
                  </a:lnTo>
                  <a:lnTo>
                    <a:pt x="4415" y="3502"/>
                  </a:lnTo>
                  <a:lnTo>
                    <a:pt x="4333" y="3404"/>
                  </a:lnTo>
                  <a:lnTo>
                    <a:pt x="4236" y="3339"/>
                  </a:lnTo>
                  <a:lnTo>
                    <a:pt x="4122" y="3274"/>
                  </a:lnTo>
                  <a:lnTo>
                    <a:pt x="3991" y="3258"/>
                  </a:lnTo>
                  <a:lnTo>
                    <a:pt x="3877" y="3242"/>
                  </a:lnTo>
                  <a:lnTo>
                    <a:pt x="3568" y="3258"/>
                  </a:lnTo>
                  <a:lnTo>
                    <a:pt x="3258" y="3258"/>
                  </a:lnTo>
                  <a:lnTo>
                    <a:pt x="2932" y="3242"/>
                  </a:lnTo>
                  <a:lnTo>
                    <a:pt x="2623" y="3193"/>
                  </a:lnTo>
                  <a:lnTo>
                    <a:pt x="2314" y="3127"/>
                  </a:lnTo>
                  <a:lnTo>
                    <a:pt x="2183" y="3079"/>
                  </a:lnTo>
                  <a:lnTo>
                    <a:pt x="2037" y="3013"/>
                  </a:lnTo>
                  <a:lnTo>
                    <a:pt x="1923" y="2948"/>
                  </a:lnTo>
                  <a:lnTo>
                    <a:pt x="1792" y="2867"/>
                  </a:lnTo>
                  <a:lnTo>
                    <a:pt x="1695" y="2785"/>
                  </a:lnTo>
                  <a:lnTo>
                    <a:pt x="1597" y="2688"/>
                  </a:lnTo>
                  <a:lnTo>
                    <a:pt x="1515" y="2574"/>
                  </a:lnTo>
                  <a:lnTo>
                    <a:pt x="1434" y="2427"/>
                  </a:lnTo>
                  <a:lnTo>
                    <a:pt x="1369" y="2248"/>
                  </a:lnTo>
                  <a:lnTo>
                    <a:pt x="1320" y="2052"/>
                  </a:lnTo>
                  <a:lnTo>
                    <a:pt x="1287" y="1808"/>
                  </a:lnTo>
                  <a:lnTo>
                    <a:pt x="1287" y="1531"/>
                  </a:lnTo>
                  <a:lnTo>
                    <a:pt x="1320" y="1222"/>
                  </a:lnTo>
                  <a:lnTo>
                    <a:pt x="1401" y="863"/>
                  </a:lnTo>
                  <a:lnTo>
                    <a:pt x="1418" y="717"/>
                  </a:lnTo>
                  <a:lnTo>
                    <a:pt x="1434" y="635"/>
                  </a:lnTo>
                  <a:lnTo>
                    <a:pt x="1418" y="554"/>
                  </a:lnTo>
                  <a:lnTo>
                    <a:pt x="1401" y="424"/>
                  </a:lnTo>
                  <a:lnTo>
                    <a:pt x="1336" y="310"/>
                  </a:lnTo>
                  <a:lnTo>
                    <a:pt x="1271" y="212"/>
                  </a:lnTo>
                  <a:lnTo>
                    <a:pt x="1173" y="130"/>
                  </a:lnTo>
                  <a:lnTo>
                    <a:pt x="1076" y="65"/>
                  </a:lnTo>
                  <a:lnTo>
                    <a:pt x="962" y="16"/>
                  </a:lnTo>
                  <a:lnTo>
                    <a:pt x="8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1"/>
            <p:cNvSpPr/>
            <p:nvPr/>
          </p:nvSpPr>
          <p:spPr>
            <a:xfrm>
              <a:off x="1594278" y="2351403"/>
              <a:ext cx="554091" cy="1163139"/>
            </a:xfrm>
            <a:custGeom>
              <a:avLst/>
              <a:gdLst/>
              <a:ahLst/>
              <a:cxnLst/>
              <a:rect l="l" t="t" r="r" b="b"/>
              <a:pathLst>
                <a:path w="36780" h="77208" extrusionOk="0">
                  <a:moveTo>
                    <a:pt x="32202" y="1287"/>
                  </a:moveTo>
                  <a:lnTo>
                    <a:pt x="32593" y="1303"/>
                  </a:lnTo>
                  <a:lnTo>
                    <a:pt x="32968" y="1336"/>
                  </a:lnTo>
                  <a:lnTo>
                    <a:pt x="33310" y="1385"/>
                  </a:lnTo>
                  <a:lnTo>
                    <a:pt x="33619" y="1450"/>
                  </a:lnTo>
                  <a:lnTo>
                    <a:pt x="33912" y="1531"/>
                  </a:lnTo>
                  <a:lnTo>
                    <a:pt x="34189" y="1629"/>
                  </a:lnTo>
                  <a:lnTo>
                    <a:pt x="34434" y="1743"/>
                  </a:lnTo>
                  <a:lnTo>
                    <a:pt x="34645" y="1873"/>
                  </a:lnTo>
                  <a:lnTo>
                    <a:pt x="34841" y="2020"/>
                  </a:lnTo>
                  <a:lnTo>
                    <a:pt x="35004" y="2183"/>
                  </a:lnTo>
                  <a:lnTo>
                    <a:pt x="35134" y="2362"/>
                  </a:lnTo>
                  <a:lnTo>
                    <a:pt x="35232" y="2541"/>
                  </a:lnTo>
                  <a:lnTo>
                    <a:pt x="35313" y="2753"/>
                  </a:lnTo>
                  <a:lnTo>
                    <a:pt x="35346" y="2916"/>
                  </a:lnTo>
                  <a:lnTo>
                    <a:pt x="35378" y="3111"/>
                  </a:lnTo>
                  <a:lnTo>
                    <a:pt x="35427" y="3600"/>
                  </a:lnTo>
                  <a:lnTo>
                    <a:pt x="35460" y="4170"/>
                  </a:lnTo>
                  <a:lnTo>
                    <a:pt x="35476" y="4789"/>
                  </a:lnTo>
                  <a:lnTo>
                    <a:pt x="35492" y="6011"/>
                  </a:lnTo>
                  <a:lnTo>
                    <a:pt x="35476" y="6955"/>
                  </a:lnTo>
                  <a:lnTo>
                    <a:pt x="35476" y="72207"/>
                  </a:lnTo>
                  <a:lnTo>
                    <a:pt x="35378" y="72760"/>
                  </a:lnTo>
                  <a:lnTo>
                    <a:pt x="35281" y="73200"/>
                  </a:lnTo>
                  <a:lnTo>
                    <a:pt x="35183" y="73575"/>
                  </a:lnTo>
                  <a:lnTo>
                    <a:pt x="35085" y="73868"/>
                  </a:lnTo>
                  <a:lnTo>
                    <a:pt x="34987" y="74096"/>
                  </a:lnTo>
                  <a:lnTo>
                    <a:pt x="34906" y="74259"/>
                  </a:lnTo>
                  <a:lnTo>
                    <a:pt x="34841" y="74373"/>
                  </a:lnTo>
                  <a:lnTo>
                    <a:pt x="34792" y="74454"/>
                  </a:lnTo>
                  <a:lnTo>
                    <a:pt x="34629" y="74634"/>
                  </a:lnTo>
                  <a:lnTo>
                    <a:pt x="34482" y="74796"/>
                  </a:lnTo>
                  <a:lnTo>
                    <a:pt x="34303" y="74959"/>
                  </a:lnTo>
                  <a:lnTo>
                    <a:pt x="34140" y="75090"/>
                  </a:lnTo>
                  <a:lnTo>
                    <a:pt x="33961" y="75220"/>
                  </a:lnTo>
                  <a:lnTo>
                    <a:pt x="33766" y="75350"/>
                  </a:lnTo>
                  <a:lnTo>
                    <a:pt x="33587" y="75464"/>
                  </a:lnTo>
                  <a:lnTo>
                    <a:pt x="33375" y="75562"/>
                  </a:lnTo>
                  <a:lnTo>
                    <a:pt x="33179" y="75643"/>
                  </a:lnTo>
                  <a:lnTo>
                    <a:pt x="32968" y="75725"/>
                  </a:lnTo>
                  <a:lnTo>
                    <a:pt x="32756" y="75774"/>
                  </a:lnTo>
                  <a:lnTo>
                    <a:pt x="32528" y="75839"/>
                  </a:lnTo>
                  <a:lnTo>
                    <a:pt x="32300" y="75871"/>
                  </a:lnTo>
                  <a:lnTo>
                    <a:pt x="32056" y="75904"/>
                  </a:lnTo>
                  <a:lnTo>
                    <a:pt x="31827" y="75920"/>
                  </a:lnTo>
                  <a:lnTo>
                    <a:pt x="31323" y="75920"/>
                  </a:lnTo>
                  <a:lnTo>
                    <a:pt x="31062" y="75904"/>
                  </a:lnTo>
                  <a:lnTo>
                    <a:pt x="30801" y="75871"/>
                  </a:lnTo>
                  <a:lnTo>
                    <a:pt x="30524" y="75823"/>
                  </a:lnTo>
                  <a:lnTo>
                    <a:pt x="30264" y="75774"/>
                  </a:lnTo>
                  <a:lnTo>
                    <a:pt x="30003" y="75709"/>
                  </a:lnTo>
                  <a:lnTo>
                    <a:pt x="29726" y="75627"/>
                  </a:lnTo>
                  <a:lnTo>
                    <a:pt x="29466" y="75546"/>
                  </a:lnTo>
                  <a:lnTo>
                    <a:pt x="29205" y="75448"/>
                  </a:lnTo>
                  <a:lnTo>
                    <a:pt x="28944" y="75334"/>
                  </a:lnTo>
                  <a:lnTo>
                    <a:pt x="28684" y="75220"/>
                  </a:lnTo>
                  <a:lnTo>
                    <a:pt x="28423" y="75090"/>
                  </a:lnTo>
                  <a:lnTo>
                    <a:pt x="28163" y="74943"/>
                  </a:lnTo>
                  <a:lnTo>
                    <a:pt x="27918" y="74796"/>
                  </a:lnTo>
                  <a:lnTo>
                    <a:pt x="27658" y="74634"/>
                  </a:lnTo>
                  <a:lnTo>
                    <a:pt x="27430" y="74454"/>
                  </a:lnTo>
                  <a:lnTo>
                    <a:pt x="27120" y="74226"/>
                  </a:lnTo>
                  <a:lnTo>
                    <a:pt x="26794" y="73933"/>
                  </a:lnTo>
                  <a:lnTo>
                    <a:pt x="26452" y="73640"/>
                  </a:lnTo>
                  <a:lnTo>
                    <a:pt x="26127" y="73314"/>
                  </a:lnTo>
                  <a:lnTo>
                    <a:pt x="26029" y="73216"/>
                  </a:lnTo>
                  <a:lnTo>
                    <a:pt x="25915" y="73151"/>
                  </a:lnTo>
                  <a:lnTo>
                    <a:pt x="25801" y="73119"/>
                  </a:lnTo>
                  <a:lnTo>
                    <a:pt x="25670" y="73102"/>
                  </a:lnTo>
                  <a:lnTo>
                    <a:pt x="25556" y="73119"/>
                  </a:lnTo>
                  <a:lnTo>
                    <a:pt x="25442" y="73151"/>
                  </a:lnTo>
                  <a:lnTo>
                    <a:pt x="25328" y="73200"/>
                  </a:lnTo>
                  <a:lnTo>
                    <a:pt x="25231" y="73265"/>
                  </a:lnTo>
                  <a:lnTo>
                    <a:pt x="25068" y="73412"/>
                  </a:lnTo>
                  <a:lnTo>
                    <a:pt x="24889" y="73542"/>
                  </a:lnTo>
                  <a:lnTo>
                    <a:pt x="24726" y="73673"/>
                  </a:lnTo>
                  <a:lnTo>
                    <a:pt x="24547" y="73770"/>
                  </a:lnTo>
                  <a:lnTo>
                    <a:pt x="24367" y="73868"/>
                  </a:lnTo>
                  <a:lnTo>
                    <a:pt x="24172" y="73933"/>
                  </a:lnTo>
                  <a:lnTo>
                    <a:pt x="23814" y="74063"/>
                  </a:lnTo>
                  <a:lnTo>
                    <a:pt x="23455" y="74161"/>
                  </a:lnTo>
                  <a:lnTo>
                    <a:pt x="23113" y="74210"/>
                  </a:lnTo>
                  <a:lnTo>
                    <a:pt x="22787" y="74243"/>
                  </a:lnTo>
                  <a:lnTo>
                    <a:pt x="22478" y="74259"/>
                  </a:lnTo>
                  <a:lnTo>
                    <a:pt x="22169" y="74243"/>
                  </a:lnTo>
                  <a:lnTo>
                    <a:pt x="21843" y="74226"/>
                  </a:lnTo>
                  <a:lnTo>
                    <a:pt x="21533" y="74178"/>
                  </a:lnTo>
                  <a:lnTo>
                    <a:pt x="21207" y="74112"/>
                  </a:lnTo>
                  <a:lnTo>
                    <a:pt x="20898" y="74031"/>
                  </a:lnTo>
                  <a:lnTo>
                    <a:pt x="20589" y="73933"/>
                  </a:lnTo>
                  <a:lnTo>
                    <a:pt x="20279" y="73819"/>
                  </a:lnTo>
                  <a:lnTo>
                    <a:pt x="19970" y="73705"/>
                  </a:lnTo>
                  <a:lnTo>
                    <a:pt x="19676" y="73559"/>
                  </a:lnTo>
                  <a:lnTo>
                    <a:pt x="19383" y="73412"/>
                  </a:lnTo>
                  <a:lnTo>
                    <a:pt x="19090" y="73233"/>
                  </a:lnTo>
                  <a:lnTo>
                    <a:pt x="18829" y="73054"/>
                  </a:lnTo>
                  <a:lnTo>
                    <a:pt x="18569" y="72858"/>
                  </a:lnTo>
                  <a:lnTo>
                    <a:pt x="18308" y="72663"/>
                  </a:lnTo>
                  <a:lnTo>
                    <a:pt x="18080" y="72451"/>
                  </a:lnTo>
                  <a:lnTo>
                    <a:pt x="17852" y="72223"/>
                  </a:lnTo>
                  <a:lnTo>
                    <a:pt x="17510" y="71799"/>
                  </a:lnTo>
                  <a:lnTo>
                    <a:pt x="17168" y="71360"/>
                  </a:lnTo>
                  <a:lnTo>
                    <a:pt x="16875" y="70904"/>
                  </a:lnTo>
                  <a:lnTo>
                    <a:pt x="16598" y="70415"/>
                  </a:lnTo>
                  <a:lnTo>
                    <a:pt x="16354" y="69926"/>
                  </a:lnTo>
                  <a:lnTo>
                    <a:pt x="16142" y="69421"/>
                  </a:lnTo>
                  <a:lnTo>
                    <a:pt x="15963" y="68900"/>
                  </a:lnTo>
                  <a:lnTo>
                    <a:pt x="15832" y="68379"/>
                  </a:lnTo>
                  <a:lnTo>
                    <a:pt x="15783" y="68249"/>
                  </a:lnTo>
                  <a:lnTo>
                    <a:pt x="15718" y="68135"/>
                  </a:lnTo>
                  <a:lnTo>
                    <a:pt x="15621" y="68037"/>
                  </a:lnTo>
                  <a:lnTo>
                    <a:pt x="15507" y="67955"/>
                  </a:lnTo>
                  <a:lnTo>
                    <a:pt x="15376" y="67906"/>
                  </a:lnTo>
                  <a:lnTo>
                    <a:pt x="15230" y="67890"/>
                  </a:lnTo>
                  <a:lnTo>
                    <a:pt x="15099" y="67890"/>
                  </a:lnTo>
                  <a:lnTo>
                    <a:pt x="14953" y="67939"/>
                  </a:lnTo>
                  <a:lnTo>
                    <a:pt x="14741" y="68020"/>
                  </a:lnTo>
                  <a:lnTo>
                    <a:pt x="14513" y="68102"/>
                  </a:lnTo>
                  <a:lnTo>
                    <a:pt x="14269" y="68151"/>
                  </a:lnTo>
                  <a:lnTo>
                    <a:pt x="14041" y="68216"/>
                  </a:lnTo>
                  <a:lnTo>
                    <a:pt x="13796" y="68249"/>
                  </a:lnTo>
                  <a:lnTo>
                    <a:pt x="13552" y="68281"/>
                  </a:lnTo>
                  <a:lnTo>
                    <a:pt x="13308" y="68297"/>
                  </a:lnTo>
                  <a:lnTo>
                    <a:pt x="13063" y="68297"/>
                  </a:lnTo>
                  <a:lnTo>
                    <a:pt x="12624" y="68281"/>
                  </a:lnTo>
                  <a:lnTo>
                    <a:pt x="12184" y="68232"/>
                  </a:lnTo>
                  <a:lnTo>
                    <a:pt x="11760" y="68151"/>
                  </a:lnTo>
                  <a:lnTo>
                    <a:pt x="11320" y="68020"/>
                  </a:lnTo>
                  <a:lnTo>
                    <a:pt x="10897" y="67874"/>
                  </a:lnTo>
                  <a:lnTo>
                    <a:pt x="10473" y="67695"/>
                  </a:lnTo>
                  <a:lnTo>
                    <a:pt x="10066" y="67483"/>
                  </a:lnTo>
                  <a:lnTo>
                    <a:pt x="9659" y="67239"/>
                  </a:lnTo>
                  <a:lnTo>
                    <a:pt x="9284" y="66978"/>
                  </a:lnTo>
                  <a:lnTo>
                    <a:pt x="8910" y="66685"/>
                  </a:lnTo>
                  <a:lnTo>
                    <a:pt x="8551" y="66375"/>
                  </a:lnTo>
                  <a:lnTo>
                    <a:pt x="8226" y="66050"/>
                  </a:lnTo>
                  <a:lnTo>
                    <a:pt x="7916" y="65691"/>
                  </a:lnTo>
                  <a:lnTo>
                    <a:pt x="7623" y="65317"/>
                  </a:lnTo>
                  <a:lnTo>
                    <a:pt x="7362" y="64926"/>
                  </a:lnTo>
                  <a:lnTo>
                    <a:pt x="7134" y="64502"/>
                  </a:lnTo>
                  <a:lnTo>
                    <a:pt x="7020" y="64274"/>
                  </a:lnTo>
                  <a:lnTo>
                    <a:pt x="6906" y="64030"/>
                  </a:lnTo>
                  <a:lnTo>
                    <a:pt x="6792" y="63753"/>
                  </a:lnTo>
                  <a:lnTo>
                    <a:pt x="6695" y="63460"/>
                  </a:lnTo>
                  <a:lnTo>
                    <a:pt x="6597" y="63134"/>
                  </a:lnTo>
                  <a:lnTo>
                    <a:pt x="6532" y="62808"/>
                  </a:lnTo>
                  <a:lnTo>
                    <a:pt x="6483" y="62450"/>
                  </a:lnTo>
                  <a:lnTo>
                    <a:pt x="6450" y="62075"/>
                  </a:lnTo>
                  <a:lnTo>
                    <a:pt x="6434" y="61684"/>
                  </a:lnTo>
                  <a:lnTo>
                    <a:pt x="6467" y="61277"/>
                  </a:lnTo>
                  <a:lnTo>
                    <a:pt x="6532" y="60870"/>
                  </a:lnTo>
                  <a:lnTo>
                    <a:pt x="6629" y="60446"/>
                  </a:lnTo>
                  <a:lnTo>
                    <a:pt x="6695" y="60218"/>
                  </a:lnTo>
                  <a:lnTo>
                    <a:pt x="6760" y="60007"/>
                  </a:lnTo>
                  <a:lnTo>
                    <a:pt x="6857" y="59779"/>
                  </a:lnTo>
                  <a:lnTo>
                    <a:pt x="6955" y="59567"/>
                  </a:lnTo>
                  <a:lnTo>
                    <a:pt x="7053" y="59339"/>
                  </a:lnTo>
                  <a:lnTo>
                    <a:pt x="7183" y="59111"/>
                  </a:lnTo>
                  <a:lnTo>
                    <a:pt x="7330" y="58883"/>
                  </a:lnTo>
                  <a:lnTo>
                    <a:pt x="7476" y="58655"/>
                  </a:lnTo>
                  <a:lnTo>
                    <a:pt x="7542" y="58557"/>
                  </a:lnTo>
                  <a:lnTo>
                    <a:pt x="7590" y="58459"/>
                  </a:lnTo>
                  <a:lnTo>
                    <a:pt x="7656" y="58280"/>
                  </a:lnTo>
                  <a:lnTo>
                    <a:pt x="7672" y="58199"/>
                  </a:lnTo>
                  <a:lnTo>
                    <a:pt x="7721" y="58052"/>
                  </a:lnTo>
                  <a:lnTo>
                    <a:pt x="7721" y="57889"/>
                  </a:lnTo>
                  <a:lnTo>
                    <a:pt x="7688" y="57743"/>
                  </a:lnTo>
                  <a:lnTo>
                    <a:pt x="7623" y="57596"/>
                  </a:lnTo>
                  <a:lnTo>
                    <a:pt x="7525" y="57482"/>
                  </a:lnTo>
                  <a:lnTo>
                    <a:pt x="7411" y="57400"/>
                  </a:lnTo>
                  <a:lnTo>
                    <a:pt x="7265" y="57335"/>
                  </a:lnTo>
                  <a:lnTo>
                    <a:pt x="7102" y="57303"/>
                  </a:lnTo>
                  <a:lnTo>
                    <a:pt x="6743" y="57270"/>
                  </a:lnTo>
                  <a:lnTo>
                    <a:pt x="6385" y="57205"/>
                  </a:lnTo>
                  <a:lnTo>
                    <a:pt x="6043" y="57124"/>
                  </a:lnTo>
                  <a:lnTo>
                    <a:pt x="5701" y="56993"/>
                  </a:lnTo>
                  <a:lnTo>
                    <a:pt x="5375" y="56830"/>
                  </a:lnTo>
                  <a:lnTo>
                    <a:pt x="5049" y="56635"/>
                  </a:lnTo>
                  <a:lnTo>
                    <a:pt x="4756" y="56407"/>
                  </a:lnTo>
                  <a:lnTo>
                    <a:pt x="4463" y="56163"/>
                  </a:lnTo>
                  <a:lnTo>
                    <a:pt x="4186" y="55869"/>
                  </a:lnTo>
                  <a:lnTo>
                    <a:pt x="3926" y="55576"/>
                  </a:lnTo>
                  <a:lnTo>
                    <a:pt x="3681" y="55234"/>
                  </a:lnTo>
                  <a:lnTo>
                    <a:pt x="3469" y="54876"/>
                  </a:lnTo>
                  <a:lnTo>
                    <a:pt x="3258" y="54501"/>
                  </a:lnTo>
                  <a:lnTo>
                    <a:pt x="3079" y="54094"/>
                  </a:lnTo>
                  <a:lnTo>
                    <a:pt x="2916" y="53687"/>
                  </a:lnTo>
                  <a:lnTo>
                    <a:pt x="2769" y="53231"/>
                  </a:lnTo>
                  <a:lnTo>
                    <a:pt x="2671" y="52807"/>
                  </a:lnTo>
                  <a:lnTo>
                    <a:pt x="2590" y="52367"/>
                  </a:lnTo>
                  <a:lnTo>
                    <a:pt x="2541" y="51895"/>
                  </a:lnTo>
                  <a:lnTo>
                    <a:pt x="2508" y="51423"/>
                  </a:lnTo>
                  <a:lnTo>
                    <a:pt x="2508" y="50934"/>
                  </a:lnTo>
                  <a:lnTo>
                    <a:pt x="2557" y="50445"/>
                  </a:lnTo>
                  <a:lnTo>
                    <a:pt x="2623" y="49940"/>
                  </a:lnTo>
                  <a:lnTo>
                    <a:pt x="2688" y="49696"/>
                  </a:lnTo>
                  <a:lnTo>
                    <a:pt x="2737" y="49452"/>
                  </a:lnTo>
                  <a:lnTo>
                    <a:pt x="2818" y="49191"/>
                  </a:lnTo>
                  <a:lnTo>
                    <a:pt x="2899" y="48947"/>
                  </a:lnTo>
                  <a:lnTo>
                    <a:pt x="2997" y="48702"/>
                  </a:lnTo>
                  <a:lnTo>
                    <a:pt x="3095" y="48458"/>
                  </a:lnTo>
                  <a:lnTo>
                    <a:pt x="3209" y="48230"/>
                  </a:lnTo>
                  <a:lnTo>
                    <a:pt x="3339" y="47986"/>
                  </a:lnTo>
                  <a:lnTo>
                    <a:pt x="3469" y="47758"/>
                  </a:lnTo>
                  <a:lnTo>
                    <a:pt x="3632" y="47530"/>
                  </a:lnTo>
                  <a:lnTo>
                    <a:pt x="3795" y="47302"/>
                  </a:lnTo>
                  <a:lnTo>
                    <a:pt x="3974" y="47090"/>
                  </a:lnTo>
                  <a:lnTo>
                    <a:pt x="4170" y="46878"/>
                  </a:lnTo>
                  <a:lnTo>
                    <a:pt x="4365" y="46666"/>
                  </a:lnTo>
                  <a:lnTo>
                    <a:pt x="4577" y="46471"/>
                  </a:lnTo>
                  <a:lnTo>
                    <a:pt x="4821" y="46276"/>
                  </a:lnTo>
                  <a:lnTo>
                    <a:pt x="5066" y="46080"/>
                  </a:lnTo>
                  <a:lnTo>
                    <a:pt x="5326" y="45901"/>
                  </a:lnTo>
                  <a:lnTo>
                    <a:pt x="5440" y="45819"/>
                  </a:lnTo>
                  <a:lnTo>
                    <a:pt x="5522" y="45705"/>
                  </a:lnTo>
                  <a:lnTo>
                    <a:pt x="5587" y="45575"/>
                  </a:lnTo>
                  <a:lnTo>
                    <a:pt x="5620" y="45445"/>
                  </a:lnTo>
                  <a:lnTo>
                    <a:pt x="5620" y="45298"/>
                  </a:lnTo>
                  <a:lnTo>
                    <a:pt x="5587" y="45152"/>
                  </a:lnTo>
                  <a:lnTo>
                    <a:pt x="5522" y="45021"/>
                  </a:lnTo>
                  <a:lnTo>
                    <a:pt x="5424" y="44907"/>
                  </a:lnTo>
                  <a:lnTo>
                    <a:pt x="5278" y="44777"/>
                  </a:lnTo>
                  <a:lnTo>
                    <a:pt x="5066" y="44598"/>
                  </a:lnTo>
                  <a:lnTo>
                    <a:pt x="4610" y="44223"/>
                  </a:lnTo>
                  <a:lnTo>
                    <a:pt x="4333" y="43979"/>
                  </a:lnTo>
                  <a:lnTo>
                    <a:pt x="4056" y="43718"/>
                  </a:lnTo>
                  <a:lnTo>
                    <a:pt x="3746" y="43392"/>
                  </a:lnTo>
                  <a:lnTo>
                    <a:pt x="3437" y="43050"/>
                  </a:lnTo>
                  <a:lnTo>
                    <a:pt x="3127" y="42643"/>
                  </a:lnTo>
                  <a:lnTo>
                    <a:pt x="2818" y="42220"/>
                  </a:lnTo>
                  <a:lnTo>
                    <a:pt x="2525" y="41731"/>
                  </a:lnTo>
                  <a:lnTo>
                    <a:pt x="2378" y="41470"/>
                  </a:lnTo>
                  <a:lnTo>
                    <a:pt x="2232" y="41194"/>
                  </a:lnTo>
                  <a:lnTo>
                    <a:pt x="2101" y="40917"/>
                  </a:lnTo>
                  <a:lnTo>
                    <a:pt x="1987" y="40623"/>
                  </a:lnTo>
                  <a:lnTo>
                    <a:pt x="1873" y="40314"/>
                  </a:lnTo>
                  <a:lnTo>
                    <a:pt x="1759" y="39988"/>
                  </a:lnTo>
                  <a:lnTo>
                    <a:pt x="1661" y="39662"/>
                  </a:lnTo>
                  <a:lnTo>
                    <a:pt x="1564" y="39304"/>
                  </a:lnTo>
                  <a:lnTo>
                    <a:pt x="1482" y="38946"/>
                  </a:lnTo>
                  <a:lnTo>
                    <a:pt x="1417" y="38571"/>
                  </a:lnTo>
                  <a:lnTo>
                    <a:pt x="1368" y="38180"/>
                  </a:lnTo>
                  <a:lnTo>
                    <a:pt x="1319" y="37789"/>
                  </a:lnTo>
                  <a:lnTo>
                    <a:pt x="1303" y="37366"/>
                  </a:lnTo>
                  <a:lnTo>
                    <a:pt x="1287" y="36942"/>
                  </a:lnTo>
                  <a:lnTo>
                    <a:pt x="1287" y="36486"/>
                  </a:lnTo>
                  <a:lnTo>
                    <a:pt x="1303" y="36046"/>
                  </a:lnTo>
                  <a:lnTo>
                    <a:pt x="1352" y="35607"/>
                  </a:lnTo>
                  <a:lnTo>
                    <a:pt x="1401" y="35199"/>
                  </a:lnTo>
                  <a:lnTo>
                    <a:pt x="1482" y="34776"/>
                  </a:lnTo>
                  <a:lnTo>
                    <a:pt x="1580" y="34385"/>
                  </a:lnTo>
                  <a:lnTo>
                    <a:pt x="1694" y="33994"/>
                  </a:lnTo>
                  <a:lnTo>
                    <a:pt x="1824" y="33603"/>
                  </a:lnTo>
                  <a:lnTo>
                    <a:pt x="1971" y="33229"/>
                  </a:lnTo>
                  <a:lnTo>
                    <a:pt x="2150" y="32870"/>
                  </a:lnTo>
                  <a:lnTo>
                    <a:pt x="2329" y="32528"/>
                  </a:lnTo>
                  <a:lnTo>
                    <a:pt x="2541" y="32186"/>
                  </a:lnTo>
                  <a:lnTo>
                    <a:pt x="2769" y="31860"/>
                  </a:lnTo>
                  <a:lnTo>
                    <a:pt x="3013" y="31535"/>
                  </a:lnTo>
                  <a:lnTo>
                    <a:pt x="3274" y="31225"/>
                  </a:lnTo>
                  <a:lnTo>
                    <a:pt x="3551" y="30932"/>
                  </a:lnTo>
                  <a:lnTo>
                    <a:pt x="3844" y="30655"/>
                  </a:lnTo>
                  <a:lnTo>
                    <a:pt x="4137" y="30394"/>
                  </a:lnTo>
                  <a:lnTo>
                    <a:pt x="4431" y="30166"/>
                  </a:lnTo>
                  <a:lnTo>
                    <a:pt x="4724" y="29955"/>
                  </a:lnTo>
                  <a:lnTo>
                    <a:pt x="5001" y="29759"/>
                  </a:lnTo>
                  <a:lnTo>
                    <a:pt x="5294" y="29580"/>
                  </a:lnTo>
                  <a:lnTo>
                    <a:pt x="5554" y="29433"/>
                  </a:lnTo>
                  <a:lnTo>
                    <a:pt x="5815" y="29303"/>
                  </a:lnTo>
                  <a:lnTo>
                    <a:pt x="6059" y="29189"/>
                  </a:lnTo>
                  <a:lnTo>
                    <a:pt x="6287" y="29091"/>
                  </a:lnTo>
                  <a:lnTo>
                    <a:pt x="6695" y="28961"/>
                  </a:lnTo>
                  <a:lnTo>
                    <a:pt x="6988" y="28880"/>
                  </a:lnTo>
                  <a:lnTo>
                    <a:pt x="7183" y="28847"/>
                  </a:lnTo>
                  <a:lnTo>
                    <a:pt x="7265" y="28847"/>
                  </a:lnTo>
                  <a:lnTo>
                    <a:pt x="7362" y="28831"/>
                  </a:lnTo>
                  <a:lnTo>
                    <a:pt x="7444" y="28798"/>
                  </a:lnTo>
                  <a:lnTo>
                    <a:pt x="7509" y="28765"/>
                  </a:lnTo>
                  <a:lnTo>
                    <a:pt x="7574" y="28717"/>
                  </a:lnTo>
                  <a:lnTo>
                    <a:pt x="7639" y="28651"/>
                  </a:lnTo>
                  <a:lnTo>
                    <a:pt x="7704" y="28586"/>
                  </a:lnTo>
                  <a:lnTo>
                    <a:pt x="7753" y="28521"/>
                  </a:lnTo>
                  <a:lnTo>
                    <a:pt x="7786" y="28440"/>
                  </a:lnTo>
                  <a:lnTo>
                    <a:pt x="7802" y="28358"/>
                  </a:lnTo>
                  <a:lnTo>
                    <a:pt x="7818" y="28277"/>
                  </a:lnTo>
                  <a:lnTo>
                    <a:pt x="7818" y="28195"/>
                  </a:lnTo>
                  <a:lnTo>
                    <a:pt x="7818" y="28098"/>
                  </a:lnTo>
                  <a:lnTo>
                    <a:pt x="7802" y="28016"/>
                  </a:lnTo>
                  <a:lnTo>
                    <a:pt x="7770" y="27935"/>
                  </a:lnTo>
                  <a:lnTo>
                    <a:pt x="7721" y="27870"/>
                  </a:lnTo>
                  <a:lnTo>
                    <a:pt x="7558" y="27609"/>
                  </a:lnTo>
                  <a:lnTo>
                    <a:pt x="7411" y="27348"/>
                  </a:lnTo>
                  <a:lnTo>
                    <a:pt x="7265" y="27088"/>
                  </a:lnTo>
                  <a:lnTo>
                    <a:pt x="7134" y="26811"/>
                  </a:lnTo>
                  <a:lnTo>
                    <a:pt x="7020" y="26550"/>
                  </a:lnTo>
                  <a:lnTo>
                    <a:pt x="6923" y="26306"/>
                  </a:lnTo>
                  <a:lnTo>
                    <a:pt x="6841" y="26062"/>
                  </a:lnTo>
                  <a:lnTo>
                    <a:pt x="6776" y="25817"/>
                  </a:lnTo>
                  <a:lnTo>
                    <a:pt x="6695" y="25492"/>
                  </a:lnTo>
                  <a:lnTo>
                    <a:pt x="6629" y="25149"/>
                  </a:lnTo>
                  <a:lnTo>
                    <a:pt x="6581" y="24807"/>
                  </a:lnTo>
                  <a:lnTo>
                    <a:pt x="6548" y="24465"/>
                  </a:lnTo>
                  <a:lnTo>
                    <a:pt x="6515" y="24123"/>
                  </a:lnTo>
                  <a:lnTo>
                    <a:pt x="6515" y="23781"/>
                  </a:lnTo>
                  <a:lnTo>
                    <a:pt x="6515" y="23423"/>
                  </a:lnTo>
                  <a:lnTo>
                    <a:pt x="6548" y="23081"/>
                  </a:lnTo>
                  <a:lnTo>
                    <a:pt x="6581" y="22723"/>
                  </a:lnTo>
                  <a:lnTo>
                    <a:pt x="6629" y="22380"/>
                  </a:lnTo>
                  <a:lnTo>
                    <a:pt x="6695" y="22022"/>
                  </a:lnTo>
                  <a:lnTo>
                    <a:pt x="6776" y="21680"/>
                  </a:lnTo>
                  <a:lnTo>
                    <a:pt x="6874" y="21338"/>
                  </a:lnTo>
                  <a:lnTo>
                    <a:pt x="6988" y="20980"/>
                  </a:lnTo>
                  <a:lnTo>
                    <a:pt x="7102" y="20638"/>
                  </a:lnTo>
                  <a:lnTo>
                    <a:pt x="7232" y="20296"/>
                  </a:lnTo>
                  <a:lnTo>
                    <a:pt x="7476" y="19807"/>
                  </a:lnTo>
                  <a:lnTo>
                    <a:pt x="7737" y="19318"/>
                  </a:lnTo>
                  <a:lnTo>
                    <a:pt x="8030" y="18862"/>
                  </a:lnTo>
                  <a:lnTo>
                    <a:pt x="8340" y="18439"/>
                  </a:lnTo>
                  <a:lnTo>
                    <a:pt x="8682" y="18031"/>
                  </a:lnTo>
                  <a:lnTo>
                    <a:pt x="9040" y="17657"/>
                  </a:lnTo>
                  <a:lnTo>
                    <a:pt x="9415" y="17298"/>
                  </a:lnTo>
                  <a:lnTo>
                    <a:pt x="9806" y="16973"/>
                  </a:lnTo>
                  <a:lnTo>
                    <a:pt x="10229" y="16696"/>
                  </a:lnTo>
                  <a:lnTo>
                    <a:pt x="10653" y="16435"/>
                  </a:lnTo>
                  <a:lnTo>
                    <a:pt x="11076" y="16207"/>
                  </a:lnTo>
                  <a:lnTo>
                    <a:pt x="11532" y="16028"/>
                  </a:lnTo>
                  <a:lnTo>
                    <a:pt x="11972" y="15881"/>
                  </a:lnTo>
                  <a:lnTo>
                    <a:pt x="12200" y="15833"/>
                  </a:lnTo>
                  <a:lnTo>
                    <a:pt x="12428" y="15784"/>
                  </a:lnTo>
                  <a:lnTo>
                    <a:pt x="12656" y="15735"/>
                  </a:lnTo>
                  <a:lnTo>
                    <a:pt x="12884" y="15719"/>
                  </a:lnTo>
                  <a:lnTo>
                    <a:pt x="13112" y="15702"/>
                  </a:lnTo>
                  <a:lnTo>
                    <a:pt x="13340" y="15686"/>
                  </a:lnTo>
                  <a:lnTo>
                    <a:pt x="13617" y="15702"/>
                  </a:lnTo>
                  <a:lnTo>
                    <a:pt x="13894" y="15719"/>
                  </a:lnTo>
                  <a:lnTo>
                    <a:pt x="14171" y="15751"/>
                  </a:lnTo>
                  <a:lnTo>
                    <a:pt x="14432" y="15816"/>
                  </a:lnTo>
                  <a:lnTo>
                    <a:pt x="14513" y="15833"/>
                  </a:lnTo>
                  <a:lnTo>
                    <a:pt x="14594" y="15833"/>
                  </a:lnTo>
                  <a:lnTo>
                    <a:pt x="14676" y="15816"/>
                  </a:lnTo>
                  <a:lnTo>
                    <a:pt x="14757" y="15800"/>
                  </a:lnTo>
                  <a:lnTo>
                    <a:pt x="14822" y="15784"/>
                  </a:lnTo>
                  <a:lnTo>
                    <a:pt x="14904" y="15735"/>
                  </a:lnTo>
                  <a:lnTo>
                    <a:pt x="14969" y="15702"/>
                  </a:lnTo>
                  <a:lnTo>
                    <a:pt x="15034" y="15637"/>
                  </a:lnTo>
                  <a:lnTo>
                    <a:pt x="15083" y="15572"/>
                  </a:lnTo>
                  <a:lnTo>
                    <a:pt x="15132" y="15507"/>
                  </a:lnTo>
                  <a:lnTo>
                    <a:pt x="15165" y="15442"/>
                  </a:lnTo>
                  <a:lnTo>
                    <a:pt x="15197" y="15360"/>
                  </a:lnTo>
                  <a:lnTo>
                    <a:pt x="15213" y="15295"/>
                  </a:lnTo>
                  <a:lnTo>
                    <a:pt x="15230" y="15214"/>
                  </a:lnTo>
                  <a:lnTo>
                    <a:pt x="15213" y="15132"/>
                  </a:lnTo>
                  <a:lnTo>
                    <a:pt x="15197" y="15051"/>
                  </a:lnTo>
                  <a:lnTo>
                    <a:pt x="15132" y="14692"/>
                  </a:lnTo>
                  <a:lnTo>
                    <a:pt x="15099" y="14318"/>
                  </a:lnTo>
                  <a:lnTo>
                    <a:pt x="15067" y="13927"/>
                  </a:lnTo>
                  <a:lnTo>
                    <a:pt x="15083" y="13536"/>
                  </a:lnTo>
                  <a:lnTo>
                    <a:pt x="15099" y="13145"/>
                  </a:lnTo>
                  <a:lnTo>
                    <a:pt x="15165" y="12754"/>
                  </a:lnTo>
                  <a:lnTo>
                    <a:pt x="15230" y="12363"/>
                  </a:lnTo>
                  <a:lnTo>
                    <a:pt x="15327" y="12005"/>
                  </a:lnTo>
                  <a:lnTo>
                    <a:pt x="15507" y="11451"/>
                  </a:lnTo>
                  <a:lnTo>
                    <a:pt x="15735" y="10913"/>
                  </a:lnTo>
                  <a:lnTo>
                    <a:pt x="15979" y="10408"/>
                  </a:lnTo>
                  <a:lnTo>
                    <a:pt x="16256" y="9920"/>
                  </a:lnTo>
                  <a:lnTo>
                    <a:pt x="16565" y="9447"/>
                  </a:lnTo>
                  <a:lnTo>
                    <a:pt x="16744" y="9236"/>
                  </a:lnTo>
                  <a:lnTo>
                    <a:pt x="16907" y="9024"/>
                  </a:lnTo>
                  <a:lnTo>
                    <a:pt x="17087" y="8812"/>
                  </a:lnTo>
                  <a:lnTo>
                    <a:pt x="17266" y="8617"/>
                  </a:lnTo>
                  <a:lnTo>
                    <a:pt x="17461" y="8438"/>
                  </a:lnTo>
                  <a:lnTo>
                    <a:pt x="17657" y="8258"/>
                  </a:lnTo>
                  <a:lnTo>
                    <a:pt x="17901" y="8047"/>
                  </a:lnTo>
                  <a:lnTo>
                    <a:pt x="18178" y="7851"/>
                  </a:lnTo>
                  <a:lnTo>
                    <a:pt x="18487" y="7656"/>
                  </a:lnTo>
                  <a:lnTo>
                    <a:pt x="18797" y="7477"/>
                  </a:lnTo>
                  <a:lnTo>
                    <a:pt x="19139" y="7314"/>
                  </a:lnTo>
                  <a:lnTo>
                    <a:pt x="19481" y="7151"/>
                  </a:lnTo>
                  <a:lnTo>
                    <a:pt x="19856" y="7004"/>
                  </a:lnTo>
                  <a:lnTo>
                    <a:pt x="20230" y="6874"/>
                  </a:lnTo>
                  <a:lnTo>
                    <a:pt x="20605" y="6744"/>
                  </a:lnTo>
                  <a:lnTo>
                    <a:pt x="20996" y="6630"/>
                  </a:lnTo>
                  <a:lnTo>
                    <a:pt x="21387" y="6532"/>
                  </a:lnTo>
                  <a:lnTo>
                    <a:pt x="21778" y="6467"/>
                  </a:lnTo>
                  <a:lnTo>
                    <a:pt x="22169" y="6402"/>
                  </a:lnTo>
                  <a:lnTo>
                    <a:pt x="22559" y="6353"/>
                  </a:lnTo>
                  <a:lnTo>
                    <a:pt x="22950" y="6320"/>
                  </a:lnTo>
                  <a:lnTo>
                    <a:pt x="23309" y="6304"/>
                  </a:lnTo>
                  <a:lnTo>
                    <a:pt x="23569" y="6320"/>
                  </a:lnTo>
                  <a:lnTo>
                    <a:pt x="23814" y="6336"/>
                  </a:lnTo>
                  <a:lnTo>
                    <a:pt x="24058" y="6353"/>
                  </a:lnTo>
                  <a:lnTo>
                    <a:pt x="24286" y="6385"/>
                  </a:lnTo>
                  <a:lnTo>
                    <a:pt x="24498" y="6434"/>
                  </a:lnTo>
                  <a:lnTo>
                    <a:pt x="24709" y="6483"/>
                  </a:lnTo>
                  <a:lnTo>
                    <a:pt x="24905" y="6532"/>
                  </a:lnTo>
                  <a:lnTo>
                    <a:pt x="25100" y="6613"/>
                  </a:lnTo>
                  <a:lnTo>
                    <a:pt x="25231" y="6646"/>
                  </a:lnTo>
                  <a:lnTo>
                    <a:pt x="25377" y="6646"/>
                  </a:lnTo>
                  <a:lnTo>
                    <a:pt x="25524" y="6630"/>
                  </a:lnTo>
                  <a:lnTo>
                    <a:pt x="25654" y="6564"/>
                  </a:lnTo>
                  <a:lnTo>
                    <a:pt x="25768" y="6483"/>
                  </a:lnTo>
                  <a:lnTo>
                    <a:pt x="25866" y="6369"/>
                  </a:lnTo>
                  <a:lnTo>
                    <a:pt x="25931" y="6239"/>
                  </a:lnTo>
                  <a:lnTo>
                    <a:pt x="25964" y="6092"/>
                  </a:lnTo>
                  <a:lnTo>
                    <a:pt x="26013" y="5897"/>
                  </a:lnTo>
                  <a:lnTo>
                    <a:pt x="26061" y="5701"/>
                  </a:lnTo>
                  <a:lnTo>
                    <a:pt x="26110" y="5489"/>
                  </a:lnTo>
                  <a:lnTo>
                    <a:pt x="26192" y="5294"/>
                  </a:lnTo>
                  <a:lnTo>
                    <a:pt x="26273" y="5098"/>
                  </a:lnTo>
                  <a:lnTo>
                    <a:pt x="26371" y="4887"/>
                  </a:lnTo>
                  <a:lnTo>
                    <a:pt x="26615" y="4496"/>
                  </a:lnTo>
                  <a:lnTo>
                    <a:pt x="26876" y="4105"/>
                  </a:lnTo>
                  <a:lnTo>
                    <a:pt x="27185" y="3714"/>
                  </a:lnTo>
                  <a:lnTo>
                    <a:pt x="27511" y="3356"/>
                  </a:lnTo>
                  <a:lnTo>
                    <a:pt x="27869" y="3014"/>
                  </a:lnTo>
                  <a:lnTo>
                    <a:pt x="28244" y="2688"/>
                  </a:lnTo>
                  <a:lnTo>
                    <a:pt x="28635" y="2378"/>
                  </a:lnTo>
                  <a:lnTo>
                    <a:pt x="29026" y="2118"/>
                  </a:lnTo>
                  <a:lnTo>
                    <a:pt x="29417" y="1873"/>
                  </a:lnTo>
                  <a:lnTo>
                    <a:pt x="29808" y="1678"/>
                  </a:lnTo>
                  <a:lnTo>
                    <a:pt x="30199" y="1531"/>
                  </a:lnTo>
                  <a:lnTo>
                    <a:pt x="30394" y="1466"/>
                  </a:lnTo>
                  <a:lnTo>
                    <a:pt x="30573" y="1417"/>
                  </a:lnTo>
                  <a:lnTo>
                    <a:pt x="30752" y="1368"/>
                  </a:lnTo>
                  <a:lnTo>
                    <a:pt x="30932" y="1352"/>
                  </a:lnTo>
                  <a:lnTo>
                    <a:pt x="31371" y="1303"/>
                  </a:lnTo>
                  <a:lnTo>
                    <a:pt x="31795" y="1287"/>
                  </a:lnTo>
                  <a:close/>
                  <a:moveTo>
                    <a:pt x="32121" y="0"/>
                  </a:moveTo>
                  <a:lnTo>
                    <a:pt x="31469" y="17"/>
                  </a:lnTo>
                  <a:lnTo>
                    <a:pt x="31143" y="49"/>
                  </a:lnTo>
                  <a:lnTo>
                    <a:pt x="30785" y="82"/>
                  </a:lnTo>
                  <a:lnTo>
                    <a:pt x="30590" y="114"/>
                  </a:lnTo>
                  <a:lnTo>
                    <a:pt x="30378" y="147"/>
                  </a:lnTo>
                  <a:lnTo>
                    <a:pt x="30166" y="196"/>
                  </a:lnTo>
                  <a:lnTo>
                    <a:pt x="29938" y="261"/>
                  </a:lnTo>
                  <a:lnTo>
                    <a:pt x="29515" y="424"/>
                  </a:lnTo>
                  <a:lnTo>
                    <a:pt x="29058" y="619"/>
                  </a:lnTo>
                  <a:lnTo>
                    <a:pt x="28619" y="864"/>
                  </a:lnTo>
                  <a:lnTo>
                    <a:pt x="28179" y="1140"/>
                  </a:lnTo>
                  <a:lnTo>
                    <a:pt x="27739" y="1434"/>
                  </a:lnTo>
                  <a:lnTo>
                    <a:pt x="27316" y="1776"/>
                  </a:lnTo>
                  <a:lnTo>
                    <a:pt x="26908" y="2134"/>
                  </a:lnTo>
                  <a:lnTo>
                    <a:pt x="26517" y="2525"/>
                  </a:lnTo>
                  <a:lnTo>
                    <a:pt x="26159" y="2932"/>
                  </a:lnTo>
                  <a:lnTo>
                    <a:pt x="25817" y="3356"/>
                  </a:lnTo>
                  <a:lnTo>
                    <a:pt x="25524" y="3795"/>
                  </a:lnTo>
                  <a:lnTo>
                    <a:pt x="25377" y="4023"/>
                  </a:lnTo>
                  <a:lnTo>
                    <a:pt x="25263" y="4251"/>
                  </a:lnTo>
                  <a:lnTo>
                    <a:pt x="25133" y="4496"/>
                  </a:lnTo>
                  <a:lnTo>
                    <a:pt x="25035" y="4724"/>
                  </a:lnTo>
                  <a:lnTo>
                    <a:pt x="24938" y="4952"/>
                  </a:lnTo>
                  <a:lnTo>
                    <a:pt x="24856" y="5196"/>
                  </a:lnTo>
                  <a:lnTo>
                    <a:pt x="24498" y="5131"/>
                  </a:lnTo>
                  <a:lnTo>
                    <a:pt x="24123" y="5066"/>
                  </a:lnTo>
                  <a:lnTo>
                    <a:pt x="23732" y="5033"/>
                  </a:lnTo>
                  <a:lnTo>
                    <a:pt x="22885" y="5033"/>
                  </a:lnTo>
                  <a:lnTo>
                    <a:pt x="22429" y="5066"/>
                  </a:lnTo>
                  <a:lnTo>
                    <a:pt x="21989" y="5131"/>
                  </a:lnTo>
                  <a:lnTo>
                    <a:pt x="21533" y="5196"/>
                  </a:lnTo>
                  <a:lnTo>
                    <a:pt x="21093" y="5278"/>
                  </a:lnTo>
                  <a:lnTo>
                    <a:pt x="20637" y="5392"/>
                  </a:lnTo>
                  <a:lnTo>
                    <a:pt x="20198" y="5522"/>
                  </a:lnTo>
                  <a:lnTo>
                    <a:pt x="19774" y="5669"/>
                  </a:lnTo>
                  <a:lnTo>
                    <a:pt x="19351" y="5815"/>
                  </a:lnTo>
                  <a:lnTo>
                    <a:pt x="18927" y="5994"/>
                  </a:lnTo>
                  <a:lnTo>
                    <a:pt x="18536" y="6174"/>
                  </a:lnTo>
                  <a:lnTo>
                    <a:pt x="18145" y="6369"/>
                  </a:lnTo>
                  <a:lnTo>
                    <a:pt x="17787" y="6581"/>
                  </a:lnTo>
                  <a:lnTo>
                    <a:pt x="17429" y="6809"/>
                  </a:lnTo>
                  <a:lnTo>
                    <a:pt x="17119" y="7037"/>
                  </a:lnTo>
                  <a:lnTo>
                    <a:pt x="16810" y="7281"/>
                  </a:lnTo>
                  <a:lnTo>
                    <a:pt x="16582" y="7493"/>
                  </a:lnTo>
                  <a:lnTo>
                    <a:pt x="16370" y="7721"/>
                  </a:lnTo>
                  <a:lnTo>
                    <a:pt x="16142" y="7949"/>
                  </a:lnTo>
                  <a:lnTo>
                    <a:pt x="15930" y="8177"/>
                  </a:lnTo>
                  <a:lnTo>
                    <a:pt x="15735" y="8438"/>
                  </a:lnTo>
                  <a:lnTo>
                    <a:pt x="15539" y="8682"/>
                  </a:lnTo>
                  <a:lnTo>
                    <a:pt x="15360" y="8943"/>
                  </a:lnTo>
                  <a:lnTo>
                    <a:pt x="15181" y="9219"/>
                  </a:lnTo>
                  <a:lnTo>
                    <a:pt x="15018" y="9496"/>
                  </a:lnTo>
                  <a:lnTo>
                    <a:pt x="14855" y="9790"/>
                  </a:lnTo>
                  <a:lnTo>
                    <a:pt x="14708" y="10083"/>
                  </a:lnTo>
                  <a:lnTo>
                    <a:pt x="14562" y="10376"/>
                  </a:lnTo>
                  <a:lnTo>
                    <a:pt x="14432" y="10685"/>
                  </a:lnTo>
                  <a:lnTo>
                    <a:pt x="14318" y="10995"/>
                  </a:lnTo>
                  <a:lnTo>
                    <a:pt x="14204" y="11304"/>
                  </a:lnTo>
                  <a:lnTo>
                    <a:pt x="14106" y="11630"/>
                  </a:lnTo>
                  <a:lnTo>
                    <a:pt x="14008" y="11956"/>
                  </a:lnTo>
                  <a:lnTo>
                    <a:pt x="13927" y="12298"/>
                  </a:lnTo>
                  <a:lnTo>
                    <a:pt x="13878" y="12656"/>
                  </a:lnTo>
                  <a:lnTo>
                    <a:pt x="13829" y="12998"/>
                  </a:lnTo>
                  <a:lnTo>
                    <a:pt x="13796" y="13357"/>
                  </a:lnTo>
                  <a:lnTo>
                    <a:pt x="13796" y="13715"/>
                  </a:lnTo>
                  <a:lnTo>
                    <a:pt x="13796" y="14073"/>
                  </a:lnTo>
                  <a:lnTo>
                    <a:pt x="13813" y="14415"/>
                  </a:lnTo>
                  <a:lnTo>
                    <a:pt x="13813" y="14415"/>
                  </a:lnTo>
                  <a:lnTo>
                    <a:pt x="13519" y="14399"/>
                  </a:lnTo>
                  <a:lnTo>
                    <a:pt x="13242" y="14399"/>
                  </a:lnTo>
                  <a:lnTo>
                    <a:pt x="12949" y="14415"/>
                  </a:lnTo>
                  <a:lnTo>
                    <a:pt x="12656" y="14448"/>
                  </a:lnTo>
                  <a:lnTo>
                    <a:pt x="12363" y="14481"/>
                  </a:lnTo>
                  <a:lnTo>
                    <a:pt x="12070" y="14546"/>
                  </a:lnTo>
                  <a:lnTo>
                    <a:pt x="11793" y="14611"/>
                  </a:lnTo>
                  <a:lnTo>
                    <a:pt x="11500" y="14692"/>
                  </a:lnTo>
                  <a:lnTo>
                    <a:pt x="11223" y="14774"/>
                  </a:lnTo>
                  <a:lnTo>
                    <a:pt x="10946" y="14888"/>
                  </a:lnTo>
                  <a:lnTo>
                    <a:pt x="10653" y="15002"/>
                  </a:lnTo>
                  <a:lnTo>
                    <a:pt x="10376" y="15132"/>
                  </a:lnTo>
                  <a:lnTo>
                    <a:pt x="10115" y="15279"/>
                  </a:lnTo>
                  <a:lnTo>
                    <a:pt x="9838" y="15425"/>
                  </a:lnTo>
                  <a:lnTo>
                    <a:pt x="9578" y="15588"/>
                  </a:lnTo>
                  <a:lnTo>
                    <a:pt x="9317" y="15767"/>
                  </a:lnTo>
                  <a:lnTo>
                    <a:pt x="9056" y="15947"/>
                  </a:lnTo>
                  <a:lnTo>
                    <a:pt x="8812" y="16142"/>
                  </a:lnTo>
                  <a:lnTo>
                    <a:pt x="8568" y="16354"/>
                  </a:lnTo>
                  <a:lnTo>
                    <a:pt x="8323" y="16566"/>
                  </a:lnTo>
                  <a:lnTo>
                    <a:pt x="8095" y="16794"/>
                  </a:lnTo>
                  <a:lnTo>
                    <a:pt x="7867" y="17022"/>
                  </a:lnTo>
                  <a:lnTo>
                    <a:pt x="7656" y="17266"/>
                  </a:lnTo>
                  <a:lnTo>
                    <a:pt x="7444" y="17510"/>
                  </a:lnTo>
                  <a:lnTo>
                    <a:pt x="7232" y="17771"/>
                  </a:lnTo>
                  <a:lnTo>
                    <a:pt x="7037" y="18048"/>
                  </a:lnTo>
                  <a:lnTo>
                    <a:pt x="6857" y="18325"/>
                  </a:lnTo>
                  <a:lnTo>
                    <a:pt x="6678" y="18602"/>
                  </a:lnTo>
                  <a:lnTo>
                    <a:pt x="6499" y="18895"/>
                  </a:lnTo>
                  <a:lnTo>
                    <a:pt x="6353" y="19188"/>
                  </a:lnTo>
                  <a:lnTo>
                    <a:pt x="6190" y="19497"/>
                  </a:lnTo>
                  <a:lnTo>
                    <a:pt x="6059" y="19807"/>
                  </a:lnTo>
                  <a:lnTo>
                    <a:pt x="5896" y="20198"/>
                  </a:lnTo>
                  <a:lnTo>
                    <a:pt x="5766" y="20589"/>
                  </a:lnTo>
                  <a:lnTo>
                    <a:pt x="5636" y="20980"/>
                  </a:lnTo>
                  <a:lnTo>
                    <a:pt x="5522" y="21371"/>
                  </a:lnTo>
                  <a:lnTo>
                    <a:pt x="5440" y="21778"/>
                  </a:lnTo>
                  <a:lnTo>
                    <a:pt x="5359" y="22185"/>
                  </a:lnTo>
                  <a:lnTo>
                    <a:pt x="5310" y="22576"/>
                  </a:lnTo>
                  <a:lnTo>
                    <a:pt x="5261" y="22983"/>
                  </a:lnTo>
                  <a:lnTo>
                    <a:pt x="5245" y="23390"/>
                  </a:lnTo>
                  <a:lnTo>
                    <a:pt x="5229" y="23781"/>
                  </a:lnTo>
                  <a:lnTo>
                    <a:pt x="5245" y="24188"/>
                  </a:lnTo>
                  <a:lnTo>
                    <a:pt x="5261" y="24596"/>
                  </a:lnTo>
                  <a:lnTo>
                    <a:pt x="5310" y="24987"/>
                  </a:lnTo>
                  <a:lnTo>
                    <a:pt x="5359" y="25378"/>
                  </a:lnTo>
                  <a:lnTo>
                    <a:pt x="5440" y="25768"/>
                  </a:lnTo>
                  <a:lnTo>
                    <a:pt x="5522" y="26143"/>
                  </a:lnTo>
                  <a:lnTo>
                    <a:pt x="5652" y="26534"/>
                  </a:lnTo>
                  <a:lnTo>
                    <a:pt x="5799" y="26941"/>
                  </a:lnTo>
                  <a:lnTo>
                    <a:pt x="5978" y="27365"/>
                  </a:lnTo>
                  <a:lnTo>
                    <a:pt x="6190" y="27772"/>
                  </a:lnTo>
                  <a:lnTo>
                    <a:pt x="5799" y="27919"/>
                  </a:lnTo>
                  <a:lnTo>
                    <a:pt x="5392" y="28098"/>
                  </a:lnTo>
                  <a:lnTo>
                    <a:pt x="4952" y="28309"/>
                  </a:lnTo>
                  <a:lnTo>
                    <a:pt x="4496" y="28570"/>
                  </a:lnTo>
                  <a:lnTo>
                    <a:pt x="4023" y="28863"/>
                  </a:lnTo>
                  <a:lnTo>
                    <a:pt x="3567" y="29205"/>
                  </a:lnTo>
                  <a:lnTo>
                    <a:pt x="3323" y="29401"/>
                  </a:lnTo>
                  <a:lnTo>
                    <a:pt x="3095" y="29596"/>
                  </a:lnTo>
                  <a:lnTo>
                    <a:pt x="2867" y="29808"/>
                  </a:lnTo>
                  <a:lnTo>
                    <a:pt x="2639" y="30020"/>
                  </a:lnTo>
                  <a:lnTo>
                    <a:pt x="2313" y="30362"/>
                  </a:lnTo>
                  <a:lnTo>
                    <a:pt x="2020" y="30720"/>
                  </a:lnTo>
                  <a:lnTo>
                    <a:pt x="1743" y="31095"/>
                  </a:lnTo>
                  <a:lnTo>
                    <a:pt x="1482" y="31469"/>
                  </a:lnTo>
                  <a:lnTo>
                    <a:pt x="1238" y="31877"/>
                  </a:lnTo>
                  <a:lnTo>
                    <a:pt x="1026" y="32284"/>
                  </a:lnTo>
                  <a:lnTo>
                    <a:pt x="815" y="32691"/>
                  </a:lnTo>
                  <a:lnTo>
                    <a:pt x="652" y="33131"/>
                  </a:lnTo>
                  <a:lnTo>
                    <a:pt x="489" y="33571"/>
                  </a:lnTo>
                  <a:lnTo>
                    <a:pt x="358" y="34027"/>
                  </a:lnTo>
                  <a:lnTo>
                    <a:pt x="244" y="34483"/>
                  </a:lnTo>
                  <a:lnTo>
                    <a:pt x="147" y="34971"/>
                  </a:lnTo>
                  <a:lnTo>
                    <a:pt x="82" y="35444"/>
                  </a:lnTo>
                  <a:lnTo>
                    <a:pt x="33" y="35932"/>
                  </a:lnTo>
                  <a:lnTo>
                    <a:pt x="0" y="36437"/>
                  </a:lnTo>
                  <a:lnTo>
                    <a:pt x="0" y="36959"/>
                  </a:lnTo>
                  <a:lnTo>
                    <a:pt x="16" y="37398"/>
                  </a:lnTo>
                  <a:lnTo>
                    <a:pt x="33" y="37822"/>
                  </a:lnTo>
                  <a:lnTo>
                    <a:pt x="82" y="38245"/>
                  </a:lnTo>
                  <a:lnTo>
                    <a:pt x="130" y="38653"/>
                  </a:lnTo>
                  <a:lnTo>
                    <a:pt x="196" y="39043"/>
                  </a:lnTo>
                  <a:lnTo>
                    <a:pt x="277" y="39418"/>
                  </a:lnTo>
                  <a:lnTo>
                    <a:pt x="358" y="39793"/>
                  </a:lnTo>
                  <a:lnTo>
                    <a:pt x="456" y="40151"/>
                  </a:lnTo>
                  <a:lnTo>
                    <a:pt x="570" y="40493"/>
                  </a:lnTo>
                  <a:lnTo>
                    <a:pt x="684" y="40819"/>
                  </a:lnTo>
                  <a:lnTo>
                    <a:pt x="815" y="41145"/>
                  </a:lnTo>
                  <a:lnTo>
                    <a:pt x="945" y="41438"/>
                  </a:lnTo>
                  <a:lnTo>
                    <a:pt x="1075" y="41747"/>
                  </a:lnTo>
                  <a:lnTo>
                    <a:pt x="1222" y="42024"/>
                  </a:lnTo>
                  <a:lnTo>
                    <a:pt x="1515" y="42562"/>
                  </a:lnTo>
                  <a:lnTo>
                    <a:pt x="1841" y="43050"/>
                  </a:lnTo>
                  <a:lnTo>
                    <a:pt x="2150" y="43490"/>
                  </a:lnTo>
                  <a:lnTo>
                    <a:pt x="2476" y="43897"/>
                  </a:lnTo>
                  <a:lnTo>
                    <a:pt x="2802" y="44256"/>
                  </a:lnTo>
                  <a:lnTo>
                    <a:pt x="3111" y="44582"/>
                  </a:lnTo>
                  <a:lnTo>
                    <a:pt x="3404" y="44875"/>
                  </a:lnTo>
                  <a:lnTo>
                    <a:pt x="3681" y="45119"/>
                  </a:lnTo>
                  <a:lnTo>
                    <a:pt x="3926" y="45331"/>
                  </a:lnTo>
                  <a:lnTo>
                    <a:pt x="3681" y="45559"/>
                  </a:lnTo>
                  <a:lnTo>
                    <a:pt x="3437" y="45771"/>
                  </a:lnTo>
                  <a:lnTo>
                    <a:pt x="3209" y="46015"/>
                  </a:lnTo>
                  <a:lnTo>
                    <a:pt x="2997" y="46243"/>
                  </a:lnTo>
                  <a:lnTo>
                    <a:pt x="2802" y="46487"/>
                  </a:lnTo>
                  <a:lnTo>
                    <a:pt x="2606" y="46732"/>
                  </a:lnTo>
                  <a:lnTo>
                    <a:pt x="2443" y="46992"/>
                  </a:lnTo>
                  <a:lnTo>
                    <a:pt x="2280" y="47253"/>
                  </a:lnTo>
                  <a:lnTo>
                    <a:pt x="2134" y="47513"/>
                  </a:lnTo>
                  <a:lnTo>
                    <a:pt x="2004" y="47774"/>
                  </a:lnTo>
                  <a:lnTo>
                    <a:pt x="1873" y="48035"/>
                  </a:lnTo>
                  <a:lnTo>
                    <a:pt x="1759" y="48312"/>
                  </a:lnTo>
                  <a:lnTo>
                    <a:pt x="1661" y="48588"/>
                  </a:lnTo>
                  <a:lnTo>
                    <a:pt x="1580" y="48849"/>
                  </a:lnTo>
                  <a:lnTo>
                    <a:pt x="1499" y="49126"/>
                  </a:lnTo>
                  <a:lnTo>
                    <a:pt x="1433" y="49403"/>
                  </a:lnTo>
                  <a:lnTo>
                    <a:pt x="1368" y="49680"/>
                  </a:lnTo>
                  <a:lnTo>
                    <a:pt x="1319" y="49957"/>
                  </a:lnTo>
                  <a:lnTo>
                    <a:pt x="1254" y="50510"/>
                  </a:lnTo>
                  <a:lnTo>
                    <a:pt x="1222" y="51048"/>
                  </a:lnTo>
                  <a:lnTo>
                    <a:pt x="1238" y="51586"/>
                  </a:lnTo>
                  <a:lnTo>
                    <a:pt x="1271" y="52107"/>
                  </a:lnTo>
                  <a:lnTo>
                    <a:pt x="1336" y="52612"/>
                  </a:lnTo>
                  <a:lnTo>
                    <a:pt x="1417" y="53117"/>
                  </a:lnTo>
                  <a:lnTo>
                    <a:pt x="1547" y="53573"/>
                  </a:lnTo>
                  <a:lnTo>
                    <a:pt x="1694" y="54045"/>
                  </a:lnTo>
                  <a:lnTo>
                    <a:pt x="1857" y="54501"/>
                  </a:lnTo>
                  <a:lnTo>
                    <a:pt x="2052" y="54941"/>
                  </a:lnTo>
                  <a:lnTo>
                    <a:pt x="2264" y="55348"/>
                  </a:lnTo>
                  <a:lnTo>
                    <a:pt x="2492" y="55755"/>
                  </a:lnTo>
                  <a:lnTo>
                    <a:pt x="2737" y="56130"/>
                  </a:lnTo>
                  <a:lnTo>
                    <a:pt x="3013" y="56472"/>
                  </a:lnTo>
                  <a:lnTo>
                    <a:pt x="3290" y="56798"/>
                  </a:lnTo>
                  <a:lnTo>
                    <a:pt x="3600" y="57107"/>
                  </a:lnTo>
                  <a:lnTo>
                    <a:pt x="3909" y="57384"/>
                  </a:lnTo>
                  <a:lnTo>
                    <a:pt x="4251" y="57629"/>
                  </a:lnTo>
                  <a:lnTo>
                    <a:pt x="4593" y="57857"/>
                  </a:lnTo>
                  <a:lnTo>
                    <a:pt x="4952" y="58052"/>
                  </a:lnTo>
                  <a:lnTo>
                    <a:pt x="5310" y="58215"/>
                  </a:lnTo>
                  <a:lnTo>
                    <a:pt x="5685" y="58345"/>
                  </a:lnTo>
                  <a:lnTo>
                    <a:pt x="6076" y="58459"/>
                  </a:lnTo>
                  <a:lnTo>
                    <a:pt x="5864" y="58850"/>
                  </a:lnTo>
                  <a:lnTo>
                    <a:pt x="5685" y="59257"/>
                  </a:lnTo>
                  <a:lnTo>
                    <a:pt x="5538" y="59648"/>
                  </a:lnTo>
                  <a:lnTo>
                    <a:pt x="5408" y="60072"/>
                  </a:lnTo>
                  <a:lnTo>
                    <a:pt x="5294" y="60479"/>
                  </a:lnTo>
                  <a:lnTo>
                    <a:pt x="5229" y="60902"/>
                  </a:lnTo>
                  <a:lnTo>
                    <a:pt x="5180" y="61326"/>
                  </a:lnTo>
                  <a:lnTo>
                    <a:pt x="5163" y="61733"/>
                  </a:lnTo>
                  <a:lnTo>
                    <a:pt x="5163" y="62157"/>
                  </a:lnTo>
                  <a:lnTo>
                    <a:pt x="5196" y="62596"/>
                  </a:lnTo>
                  <a:lnTo>
                    <a:pt x="5261" y="63020"/>
                  </a:lnTo>
                  <a:lnTo>
                    <a:pt x="5359" y="63427"/>
                  </a:lnTo>
                  <a:lnTo>
                    <a:pt x="5473" y="63851"/>
                  </a:lnTo>
                  <a:lnTo>
                    <a:pt x="5620" y="64274"/>
                  </a:lnTo>
                  <a:lnTo>
                    <a:pt x="5799" y="64698"/>
                  </a:lnTo>
                  <a:lnTo>
                    <a:pt x="5994" y="65105"/>
                  </a:lnTo>
                  <a:lnTo>
                    <a:pt x="6124" y="65349"/>
                  </a:lnTo>
                  <a:lnTo>
                    <a:pt x="6271" y="65594"/>
                  </a:lnTo>
                  <a:lnTo>
                    <a:pt x="6581" y="66066"/>
                  </a:lnTo>
                  <a:lnTo>
                    <a:pt x="6923" y="66506"/>
                  </a:lnTo>
                  <a:lnTo>
                    <a:pt x="7297" y="66929"/>
                  </a:lnTo>
                  <a:lnTo>
                    <a:pt x="7688" y="67336"/>
                  </a:lnTo>
                  <a:lnTo>
                    <a:pt x="8095" y="67695"/>
                  </a:lnTo>
                  <a:lnTo>
                    <a:pt x="8535" y="68037"/>
                  </a:lnTo>
                  <a:lnTo>
                    <a:pt x="8991" y="68346"/>
                  </a:lnTo>
                  <a:lnTo>
                    <a:pt x="9464" y="68623"/>
                  </a:lnTo>
                  <a:lnTo>
                    <a:pt x="9952" y="68884"/>
                  </a:lnTo>
                  <a:lnTo>
                    <a:pt x="10457" y="69096"/>
                  </a:lnTo>
                  <a:lnTo>
                    <a:pt x="10962" y="69258"/>
                  </a:lnTo>
                  <a:lnTo>
                    <a:pt x="11483" y="69405"/>
                  </a:lnTo>
                  <a:lnTo>
                    <a:pt x="11744" y="69454"/>
                  </a:lnTo>
                  <a:lnTo>
                    <a:pt x="12005" y="69503"/>
                  </a:lnTo>
                  <a:lnTo>
                    <a:pt x="12265" y="69535"/>
                  </a:lnTo>
                  <a:lnTo>
                    <a:pt x="12526" y="69568"/>
                  </a:lnTo>
                  <a:lnTo>
                    <a:pt x="12803" y="69584"/>
                  </a:lnTo>
                  <a:lnTo>
                    <a:pt x="13063" y="69584"/>
                  </a:lnTo>
                  <a:lnTo>
                    <a:pt x="13503" y="69568"/>
                  </a:lnTo>
                  <a:lnTo>
                    <a:pt x="13927" y="69535"/>
                  </a:lnTo>
                  <a:lnTo>
                    <a:pt x="14350" y="69454"/>
                  </a:lnTo>
                  <a:lnTo>
                    <a:pt x="14774" y="69356"/>
                  </a:lnTo>
                  <a:lnTo>
                    <a:pt x="14936" y="69861"/>
                  </a:lnTo>
                  <a:lnTo>
                    <a:pt x="15148" y="70366"/>
                  </a:lnTo>
                  <a:lnTo>
                    <a:pt x="15376" y="70855"/>
                  </a:lnTo>
                  <a:lnTo>
                    <a:pt x="15637" y="71343"/>
                  </a:lnTo>
                  <a:lnTo>
                    <a:pt x="15930" y="71799"/>
                  </a:lnTo>
                  <a:lnTo>
                    <a:pt x="16223" y="72255"/>
                  </a:lnTo>
                  <a:lnTo>
                    <a:pt x="16565" y="72679"/>
                  </a:lnTo>
                  <a:lnTo>
                    <a:pt x="16907" y="73086"/>
                  </a:lnTo>
                  <a:lnTo>
                    <a:pt x="17184" y="73363"/>
                  </a:lnTo>
                  <a:lnTo>
                    <a:pt x="17461" y="73624"/>
                  </a:lnTo>
                  <a:lnTo>
                    <a:pt x="17771" y="73868"/>
                  </a:lnTo>
                  <a:lnTo>
                    <a:pt x="18080" y="74112"/>
                  </a:lnTo>
                  <a:lnTo>
                    <a:pt x="18406" y="74324"/>
                  </a:lnTo>
                  <a:lnTo>
                    <a:pt x="18748" y="74520"/>
                  </a:lnTo>
                  <a:lnTo>
                    <a:pt x="19090" y="74715"/>
                  </a:lnTo>
                  <a:lnTo>
                    <a:pt x="19448" y="74878"/>
                  </a:lnTo>
                  <a:lnTo>
                    <a:pt x="19823" y="75025"/>
                  </a:lnTo>
                  <a:lnTo>
                    <a:pt x="20181" y="75155"/>
                  </a:lnTo>
                  <a:lnTo>
                    <a:pt x="20572" y="75269"/>
                  </a:lnTo>
                  <a:lnTo>
                    <a:pt x="20947" y="75367"/>
                  </a:lnTo>
                  <a:lnTo>
                    <a:pt x="21322" y="75448"/>
                  </a:lnTo>
                  <a:lnTo>
                    <a:pt x="21712" y="75497"/>
                  </a:lnTo>
                  <a:lnTo>
                    <a:pt x="22103" y="75529"/>
                  </a:lnTo>
                  <a:lnTo>
                    <a:pt x="22918" y="75529"/>
                  </a:lnTo>
                  <a:lnTo>
                    <a:pt x="23358" y="75481"/>
                  </a:lnTo>
                  <a:lnTo>
                    <a:pt x="23765" y="75399"/>
                  </a:lnTo>
                  <a:lnTo>
                    <a:pt x="24172" y="75301"/>
                  </a:lnTo>
                  <a:lnTo>
                    <a:pt x="24563" y="75171"/>
                  </a:lnTo>
                  <a:lnTo>
                    <a:pt x="24938" y="75008"/>
                  </a:lnTo>
                  <a:lnTo>
                    <a:pt x="25280" y="74829"/>
                  </a:lnTo>
                  <a:lnTo>
                    <a:pt x="25622" y="74617"/>
                  </a:lnTo>
                  <a:lnTo>
                    <a:pt x="26143" y="75090"/>
                  </a:lnTo>
                  <a:lnTo>
                    <a:pt x="26403" y="75301"/>
                  </a:lnTo>
                  <a:lnTo>
                    <a:pt x="26664" y="75497"/>
                  </a:lnTo>
                  <a:lnTo>
                    <a:pt x="26941" y="75692"/>
                  </a:lnTo>
                  <a:lnTo>
                    <a:pt x="27234" y="75888"/>
                  </a:lnTo>
                  <a:lnTo>
                    <a:pt x="27527" y="76051"/>
                  </a:lnTo>
                  <a:lnTo>
                    <a:pt x="27837" y="76230"/>
                  </a:lnTo>
                  <a:lnTo>
                    <a:pt x="28130" y="76376"/>
                  </a:lnTo>
                  <a:lnTo>
                    <a:pt x="28440" y="76523"/>
                  </a:lnTo>
                  <a:lnTo>
                    <a:pt x="28749" y="76637"/>
                  </a:lnTo>
                  <a:lnTo>
                    <a:pt x="29075" y="76767"/>
                  </a:lnTo>
                  <a:lnTo>
                    <a:pt x="29384" y="76865"/>
                  </a:lnTo>
                  <a:lnTo>
                    <a:pt x="29694" y="76947"/>
                  </a:lnTo>
                  <a:lnTo>
                    <a:pt x="30019" y="77028"/>
                  </a:lnTo>
                  <a:lnTo>
                    <a:pt x="30329" y="77093"/>
                  </a:lnTo>
                  <a:lnTo>
                    <a:pt x="30638" y="77142"/>
                  </a:lnTo>
                  <a:lnTo>
                    <a:pt x="30964" y="77175"/>
                  </a:lnTo>
                  <a:lnTo>
                    <a:pt x="31274" y="77207"/>
                  </a:lnTo>
                  <a:lnTo>
                    <a:pt x="31893" y="77207"/>
                  </a:lnTo>
                  <a:lnTo>
                    <a:pt x="32202" y="77175"/>
                  </a:lnTo>
                  <a:lnTo>
                    <a:pt x="32512" y="77142"/>
                  </a:lnTo>
                  <a:lnTo>
                    <a:pt x="32805" y="77077"/>
                  </a:lnTo>
                  <a:lnTo>
                    <a:pt x="33098" y="77012"/>
                  </a:lnTo>
                  <a:lnTo>
                    <a:pt x="33391" y="76930"/>
                  </a:lnTo>
                  <a:lnTo>
                    <a:pt x="33668" y="76833"/>
                  </a:lnTo>
                  <a:lnTo>
                    <a:pt x="33929" y="76718"/>
                  </a:lnTo>
                  <a:lnTo>
                    <a:pt x="34189" y="76588"/>
                  </a:lnTo>
                  <a:lnTo>
                    <a:pt x="34450" y="76442"/>
                  </a:lnTo>
                  <a:lnTo>
                    <a:pt x="34694" y="76279"/>
                  </a:lnTo>
                  <a:lnTo>
                    <a:pt x="34922" y="76116"/>
                  </a:lnTo>
                  <a:lnTo>
                    <a:pt x="35150" y="75920"/>
                  </a:lnTo>
                  <a:lnTo>
                    <a:pt x="35378" y="75709"/>
                  </a:lnTo>
                  <a:lnTo>
                    <a:pt x="35590" y="75497"/>
                  </a:lnTo>
                  <a:lnTo>
                    <a:pt x="35786" y="75269"/>
                  </a:lnTo>
                  <a:lnTo>
                    <a:pt x="35932" y="75057"/>
                  </a:lnTo>
                  <a:lnTo>
                    <a:pt x="36079" y="74796"/>
                  </a:lnTo>
                  <a:lnTo>
                    <a:pt x="36209" y="74503"/>
                  </a:lnTo>
                  <a:lnTo>
                    <a:pt x="36339" y="74161"/>
                  </a:lnTo>
                  <a:lnTo>
                    <a:pt x="36453" y="73787"/>
                  </a:lnTo>
                  <a:lnTo>
                    <a:pt x="36567" y="73347"/>
                  </a:lnTo>
                  <a:lnTo>
                    <a:pt x="36665" y="72874"/>
                  </a:lnTo>
                  <a:lnTo>
                    <a:pt x="36763" y="72369"/>
                  </a:lnTo>
                  <a:lnTo>
                    <a:pt x="36763" y="72255"/>
                  </a:lnTo>
                  <a:lnTo>
                    <a:pt x="36763" y="6972"/>
                  </a:lnTo>
                  <a:lnTo>
                    <a:pt x="36779" y="6255"/>
                  </a:lnTo>
                  <a:lnTo>
                    <a:pt x="36779" y="5652"/>
                  </a:lnTo>
                  <a:lnTo>
                    <a:pt x="36763" y="4968"/>
                  </a:lnTo>
                  <a:lnTo>
                    <a:pt x="36747" y="4251"/>
                  </a:lnTo>
                  <a:lnTo>
                    <a:pt x="36698" y="3535"/>
                  </a:lnTo>
                  <a:lnTo>
                    <a:pt x="36633" y="2916"/>
                  </a:lnTo>
                  <a:lnTo>
                    <a:pt x="36600" y="2655"/>
                  </a:lnTo>
                  <a:lnTo>
                    <a:pt x="36551" y="2427"/>
                  </a:lnTo>
                  <a:lnTo>
                    <a:pt x="36502" y="2281"/>
                  </a:lnTo>
                  <a:lnTo>
                    <a:pt x="36437" y="2118"/>
                  </a:lnTo>
                  <a:lnTo>
                    <a:pt x="36356" y="1939"/>
                  </a:lnTo>
                  <a:lnTo>
                    <a:pt x="36258" y="1743"/>
                  </a:lnTo>
                  <a:lnTo>
                    <a:pt x="36128" y="1548"/>
                  </a:lnTo>
                  <a:lnTo>
                    <a:pt x="35965" y="1336"/>
                  </a:lnTo>
                  <a:lnTo>
                    <a:pt x="35769" y="1140"/>
                  </a:lnTo>
                  <a:lnTo>
                    <a:pt x="35541" y="945"/>
                  </a:lnTo>
                  <a:lnTo>
                    <a:pt x="35281" y="749"/>
                  </a:lnTo>
                  <a:lnTo>
                    <a:pt x="34971" y="587"/>
                  </a:lnTo>
                  <a:lnTo>
                    <a:pt x="34629" y="424"/>
                  </a:lnTo>
                  <a:lnTo>
                    <a:pt x="34238" y="277"/>
                  </a:lnTo>
                  <a:lnTo>
                    <a:pt x="33782" y="163"/>
                  </a:lnTo>
                  <a:lnTo>
                    <a:pt x="33538" y="114"/>
                  </a:lnTo>
                  <a:lnTo>
                    <a:pt x="33293" y="82"/>
                  </a:lnTo>
                  <a:lnTo>
                    <a:pt x="33017" y="49"/>
                  </a:lnTo>
                  <a:lnTo>
                    <a:pt x="32740" y="17"/>
                  </a:lnTo>
                  <a:lnTo>
                    <a:pt x="32446" y="17"/>
                  </a:lnTo>
                  <a:lnTo>
                    <a:pt x="321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1"/>
            <p:cNvSpPr/>
            <p:nvPr/>
          </p:nvSpPr>
          <p:spPr>
            <a:xfrm>
              <a:off x="1802115" y="2551632"/>
              <a:ext cx="123684" cy="141852"/>
            </a:xfrm>
            <a:custGeom>
              <a:avLst/>
              <a:gdLst/>
              <a:ahLst/>
              <a:cxnLst/>
              <a:rect l="l" t="t" r="r" b="b"/>
              <a:pathLst>
                <a:path w="8210" h="9416" extrusionOk="0">
                  <a:moveTo>
                    <a:pt x="636" y="1"/>
                  </a:moveTo>
                  <a:lnTo>
                    <a:pt x="505" y="17"/>
                  </a:lnTo>
                  <a:lnTo>
                    <a:pt x="391" y="49"/>
                  </a:lnTo>
                  <a:lnTo>
                    <a:pt x="277" y="115"/>
                  </a:lnTo>
                  <a:lnTo>
                    <a:pt x="179" y="180"/>
                  </a:lnTo>
                  <a:lnTo>
                    <a:pt x="98" y="277"/>
                  </a:lnTo>
                  <a:lnTo>
                    <a:pt x="49" y="391"/>
                  </a:lnTo>
                  <a:lnTo>
                    <a:pt x="0" y="505"/>
                  </a:lnTo>
                  <a:lnTo>
                    <a:pt x="0" y="636"/>
                  </a:lnTo>
                  <a:lnTo>
                    <a:pt x="17" y="978"/>
                  </a:lnTo>
                  <a:lnTo>
                    <a:pt x="49" y="1352"/>
                  </a:lnTo>
                  <a:lnTo>
                    <a:pt x="131" y="1841"/>
                  </a:lnTo>
                  <a:lnTo>
                    <a:pt x="245" y="2411"/>
                  </a:lnTo>
                  <a:lnTo>
                    <a:pt x="326" y="2721"/>
                  </a:lnTo>
                  <a:lnTo>
                    <a:pt x="424" y="3063"/>
                  </a:lnTo>
                  <a:lnTo>
                    <a:pt x="522" y="3405"/>
                  </a:lnTo>
                  <a:lnTo>
                    <a:pt x="652" y="3763"/>
                  </a:lnTo>
                  <a:lnTo>
                    <a:pt x="798" y="4121"/>
                  </a:lnTo>
                  <a:lnTo>
                    <a:pt x="961" y="4496"/>
                  </a:lnTo>
                  <a:lnTo>
                    <a:pt x="1157" y="4871"/>
                  </a:lnTo>
                  <a:lnTo>
                    <a:pt x="1369" y="5245"/>
                  </a:lnTo>
                  <a:lnTo>
                    <a:pt x="1597" y="5636"/>
                  </a:lnTo>
                  <a:lnTo>
                    <a:pt x="1857" y="6011"/>
                  </a:lnTo>
                  <a:lnTo>
                    <a:pt x="2150" y="6369"/>
                  </a:lnTo>
                  <a:lnTo>
                    <a:pt x="2460" y="6728"/>
                  </a:lnTo>
                  <a:lnTo>
                    <a:pt x="2802" y="7086"/>
                  </a:lnTo>
                  <a:lnTo>
                    <a:pt x="3177" y="7428"/>
                  </a:lnTo>
                  <a:lnTo>
                    <a:pt x="3584" y="7754"/>
                  </a:lnTo>
                  <a:lnTo>
                    <a:pt x="4024" y="8063"/>
                  </a:lnTo>
                  <a:lnTo>
                    <a:pt x="4512" y="8340"/>
                  </a:lnTo>
                  <a:lnTo>
                    <a:pt x="5017" y="8601"/>
                  </a:lnTo>
                  <a:lnTo>
                    <a:pt x="5571" y="8845"/>
                  </a:lnTo>
                  <a:lnTo>
                    <a:pt x="5848" y="8959"/>
                  </a:lnTo>
                  <a:lnTo>
                    <a:pt x="6157" y="9057"/>
                  </a:lnTo>
                  <a:lnTo>
                    <a:pt x="6467" y="9155"/>
                  </a:lnTo>
                  <a:lnTo>
                    <a:pt x="6776" y="9252"/>
                  </a:lnTo>
                  <a:lnTo>
                    <a:pt x="7102" y="9334"/>
                  </a:lnTo>
                  <a:lnTo>
                    <a:pt x="7444" y="9399"/>
                  </a:lnTo>
                  <a:lnTo>
                    <a:pt x="7574" y="9415"/>
                  </a:lnTo>
                  <a:lnTo>
                    <a:pt x="7688" y="9399"/>
                  </a:lnTo>
                  <a:lnTo>
                    <a:pt x="7786" y="9383"/>
                  </a:lnTo>
                  <a:lnTo>
                    <a:pt x="7884" y="9334"/>
                  </a:lnTo>
                  <a:lnTo>
                    <a:pt x="7982" y="9269"/>
                  </a:lnTo>
                  <a:lnTo>
                    <a:pt x="8047" y="9187"/>
                  </a:lnTo>
                  <a:lnTo>
                    <a:pt x="8112" y="9106"/>
                  </a:lnTo>
                  <a:lnTo>
                    <a:pt x="8177" y="9008"/>
                  </a:lnTo>
                  <a:lnTo>
                    <a:pt x="8210" y="8894"/>
                  </a:lnTo>
                  <a:lnTo>
                    <a:pt x="8210" y="8764"/>
                  </a:lnTo>
                  <a:lnTo>
                    <a:pt x="8210" y="8650"/>
                  </a:lnTo>
                  <a:lnTo>
                    <a:pt x="8161" y="8519"/>
                  </a:lnTo>
                  <a:lnTo>
                    <a:pt x="8112" y="8422"/>
                  </a:lnTo>
                  <a:lnTo>
                    <a:pt x="8030" y="8324"/>
                  </a:lnTo>
                  <a:lnTo>
                    <a:pt x="7933" y="8242"/>
                  </a:lnTo>
                  <a:lnTo>
                    <a:pt x="7819" y="8177"/>
                  </a:lnTo>
                  <a:lnTo>
                    <a:pt x="7705" y="8145"/>
                  </a:lnTo>
                  <a:lnTo>
                    <a:pt x="7135" y="8014"/>
                  </a:lnTo>
                  <a:lnTo>
                    <a:pt x="6597" y="7852"/>
                  </a:lnTo>
                  <a:lnTo>
                    <a:pt x="6092" y="7672"/>
                  </a:lnTo>
                  <a:lnTo>
                    <a:pt x="5620" y="7461"/>
                  </a:lnTo>
                  <a:lnTo>
                    <a:pt x="5180" y="7249"/>
                  </a:lnTo>
                  <a:lnTo>
                    <a:pt x="4773" y="7005"/>
                  </a:lnTo>
                  <a:lnTo>
                    <a:pt x="4382" y="6744"/>
                  </a:lnTo>
                  <a:lnTo>
                    <a:pt x="4040" y="6467"/>
                  </a:lnTo>
                  <a:lnTo>
                    <a:pt x="3714" y="6190"/>
                  </a:lnTo>
                  <a:lnTo>
                    <a:pt x="3421" y="5897"/>
                  </a:lnTo>
                  <a:lnTo>
                    <a:pt x="3144" y="5587"/>
                  </a:lnTo>
                  <a:lnTo>
                    <a:pt x="2900" y="5278"/>
                  </a:lnTo>
                  <a:lnTo>
                    <a:pt x="2672" y="4968"/>
                  </a:lnTo>
                  <a:lnTo>
                    <a:pt x="2476" y="4643"/>
                  </a:lnTo>
                  <a:lnTo>
                    <a:pt x="2281" y="4333"/>
                  </a:lnTo>
                  <a:lnTo>
                    <a:pt x="2118" y="4007"/>
                  </a:lnTo>
                  <a:lnTo>
                    <a:pt x="1987" y="3698"/>
                  </a:lnTo>
                  <a:lnTo>
                    <a:pt x="1857" y="3389"/>
                  </a:lnTo>
                  <a:lnTo>
                    <a:pt x="1743" y="3079"/>
                  </a:lnTo>
                  <a:lnTo>
                    <a:pt x="1645" y="2786"/>
                  </a:lnTo>
                  <a:lnTo>
                    <a:pt x="1499" y="2232"/>
                  </a:lnTo>
                  <a:lnTo>
                    <a:pt x="1401" y="1743"/>
                  </a:lnTo>
                  <a:lnTo>
                    <a:pt x="1336" y="1320"/>
                  </a:lnTo>
                  <a:lnTo>
                    <a:pt x="1303" y="978"/>
                  </a:lnTo>
                  <a:lnTo>
                    <a:pt x="1271" y="636"/>
                  </a:lnTo>
                  <a:lnTo>
                    <a:pt x="1271" y="505"/>
                  </a:lnTo>
                  <a:lnTo>
                    <a:pt x="1222" y="391"/>
                  </a:lnTo>
                  <a:lnTo>
                    <a:pt x="1173" y="277"/>
                  </a:lnTo>
                  <a:lnTo>
                    <a:pt x="1092" y="180"/>
                  </a:lnTo>
                  <a:lnTo>
                    <a:pt x="994" y="98"/>
                  </a:lnTo>
                  <a:lnTo>
                    <a:pt x="880" y="49"/>
                  </a:lnTo>
                  <a:lnTo>
                    <a:pt x="766" y="1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1"/>
            <p:cNvSpPr/>
            <p:nvPr/>
          </p:nvSpPr>
          <p:spPr>
            <a:xfrm>
              <a:off x="1805550" y="3188655"/>
              <a:ext cx="160487" cy="210548"/>
            </a:xfrm>
            <a:custGeom>
              <a:avLst/>
              <a:gdLst/>
              <a:ahLst/>
              <a:cxnLst/>
              <a:rect l="l" t="t" r="r" b="b"/>
              <a:pathLst>
                <a:path w="10653" h="13976" extrusionOk="0">
                  <a:moveTo>
                    <a:pt x="10018" y="0"/>
                  </a:moveTo>
                  <a:lnTo>
                    <a:pt x="9301" y="16"/>
                  </a:lnTo>
                  <a:lnTo>
                    <a:pt x="8601" y="33"/>
                  </a:lnTo>
                  <a:lnTo>
                    <a:pt x="7933" y="98"/>
                  </a:lnTo>
                  <a:lnTo>
                    <a:pt x="7281" y="179"/>
                  </a:lnTo>
                  <a:lnTo>
                    <a:pt x="6662" y="293"/>
                  </a:lnTo>
                  <a:lnTo>
                    <a:pt x="6060" y="440"/>
                  </a:lnTo>
                  <a:lnTo>
                    <a:pt x="5506" y="603"/>
                  </a:lnTo>
                  <a:lnTo>
                    <a:pt x="4952" y="798"/>
                  </a:lnTo>
                  <a:lnTo>
                    <a:pt x="4447" y="1010"/>
                  </a:lnTo>
                  <a:lnTo>
                    <a:pt x="3958" y="1254"/>
                  </a:lnTo>
                  <a:lnTo>
                    <a:pt x="3502" y="1531"/>
                  </a:lnTo>
                  <a:lnTo>
                    <a:pt x="3063" y="1824"/>
                  </a:lnTo>
                  <a:lnTo>
                    <a:pt x="2655" y="2150"/>
                  </a:lnTo>
                  <a:lnTo>
                    <a:pt x="2281" y="2509"/>
                  </a:lnTo>
                  <a:lnTo>
                    <a:pt x="1922" y="2883"/>
                  </a:lnTo>
                  <a:lnTo>
                    <a:pt x="1613" y="3290"/>
                  </a:lnTo>
                  <a:lnTo>
                    <a:pt x="1352" y="3649"/>
                  </a:lnTo>
                  <a:lnTo>
                    <a:pt x="1124" y="4023"/>
                  </a:lnTo>
                  <a:lnTo>
                    <a:pt x="929" y="4414"/>
                  </a:lnTo>
                  <a:lnTo>
                    <a:pt x="750" y="4805"/>
                  </a:lnTo>
                  <a:lnTo>
                    <a:pt x="587" y="5196"/>
                  </a:lnTo>
                  <a:lnTo>
                    <a:pt x="456" y="5603"/>
                  </a:lnTo>
                  <a:lnTo>
                    <a:pt x="342" y="6011"/>
                  </a:lnTo>
                  <a:lnTo>
                    <a:pt x="245" y="6418"/>
                  </a:lnTo>
                  <a:lnTo>
                    <a:pt x="163" y="6825"/>
                  </a:lnTo>
                  <a:lnTo>
                    <a:pt x="98" y="7232"/>
                  </a:lnTo>
                  <a:lnTo>
                    <a:pt x="49" y="7639"/>
                  </a:lnTo>
                  <a:lnTo>
                    <a:pt x="17" y="8047"/>
                  </a:lnTo>
                  <a:lnTo>
                    <a:pt x="0" y="8454"/>
                  </a:lnTo>
                  <a:lnTo>
                    <a:pt x="0" y="8861"/>
                  </a:lnTo>
                  <a:lnTo>
                    <a:pt x="0" y="9252"/>
                  </a:lnTo>
                  <a:lnTo>
                    <a:pt x="17" y="9643"/>
                  </a:lnTo>
                  <a:lnTo>
                    <a:pt x="82" y="10392"/>
                  </a:lnTo>
                  <a:lnTo>
                    <a:pt x="163" y="11109"/>
                  </a:lnTo>
                  <a:lnTo>
                    <a:pt x="261" y="11777"/>
                  </a:lnTo>
                  <a:lnTo>
                    <a:pt x="391" y="12379"/>
                  </a:lnTo>
                  <a:lnTo>
                    <a:pt x="505" y="12901"/>
                  </a:lnTo>
                  <a:lnTo>
                    <a:pt x="619" y="13357"/>
                  </a:lnTo>
                  <a:lnTo>
                    <a:pt x="798" y="13976"/>
                  </a:lnTo>
                  <a:lnTo>
                    <a:pt x="1434" y="13813"/>
                  </a:lnTo>
                  <a:lnTo>
                    <a:pt x="1434" y="13813"/>
                  </a:lnTo>
                  <a:lnTo>
                    <a:pt x="1434" y="13813"/>
                  </a:lnTo>
                  <a:lnTo>
                    <a:pt x="2020" y="13585"/>
                  </a:lnTo>
                  <a:lnTo>
                    <a:pt x="1890" y="13145"/>
                  </a:lnTo>
                  <a:lnTo>
                    <a:pt x="1792" y="12770"/>
                  </a:lnTo>
                  <a:lnTo>
                    <a:pt x="1694" y="12314"/>
                  </a:lnTo>
                  <a:lnTo>
                    <a:pt x="1580" y="11777"/>
                  </a:lnTo>
                  <a:lnTo>
                    <a:pt x="1483" y="11190"/>
                  </a:lnTo>
                  <a:lnTo>
                    <a:pt x="1385" y="10539"/>
                  </a:lnTo>
                  <a:lnTo>
                    <a:pt x="1320" y="9855"/>
                  </a:lnTo>
                  <a:lnTo>
                    <a:pt x="1287" y="9138"/>
                  </a:lnTo>
                  <a:lnTo>
                    <a:pt x="1287" y="8763"/>
                  </a:lnTo>
                  <a:lnTo>
                    <a:pt x="1303" y="8389"/>
                  </a:lnTo>
                  <a:lnTo>
                    <a:pt x="1320" y="8014"/>
                  </a:lnTo>
                  <a:lnTo>
                    <a:pt x="1352" y="7639"/>
                  </a:lnTo>
                  <a:lnTo>
                    <a:pt x="1401" y="7249"/>
                  </a:lnTo>
                  <a:lnTo>
                    <a:pt x="1466" y="6874"/>
                  </a:lnTo>
                  <a:lnTo>
                    <a:pt x="1548" y="6499"/>
                  </a:lnTo>
                  <a:lnTo>
                    <a:pt x="1645" y="6125"/>
                  </a:lnTo>
                  <a:lnTo>
                    <a:pt x="1759" y="5766"/>
                  </a:lnTo>
                  <a:lnTo>
                    <a:pt x="1890" y="5408"/>
                  </a:lnTo>
                  <a:lnTo>
                    <a:pt x="2036" y="5050"/>
                  </a:lnTo>
                  <a:lnTo>
                    <a:pt x="2216" y="4708"/>
                  </a:lnTo>
                  <a:lnTo>
                    <a:pt x="2411" y="4382"/>
                  </a:lnTo>
                  <a:lnTo>
                    <a:pt x="2639" y="4056"/>
                  </a:lnTo>
                  <a:lnTo>
                    <a:pt x="2916" y="3714"/>
                  </a:lnTo>
                  <a:lnTo>
                    <a:pt x="3209" y="3388"/>
                  </a:lnTo>
                  <a:lnTo>
                    <a:pt x="3535" y="3095"/>
                  </a:lnTo>
                  <a:lnTo>
                    <a:pt x="3877" y="2818"/>
                  </a:lnTo>
                  <a:lnTo>
                    <a:pt x="4252" y="2574"/>
                  </a:lnTo>
                  <a:lnTo>
                    <a:pt x="4659" y="2346"/>
                  </a:lnTo>
                  <a:lnTo>
                    <a:pt x="5082" y="2134"/>
                  </a:lnTo>
                  <a:lnTo>
                    <a:pt x="5522" y="1955"/>
                  </a:lnTo>
                  <a:lnTo>
                    <a:pt x="6011" y="1792"/>
                  </a:lnTo>
                  <a:lnTo>
                    <a:pt x="6499" y="1645"/>
                  </a:lnTo>
                  <a:lnTo>
                    <a:pt x="7021" y="1531"/>
                  </a:lnTo>
                  <a:lnTo>
                    <a:pt x="7574" y="1434"/>
                  </a:lnTo>
                  <a:lnTo>
                    <a:pt x="8145" y="1368"/>
                  </a:lnTo>
                  <a:lnTo>
                    <a:pt x="8747" y="1320"/>
                  </a:lnTo>
                  <a:lnTo>
                    <a:pt x="9366" y="1287"/>
                  </a:lnTo>
                  <a:lnTo>
                    <a:pt x="10001" y="1287"/>
                  </a:lnTo>
                  <a:lnTo>
                    <a:pt x="10132" y="1271"/>
                  </a:lnTo>
                  <a:lnTo>
                    <a:pt x="10262" y="1238"/>
                  </a:lnTo>
                  <a:lnTo>
                    <a:pt x="10360" y="1173"/>
                  </a:lnTo>
                  <a:lnTo>
                    <a:pt x="10457" y="1108"/>
                  </a:lnTo>
                  <a:lnTo>
                    <a:pt x="10539" y="1010"/>
                  </a:lnTo>
                  <a:lnTo>
                    <a:pt x="10604" y="896"/>
                  </a:lnTo>
                  <a:lnTo>
                    <a:pt x="10637" y="782"/>
                  </a:lnTo>
                  <a:lnTo>
                    <a:pt x="10653" y="652"/>
                  </a:lnTo>
                  <a:lnTo>
                    <a:pt x="10653" y="521"/>
                  </a:lnTo>
                  <a:lnTo>
                    <a:pt x="10604" y="407"/>
                  </a:lnTo>
                  <a:lnTo>
                    <a:pt x="10555" y="293"/>
                  </a:lnTo>
                  <a:lnTo>
                    <a:pt x="10474" y="196"/>
                  </a:lnTo>
                  <a:lnTo>
                    <a:pt x="10376" y="114"/>
                  </a:lnTo>
                  <a:lnTo>
                    <a:pt x="10278" y="65"/>
                  </a:lnTo>
                  <a:lnTo>
                    <a:pt x="10148" y="16"/>
                  </a:lnTo>
                  <a:lnTo>
                    <a:pt x="100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1"/>
            <p:cNvSpPr/>
            <p:nvPr/>
          </p:nvSpPr>
          <p:spPr>
            <a:xfrm>
              <a:off x="1887503" y="2861805"/>
              <a:ext cx="260609" cy="200485"/>
            </a:xfrm>
            <a:custGeom>
              <a:avLst/>
              <a:gdLst/>
              <a:ahLst/>
              <a:cxnLst/>
              <a:rect l="l" t="t" r="r" b="b"/>
              <a:pathLst>
                <a:path w="17299" h="13308" extrusionOk="0">
                  <a:moveTo>
                    <a:pt x="8373" y="0"/>
                  </a:moveTo>
                  <a:lnTo>
                    <a:pt x="7819" y="16"/>
                  </a:lnTo>
                  <a:lnTo>
                    <a:pt x="7282" y="65"/>
                  </a:lnTo>
                  <a:lnTo>
                    <a:pt x="6744" y="163"/>
                  </a:lnTo>
                  <a:lnTo>
                    <a:pt x="6223" y="277"/>
                  </a:lnTo>
                  <a:lnTo>
                    <a:pt x="5718" y="440"/>
                  </a:lnTo>
                  <a:lnTo>
                    <a:pt x="5229" y="635"/>
                  </a:lnTo>
                  <a:lnTo>
                    <a:pt x="4757" y="863"/>
                  </a:lnTo>
                  <a:lnTo>
                    <a:pt x="4301" y="1124"/>
                  </a:lnTo>
                  <a:lnTo>
                    <a:pt x="3861" y="1433"/>
                  </a:lnTo>
                  <a:lnTo>
                    <a:pt x="3437" y="1759"/>
                  </a:lnTo>
                  <a:lnTo>
                    <a:pt x="3030" y="2118"/>
                  </a:lnTo>
                  <a:lnTo>
                    <a:pt x="2656" y="2508"/>
                  </a:lnTo>
                  <a:lnTo>
                    <a:pt x="2297" y="2932"/>
                  </a:lnTo>
                  <a:lnTo>
                    <a:pt x="1955" y="3388"/>
                  </a:lnTo>
                  <a:lnTo>
                    <a:pt x="1629" y="3877"/>
                  </a:lnTo>
                  <a:lnTo>
                    <a:pt x="1336" y="4398"/>
                  </a:lnTo>
                  <a:lnTo>
                    <a:pt x="1059" y="4952"/>
                  </a:lnTo>
                  <a:lnTo>
                    <a:pt x="815" y="5522"/>
                  </a:lnTo>
                  <a:lnTo>
                    <a:pt x="603" y="6092"/>
                  </a:lnTo>
                  <a:lnTo>
                    <a:pt x="424" y="6695"/>
                  </a:lnTo>
                  <a:lnTo>
                    <a:pt x="278" y="7281"/>
                  </a:lnTo>
                  <a:lnTo>
                    <a:pt x="147" y="7884"/>
                  </a:lnTo>
                  <a:lnTo>
                    <a:pt x="66" y="8470"/>
                  </a:lnTo>
                  <a:lnTo>
                    <a:pt x="17" y="9056"/>
                  </a:lnTo>
                  <a:lnTo>
                    <a:pt x="1" y="9643"/>
                  </a:lnTo>
                  <a:lnTo>
                    <a:pt x="17" y="10197"/>
                  </a:lnTo>
                  <a:lnTo>
                    <a:pt x="66" y="10734"/>
                  </a:lnTo>
                  <a:lnTo>
                    <a:pt x="164" y="11255"/>
                  </a:lnTo>
                  <a:lnTo>
                    <a:pt x="212" y="11500"/>
                  </a:lnTo>
                  <a:lnTo>
                    <a:pt x="278" y="11744"/>
                  </a:lnTo>
                  <a:lnTo>
                    <a:pt x="343" y="11988"/>
                  </a:lnTo>
                  <a:lnTo>
                    <a:pt x="424" y="12216"/>
                  </a:lnTo>
                  <a:lnTo>
                    <a:pt x="522" y="12428"/>
                  </a:lnTo>
                  <a:lnTo>
                    <a:pt x="620" y="12640"/>
                  </a:lnTo>
                  <a:lnTo>
                    <a:pt x="717" y="12835"/>
                  </a:lnTo>
                  <a:lnTo>
                    <a:pt x="831" y="13014"/>
                  </a:lnTo>
                  <a:lnTo>
                    <a:pt x="880" y="13080"/>
                  </a:lnTo>
                  <a:lnTo>
                    <a:pt x="945" y="13145"/>
                  </a:lnTo>
                  <a:lnTo>
                    <a:pt x="1011" y="13194"/>
                  </a:lnTo>
                  <a:lnTo>
                    <a:pt x="1076" y="13226"/>
                  </a:lnTo>
                  <a:lnTo>
                    <a:pt x="1222" y="13291"/>
                  </a:lnTo>
                  <a:lnTo>
                    <a:pt x="1385" y="13308"/>
                  </a:lnTo>
                  <a:lnTo>
                    <a:pt x="1467" y="13308"/>
                  </a:lnTo>
                  <a:lnTo>
                    <a:pt x="1564" y="13275"/>
                  </a:lnTo>
                  <a:lnTo>
                    <a:pt x="1646" y="13243"/>
                  </a:lnTo>
                  <a:lnTo>
                    <a:pt x="1727" y="13194"/>
                  </a:lnTo>
                  <a:lnTo>
                    <a:pt x="1825" y="13112"/>
                  </a:lnTo>
                  <a:lnTo>
                    <a:pt x="1906" y="13014"/>
                  </a:lnTo>
                  <a:lnTo>
                    <a:pt x="1972" y="12917"/>
                  </a:lnTo>
                  <a:lnTo>
                    <a:pt x="2004" y="12786"/>
                  </a:lnTo>
                  <a:lnTo>
                    <a:pt x="2020" y="12672"/>
                  </a:lnTo>
                  <a:lnTo>
                    <a:pt x="2004" y="12542"/>
                  </a:lnTo>
                  <a:lnTo>
                    <a:pt x="1972" y="12428"/>
                  </a:lnTo>
                  <a:lnTo>
                    <a:pt x="1906" y="12314"/>
                  </a:lnTo>
                  <a:lnTo>
                    <a:pt x="1743" y="12037"/>
                  </a:lnTo>
                  <a:lnTo>
                    <a:pt x="1613" y="11728"/>
                  </a:lnTo>
                  <a:lnTo>
                    <a:pt x="1499" y="11369"/>
                  </a:lnTo>
                  <a:lnTo>
                    <a:pt x="1401" y="10978"/>
                  </a:lnTo>
                  <a:lnTo>
                    <a:pt x="1336" y="10571"/>
                  </a:lnTo>
                  <a:lnTo>
                    <a:pt x="1304" y="10131"/>
                  </a:lnTo>
                  <a:lnTo>
                    <a:pt x="1287" y="9675"/>
                  </a:lnTo>
                  <a:lnTo>
                    <a:pt x="1287" y="9187"/>
                  </a:lnTo>
                  <a:lnTo>
                    <a:pt x="1336" y="8682"/>
                  </a:lnTo>
                  <a:lnTo>
                    <a:pt x="1401" y="8177"/>
                  </a:lnTo>
                  <a:lnTo>
                    <a:pt x="1499" y="7656"/>
                  </a:lnTo>
                  <a:lnTo>
                    <a:pt x="1629" y="7118"/>
                  </a:lnTo>
                  <a:lnTo>
                    <a:pt x="1776" y="6581"/>
                  </a:lnTo>
                  <a:lnTo>
                    <a:pt x="1972" y="6059"/>
                  </a:lnTo>
                  <a:lnTo>
                    <a:pt x="2200" y="5522"/>
                  </a:lnTo>
                  <a:lnTo>
                    <a:pt x="2460" y="5001"/>
                  </a:lnTo>
                  <a:lnTo>
                    <a:pt x="2607" y="4724"/>
                  </a:lnTo>
                  <a:lnTo>
                    <a:pt x="2786" y="4447"/>
                  </a:lnTo>
                  <a:lnTo>
                    <a:pt x="2998" y="4137"/>
                  </a:lnTo>
                  <a:lnTo>
                    <a:pt x="3226" y="3828"/>
                  </a:lnTo>
                  <a:lnTo>
                    <a:pt x="3486" y="3518"/>
                  </a:lnTo>
                  <a:lnTo>
                    <a:pt x="3763" y="3209"/>
                  </a:lnTo>
                  <a:lnTo>
                    <a:pt x="4089" y="2916"/>
                  </a:lnTo>
                  <a:lnTo>
                    <a:pt x="4431" y="2622"/>
                  </a:lnTo>
                  <a:lnTo>
                    <a:pt x="4806" y="2346"/>
                  </a:lnTo>
                  <a:lnTo>
                    <a:pt x="5213" y="2085"/>
                  </a:lnTo>
                  <a:lnTo>
                    <a:pt x="5425" y="1971"/>
                  </a:lnTo>
                  <a:lnTo>
                    <a:pt x="5653" y="1857"/>
                  </a:lnTo>
                  <a:lnTo>
                    <a:pt x="5881" y="1759"/>
                  </a:lnTo>
                  <a:lnTo>
                    <a:pt x="6125" y="1661"/>
                  </a:lnTo>
                  <a:lnTo>
                    <a:pt x="6369" y="1580"/>
                  </a:lnTo>
                  <a:lnTo>
                    <a:pt x="6630" y="1499"/>
                  </a:lnTo>
                  <a:lnTo>
                    <a:pt x="6907" y="1433"/>
                  </a:lnTo>
                  <a:lnTo>
                    <a:pt x="7184" y="1385"/>
                  </a:lnTo>
                  <a:lnTo>
                    <a:pt x="7461" y="1336"/>
                  </a:lnTo>
                  <a:lnTo>
                    <a:pt x="7754" y="1303"/>
                  </a:lnTo>
                  <a:lnTo>
                    <a:pt x="8063" y="1287"/>
                  </a:lnTo>
                  <a:lnTo>
                    <a:pt x="8682" y="1287"/>
                  </a:lnTo>
                  <a:lnTo>
                    <a:pt x="8959" y="1303"/>
                  </a:lnTo>
                  <a:lnTo>
                    <a:pt x="9236" y="1336"/>
                  </a:lnTo>
                  <a:lnTo>
                    <a:pt x="9513" y="1368"/>
                  </a:lnTo>
                  <a:lnTo>
                    <a:pt x="9774" y="1417"/>
                  </a:lnTo>
                  <a:lnTo>
                    <a:pt x="10034" y="1466"/>
                  </a:lnTo>
                  <a:lnTo>
                    <a:pt x="10295" y="1531"/>
                  </a:lnTo>
                  <a:lnTo>
                    <a:pt x="10539" y="1613"/>
                  </a:lnTo>
                  <a:lnTo>
                    <a:pt x="10767" y="1694"/>
                  </a:lnTo>
                  <a:lnTo>
                    <a:pt x="10995" y="1775"/>
                  </a:lnTo>
                  <a:lnTo>
                    <a:pt x="11451" y="1987"/>
                  </a:lnTo>
                  <a:lnTo>
                    <a:pt x="11859" y="2215"/>
                  </a:lnTo>
                  <a:lnTo>
                    <a:pt x="12249" y="2476"/>
                  </a:lnTo>
                  <a:lnTo>
                    <a:pt x="12624" y="2753"/>
                  </a:lnTo>
                  <a:lnTo>
                    <a:pt x="12966" y="3062"/>
                  </a:lnTo>
                  <a:lnTo>
                    <a:pt x="13276" y="3372"/>
                  </a:lnTo>
                  <a:lnTo>
                    <a:pt x="13585" y="3698"/>
                  </a:lnTo>
                  <a:lnTo>
                    <a:pt x="13862" y="4056"/>
                  </a:lnTo>
                  <a:lnTo>
                    <a:pt x="14123" y="4398"/>
                  </a:lnTo>
                  <a:lnTo>
                    <a:pt x="14351" y="4756"/>
                  </a:lnTo>
                  <a:lnTo>
                    <a:pt x="14562" y="5131"/>
                  </a:lnTo>
                  <a:lnTo>
                    <a:pt x="14774" y="5489"/>
                  </a:lnTo>
                  <a:lnTo>
                    <a:pt x="14953" y="5848"/>
                  </a:lnTo>
                  <a:lnTo>
                    <a:pt x="15116" y="6206"/>
                  </a:lnTo>
                  <a:lnTo>
                    <a:pt x="15263" y="6564"/>
                  </a:lnTo>
                  <a:lnTo>
                    <a:pt x="15393" y="6906"/>
                  </a:lnTo>
                  <a:lnTo>
                    <a:pt x="15507" y="7232"/>
                  </a:lnTo>
                  <a:lnTo>
                    <a:pt x="15703" y="7835"/>
                  </a:lnTo>
                  <a:lnTo>
                    <a:pt x="15849" y="8356"/>
                  </a:lnTo>
                  <a:lnTo>
                    <a:pt x="15947" y="8779"/>
                  </a:lnTo>
                  <a:lnTo>
                    <a:pt x="16028" y="9203"/>
                  </a:lnTo>
                  <a:lnTo>
                    <a:pt x="16061" y="9333"/>
                  </a:lnTo>
                  <a:lnTo>
                    <a:pt x="16110" y="9447"/>
                  </a:lnTo>
                  <a:lnTo>
                    <a:pt x="16191" y="9545"/>
                  </a:lnTo>
                  <a:lnTo>
                    <a:pt x="16273" y="9626"/>
                  </a:lnTo>
                  <a:lnTo>
                    <a:pt x="16387" y="9692"/>
                  </a:lnTo>
                  <a:lnTo>
                    <a:pt x="16501" y="9741"/>
                  </a:lnTo>
                  <a:lnTo>
                    <a:pt x="16631" y="9757"/>
                  </a:lnTo>
                  <a:lnTo>
                    <a:pt x="16761" y="9741"/>
                  </a:lnTo>
                  <a:lnTo>
                    <a:pt x="16875" y="9708"/>
                  </a:lnTo>
                  <a:lnTo>
                    <a:pt x="16989" y="9659"/>
                  </a:lnTo>
                  <a:lnTo>
                    <a:pt x="17087" y="9578"/>
                  </a:lnTo>
                  <a:lnTo>
                    <a:pt x="17169" y="9496"/>
                  </a:lnTo>
                  <a:lnTo>
                    <a:pt x="17234" y="9382"/>
                  </a:lnTo>
                  <a:lnTo>
                    <a:pt x="17283" y="9268"/>
                  </a:lnTo>
                  <a:lnTo>
                    <a:pt x="17299" y="9138"/>
                  </a:lnTo>
                  <a:lnTo>
                    <a:pt x="17299" y="9008"/>
                  </a:lnTo>
                  <a:lnTo>
                    <a:pt x="17217" y="8600"/>
                  </a:lnTo>
                  <a:lnTo>
                    <a:pt x="17103" y="8144"/>
                  </a:lnTo>
                  <a:lnTo>
                    <a:pt x="16941" y="7574"/>
                  </a:lnTo>
                  <a:lnTo>
                    <a:pt x="16729" y="6890"/>
                  </a:lnTo>
                  <a:lnTo>
                    <a:pt x="16582" y="6515"/>
                  </a:lnTo>
                  <a:lnTo>
                    <a:pt x="16436" y="6124"/>
                  </a:lnTo>
                  <a:lnTo>
                    <a:pt x="16273" y="5717"/>
                  </a:lnTo>
                  <a:lnTo>
                    <a:pt x="16077" y="5310"/>
                  </a:lnTo>
                  <a:lnTo>
                    <a:pt x="15865" y="4887"/>
                  </a:lnTo>
                  <a:lnTo>
                    <a:pt x="15637" y="4479"/>
                  </a:lnTo>
                  <a:lnTo>
                    <a:pt x="15377" y="4056"/>
                  </a:lnTo>
                  <a:lnTo>
                    <a:pt x="15100" y="3632"/>
                  </a:lnTo>
                  <a:lnTo>
                    <a:pt x="14807" y="3225"/>
                  </a:lnTo>
                  <a:lnTo>
                    <a:pt x="14481" y="2818"/>
                  </a:lnTo>
                  <a:lnTo>
                    <a:pt x="14139" y="2443"/>
                  </a:lnTo>
                  <a:lnTo>
                    <a:pt x="13748" y="2069"/>
                  </a:lnTo>
                  <a:lnTo>
                    <a:pt x="13357" y="1710"/>
                  </a:lnTo>
                  <a:lnTo>
                    <a:pt x="12917" y="1385"/>
                  </a:lnTo>
                  <a:lnTo>
                    <a:pt x="12706" y="1238"/>
                  </a:lnTo>
                  <a:lnTo>
                    <a:pt x="12461" y="1091"/>
                  </a:lnTo>
                  <a:lnTo>
                    <a:pt x="12217" y="945"/>
                  </a:lnTo>
                  <a:lnTo>
                    <a:pt x="11973" y="814"/>
                  </a:lnTo>
                  <a:lnTo>
                    <a:pt x="11728" y="700"/>
                  </a:lnTo>
                  <a:lnTo>
                    <a:pt x="11451" y="586"/>
                  </a:lnTo>
                  <a:lnTo>
                    <a:pt x="11191" y="472"/>
                  </a:lnTo>
                  <a:lnTo>
                    <a:pt x="10914" y="375"/>
                  </a:lnTo>
                  <a:lnTo>
                    <a:pt x="10621" y="293"/>
                  </a:lnTo>
                  <a:lnTo>
                    <a:pt x="10327" y="212"/>
                  </a:lnTo>
                  <a:lnTo>
                    <a:pt x="10018" y="147"/>
                  </a:lnTo>
                  <a:lnTo>
                    <a:pt x="9708" y="98"/>
                  </a:lnTo>
                  <a:lnTo>
                    <a:pt x="9399" y="49"/>
                  </a:lnTo>
                  <a:lnTo>
                    <a:pt x="9057" y="16"/>
                  </a:lnTo>
                  <a:lnTo>
                    <a:pt x="87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1"/>
            <p:cNvSpPr/>
            <p:nvPr/>
          </p:nvSpPr>
          <p:spPr>
            <a:xfrm>
              <a:off x="1635255" y="2839720"/>
              <a:ext cx="292999" cy="90797"/>
            </a:xfrm>
            <a:custGeom>
              <a:avLst/>
              <a:gdLst/>
              <a:ahLst/>
              <a:cxnLst/>
              <a:rect l="l" t="t" r="r" b="b"/>
              <a:pathLst>
                <a:path w="19449" h="6027" extrusionOk="0">
                  <a:moveTo>
                    <a:pt x="9187" y="0"/>
                  </a:moveTo>
                  <a:lnTo>
                    <a:pt x="8698" y="16"/>
                  </a:lnTo>
                  <a:lnTo>
                    <a:pt x="8210" y="65"/>
                  </a:lnTo>
                  <a:lnTo>
                    <a:pt x="7737" y="130"/>
                  </a:lnTo>
                  <a:lnTo>
                    <a:pt x="7265" y="212"/>
                  </a:lnTo>
                  <a:lnTo>
                    <a:pt x="6809" y="293"/>
                  </a:lnTo>
                  <a:lnTo>
                    <a:pt x="6369" y="407"/>
                  </a:lnTo>
                  <a:lnTo>
                    <a:pt x="5945" y="538"/>
                  </a:lnTo>
                  <a:lnTo>
                    <a:pt x="5522" y="668"/>
                  </a:lnTo>
                  <a:lnTo>
                    <a:pt x="5115" y="815"/>
                  </a:lnTo>
                  <a:lnTo>
                    <a:pt x="4724" y="977"/>
                  </a:lnTo>
                  <a:lnTo>
                    <a:pt x="4349" y="1140"/>
                  </a:lnTo>
                  <a:lnTo>
                    <a:pt x="3991" y="1303"/>
                  </a:lnTo>
                  <a:lnTo>
                    <a:pt x="3633" y="1482"/>
                  </a:lnTo>
                  <a:lnTo>
                    <a:pt x="2981" y="1841"/>
                  </a:lnTo>
                  <a:lnTo>
                    <a:pt x="2378" y="2199"/>
                  </a:lnTo>
                  <a:lnTo>
                    <a:pt x="1841" y="2557"/>
                  </a:lnTo>
                  <a:lnTo>
                    <a:pt x="1385" y="2899"/>
                  </a:lnTo>
                  <a:lnTo>
                    <a:pt x="994" y="3193"/>
                  </a:lnTo>
                  <a:lnTo>
                    <a:pt x="668" y="3470"/>
                  </a:lnTo>
                  <a:lnTo>
                    <a:pt x="424" y="3681"/>
                  </a:lnTo>
                  <a:lnTo>
                    <a:pt x="196" y="3893"/>
                  </a:lnTo>
                  <a:lnTo>
                    <a:pt x="114" y="3991"/>
                  </a:lnTo>
                  <a:lnTo>
                    <a:pt x="49" y="4105"/>
                  </a:lnTo>
                  <a:lnTo>
                    <a:pt x="17" y="4235"/>
                  </a:lnTo>
                  <a:lnTo>
                    <a:pt x="0" y="4349"/>
                  </a:lnTo>
                  <a:lnTo>
                    <a:pt x="17" y="4479"/>
                  </a:lnTo>
                  <a:lnTo>
                    <a:pt x="49" y="4593"/>
                  </a:lnTo>
                  <a:lnTo>
                    <a:pt x="114" y="4707"/>
                  </a:lnTo>
                  <a:lnTo>
                    <a:pt x="196" y="4805"/>
                  </a:lnTo>
                  <a:lnTo>
                    <a:pt x="293" y="4887"/>
                  </a:lnTo>
                  <a:lnTo>
                    <a:pt x="407" y="4952"/>
                  </a:lnTo>
                  <a:lnTo>
                    <a:pt x="521" y="4984"/>
                  </a:lnTo>
                  <a:lnTo>
                    <a:pt x="652" y="5001"/>
                  </a:lnTo>
                  <a:lnTo>
                    <a:pt x="766" y="4984"/>
                  </a:lnTo>
                  <a:lnTo>
                    <a:pt x="896" y="4952"/>
                  </a:lnTo>
                  <a:lnTo>
                    <a:pt x="994" y="4887"/>
                  </a:lnTo>
                  <a:lnTo>
                    <a:pt x="1108" y="4805"/>
                  </a:lnTo>
                  <a:lnTo>
                    <a:pt x="1271" y="4642"/>
                  </a:lnTo>
                  <a:lnTo>
                    <a:pt x="1482" y="4463"/>
                  </a:lnTo>
                  <a:lnTo>
                    <a:pt x="1743" y="4235"/>
                  </a:lnTo>
                  <a:lnTo>
                    <a:pt x="2085" y="3974"/>
                  </a:lnTo>
                  <a:lnTo>
                    <a:pt x="2492" y="3681"/>
                  </a:lnTo>
                  <a:lnTo>
                    <a:pt x="2965" y="3356"/>
                  </a:lnTo>
                  <a:lnTo>
                    <a:pt x="3502" y="3030"/>
                  </a:lnTo>
                  <a:lnTo>
                    <a:pt x="4089" y="2704"/>
                  </a:lnTo>
                  <a:lnTo>
                    <a:pt x="4724" y="2394"/>
                  </a:lnTo>
                  <a:lnTo>
                    <a:pt x="5050" y="2232"/>
                  </a:lnTo>
                  <a:lnTo>
                    <a:pt x="5408" y="2101"/>
                  </a:lnTo>
                  <a:lnTo>
                    <a:pt x="5766" y="1955"/>
                  </a:lnTo>
                  <a:lnTo>
                    <a:pt x="6141" y="1824"/>
                  </a:lnTo>
                  <a:lnTo>
                    <a:pt x="6516" y="1710"/>
                  </a:lnTo>
                  <a:lnTo>
                    <a:pt x="6906" y="1613"/>
                  </a:lnTo>
                  <a:lnTo>
                    <a:pt x="7314" y="1515"/>
                  </a:lnTo>
                  <a:lnTo>
                    <a:pt x="7721" y="1433"/>
                  </a:lnTo>
                  <a:lnTo>
                    <a:pt x="8128" y="1368"/>
                  </a:lnTo>
                  <a:lnTo>
                    <a:pt x="8568" y="1319"/>
                  </a:lnTo>
                  <a:lnTo>
                    <a:pt x="8991" y="1303"/>
                  </a:lnTo>
                  <a:lnTo>
                    <a:pt x="9447" y="1287"/>
                  </a:lnTo>
                  <a:lnTo>
                    <a:pt x="9659" y="1287"/>
                  </a:lnTo>
                  <a:lnTo>
                    <a:pt x="10229" y="1319"/>
                  </a:lnTo>
                  <a:lnTo>
                    <a:pt x="10799" y="1385"/>
                  </a:lnTo>
                  <a:lnTo>
                    <a:pt x="11369" y="1482"/>
                  </a:lnTo>
                  <a:lnTo>
                    <a:pt x="11940" y="1613"/>
                  </a:lnTo>
                  <a:lnTo>
                    <a:pt x="12493" y="1776"/>
                  </a:lnTo>
                  <a:lnTo>
                    <a:pt x="13047" y="1971"/>
                  </a:lnTo>
                  <a:lnTo>
                    <a:pt x="13601" y="2199"/>
                  </a:lnTo>
                  <a:lnTo>
                    <a:pt x="14139" y="2476"/>
                  </a:lnTo>
                  <a:lnTo>
                    <a:pt x="14676" y="2769"/>
                  </a:lnTo>
                  <a:lnTo>
                    <a:pt x="15214" y="3111"/>
                  </a:lnTo>
                  <a:lnTo>
                    <a:pt x="15751" y="3470"/>
                  </a:lnTo>
                  <a:lnTo>
                    <a:pt x="16272" y="3877"/>
                  </a:lnTo>
                  <a:lnTo>
                    <a:pt x="16810" y="4317"/>
                  </a:lnTo>
                  <a:lnTo>
                    <a:pt x="17315" y="4773"/>
                  </a:lnTo>
                  <a:lnTo>
                    <a:pt x="17836" y="5278"/>
                  </a:lnTo>
                  <a:lnTo>
                    <a:pt x="18341" y="5815"/>
                  </a:lnTo>
                  <a:lnTo>
                    <a:pt x="18439" y="5913"/>
                  </a:lnTo>
                  <a:lnTo>
                    <a:pt x="18553" y="5978"/>
                  </a:lnTo>
                  <a:lnTo>
                    <a:pt x="18683" y="6011"/>
                  </a:lnTo>
                  <a:lnTo>
                    <a:pt x="18813" y="6027"/>
                  </a:lnTo>
                  <a:lnTo>
                    <a:pt x="18927" y="6011"/>
                  </a:lnTo>
                  <a:lnTo>
                    <a:pt x="19041" y="5978"/>
                  </a:lnTo>
                  <a:lnTo>
                    <a:pt x="19155" y="5929"/>
                  </a:lnTo>
                  <a:lnTo>
                    <a:pt x="19253" y="5864"/>
                  </a:lnTo>
                  <a:lnTo>
                    <a:pt x="19334" y="5766"/>
                  </a:lnTo>
                  <a:lnTo>
                    <a:pt x="19400" y="5652"/>
                  </a:lnTo>
                  <a:lnTo>
                    <a:pt x="19432" y="5538"/>
                  </a:lnTo>
                  <a:lnTo>
                    <a:pt x="19449" y="5408"/>
                  </a:lnTo>
                  <a:lnTo>
                    <a:pt x="19449" y="5294"/>
                  </a:lnTo>
                  <a:lnTo>
                    <a:pt x="19416" y="5164"/>
                  </a:lnTo>
                  <a:lnTo>
                    <a:pt x="19367" y="5049"/>
                  </a:lnTo>
                  <a:lnTo>
                    <a:pt x="19286" y="4952"/>
                  </a:lnTo>
                  <a:lnTo>
                    <a:pt x="18732" y="4365"/>
                  </a:lnTo>
                  <a:lnTo>
                    <a:pt x="18178" y="3812"/>
                  </a:lnTo>
                  <a:lnTo>
                    <a:pt x="17608" y="3307"/>
                  </a:lnTo>
                  <a:lnTo>
                    <a:pt x="17038" y="2834"/>
                  </a:lnTo>
                  <a:lnTo>
                    <a:pt x="16451" y="2394"/>
                  </a:lnTo>
                  <a:lnTo>
                    <a:pt x="15865" y="1987"/>
                  </a:lnTo>
                  <a:lnTo>
                    <a:pt x="15279" y="1629"/>
                  </a:lnTo>
                  <a:lnTo>
                    <a:pt x="14676" y="1303"/>
                  </a:lnTo>
                  <a:lnTo>
                    <a:pt x="14073" y="1010"/>
                  </a:lnTo>
                  <a:lnTo>
                    <a:pt x="13454" y="749"/>
                  </a:lnTo>
                  <a:lnTo>
                    <a:pt x="12852" y="538"/>
                  </a:lnTo>
                  <a:lnTo>
                    <a:pt x="12216" y="358"/>
                  </a:lnTo>
                  <a:lnTo>
                    <a:pt x="11598" y="212"/>
                  </a:lnTo>
                  <a:lnTo>
                    <a:pt x="10962" y="114"/>
                  </a:lnTo>
                  <a:lnTo>
                    <a:pt x="10327" y="33"/>
                  </a:lnTo>
                  <a:lnTo>
                    <a:pt x="96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1"/>
            <p:cNvSpPr/>
            <p:nvPr/>
          </p:nvSpPr>
          <p:spPr>
            <a:xfrm>
              <a:off x="1965781" y="3371213"/>
              <a:ext cx="39274" cy="100875"/>
            </a:xfrm>
            <a:custGeom>
              <a:avLst/>
              <a:gdLst/>
              <a:ahLst/>
              <a:cxnLst/>
              <a:rect l="l" t="t" r="r" b="b"/>
              <a:pathLst>
                <a:path w="2607" h="6696" extrusionOk="0">
                  <a:moveTo>
                    <a:pt x="1906" y="1"/>
                  </a:moveTo>
                  <a:lnTo>
                    <a:pt x="1776" y="33"/>
                  </a:lnTo>
                  <a:lnTo>
                    <a:pt x="1662" y="66"/>
                  </a:lnTo>
                  <a:lnTo>
                    <a:pt x="1564" y="147"/>
                  </a:lnTo>
                  <a:lnTo>
                    <a:pt x="1369" y="326"/>
                  </a:lnTo>
                  <a:lnTo>
                    <a:pt x="1190" y="506"/>
                  </a:lnTo>
                  <a:lnTo>
                    <a:pt x="1027" y="685"/>
                  </a:lnTo>
                  <a:lnTo>
                    <a:pt x="864" y="864"/>
                  </a:lnTo>
                  <a:lnTo>
                    <a:pt x="734" y="1059"/>
                  </a:lnTo>
                  <a:lnTo>
                    <a:pt x="620" y="1255"/>
                  </a:lnTo>
                  <a:lnTo>
                    <a:pt x="506" y="1450"/>
                  </a:lnTo>
                  <a:lnTo>
                    <a:pt x="408" y="1662"/>
                  </a:lnTo>
                  <a:lnTo>
                    <a:pt x="326" y="1858"/>
                  </a:lnTo>
                  <a:lnTo>
                    <a:pt x="245" y="2053"/>
                  </a:lnTo>
                  <a:lnTo>
                    <a:pt x="196" y="2265"/>
                  </a:lnTo>
                  <a:lnTo>
                    <a:pt x="147" y="2460"/>
                  </a:lnTo>
                  <a:lnTo>
                    <a:pt x="66" y="2867"/>
                  </a:lnTo>
                  <a:lnTo>
                    <a:pt x="17" y="3258"/>
                  </a:lnTo>
                  <a:lnTo>
                    <a:pt x="1" y="3649"/>
                  </a:lnTo>
                  <a:lnTo>
                    <a:pt x="17" y="4024"/>
                  </a:lnTo>
                  <a:lnTo>
                    <a:pt x="49" y="4382"/>
                  </a:lnTo>
                  <a:lnTo>
                    <a:pt x="82" y="4724"/>
                  </a:lnTo>
                  <a:lnTo>
                    <a:pt x="147" y="5034"/>
                  </a:lnTo>
                  <a:lnTo>
                    <a:pt x="196" y="5327"/>
                  </a:lnTo>
                  <a:lnTo>
                    <a:pt x="310" y="5783"/>
                  </a:lnTo>
                  <a:lnTo>
                    <a:pt x="359" y="6076"/>
                  </a:lnTo>
                  <a:lnTo>
                    <a:pt x="375" y="6190"/>
                  </a:lnTo>
                  <a:lnTo>
                    <a:pt x="424" y="6304"/>
                  </a:lnTo>
                  <a:lnTo>
                    <a:pt x="473" y="6418"/>
                  </a:lnTo>
                  <a:lnTo>
                    <a:pt x="554" y="6500"/>
                  </a:lnTo>
                  <a:lnTo>
                    <a:pt x="652" y="6581"/>
                  </a:lnTo>
                  <a:lnTo>
                    <a:pt x="750" y="6646"/>
                  </a:lnTo>
                  <a:lnTo>
                    <a:pt x="864" y="6679"/>
                  </a:lnTo>
                  <a:lnTo>
                    <a:pt x="994" y="6695"/>
                  </a:lnTo>
                  <a:lnTo>
                    <a:pt x="1141" y="6695"/>
                  </a:lnTo>
                  <a:lnTo>
                    <a:pt x="1255" y="6646"/>
                  </a:lnTo>
                  <a:lnTo>
                    <a:pt x="1369" y="6598"/>
                  </a:lnTo>
                  <a:lnTo>
                    <a:pt x="1450" y="6516"/>
                  </a:lnTo>
                  <a:lnTo>
                    <a:pt x="1532" y="6435"/>
                  </a:lnTo>
                  <a:lnTo>
                    <a:pt x="1597" y="6321"/>
                  </a:lnTo>
                  <a:lnTo>
                    <a:pt x="1629" y="6207"/>
                  </a:lnTo>
                  <a:lnTo>
                    <a:pt x="1646" y="6076"/>
                  </a:lnTo>
                  <a:lnTo>
                    <a:pt x="1646" y="5962"/>
                  </a:lnTo>
                  <a:lnTo>
                    <a:pt x="1629" y="5832"/>
                  </a:lnTo>
                  <a:lnTo>
                    <a:pt x="1548" y="5490"/>
                  </a:lnTo>
                  <a:lnTo>
                    <a:pt x="1450" y="5083"/>
                  </a:lnTo>
                  <a:lnTo>
                    <a:pt x="1353" y="4578"/>
                  </a:lnTo>
                  <a:lnTo>
                    <a:pt x="1320" y="4317"/>
                  </a:lnTo>
                  <a:lnTo>
                    <a:pt x="1304" y="4024"/>
                  </a:lnTo>
                  <a:lnTo>
                    <a:pt x="1287" y="3731"/>
                  </a:lnTo>
                  <a:lnTo>
                    <a:pt x="1287" y="3438"/>
                  </a:lnTo>
                  <a:lnTo>
                    <a:pt x="1320" y="3144"/>
                  </a:lnTo>
                  <a:lnTo>
                    <a:pt x="1369" y="2835"/>
                  </a:lnTo>
                  <a:lnTo>
                    <a:pt x="1450" y="2525"/>
                  </a:lnTo>
                  <a:lnTo>
                    <a:pt x="1564" y="2232"/>
                  </a:lnTo>
                  <a:lnTo>
                    <a:pt x="1711" y="1939"/>
                  </a:lnTo>
                  <a:lnTo>
                    <a:pt x="1792" y="1792"/>
                  </a:lnTo>
                  <a:lnTo>
                    <a:pt x="1890" y="1662"/>
                  </a:lnTo>
                  <a:lnTo>
                    <a:pt x="2004" y="1516"/>
                  </a:lnTo>
                  <a:lnTo>
                    <a:pt x="2118" y="1385"/>
                  </a:lnTo>
                  <a:lnTo>
                    <a:pt x="2248" y="1255"/>
                  </a:lnTo>
                  <a:lnTo>
                    <a:pt x="2395" y="1125"/>
                  </a:lnTo>
                  <a:lnTo>
                    <a:pt x="2476" y="1027"/>
                  </a:lnTo>
                  <a:lnTo>
                    <a:pt x="2542" y="929"/>
                  </a:lnTo>
                  <a:lnTo>
                    <a:pt x="2590" y="815"/>
                  </a:lnTo>
                  <a:lnTo>
                    <a:pt x="2607" y="685"/>
                  </a:lnTo>
                  <a:lnTo>
                    <a:pt x="2607" y="571"/>
                  </a:lnTo>
                  <a:lnTo>
                    <a:pt x="2590" y="441"/>
                  </a:lnTo>
                  <a:lnTo>
                    <a:pt x="2542" y="326"/>
                  </a:lnTo>
                  <a:lnTo>
                    <a:pt x="2460" y="229"/>
                  </a:lnTo>
                  <a:lnTo>
                    <a:pt x="2362" y="131"/>
                  </a:lnTo>
                  <a:lnTo>
                    <a:pt x="2265" y="66"/>
                  </a:lnTo>
                  <a:lnTo>
                    <a:pt x="2151" y="17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1"/>
            <p:cNvSpPr/>
            <p:nvPr/>
          </p:nvSpPr>
          <p:spPr>
            <a:xfrm>
              <a:off x="1958414" y="2423549"/>
              <a:ext cx="143810" cy="358517"/>
            </a:xfrm>
            <a:custGeom>
              <a:avLst/>
              <a:gdLst/>
              <a:ahLst/>
              <a:cxnLst/>
              <a:rect l="l" t="t" r="r" b="b"/>
              <a:pathLst>
                <a:path w="9546" h="23798" extrusionOk="0">
                  <a:moveTo>
                    <a:pt x="8373" y="0"/>
                  </a:moveTo>
                  <a:lnTo>
                    <a:pt x="8243" y="33"/>
                  </a:lnTo>
                  <a:lnTo>
                    <a:pt x="8129" y="81"/>
                  </a:lnTo>
                  <a:lnTo>
                    <a:pt x="7933" y="195"/>
                  </a:lnTo>
                  <a:lnTo>
                    <a:pt x="7526" y="456"/>
                  </a:lnTo>
                  <a:lnTo>
                    <a:pt x="7249" y="652"/>
                  </a:lnTo>
                  <a:lnTo>
                    <a:pt x="6940" y="896"/>
                  </a:lnTo>
                  <a:lnTo>
                    <a:pt x="6614" y="1173"/>
                  </a:lnTo>
                  <a:lnTo>
                    <a:pt x="6288" y="1482"/>
                  </a:lnTo>
                  <a:lnTo>
                    <a:pt x="5946" y="1824"/>
                  </a:lnTo>
                  <a:lnTo>
                    <a:pt x="5604" y="2215"/>
                  </a:lnTo>
                  <a:lnTo>
                    <a:pt x="5278" y="2639"/>
                  </a:lnTo>
                  <a:lnTo>
                    <a:pt x="5116" y="2867"/>
                  </a:lnTo>
                  <a:lnTo>
                    <a:pt x="4969" y="3095"/>
                  </a:lnTo>
                  <a:lnTo>
                    <a:pt x="4822" y="3339"/>
                  </a:lnTo>
                  <a:lnTo>
                    <a:pt x="4692" y="3600"/>
                  </a:lnTo>
                  <a:lnTo>
                    <a:pt x="4562" y="3860"/>
                  </a:lnTo>
                  <a:lnTo>
                    <a:pt x="4448" y="4121"/>
                  </a:lnTo>
                  <a:lnTo>
                    <a:pt x="4350" y="4398"/>
                  </a:lnTo>
                  <a:lnTo>
                    <a:pt x="4252" y="4691"/>
                  </a:lnTo>
                  <a:lnTo>
                    <a:pt x="4171" y="4984"/>
                  </a:lnTo>
                  <a:lnTo>
                    <a:pt x="4122" y="5294"/>
                  </a:lnTo>
                  <a:lnTo>
                    <a:pt x="4057" y="5685"/>
                  </a:lnTo>
                  <a:lnTo>
                    <a:pt x="4040" y="6059"/>
                  </a:lnTo>
                  <a:lnTo>
                    <a:pt x="4040" y="6450"/>
                  </a:lnTo>
                  <a:lnTo>
                    <a:pt x="4057" y="6841"/>
                  </a:lnTo>
                  <a:lnTo>
                    <a:pt x="4106" y="7232"/>
                  </a:lnTo>
                  <a:lnTo>
                    <a:pt x="4187" y="7607"/>
                  </a:lnTo>
                  <a:lnTo>
                    <a:pt x="4301" y="7998"/>
                  </a:lnTo>
                  <a:lnTo>
                    <a:pt x="4415" y="8405"/>
                  </a:lnTo>
                  <a:lnTo>
                    <a:pt x="4578" y="8796"/>
                  </a:lnTo>
                  <a:lnTo>
                    <a:pt x="4757" y="9187"/>
                  </a:lnTo>
                  <a:lnTo>
                    <a:pt x="4969" y="9578"/>
                  </a:lnTo>
                  <a:lnTo>
                    <a:pt x="5197" y="9968"/>
                  </a:lnTo>
                  <a:lnTo>
                    <a:pt x="5458" y="10359"/>
                  </a:lnTo>
                  <a:lnTo>
                    <a:pt x="5751" y="10767"/>
                  </a:lnTo>
                  <a:lnTo>
                    <a:pt x="6060" y="11158"/>
                  </a:lnTo>
                  <a:lnTo>
                    <a:pt x="6402" y="11548"/>
                  </a:lnTo>
                  <a:lnTo>
                    <a:pt x="6728" y="11939"/>
                  </a:lnTo>
                  <a:lnTo>
                    <a:pt x="7021" y="12330"/>
                  </a:lnTo>
                  <a:lnTo>
                    <a:pt x="7282" y="12721"/>
                  </a:lnTo>
                  <a:lnTo>
                    <a:pt x="7526" y="13128"/>
                  </a:lnTo>
                  <a:lnTo>
                    <a:pt x="7722" y="13519"/>
                  </a:lnTo>
                  <a:lnTo>
                    <a:pt x="7901" y="13927"/>
                  </a:lnTo>
                  <a:lnTo>
                    <a:pt x="8031" y="14317"/>
                  </a:lnTo>
                  <a:lnTo>
                    <a:pt x="8145" y="14708"/>
                  </a:lnTo>
                  <a:lnTo>
                    <a:pt x="8210" y="15116"/>
                  </a:lnTo>
                  <a:lnTo>
                    <a:pt x="8259" y="15507"/>
                  </a:lnTo>
                  <a:lnTo>
                    <a:pt x="8275" y="15914"/>
                  </a:lnTo>
                  <a:lnTo>
                    <a:pt x="8259" y="16305"/>
                  </a:lnTo>
                  <a:lnTo>
                    <a:pt x="8194" y="16712"/>
                  </a:lnTo>
                  <a:lnTo>
                    <a:pt x="8113" y="17103"/>
                  </a:lnTo>
                  <a:lnTo>
                    <a:pt x="7999" y="17494"/>
                  </a:lnTo>
                  <a:lnTo>
                    <a:pt x="7852" y="17885"/>
                  </a:lnTo>
                  <a:lnTo>
                    <a:pt x="7738" y="18113"/>
                  </a:lnTo>
                  <a:lnTo>
                    <a:pt x="7608" y="18341"/>
                  </a:lnTo>
                  <a:lnTo>
                    <a:pt x="7477" y="18585"/>
                  </a:lnTo>
                  <a:lnTo>
                    <a:pt x="7347" y="18797"/>
                  </a:lnTo>
                  <a:lnTo>
                    <a:pt x="7184" y="19025"/>
                  </a:lnTo>
                  <a:lnTo>
                    <a:pt x="7021" y="19237"/>
                  </a:lnTo>
                  <a:lnTo>
                    <a:pt x="6858" y="19448"/>
                  </a:lnTo>
                  <a:lnTo>
                    <a:pt x="6679" y="19660"/>
                  </a:lnTo>
                  <a:lnTo>
                    <a:pt x="6484" y="19872"/>
                  </a:lnTo>
                  <a:lnTo>
                    <a:pt x="6288" y="20067"/>
                  </a:lnTo>
                  <a:lnTo>
                    <a:pt x="5865" y="20442"/>
                  </a:lnTo>
                  <a:lnTo>
                    <a:pt x="5425" y="20784"/>
                  </a:lnTo>
                  <a:lnTo>
                    <a:pt x="4953" y="21110"/>
                  </a:lnTo>
                  <a:lnTo>
                    <a:pt x="4464" y="21419"/>
                  </a:lnTo>
                  <a:lnTo>
                    <a:pt x="3943" y="21680"/>
                  </a:lnTo>
                  <a:lnTo>
                    <a:pt x="3422" y="21908"/>
                  </a:lnTo>
                  <a:lnTo>
                    <a:pt x="2868" y="22103"/>
                  </a:lnTo>
                  <a:lnTo>
                    <a:pt x="2314" y="22266"/>
                  </a:lnTo>
                  <a:lnTo>
                    <a:pt x="2037" y="22331"/>
                  </a:lnTo>
                  <a:lnTo>
                    <a:pt x="1760" y="22397"/>
                  </a:lnTo>
                  <a:lnTo>
                    <a:pt x="1467" y="22445"/>
                  </a:lnTo>
                  <a:lnTo>
                    <a:pt x="1190" y="22478"/>
                  </a:lnTo>
                  <a:lnTo>
                    <a:pt x="913" y="22511"/>
                  </a:lnTo>
                  <a:lnTo>
                    <a:pt x="620" y="22511"/>
                  </a:lnTo>
                  <a:lnTo>
                    <a:pt x="490" y="22543"/>
                  </a:lnTo>
                  <a:lnTo>
                    <a:pt x="376" y="22576"/>
                  </a:lnTo>
                  <a:lnTo>
                    <a:pt x="278" y="22641"/>
                  </a:lnTo>
                  <a:lnTo>
                    <a:pt x="180" y="22722"/>
                  </a:lnTo>
                  <a:lnTo>
                    <a:pt x="99" y="22820"/>
                  </a:lnTo>
                  <a:lnTo>
                    <a:pt x="50" y="22934"/>
                  </a:lnTo>
                  <a:lnTo>
                    <a:pt x="17" y="23048"/>
                  </a:lnTo>
                  <a:lnTo>
                    <a:pt x="1" y="23195"/>
                  </a:lnTo>
                  <a:lnTo>
                    <a:pt x="34" y="23309"/>
                  </a:lnTo>
                  <a:lnTo>
                    <a:pt x="66" y="23423"/>
                  </a:lnTo>
                  <a:lnTo>
                    <a:pt x="131" y="23537"/>
                  </a:lnTo>
                  <a:lnTo>
                    <a:pt x="213" y="23618"/>
                  </a:lnTo>
                  <a:lnTo>
                    <a:pt x="294" y="23700"/>
                  </a:lnTo>
                  <a:lnTo>
                    <a:pt x="408" y="23748"/>
                  </a:lnTo>
                  <a:lnTo>
                    <a:pt x="522" y="23797"/>
                  </a:lnTo>
                  <a:lnTo>
                    <a:pt x="669" y="23797"/>
                  </a:lnTo>
                  <a:lnTo>
                    <a:pt x="995" y="23781"/>
                  </a:lnTo>
                  <a:lnTo>
                    <a:pt x="1320" y="23748"/>
                  </a:lnTo>
                  <a:lnTo>
                    <a:pt x="1646" y="23716"/>
                  </a:lnTo>
                  <a:lnTo>
                    <a:pt x="1972" y="23667"/>
                  </a:lnTo>
                  <a:lnTo>
                    <a:pt x="2298" y="23602"/>
                  </a:lnTo>
                  <a:lnTo>
                    <a:pt x="2623" y="23520"/>
                  </a:lnTo>
                  <a:lnTo>
                    <a:pt x="2949" y="23423"/>
                  </a:lnTo>
                  <a:lnTo>
                    <a:pt x="3259" y="23325"/>
                  </a:lnTo>
                  <a:lnTo>
                    <a:pt x="3584" y="23211"/>
                  </a:lnTo>
                  <a:lnTo>
                    <a:pt x="3894" y="23097"/>
                  </a:lnTo>
                  <a:lnTo>
                    <a:pt x="4203" y="22967"/>
                  </a:lnTo>
                  <a:lnTo>
                    <a:pt x="4497" y="22820"/>
                  </a:lnTo>
                  <a:lnTo>
                    <a:pt x="4806" y="22673"/>
                  </a:lnTo>
                  <a:lnTo>
                    <a:pt x="5099" y="22511"/>
                  </a:lnTo>
                  <a:lnTo>
                    <a:pt x="5392" y="22348"/>
                  </a:lnTo>
                  <a:lnTo>
                    <a:pt x="5669" y="22168"/>
                  </a:lnTo>
                  <a:lnTo>
                    <a:pt x="5946" y="21989"/>
                  </a:lnTo>
                  <a:lnTo>
                    <a:pt x="6223" y="21794"/>
                  </a:lnTo>
                  <a:lnTo>
                    <a:pt x="6484" y="21582"/>
                  </a:lnTo>
                  <a:lnTo>
                    <a:pt x="6728" y="21370"/>
                  </a:lnTo>
                  <a:lnTo>
                    <a:pt x="6972" y="21159"/>
                  </a:lnTo>
                  <a:lnTo>
                    <a:pt x="7217" y="20947"/>
                  </a:lnTo>
                  <a:lnTo>
                    <a:pt x="7445" y="20703"/>
                  </a:lnTo>
                  <a:lnTo>
                    <a:pt x="7673" y="20474"/>
                  </a:lnTo>
                  <a:lnTo>
                    <a:pt x="7868" y="20230"/>
                  </a:lnTo>
                  <a:lnTo>
                    <a:pt x="8080" y="19986"/>
                  </a:lnTo>
                  <a:lnTo>
                    <a:pt x="8259" y="19725"/>
                  </a:lnTo>
                  <a:lnTo>
                    <a:pt x="8438" y="19465"/>
                  </a:lnTo>
                  <a:lnTo>
                    <a:pt x="8601" y="19204"/>
                  </a:lnTo>
                  <a:lnTo>
                    <a:pt x="8748" y="18943"/>
                  </a:lnTo>
                  <a:lnTo>
                    <a:pt x="8894" y="18666"/>
                  </a:lnTo>
                  <a:lnTo>
                    <a:pt x="9025" y="18390"/>
                  </a:lnTo>
                  <a:lnTo>
                    <a:pt x="9204" y="17917"/>
                  </a:lnTo>
                  <a:lnTo>
                    <a:pt x="9350" y="17429"/>
                  </a:lnTo>
                  <a:lnTo>
                    <a:pt x="9448" y="16956"/>
                  </a:lnTo>
                  <a:lnTo>
                    <a:pt x="9530" y="16468"/>
                  </a:lnTo>
                  <a:lnTo>
                    <a:pt x="9546" y="15979"/>
                  </a:lnTo>
                  <a:lnTo>
                    <a:pt x="9546" y="15490"/>
                  </a:lnTo>
                  <a:lnTo>
                    <a:pt x="9497" y="15002"/>
                  </a:lnTo>
                  <a:lnTo>
                    <a:pt x="9399" y="14513"/>
                  </a:lnTo>
                  <a:lnTo>
                    <a:pt x="9285" y="14024"/>
                  </a:lnTo>
                  <a:lnTo>
                    <a:pt x="9122" y="13536"/>
                  </a:lnTo>
                  <a:lnTo>
                    <a:pt x="8911" y="13063"/>
                  </a:lnTo>
                  <a:lnTo>
                    <a:pt x="8683" y="12575"/>
                  </a:lnTo>
                  <a:lnTo>
                    <a:pt x="8406" y="12102"/>
                  </a:lnTo>
                  <a:lnTo>
                    <a:pt x="8096" y="11630"/>
                  </a:lnTo>
                  <a:lnTo>
                    <a:pt x="7738" y="11158"/>
                  </a:lnTo>
                  <a:lnTo>
                    <a:pt x="7363" y="10701"/>
                  </a:lnTo>
                  <a:lnTo>
                    <a:pt x="7070" y="10359"/>
                  </a:lnTo>
                  <a:lnTo>
                    <a:pt x="6809" y="10034"/>
                  </a:lnTo>
                  <a:lnTo>
                    <a:pt x="6565" y="9692"/>
                  </a:lnTo>
                  <a:lnTo>
                    <a:pt x="6337" y="9366"/>
                  </a:lnTo>
                  <a:lnTo>
                    <a:pt x="6142" y="9040"/>
                  </a:lnTo>
                  <a:lnTo>
                    <a:pt x="5962" y="8698"/>
                  </a:lnTo>
                  <a:lnTo>
                    <a:pt x="5800" y="8372"/>
                  </a:lnTo>
                  <a:lnTo>
                    <a:pt x="5669" y="8046"/>
                  </a:lnTo>
                  <a:lnTo>
                    <a:pt x="5555" y="7721"/>
                  </a:lnTo>
                  <a:lnTo>
                    <a:pt x="5458" y="7411"/>
                  </a:lnTo>
                  <a:lnTo>
                    <a:pt x="5392" y="7085"/>
                  </a:lnTo>
                  <a:lnTo>
                    <a:pt x="5344" y="6776"/>
                  </a:lnTo>
                  <a:lnTo>
                    <a:pt x="5327" y="6450"/>
                  </a:lnTo>
                  <a:lnTo>
                    <a:pt x="5311" y="6141"/>
                  </a:lnTo>
                  <a:lnTo>
                    <a:pt x="5344" y="5831"/>
                  </a:lnTo>
                  <a:lnTo>
                    <a:pt x="5376" y="5522"/>
                  </a:lnTo>
                  <a:lnTo>
                    <a:pt x="5425" y="5277"/>
                  </a:lnTo>
                  <a:lnTo>
                    <a:pt x="5490" y="5033"/>
                  </a:lnTo>
                  <a:lnTo>
                    <a:pt x="5572" y="4789"/>
                  </a:lnTo>
                  <a:lnTo>
                    <a:pt x="5653" y="4561"/>
                  </a:lnTo>
                  <a:lnTo>
                    <a:pt x="5751" y="4349"/>
                  </a:lnTo>
                  <a:lnTo>
                    <a:pt x="5848" y="4121"/>
                  </a:lnTo>
                  <a:lnTo>
                    <a:pt x="5962" y="3926"/>
                  </a:lnTo>
                  <a:lnTo>
                    <a:pt x="6093" y="3714"/>
                  </a:lnTo>
                  <a:lnTo>
                    <a:pt x="6353" y="3339"/>
                  </a:lnTo>
                  <a:lnTo>
                    <a:pt x="6630" y="2981"/>
                  </a:lnTo>
                  <a:lnTo>
                    <a:pt x="6924" y="2655"/>
                  </a:lnTo>
                  <a:lnTo>
                    <a:pt x="7217" y="2362"/>
                  </a:lnTo>
                  <a:lnTo>
                    <a:pt x="7510" y="2101"/>
                  </a:lnTo>
                  <a:lnTo>
                    <a:pt x="7771" y="1873"/>
                  </a:lnTo>
                  <a:lnTo>
                    <a:pt x="8031" y="1678"/>
                  </a:lnTo>
                  <a:lnTo>
                    <a:pt x="8259" y="1515"/>
                  </a:lnTo>
                  <a:lnTo>
                    <a:pt x="8601" y="1287"/>
                  </a:lnTo>
                  <a:lnTo>
                    <a:pt x="8748" y="1205"/>
                  </a:lnTo>
                  <a:lnTo>
                    <a:pt x="8846" y="1124"/>
                  </a:lnTo>
                  <a:lnTo>
                    <a:pt x="8943" y="1042"/>
                  </a:lnTo>
                  <a:lnTo>
                    <a:pt x="9008" y="928"/>
                  </a:lnTo>
                  <a:lnTo>
                    <a:pt x="9057" y="814"/>
                  </a:lnTo>
                  <a:lnTo>
                    <a:pt x="9074" y="700"/>
                  </a:lnTo>
                  <a:lnTo>
                    <a:pt x="9074" y="570"/>
                  </a:lnTo>
                  <a:lnTo>
                    <a:pt x="9041" y="456"/>
                  </a:lnTo>
                  <a:lnTo>
                    <a:pt x="8992" y="326"/>
                  </a:lnTo>
                  <a:lnTo>
                    <a:pt x="8927" y="228"/>
                  </a:lnTo>
                  <a:lnTo>
                    <a:pt x="8829" y="147"/>
                  </a:lnTo>
                  <a:lnTo>
                    <a:pt x="8732" y="65"/>
                  </a:lnTo>
                  <a:lnTo>
                    <a:pt x="8617" y="33"/>
                  </a:lnTo>
                  <a:lnTo>
                    <a:pt x="84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1"/>
            <p:cNvSpPr/>
            <p:nvPr/>
          </p:nvSpPr>
          <p:spPr>
            <a:xfrm>
              <a:off x="2061489" y="3253917"/>
              <a:ext cx="86624" cy="81728"/>
            </a:xfrm>
            <a:custGeom>
              <a:avLst/>
              <a:gdLst/>
              <a:ahLst/>
              <a:cxnLst/>
              <a:rect l="l" t="t" r="r" b="b"/>
              <a:pathLst>
                <a:path w="5750" h="5425" extrusionOk="0">
                  <a:moveTo>
                    <a:pt x="538" y="1"/>
                  </a:moveTo>
                  <a:lnTo>
                    <a:pt x="407" y="33"/>
                  </a:lnTo>
                  <a:lnTo>
                    <a:pt x="293" y="99"/>
                  </a:lnTo>
                  <a:lnTo>
                    <a:pt x="196" y="164"/>
                  </a:lnTo>
                  <a:lnTo>
                    <a:pt x="114" y="261"/>
                  </a:lnTo>
                  <a:lnTo>
                    <a:pt x="49" y="359"/>
                  </a:lnTo>
                  <a:lnTo>
                    <a:pt x="16" y="490"/>
                  </a:lnTo>
                  <a:lnTo>
                    <a:pt x="0" y="604"/>
                  </a:lnTo>
                  <a:lnTo>
                    <a:pt x="0" y="734"/>
                  </a:lnTo>
                  <a:lnTo>
                    <a:pt x="65" y="1092"/>
                  </a:lnTo>
                  <a:lnTo>
                    <a:pt x="130" y="1451"/>
                  </a:lnTo>
                  <a:lnTo>
                    <a:pt x="212" y="1776"/>
                  </a:lnTo>
                  <a:lnTo>
                    <a:pt x="310" y="2086"/>
                  </a:lnTo>
                  <a:lnTo>
                    <a:pt x="407" y="2395"/>
                  </a:lnTo>
                  <a:lnTo>
                    <a:pt x="521" y="2688"/>
                  </a:lnTo>
                  <a:lnTo>
                    <a:pt x="652" y="2965"/>
                  </a:lnTo>
                  <a:lnTo>
                    <a:pt x="782" y="3226"/>
                  </a:lnTo>
                  <a:lnTo>
                    <a:pt x="929" y="3487"/>
                  </a:lnTo>
                  <a:lnTo>
                    <a:pt x="1075" y="3715"/>
                  </a:lnTo>
                  <a:lnTo>
                    <a:pt x="1238" y="3926"/>
                  </a:lnTo>
                  <a:lnTo>
                    <a:pt x="1417" y="4138"/>
                  </a:lnTo>
                  <a:lnTo>
                    <a:pt x="1596" y="4334"/>
                  </a:lnTo>
                  <a:lnTo>
                    <a:pt x="1792" y="4513"/>
                  </a:lnTo>
                  <a:lnTo>
                    <a:pt x="2004" y="4676"/>
                  </a:lnTo>
                  <a:lnTo>
                    <a:pt x="2215" y="4822"/>
                  </a:lnTo>
                  <a:lnTo>
                    <a:pt x="2492" y="4985"/>
                  </a:lnTo>
                  <a:lnTo>
                    <a:pt x="2785" y="5132"/>
                  </a:lnTo>
                  <a:lnTo>
                    <a:pt x="3062" y="5229"/>
                  </a:lnTo>
                  <a:lnTo>
                    <a:pt x="3339" y="5311"/>
                  </a:lnTo>
                  <a:lnTo>
                    <a:pt x="3616" y="5360"/>
                  </a:lnTo>
                  <a:lnTo>
                    <a:pt x="3877" y="5409"/>
                  </a:lnTo>
                  <a:lnTo>
                    <a:pt x="4121" y="5425"/>
                  </a:lnTo>
                  <a:lnTo>
                    <a:pt x="4349" y="5425"/>
                  </a:lnTo>
                  <a:lnTo>
                    <a:pt x="4707" y="5409"/>
                  </a:lnTo>
                  <a:lnTo>
                    <a:pt x="5001" y="5376"/>
                  </a:lnTo>
                  <a:lnTo>
                    <a:pt x="5277" y="5327"/>
                  </a:lnTo>
                  <a:lnTo>
                    <a:pt x="5408" y="5278"/>
                  </a:lnTo>
                  <a:lnTo>
                    <a:pt x="5506" y="5213"/>
                  </a:lnTo>
                  <a:lnTo>
                    <a:pt x="5603" y="5115"/>
                  </a:lnTo>
                  <a:lnTo>
                    <a:pt x="5668" y="5018"/>
                  </a:lnTo>
                  <a:lnTo>
                    <a:pt x="5717" y="4904"/>
                  </a:lnTo>
                  <a:lnTo>
                    <a:pt x="5750" y="4790"/>
                  </a:lnTo>
                  <a:lnTo>
                    <a:pt x="5750" y="4659"/>
                  </a:lnTo>
                  <a:lnTo>
                    <a:pt x="5734" y="4529"/>
                  </a:lnTo>
                  <a:lnTo>
                    <a:pt x="5685" y="4415"/>
                  </a:lnTo>
                  <a:lnTo>
                    <a:pt x="5603" y="4301"/>
                  </a:lnTo>
                  <a:lnTo>
                    <a:pt x="5522" y="4220"/>
                  </a:lnTo>
                  <a:lnTo>
                    <a:pt x="5424" y="4154"/>
                  </a:lnTo>
                  <a:lnTo>
                    <a:pt x="5310" y="4106"/>
                  </a:lnTo>
                  <a:lnTo>
                    <a:pt x="5196" y="4073"/>
                  </a:lnTo>
                  <a:lnTo>
                    <a:pt x="5066" y="4073"/>
                  </a:lnTo>
                  <a:lnTo>
                    <a:pt x="4935" y="4089"/>
                  </a:lnTo>
                  <a:lnTo>
                    <a:pt x="4756" y="4122"/>
                  </a:lnTo>
                  <a:lnTo>
                    <a:pt x="4545" y="4138"/>
                  </a:lnTo>
                  <a:lnTo>
                    <a:pt x="4268" y="4154"/>
                  </a:lnTo>
                  <a:lnTo>
                    <a:pt x="3958" y="4122"/>
                  </a:lnTo>
                  <a:lnTo>
                    <a:pt x="3795" y="4089"/>
                  </a:lnTo>
                  <a:lnTo>
                    <a:pt x="3616" y="4057"/>
                  </a:lnTo>
                  <a:lnTo>
                    <a:pt x="3437" y="4008"/>
                  </a:lnTo>
                  <a:lnTo>
                    <a:pt x="3258" y="3926"/>
                  </a:lnTo>
                  <a:lnTo>
                    <a:pt x="3079" y="3845"/>
                  </a:lnTo>
                  <a:lnTo>
                    <a:pt x="2899" y="3731"/>
                  </a:lnTo>
                  <a:lnTo>
                    <a:pt x="2737" y="3617"/>
                  </a:lnTo>
                  <a:lnTo>
                    <a:pt x="2590" y="3503"/>
                  </a:lnTo>
                  <a:lnTo>
                    <a:pt x="2460" y="3373"/>
                  </a:lnTo>
                  <a:lnTo>
                    <a:pt x="2329" y="3226"/>
                  </a:lnTo>
                  <a:lnTo>
                    <a:pt x="2199" y="3063"/>
                  </a:lnTo>
                  <a:lnTo>
                    <a:pt x="2085" y="2900"/>
                  </a:lnTo>
                  <a:lnTo>
                    <a:pt x="1971" y="2721"/>
                  </a:lnTo>
                  <a:lnTo>
                    <a:pt x="1857" y="2526"/>
                  </a:lnTo>
                  <a:lnTo>
                    <a:pt x="1759" y="2314"/>
                  </a:lnTo>
                  <a:lnTo>
                    <a:pt x="1678" y="2102"/>
                  </a:lnTo>
                  <a:lnTo>
                    <a:pt x="1580" y="1874"/>
                  </a:lnTo>
                  <a:lnTo>
                    <a:pt x="1515" y="1630"/>
                  </a:lnTo>
                  <a:lnTo>
                    <a:pt x="1433" y="1369"/>
                  </a:lnTo>
                  <a:lnTo>
                    <a:pt x="1385" y="1108"/>
                  </a:lnTo>
                  <a:lnTo>
                    <a:pt x="1271" y="538"/>
                  </a:lnTo>
                  <a:lnTo>
                    <a:pt x="1238" y="408"/>
                  </a:lnTo>
                  <a:lnTo>
                    <a:pt x="1189" y="310"/>
                  </a:lnTo>
                  <a:lnTo>
                    <a:pt x="1108" y="213"/>
                  </a:lnTo>
                  <a:lnTo>
                    <a:pt x="1010" y="131"/>
                  </a:lnTo>
                  <a:lnTo>
                    <a:pt x="912" y="66"/>
                  </a:lnTo>
                  <a:lnTo>
                    <a:pt x="798" y="17"/>
                  </a:lnTo>
                  <a:lnTo>
                    <a:pt x="6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1"/>
            <p:cNvSpPr/>
            <p:nvPr/>
          </p:nvSpPr>
          <p:spPr>
            <a:xfrm>
              <a:off x="1715250" y="2922893"/>
              <a:ext cx="76319" cy="252278"/>
            </a:xfrm>
            <a:custGeom>
              <a:avLst/>
              <a:gdLst/>
              <a:ahLst/>
              <a:cxnLst/>
              <a:rect l="l" t="t" r="r" b="b"/>
              <a:pathLst>
                <a:path w="5066" h="16746" extrusionOk="0">
                  <a:moveTo>
                    <a:pt x="2867" y="1"/>
                  </a:moveTo>
                  <a:lnTo>
                    <a:pt x="2688" y="17"/>
                  </a:lnTo>
                  <a:lnTo>
                    <a:pt x="2509" y="66"/>
                  </a:lnTo>
                  <a:lnTo>
                    <a:pt x="2329" y="115"/>
                  </a:lnTo>
                  <a:lnTo>
                    <a:pt x="2150" y="180"/>
                  </a:lnTo>
                  <a:lnTo>
                    <a:pt x="1987" y="278"/>
                  </a:lnTo>
                  <a:lnTo>
                    <a:pt x="1808" y="375"/>
                  </a:lnTo>
                  <a:lnTo>
                    <a:pt x="1645" y="490"/>
                  </a:lnTo>
                  <a:lnTo>
                    <a:pt x="1482" y="620"/>
                  </a:lnTo>
                  <a:lnTo>
                    <a:pt x="1336" y="750"/>
                  </a:lnTo>
                  <a:lnTo>
                    <a:pt x="1189" y="913"/>
                  </a:lnTo>
                  <a:lnTo>
                    <a:pt x="1043" y="1076"/>
                  </a:lnTo>
                  <a:lnTo>
                    <a:pt x="912" y="1239"/>
                  </a:lnTo>
                  <a:lnTo>
                    <a:pt x="798" y="1434"/>
                  </a:lnTo>
                  <a:lnTo>
                    <a:pt x="684" y="1662"/>
                  </a:lnTo>
                  <a:lnTo>
                    <a:pt x="587" y="1890"/>
                  </a:lnTo>
                  <a:lnTo>
                    <a:pt x="505" y="2135"/>
                  </a:lnTo>
                  <a:lnTo>
                    <a:pt x="440" y="2379"/>
                  </a:lnTo>
                  <a:lnTo>
                    <a:pt x="407" y="2623"/>
                  </a:lnTo>
                  <a:lnTo>
                    <a:pt x="375" y="2868"/>
                  </a:lnTo>
                  <a:lnTo>
                    <a:pt x="391" y="3112"/>
                  </a:lnTo>
                  <a:lnTo>
                    <a:pt x="407" y="3356"/>
                  </a:lnTo>
                  <a:lnTo>
                    <a:pt x="440" y="3617"/>
                  </a:lnTo>
                  <a:lnTo>
                    <a:pt x="505" y="3861"/>
                  </a:lnTo>
                  <a:lnTo>
                    <a:pt x="587" y="4122"/>
                  </a:lnTo>
                  <a:lnTo>
                    <a:pt x="684" y="4366"/>
                  </a:lnTo>
                  <a:lnTo>
                    <a:pt x="815" y="4610"/>
                  </a:lnTo>
                  <a:lnTo>
                    <a:pt x="945" y="4871"/>
                  </a:lnTo>
                  <a:lnTo>
                    <a:pt x="1108" y="5115"/>
                  </a:lnTo>
                  <a:lnTo>
                    <a:pt x="1287" y="5360"/>
                  </a:lnTo>
                  <a:lnTo>
                    <a:pt x="1059" y="5588"/>
                  </a:lnTo>
                  <a:lnTo>
                    <a:pt x="847" y="5865"/>
                  </a:lnTo>
                  <a:lnTo>
                    <a:pt x="619" y="6190"/>
                  </a:lnTo>
                  <a:lnTo>
                    <a:pt x="505" y="6370"/>
                  </a:lnTo>
                  <a:lnTo>
                    <a:pt x="407" y="6549"/>
                  </a:lnTo>
                  <a:lnTo>
                    <a:pt x="326" y="6744"/>
                  </a:lnTo>
                  <a:lnTo>
                    <a:pt x="228" y="6940"/>
                  </a:lnTo>
                  <a:lnTo>
                    <a:pt x="163" y="7151"/>
                  </a:lnTo>
                  <a:lnTo>
                    <a:pt x="98" y="7363"/>
                  </a:lnTo>
                  <a:lnTo>
                    <a:pt x="49" y="7591"/>
                  </a:lnTo>
                  <a:lnTo>
                    <a:pt x="17" y="7819"/>
                  </a:lnTo>
                  <a:lnTo>
                    <a:pt x="0" y="8047"/>
                  </a:lnTo>
                  <a:lnTo>
                    <a:pt x="17" y="8292"/>
                  </a:lnTo>
                  <a:lnTo>
                    <a:pt x="33" y="8487"/>
                  </a:lnTo>
                  <a:lnTo>
                    <a:pt x="65" y="8699"/>
                  </a:lnTo>
                  <a:lnTo>
                    <a:pt x="114" y="8894"/>
                  </a:lnTo>
                  <a:lnTo>
                    <a:pt x="163" y="9090"/>
                  </a:lnTo>
                  <a:lnTo>
                    <a:pt x="245" y="9285"/>
                  </a:lnTo>
                  <a:lnTo>
                    <a:pt x="326" y="9464"/>
                  </a:lnTo>
                  <a:lnTo>
                    <a:pt x="424" y="9660"/>
                  </a:lnTo>
                  <a:lnTo>
                    <a:pt x="538" y="9839"/>
                  </a:lnTo>
                  <a:lnTo>
                    <a:pt x="668" y="10034"/>
                  </a:lnTo>
                  <a:lnTo>
                    <a:pt x="815" y="10214"/>
                  </a:lnTo>
                  <a:lnTo>
                    <a:pt x="961" y="10377"/>
                  </a:lnTo>
                  <a:lnTo>
                    <a:pt x="1140" y="10556"/>
                  </a:lnTo>
                  <a:lnTo>
                    <a:pt x="1320" y="10735"/>
                  </a:lnTo>
                  <a:lnTo>
                    <a:pt x="1515" y="10898"/>
                  </a:lnTo>
                  <a:lnTo>
                    <a:pt x="1727" y="11061"/>
                  </a:lnTo>
                  <a:lnTo>
                    <a:pt x="1939" y="11224"/>
                  </a:lnTo>
                  <a:lnTo>
                    <a:pt x="1808" y="11549"/>
                  </a:lnTo>
                  <a:lnTo>
                    <a:pt x="1662" y="11940"/>
                  </a:lnTo>
                  <a:lnTo>
                    <a:pt x="1548" y="12364"/>
                  </a:lnTo>
                  <a:lnTo>
                    <a:pt x="1482" y="12592"/>
                  </a:lnTo>
                  <a:lnTo>
                    <a:pt x="1450" y="12820"/>
                  </a:lnTo>
                  <a:lnTo>
                    <a:pt x="1417" y="13064"/>
                  </a:lnTo>
                  <a:lnTo>
                    <a:pt x="1385" y="13308"/>
                  </a:lnTo>
                  <a:lnTo>
                    <a:pt x="1385" y="13553"/>
                  </a:lnTo>
                  <a:lnTo>
                    <a:pt x="1401" y="13813"/>
                  </a:lnTo>
                  <a:lnTo>
                    <a:pt x="1417" y="14058"/>
                  </a:lnTo>
                  <a:lnTo>
                    <a:pt x="1466" y="14302"/>
                  </a:lnTo>
                  <a:lnTo>
                    <a:pt x="1531" y="14563"/>
                  </a:lnTo>
                  <a:lnTo>
                    <a:pt x="1629" y="14807"/>
                  </a:lnTo>
                  <a:lnTo>
                    <a:pt x="1711" y="14986"/>
                  </a:lnTo>
                  <a:lnTo>
                    <a:pt x="1808" y="15149"/>
                  </a:lnTo>
                  <a:lnTo>
                    <a:pt x="1906" y="15312"/>
                  </a:lnTo>
                  <a:lnTo>
                    <a:pt x="2020" y="15475"/>
                  </a:lnTo>
                  <a:lnTo>
                    <a:pt x="2150" y="15621"/>
                  </a:lnTo>
                  <a:lnTo>
                    <a:pt x="2297" y="15752"/>
                  </a:lnTo>
                  <a:lnTo>
                    <a:pt x="2443" y="15882"/>
                  </a:lnTo>
                  <a:lnTo>
                    <a:pt x="2606" y="16012"/>
                  </a:lnTo>
                  <a:lnTo>
                    <a:pt x="2769" y="16126"/>
                  </a:lnTo>
                  <a:lnTo>
                    <a:pt x="2965" y="16240"/>
                  </a:lnTo>
                  <a:lnTo>
                    <a:pt x="3144" y="16338"/>
                  </a:lnTo>
                  <a:lnTo>
                    <a:pt x="3356" y="16436"/>
                  </a:lnTo>
                  <a:lnTo>
                    <a:pt x="3567" y="16517"/>
                  </a:lnTo>
                  <a:lnTo>
                    <a:pt x="3795" y="16599"/>
                  </a:lnTo>
                  <a:lnTo>
                    <a:pt x="4023" y="16664"/>
                  </a:lnTo>
                  <a:lnTo>
                    <a:pt x="4284" y="16729"/>
                  </a:lnTo>
                  <a:lnTo>
                    <a:pt x="4349" y="16745"/>
                  </a:lnTo>
                  <a:lnTo>
                    <a:pt x="4414" y="16745"/>
                  </a:lnTo>
                  <a:lnTo>
                    <a:pt x="4528" y="16729"/>
                  </a:lnTo>
                  <a:lnTo>
                    <a:pt x="4626" y="16713"/>
                  </a:lnTo>
                  <a:lnTo>
                    <a:pt x="4724" y="16664"/>
                  </a:lnTo>
                  <a:lnTo>
                    <a:pt x="4822" y="16599"/>
                  </a:lnTo>
                  <a:lnTo>
                    <a:pt x="4887" y="16534"/>
                  </a:lnTo>
                  <a:lnTo>
                    <a:pt x="4952" y="16452"/>
                  </a:lnTo>
                  <a:lnTo>
                    <a:pt x="5017" y="16354"/>
                  </a:lnTo>
                  <a:lnTo>
                    <a:pt x="5050" y="16257"/>
                  </a:lnTo>
                  <a:lnTo>
                    <a:pt x="5066" y="16126"/>
                  </a:lnTo>
                  <a:lnTo>
                    <a:pt x="5050" y="15996"/>
                  </a:lnTo>
                  <a:lnTo>
                    <a:pt x="5017" y="15866"/>
                  </a:lnTo>
                  <a:lnTo>
                    <a:pt x="4968" y="15768"/>
                  </a:lnTo>
                  <a:lnTo>
                    <a:pt x="4887" y="15670"/>
                  </a:lnTo>
                  <a:lnTo>
                    <a:pt x="4789" y="15589"/>
                  </a:lnTo>
                  <a:lnTo>
                    <a:pt x="4691" y="15524"/>
                  </a:lnTo>
                  <a:lnTo>
                    <a:pt x="4561" y="15475"/>
                  </a:lnTo>
                  <a:lnTo>
                    <a:pt x="4235" y="15393"/>
                  </a:lnTo>
                  <a:lnTo>
                    <a:pt x="3942" y="15279"/>
                  </a:lnTo>
                  <a:lnTo>
                    <a:pt x="3665" y="15165"/>
                  </a:lnTo>
                  <a:lnTo>
                    <a:pt x="3437" y="15019"/>
                  </a:lnTo>
                  <a:lnTo>
                    <a:pt x="3225" y="14872"/>
                  </a:lnTo>
                  <a:lnTo>
                    <a:pt x="3062" y="14693"/>
                  </a:lnTo>
                  <a:lnTo>
                    <a:pt x="2916" y="14514"/>
                  </a:lnTo>
                  <a:lnTo>
                    <a:pt x="2818" y="14302"/>
                  </a:lnTo>
                  <a:lnTo>
                    <a:pt x="2737" y="14107"/>
                  </a:lnTo>
                  <a:lnTo>
                    <a:pt x="2704" y="13911"/>
                  </a:lnTo>
                  <a:lnTo>
                    <a:pt x="2672" y="13699"/>
                  </a:lnTo>
                  <a:lnTo>
                    <a:pt x="2672" y="13488"/>
                  </a:lnTo>
                  <a:lnTo>
                    <a:pt x="2688" y="13260"/>
                  </a:lnTo>
                  <a:lnTo>
                    <a:pt x="2704" y="13048"/>
                  </a:lnTo>
                  <a:lnTo>
                    <a:pt x="2753" y="12836"/>
                  </a:lnTo>
                  <a:lnTo>
                    <a:pt x="2802" y="12624"/>
                  </a:lnTo>
                  <a:lnTo>
                    <a:pt x="2916" y="12217"/>
                  </a:lnTo>
                  <a:lnTo>
                    <a:pt x="3062" y="11859"/>
                  </a:lnTo>
                  <a:lnTo>
                    <a:pt x="3209" y="11566"/>
                  </a:lnTo>
                  <a:lnTo>
                    <a:pt x="3323" y="11338"/>
                  </a:lnTo>
                  <a:lnTo>
                    <a:pt x="3388" y="11224"/>
                  </a:lnTo>
                  <a:lnTo>
                    <a:pt x="3404" y="11093"/>
                  </a:lnTo>
                  <a:lnTo>
                    <a:pt x="3421" y="10979"/>
                  </a:lnTo>
                  <a:lnTo>
                    <a:pt x="3404" y="10849"/>
                  </a:lnTo>
                  <a:lnTo>
                    <a:pt x="3356" y="10735"/>
                  </a:lnTo>
                  <a:lnTo>
                    <a:pt x="3290" y="10621"/>
                  </a:lnTo>
                  <a:lnTo>
                    <a:pt x="3209" y="10539"/>
                  </a:lnTo>
                  <a:lnTo>
                    <a:pt x="3111" y="10458"/>
                  </a:lnTo>
                  <a:lnTo>
                    <a:pt x="2704" y="10181"/>
                  </a:lnTo>
                  <a:lnTo>
                    <a:pt x="2346" y="9920"/>
                  </a:lnTo>
                  <a:lnTo>
                    <a:pt x="2036" y="9644"/>
                  </a:lnTo>
                  <a:lnTo>
                    <a:pt x="1906" y="9513"/>
                  </a:lnTo>
                  <a:lnTo>
                    <a:pt x="1776" y="9367"/>
                  </a:lnTo>
                  <a:lnTo>
                    <a:pt x="1678" y="9220"/>
                  </a:lnTo>
                  <a:lnTo>
                    <a:pt x="1580" y="9090"/>
                  </a:lnTo>
                  <a:lnTo>
                    <a:pt x="1499" y="8943"/>
                  </a:lnTo>
                  <a:lnTo>
                    <a:pt x="1434" y="8797"/>
                  </a:lnTo>
                  <a:lnTo>
                    <a:pt x="1368" y="8650"/>
                  </a:lnTo>
                  <a:lnTo>
                    <a:pt x="1336" y="8520"/>
                  </a:lnTo>
                  <a:lnTo>
                    <a:pt x="1303" y="8373"/>
                  </a:lnTo>
                  <a:lnTo>
                    <a:pt x="1287" y="8226"/>
                  </a:lnTo>
                  <a:lnTo>
                    <a:pt x="1287" y="7998"/>
                  </a:lnTo>
                  <a:lnTo>
                    <a:pt x="1320" y="7770"/>
                  </a:lnTo>
                  <a:lnTo>
                    <a:pt x="1385" y="7542"/>
                  </a:lnTo>
                  <a:lnTo>
                    <a:pt x="1450" y="7331"/>
                  </a:lnTo>
                  <a:lnTo>
                    <a:pt x="1548" y="7135"/>
                  </a:lnTo>
                  <a:lnTo>
                    <a:pt x="1662" y="6940"/>
                  </a:lnTo>
                  <a:lnTo>
                    <a:pt x="1776" y="6777"/>
                  </a:lnTo>
                  <a:lnTo>
                    <a:pt x="1890" y="6598"/>
                  </a:lnTo>
                  <a:lnTo>
                    <a:pt x="2134" y="6321"/>
                  </a:lnTo>
                  <a:lnTo>
                    <a:pt x="2346" y="6109"/>
                  </a:lnTo>
                  <a:lnTo>
                    <a:pt x="2558" y="5914"/>
                  </a:lnTo>
                  <a:lnTo>
                    <a:pt x="2655" y="5816"/>
                  </a:lnTo>
                  <a:lnTo>
                    <a:pt x="2737" y="5702"/>
                  </a:lnTo>
                  <a:lnTo>
                    <a:pt x="2786" y="5588"/>
                  </a:lnTo>
                  <a:lnTo>
                    <a:pt x="2818" y="5441"/>
                  </a:lnTo>
                  <a:lnTo>
                    <a:pt x="2802" y="5311"/>
                  </a:lnTo>
                  <a:lnTo>
                    <a:pt x="2769" y="5181"/>
                  </a:lnTo>
                  <a:lnTo>
                    <a:pt x="2720" y="5067"/>
                  </a:lnTo>
                  <a:lnTo>
                    <a:pt x="2639" y="4953"/>
                  </a:lnTo>
                  <a:lnTo>
                    <a:pt x="2411" y="4708"/>
                  </a:lnTo>
                  <a:lnTo>
                    <a:pt x="2215" y="4464"/>
                  </a:lnTo>
                  <a:lnTo>
                    <a:pt x="2053" y="4236"/>
                  </a:lnTo>
                  <a:lnTo>
                    <a:pt x="1922" y="4008"/>
                  </a:lnTo>
                  <a:lnTo>
                    <a:pt x="1825" y="3796"/>
                  </a:lnTo>
                  <a:lnTo>
                    <a:pt x="1759" y="3584"/>
                  </a:lnTo>
                  <a:lnTo>
                    <a:pt x="1711" y="3389"/>
                  </a:lnTo>
                  <a:lnTo>
                    <a:pt x="1678" y="3193"/>
                  </a:lnTo>
                  <a:lnTo>
                    <a:pt x="1662" y="3030"/>
                  </a:lnTo>
                  <a:lnTo>
                    <a:pt x="1662" y="2851"/>
                  </a:lnTo>
                  <a:lnTo>
                    <a:pt x="1678" y="2705"/>
                  </a:lnTo>
                  <a:lnTo>
                    <a:pt x="1711" y="2558"/>
                  </a:lnTo>
                  <a:lnTo>
                    <a:pt x="1759" y="2412"/>
                  </a:lnTo>
                  <a:lnTo>
                    <a:pt x="1808" y="2298"/>
                  </a:lnTo>
                  <a:lnTo>
                    <a:pt x="1906" y="2086"/>
                  </a:lnTo>
                  <a:lnTo>
                    <a:pt x="2053" y="1874"/>
                  </a:lnTo>
                  <a:lnTo>
                    <a:pt x="2215" y="1695"/>
                  </a:lnTo>
                  <a:lnTo>
                    <a:pt x="2378" y="1548"/>
                  </a:lnTo>
                  <a:lnTo>
                    <a:pt x="2541" y="1434"/>
                  </a:lnTo>
                  <a:lnTo>
                    <a:pt x="2704" y="1353"/>
                  </a:lnTo>
                  <a:lnTo>
                    <a:pt x="2834" y="1304"/>
                  </a:lnTo>
                  <a:lnTo>
                    <a:pt x="2965" y="1288"/>
                  </a:lnTo>
                  <a:lnTo>
                    <a:pt x="3062" y="1288"/>
                  </a:lnTo>
                  <a:lnTo>
                    <a:pt x="3176" y="1304"/>
                  </a:lnTo>
                  <a:lnTo>
                    <a:pt x="3307" y="1304"/>
                  </a:lnTo>
                  <a:lnTo>
                    <a:pt x="3437" y="1271"/>
                  </a:lnTo>
                  <a:lnTo>
                    <a:pt x="3535" y="1222"/>
                  </a:lnTo>
                  <a:lnTo>
                    <a:pt x="3649" y="1141"/>
                  </a:lnTo>
                  <a:lnTo>
                    <a:pt x="3730" y="1060"/>
                  </a:lnTo>
                  <a:lnTo>
                    <a:pt x="3795" y="946"/>
                  </a:lnTo>
                  <a:lnTo>
                    <a:pt x="3844" y="832"/>
                  </a:lnTo>
                  <a:lnTo>
                    <a:pt x="3861" y="701"/>
                  </a:lnTo>
                  <a:lnTo>
                    <a:pt x="3844" y="571"/>
                  </a:lnTo>
                  <a:lnTo>
                    <a:pt x="3828" y="457"/>
                  </a:lnTo>
                  <a:lnTo>
                    <a:pt x="3763" y="343"/>
                  </a:lnTo>
                  <a:lnTo>
                    <a:pt x="3698" y="245"/>
                  </a:lnTo>
                  <a:lnTo>
                    <a:pt x="3600" y="164"/>
                  </a:lnTo>
                  <a:lnTo>
                    <a:pt x="3502" y="99"/>
                  </a:lnTo>
                  <a:lnTo>
                    <a:pt x="3372" y="50"/>
                  </a:lnTo>
                  <a:lnTo>
                    <a:pt x="3209" y="17"/>
                  </a:lnTo>
                  <a:lnTo>
                    <a:pt x="30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1"/>
            <p:cNvSpPr/>
            <p:nvPr/>
          </p:nvSpPr>
          <p:spPr>
            <a:xfrm>
              <a:off x="1882110" y="3036514"/>
              <a:ext cx="72161" cy="63815"/>
            </a:xfrm>
            <a:custGeom>
              <a:avLst/>
              <a:gdLst/>
              <a:ahLst/>
              <a:cxnLst/>
              <a:rect l="l" t="t" r="r" b="b"/>
              <a:pathLst>
                <a:path w="4790" h="4236" extrusionOk="0">
                  <a:moveTo>
                    <a:pt x="3193" y="0"/>
                  </a:moveTo>
                  <a:lnTo>
                    <a:pt x="2834" y="33"/>
                  </a:lnTo>
                  <a:lnTo>
                    <a:pt x="2509" y="98"/>
                  </a:lnTo>
                  <a:lnTo>
                    <a:pt x="2199" y="196"/>
                  </a:lnTo>
                  <a:lnTo>
                    <a:pt x="1890" y="326"/>
                  </a:lnTo>
                  <a:lnTo>
                    <a:pt x="1613" y="489"/>
                  </a:lnTo>
                  <a:lnTo>
                    <a:pt x="1401" y="652"/>
                  </a:lnTo>
                  <a:lnTo>
                    <a:pt x="1206" y="831"/>
                  </a:lnTo>
                  <a:lnTo>
                    <a:pt x="1026" y="1010"/>
                  </a:lnTo>
                  <a:lnTo>
                    <a:pt x="880" y="1206"/>
                  </a:lnTo>
                  <a:lnTo>
                    <a:pt x="733" y="1417"/>
                  </a:lnTo>
                  <a:lnTo>
                    <a:pt x="603" y="1629"/>
                  </a:lnTo>
                  <a:lnTo>
                    <a:pt x="505" y="1841"/>
                  </a:lnTo>
                  <a:lnTo>
                    <a:pt x="408" y="2053"/>
                  </a:lnTo>
                  <a:lnTo>
                    <a:pt x="326" y="2264"/>
                  </a:lnTo>
                  <a:lnTo>
                    <a:pt x="245" y="2460"/>
                  </a:lnTo>
                  <a:lnTo>
                    <a:pt x="131" y="2851"/>
                  </a:lnTo>
                  <a:lnTo>
                    <a:pt x="65" y="3209"/>
                  </a:lnTo>
                  <a:lnTo>
                    <a:pt x="17" y="3486"/>
                  </a:lnTo>
                  <a:lnTo>
                    <a:pt x="0" y="3600"/>
                  </a:lnTo>
                  <a:lnTo>
                    <a:pt x="17" y="3714"/>
                  </a:lnTo>
                  <a:lnTo>
                    <a:pt x="49" y="3828"/>
                  </a:lnTo>
                  <a:lnTo>
                    <a:pt x="114" y="3942"/>
                  </a:lnTo>
                  <a:lnTo>
                    <a:pt x="179" y="4024"/>
                  </a:lnTo>
                  <a:lnTo>
                    <a:pt x="261" y="4105"/>
                  </a:lnTo>
                  <a:lnTo>
                    <a:pt x="375" y="4170"/>
                  </a:lnTo>
                  <a:lnTo>
                    <a:pt x="489" y="4219"/>
                  </a:lnTo>
                  <a:lnTo>
                    <a:pt x="652" y="4235"/>
                  </a:lnTo>
                  <a:lnTo>
                    <a:pt x="750" y="4219"/>
                  </a:lnTo>
                  <a:lnTo>
                    <a:pt x="847" y="4203"/>
                  </a:lnTo>
                  <a:lnTo>
                    <a:pt x="945" y="4154"/>
                  </a:lnTo>
                  <a:lnTo>
                    <a:pt x="1026" y="4105"/>
                  </a:lnTo>
                  <a:lnTo>
                    <a:pt x="1108" y="4040"/>
                  </a:lnTo>
                  <a:lnTo>
                    <a:pt x="1173" y="3958"/>
                  </a:lnTo>
                  <a:lnTo>
                    <a:pt x="1222" y="3861"/>
                  </a:lnTo>
                  <a:lnTo>
                    <a:pt x="1271" y="3747"/>
                  </a:lnTo>
                  <a:lnTo>
                    <a:pt x="1287" y="3649"/>
                  </a:lnTo>
                  <a:lnTo>
                    <a:pt x="1320" y="3470"/>
                  </a:lnTo>
                  <a:lnTo>
                    <a:pt x="1369" y="3242"/>
                  </a:lnTo>
                  <a:lnTo>
                    <a:pt x="1434" y="2965"/>
                  </a:lnTo>
                  <a:lnTo>
                    <a:pt x="1531" y="2672"/>
                  </a:lnTo>
                  <a:lnTo>
                    <a:pt x="1678" y="2362"/>
                  </a:lnTo>
                  <a:lnTo>
                    <a:pt x="1759" y="2199"/>
                  </a:lnTo>
                  <a:lnTo>
                    <a:pt x="1841" y="2053"/>
                  </a:lnTo>
                  <a:lnTo>
                    <a:pt x="1955" y="1922"/>
                  </a:lnTo>
                  <a:lnTo>
                    <a:pt x="2069" y="1792"/>
                  </a:lnTo>
                  <a:lnTo>
                    <a:pt x="2199" y="1662"/>
                  </a:lnTo>
                  <a:lnTo>
                    <a:pt x="2330" y="1564"/>
                  </a:lnTo>
                  <a:lnTo>
                    <a:pt x="2492" y="1466"/>
                  </a:lnTo>
                  <a:lnTo>
                    <a:pt x="2672" y="1385"/>
                  </a:lnTo>
                  <a:lnTo>
                    <a:pt x="2867" y="1336"/>
                  </a:lnTo>
                  <a:lnTo>
                    <a:pt x="3063" y="1303"/>
                  </a:lnTo>
                  <a:lnTo>
                    <a:pt x="3274" y="1287"/>
                  </a:lnTo>
                  <a:lnTo>
                    <a:pt x="3502" y="1287"/>
                  </a:lnTo>
                  <a:lnTo>
                    <a:pt x="3747" y="1320"/>
                  </a:lnTo>
                  <a:lnTo>
                    <a:pt x="3991" y="1385"/>
                  </a:lnTo>
                  <a:lnTo>
                    <a:pt x="4121" y="1401"/>
                  </a:lnTo>
                  <a:lnTo>
                    <a:pt x="4252" y="1385"/>
                  </a:lnTo>
                  <a:lnTo>
                    <a:pt x="4366" y="1352"/>
                  </a:lnTo>
                  <a:lnTo>
                    <a:pt x="4480" y="1303"/>
                  </a:lnTo>
                  <a:lnTo>
                    <a:pt x="4577" y="1238"/>
                  </a:lnTo>
                  <a:lnTo>
                    <a:pt x="4659" y="1141"/>
                  </a:lnTo>
                  <a:lnTo>
                    <a:pt x="4724" y="1027"/>
                  </a:lnTo>
                  <a:lnTo>
                    <a:pt x="4773" y="913"/>
                  </a:lnTo>
                  <a:lnTo>
                    <a:pt x="4789" y="782"/>
                  </a:lnTo>
                  <a:lnTo>
                    <a:pt x="4789" y="652"/>
                  </a:lnTo>
                  <a:lnTo>
                    <a:pt x="4756" y="538"/>
                  </a:lnTo>
                  <a:lnTo>
                    <a:pt x="4708" y="424"/>
                  </a:lnTo>
                  <a:lnTo>
                    <a:pt x="4626" y="326"/>
                  </a:lnTo>
                  <a:lnTo>
                    <a:pt x="4528" y="245"/>
                  </a:lnTo>
                  <a:lnTo>
                    <a:pt x="4431" y="180"/>
                  </a:lnTo>
                  <a:lnTo>
                    <a:pt x="4300" y="131"/>
                  </a:lnTo>
                  <a:lnTo>
                    <a:pt x="3909" y="49"/>
                  </a:lnTo>
                  <a:lnTo>
                    <a:pt x="3551" y="17"/>
                  </a:lnTo>
                  <a:lnTo>
                    <a:pt x="31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1"/>
            <p:cNvSpPr/>
            <p:nvPr/>
          </p:nvSpPr>
          <p:spPr>
            <a:xfrm>
              <a:off x="1743708" y="2664514"/>
              <a:ext cx="65774" cy="90797"/>
            </a:xfrm>
            <a:custGeom>
              <a:avLst/>
              <a:gdLst/>
              <a:ahLst/>
              <a:cxnLst/>
              <a:rect l="l" t="t" r="r" b="b"/>
              <a:pathLst>
                <a:path w="4366" h="6027" extrusionOk="0">
                  <a:moveTo>
                    <a:pt x="3714" y="0"/>
                  </a:moveTo>
                  <a:lnTo>
                    <a:pt x="3470" y="16"/>
                  </a:lnTo>
                  <a:lnTo>
                    <a:pt x="3226" y="33"/>
                  </a:lnTo>
                  <a:lnTo>
                    <a:pt x="2981" y="49"/>
                  </a:lnTo>
                  <a:lnTo>
                    <a:pt x="2770" y="98"/>
                  </a:lnTo>
                  <a:lnTo>
                    <a:pt x="2542" y="147"/>
                  </a:lnTo>
                  <a:lnTo>
                    <a:pt x="2330" y="196"/>
                  </a:lnTo>
                  <a:lnTo>
                    <a:pt x="2134" y="261"/>
                  </a:lnTo>
                  <a:lnTo>
                    <a:pt x="1939" y="342"/>
                  </a:lnTo>
                  <a:lnTo>
                    <a:pt x="1760" y="424"/>
                  </a:lnTo>
                  <a:lnTo>
                    <a:pt x="1581" y="521"/>
                  </a:lnTo>
                  <a:lnTo>
                    <a:pt x="1418" y="619"/>
                  </a:lnTo>
                  <a:lnTo>
                    <a:pt x="1255" y="733"/>
                  </a:lnTo>
                  <a:lnTo>
                    <a:pt x="1108" y="863"/>
                  </a:lnTo>
                  <a:lnTo>
                    <a:pt x="962" y="994"/>
                  </a:lnTo>
                  <a:lnTo>
                    <a:pt x="831" y="1140"/>
                  </a:lnTo>
                  <a:lnTo>
                    <a:pt x="717" y="1287"/>
                  </a:lnTo>
                  <a:lnTo>
                    <a:pt x="587" y="1466"/>
                  </a:lnTo>
                  <a:lnTo>
                    <a:pt x="457" y="1678"/>
                  </a:lnTo>
                  <a:lnTo>
                    <a:pt x="359" y="1873"/>
                  </a:lnTo>
                  <a:lnTo>
                    <a:pt x="261" y="2101"/>
                  </a:lnTo>
                  <a:lnTo>
                    <a:pt x="196" y="2329"/>
                  </a:lnTo>
                  <a:lnTo>
                    <a:pt x="131" y="2574"/>
                  </a:lnTo>
                  <a:lnTo>
                    <a:pt x="82" y="2834"/>
                  </a:lnTo>
                  <a:lnTo>
                    <a:pt x="33" y="3095"/>
                  </a:lnTo>
                  <a:lnTo>
                    <a:pt x="17" y="3372"/>
                  </a:lnTo>
                  <a:lnTo>
                    <a:pt x="1" y="3649"/>
                  </a:lnTo>
                  <a:lnTo>
                    <a:pt x="17" y="3942"/>
                  </a:lnTo>
                  <a:lnTo>
                    <a:pt x="33" y="4235"/>
                  </a:lnTo>
                  <a:lnTo>
                    <a:pt x="66" y="4545"/>
                  </a:lnTo>
                  <a:lnTo>
                    <a:pt x="115" y="4854"/>
                  </a:lnTo>
                  <a:lnTo>
                    <a:pt x="180" y="5180"/>
                  </a:lnTo>
                  <a:lnTo>
                    <a:pt x="245" y="5506"/>
                  </a:lnTo>
                  <a:lnTo>
                    <a:pt x="278" y="5603"/>
                  </a:lnTo>
                  <a:lnTo>
                    <a:pt x="326" y="5701"/>
                  </a:lnTo>
                  <a:lnTo>
                    <a:pt x="392" y="5799"/>
                  </a:lnTo>
                  <a:lnTo>
                    <a:pt x="457" y="5864"/>
                  </a:lnTo>
                  <a:lnTo>
                    <a:pt x="538" y="5929"/>
                  </a:lnTo>
                  <a:lnTo>
                    <a:pt x="636" y="5978"/>
                  </a:lnTo>
                  <a:lnTo>
                    <a:pt x="734" y="6011"/>
                  </a:lnTo>
                  <a:lnTo>
                    <a:pt x="848" y="6027"/>
                  </a:lnTo>
                  <a:lnTo>
                    <a:pt x="880" y="6027"/>
                  </a:lnTo>
                  <a:lnTo>
                    <a:pt x="1011" y="6011"/>
                  </a:lnTo>
                  <a:lnTo>
                    <a:pt x="1125" y="5978"/>
                  </a:lnTo>
                  <a:lnTo>
                    <a:pt x="1222" y="5929"/>
                  </a:lnTo>
                  <a:lnTo>
                    <a:pt x="1320" y="5848"/>
                  </a:lnTo>
                  <a:lnTo>
                    <a:pt x="1401" y="5766"/>
                  </a:lnTo>
                  <a:lnTo>
                    <a:pt x="1467" y="5669"/>
                  </a:lnTo>
                  <a:lnTo>
                    <a:pt x="1499" y="5555"/>
                  </a:lnTo>
                  <a:lnTo>
                    <a:pt x="1532" y="5424"/>
                  </a:lnTo>
                  <a:lnTo>
                    <a:pt x="1515" y="5294"/>
                  </a:lnTo>
                  <a:lnTo>
                    <a:pt x="1483" y="5164"/>
                  </a:lnTo>
                  <a:lnTo>
                    <a:pt x="1385" y="4675"/>
                  </a:lnTo>
                  <a:lnTo>
                    <a:pt x="1320" y="4203"/>
                  </a:lnTo>
                  <a:lnTo>
                    <a:pt x="1287" y="3763"/>
                  </a:lnTo>
                  <a:lnTo>
                    <a:pt x="1287" y="3551"/>
                  </a:lnTo>
                  <a:lnTo>
                    <a:pt x="1304" y="3356"/>
                  </a:lnTo>
                  <a:lnTo>
                    <a:pt x="1320" y="3160"/>
                  </a:lnTo>
                  <a:lnTo>
                    <a:pt x="1353" y="2981"/>
                  </a:lnTo>
                  <a:lnTo>
                    <a:pt x="1385" y="2802"/>
                  </a:lnTo>
                  <a:lnTo>
                    <a:pt x="1434" y="2639"/>
                  </a:lnTo>
                  <a:lnTo>
                    <a:pt x="1499" y="2476"/>
                  </a:lnTo>
                  <a:lnTo>
                    <a:pt x="1564" y="2329"/>
                  </a:lnTo>
                  <a:lnTo>
                    <a:pt x="1646" y="2199"/>
                  </a:lnTo>
                  <a:lnTo>
                    <a:pt x="1727" y="2069"/>
                  </a:lnTo>
                  <a:lnTo>
                    <a:pt x="1890" y="1890"/>
                  </a:lnTo>
                  <a:lnTo>
                    <a:pt x="2069" y="1743"/>
                  </a:lnTo>
                  <a:lnTo>
                    <a:pt x="2281" y="1596"/>
                  </a:lnTo>
                  <a:lnTo>
                    <a:pt x="2525" y="1499"/>
                  </a:lnTo>
                  <a:lnTo>
                    <a:pt x="2786" y="1401"/>
                  </a:lnTo>
                  <a:lnTo>
                    <a:pt x="3079" y="1336"/>
                  </a:lnTo>
                  <a:lnTo>
                    <a:pt x="3389" y="1303"/>
                  </a:lnTo>
                  <a:lnTo>
                    <a:pt x="3731" y="1287"/>
                  </a:lnTo>
                  <a:lnTo>
                    <a:pt x="3861" y="1271"/>
                  </a:lnTo>
                  <a:lnTo>
                    <a:pt x="3991" y="1238"/>
                  </a:lnTo>
                  <a:lnTo>
                    <a:pt x="4089" y="1173"/>
                  </a:lnTo>
                  <a:lnTo>
                    <a:pt x="4187" y="1092"/>
                  </a:lnTo>
                  <a:lnTo>
                    <a:pt x="4268" y="994"/>
                  </a:lnTo>
                  <a:lnTo>
                    <a:pt x="4317" y="880"/>
                  </a:lnTo>
                  <a:lnTo>
                    <a:pt x="4366" y="766"/>
                  </a:lnTo>
                  <a:lnTo>
                    <a:pt x="4366" y="635"/>
                  </a:lnTo>
                  <a:lnTo>
                    <a:pt x="4350" y="505"/>
                  </a:lnTo>
                  <a:lnTo>
                    <a:pt x="4317" y="391"/>
                  </a:lnTo>
                  <a:lnTo>
                    <a:pt x="4252" y="277"/>
                  </a:lnTo>
                  <a:lnTo>
                    <a:pt x="4170" y="196"/>
                  </a:lnTo>
                  <a:lnTo>
                    <a:pt x="4073" y="114"/>
                  </a:lnTo>
                  <a:lnTo>
                    <a:pt x="3975" y="49"/>
                  </a:lnTo>
                  <a:lnTo>
                    <a:pt x="3861" y="16"/>
                  </a:lnTo>
                  <a:lnTo>
                    <a:pt x="37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1"/>
            <p:cNvSpPr/>
            <p:nvPr/>
          </p:nvSpPr>
          <p:spPr>
            <a:xfrm>
              <a:off x="2048729" y="3084360"/>
              <a:ext cx="44171" cy="87121"/>
            </a:xfrm>
            <a:custGeom>
              <a:avLst/>
              <a:gdLst/>
              <a:ahLst/>
              <a:cxnLst/>
              <a:rect l="l" t="t" r="r" b="b"/>
              <a:pathLst>
                <a:path w="2932" h="5783" extrusionOk="0">
                  <a:moveTo>
                    <a:pt x="586" y="1"/>
                  </a:moveTo>
                  <a:lnTo>
                    <a:pt x="489" y="17"/>
                  </a:lnTo>
                  <a:lnTo>
                    <a:pt x="391" y="49"/>
                  </a:lnTo>
                  <a:lnTo>
                    <a:pt x="293" y="98"/>
                  </a:lnTo>
                  <a:lnTo>
                    <a:pt x="212" y="163"/>
                  </a:lnTo>
                  <a:lnTo>
                    <a:pt x="130" y="261"/>
                  </a:lnTo>
                  <a:lnTo>
                    <a:pt x="65" y="359"/>
                  </a:lnTo>
                  <a:lnTo>
                    <a:pt x="16" y="473"/>
                  </a:lnTo>
                  <a:lnTo>
                    <a:pt x="0" y="603"/>
                  </a:lnTo>
                  <a:lnTo>
                    <a:pt x="0" y="717"/>
                  </a:lnTo>
                  <a:lnTo>
                    <a:pt x="16" y="848"/>
                  </a:lnTo>
                  <a:lnTo>
                    <a:pt x="82" y="962"/>
                  </a:lnTo>
                  <a:lnTo>
                    <a:pt x="147" y="1059"/>
                  </a:lnTo>
                  <a:lnTo>
                    <a:pt x="212" y="1125"/>
                  </a:lnTo>
                  <a:lnTo>
                    <a:pt x="277" y="1173"/>
                  </a:lnTo>
                  <a:lnTo>
                    <a:pt x="391" y="1255"/>
                  </a:lnTo>
                  <a:lnTo>
                    <a:pt x="717" y="1434"/>
                  </a:lnTo>
                  <a:lnTo>
                    <a:pt x="977" y="1613"/>
                  </a:lnTo>
                  <a:lnTo>
                    <a:pt x="1173" y="1792"/>
                  </a:lnTo>
                  <a:lnTo>
                    <a:pt x="1336" y="1972"/>
                  </a:lnTo>
                  <a:lnTo>
                    <a:pt x="1466" y="2151"/>
                  </a:lnTo>
                  <a:lnTo>
                    <a:pt x="1547" y="2314"/>
                  </a:lnTo>
                  <a:lnTo>
                    <a:pt x="1596" y="2460"/>
                  </a:lnTo>
                  <a:lnTo>
                    <a:pt x="1629" y="2590"/>
                  </a:lnTo>
                  <a:lnTo>
                    <a:pt x="1645" y="2737"/>
                  </a:lnTo>
                  <a:lnTo>
                    <a:pt x="1645" y="2867"/>
                  </a:lnTo>
                  <a:lnTo>
                    <a:pt x="1613" y="3014"/>
                  </a:lnTo>
                  <a:lnTo>
                    <a:pt x="1580" y="3161"/>
                  </a:lnTo>
                  <a:lnTo>
                    <a:pt x="1547" y="3291"/>
                  </a:lnTo>
                  <a:lnTo>
                    <a:pt x="1482" y="3437"/>
                  </a:lnTo>
                  <a:lnTo>
                    <a:pt x="1336" y="3714"/>
                  </a:lnTo>
                  <a:lnTo>
                    <a:pt x="1173" y="3975"/>
                  </a:lnTo>
                  <a:lnTo>
                    <a:pt x="977" y="4219"/>
                  </a:lnTo>
                  <a:lnTo>
                    <a:pt x="766" y="4464"/>
                  </a:lnTo>
                  <a:lnTo>
                    <a:pt x="554" y="4675"/>
                  </a:lnTo>
                  <a:lnTo>
                    <a:pt x="472" y="4773"/>
                  </a:lnTo>
                  <a:lnTo>
                    <a:pt x="424" y="4887"/>
                  </a:lnTo>
                  <a:lnTo>
                    <a:pt x="375" y="5017"/>
                  </a:lnTo>
                  <a:lnTo>
                    <a:pt x="375" y="5131"/>
                  </a:lnTo>
                  <a:lnTo>
                    <a:pt x="375" y="5262"/>
                  </a:lnTo>
                  <a:lnTo>
                    <a:pt x="407" y="5376"/>
                  </a:lnTo>
                  <a:lnTo>
                    <a:pt x="472" y="5490"/>
                  </a:lnTo>
                  <a:lnTo>
                    <a:pt x="554" y="5588"/>
                  </a:lnTo>
                  <a:lnTo>
                    <a:pt x="652" y="5669"/>
                  </a:lnTo>
                  <a:lnTo>
                    <a:pt x="766" y="5734"/>
                  </a:lnTo>
                  <a:lnTo>
                    <a:pt x="880" y="5767"/>
                  </a:lnTo>
                  <a:lnTo>
                    <a:pt x="1010" y="5783"/>
                  </a:lnTo>
                  <a:lnTo>
                    <a:pt x="1124" y="5767"/>
                  </a:lnTo>
                  <a:lnTo>
                    <a:pt x="1254" y="5734"/>
                  </a:lnTo>
                  <a:lnTo>
                    <a:pt x="1368" y="5669"/>
                  </a:lnTo>
                  <a:lnTo>
                    <a:pt x="1466" y="5588"/>
                  </a:lnTo>
                  <a:lnTo>
                    <a:pt x="1661" y="5376"/>
                  </a:lnTo>
                  <a:lnTo>
                    <a:pt x="1857" y="5180"/>
                  </a:lnTo>
                  <a:lnTo>
                    <a:pt x="2020" y="4969"/>
                  </a:lnTo>
                  <a:lnTo>
                    <a:pt x="2183" y="4773"/>
                  </a:lnTo>
                  <a:lnTo>
                    <a:pt x="2313" y="4561"/>
                  </a:lnTo>
                  <a:lnTo>
                    <a:pt x="2443" y="4366"/>
                  </a:lnTo>
                  <a:lnTo>
                    <a:pt x="2557" y="4170"/>
                  </a:lnTo>
                  <a:lnTo>
                    <a:pt x="2655" y="3975"/>
                  </a:lnTo>
                  <a:lnTo>
                    <a:pt x="2737" y="3763"/>
                  </a:lnTo>
                  <a:lnTo>
                    <a:pt x="2802" y="3568"/>
                  </a:lnTo>
                  <a:lnTo>
                    <a:pt x="2867" y="3372"/>
                  </a:lnTo>
                  <a:lnTo>
                    <a:pt x="2899" y="3177"/>
                  </a:lnTo>
                  <a:lnTo>
                    <a:pt x="2916" y="2981"/>
                  </a:lnTo>
                  <a:lnTo>
                    <a:pt x="2932" y="2786"/>
                  </a:lnTo>
                  <a:lnTo>
                    <a:pt x="2932" y="2607"/>
                  </a:lnTo>
                  <a:lnTo>
                    <a:pt x="2899" y="2411"/>
                  </a:lnTo>
                  <a:lnTo>
                    <a:pt x="2851" y="2151"/>
                  </a:lnTo>
                  <a:lnTo>
                    <a:pt x="2753" y="1890"/>
                  </a:lnTo>
                  <a:lnTo>
                    <a:pt x="2704" y="1743"/>
                  </a:lnTo>
                  <a:lnTo>
                    <a:pt x="2622" y="1597"/>
                  </a:lnTo>
                  <a:lnTo>
                    <a:pt x="2541" y="1450"/>
                  </a:lnTo>
                  <a:lnTo>
                    <a:pt x="2427" y="1287"/>
                  </a:lnTo>
                  <a:lnTo>
                    <a:pt x="2313" y="1141"/>
                  </a:lnTo>
                  <a:lnTo>
                    <a:pt x="2183" y="994"/>
                  </a:lnTo>
                  <a:lnTo>
                    <a:pt x="2036" y="831"/>
                  </a:lnTo>
                  <a:lnTo>
                    <a:pt x="1857" y="685"/>
                  </a:lnTo>
                  <a:lnTo>
                    <a:pt x="1678" y="538"/>
                  </a:lnTo>
                  <a:lnTo>
                    <a:pt x="1466" y="392"/>
                  </a:lnTo>
                  <a:lnTo>
                    <a:pt x="1222" y="245"/>
                  </a:lnTo>
                  <a:lnTo>
                    <a:pt x="977" y="98"/>
                  </a:lnTo>
                  <a:lnTo>
                    <a:pt x="880" y="49"/>
                  </a:lnTo>
                  <a:lnTo>
                    <a:pt x="782" y="17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1"/>
            <p:cNvSpPr/>
            <p:nvPr/>
          </p:nvSpPr>
          <p:spPr>
            <a:xfrm>
              <a:off x="1902478" y="2526609"/>
              <a:ext cx="68470" cy="68470"/>
            </a:xfrm>
            <a:custGeom>
              <a:avLst/>
              <a:gdLst/>
              <a:ahLst/>
              <a:cxnLst/>
              <a:rect l="l" t="t" r="r" b="b"/>
              <a:pathLst>
                <a:path w="4545" h="4545" extrusionOk="0">
                  <a:moveTo>
                    <a:pt x="3714" y="0"/>
                  </a:moveTo>
                  <a:lnTo>
                    <a:pt x="3584" y="16"/>
                  </a:lnTo>
                  <a:lnTo>
                    <a:pt x="3470" y="65"/>
                  </a:lnTo>
                  <a:lnTo>
                    <a:pt x="3372" y="130"/>
                  </a:lnTo>
                  <a:lnTo>
                    <a:pt x="3274" y="212"/>
                  </a:lnTo>
                  <a:lnTo>
                    <a:pt x="3209" y="310"/>
                  </a:lnTo>
                  <a:lnTo>
                    <a:pt x="3160" y="424"/>
                  </a:lnTo>
                  <a:lnTo>
                    <a:pt x="3128" y="554"/>
                  </a:lnTo>
                  <a:lnTo>
                    <a:pt x="3111" y="635"/>
                  </a:lnTo>
                  <a:lnTo>
                    <a:pt x="3128" y="717"/>
                  </a:lnTo>
                  <a:lnTo>
                    <a:pt x="3144" y="863"/>
                  </a:lnTo>
                  <a:lnTo>
                    <a:pt x="3225" y="1222"/>
                  </a:lnTo>
                  <a:lnTo>
                    <a:pt x="3258" y="1531"/>
                  </a:lnTo>
                  <a:lnTo>
                    <a:pt x="3258" y="1808"/>
                  </a:lnTo>
                  <a:lnTo>
                    <a:pt x="3225" y="2052"/>
                  </a:lnTo>
                  <a:lnTo>
                    <a:pt x="3176" y="2248"/>
                  </a:lnTo>
                  <a:lnTo>
                    <a:pt x="3111" y="2427"/>
                  </a:lnTo>
                  <a:lnTo>
                    <a:pt x="3030" y="2574"/>
                  </a:lnTo>
                  <a:lnTo>
                    <a:pt x="2948" y="2688"/>
                  </a:lnTo>
                  <a:lnTo>
                    <a:pt x="2851" y="2785"/>
                  </a:lnTo>
                  <a:lnTo>
                    <a:pt x="2753" y="2867"/>
                  </a:lnTo>
                  <a:lnTo>
                    <a:pt x="2623" y="2948"/>
                  </a:lnTo>
                  <a:lnTo>
                    <a:pt x="2509" y="3013"/>
                  </a:lnTo>
                  <a:lnTo>
                    <a:pt x="2362" y="3079"/>
                  </a:lnTo>
                  <a:lnTo>
                    <a:pt x="2232" y="3127"/>
                  </a:lnTo>
                  <a:lnTo>
                    <a:pt x="1922" y="3193"/>
                  </a:lnTo>
                  <a:lnTo>
                    <a:pt x="1613" y="3242"/>
                  </a:lnTo>
                  <a:lnTo>
                    <a:pt x="1287" y="3258"/>
                  </a:lnTo>
                  <a:lnTo>
                    <a:pt x="978" y="3258"/>
                  </a:lnTo>
                  <a:lnTo>
                    <a:pt x="668" y="3242"/>
                  </a:lnTo>
                  <a:lnTo>
                    <a:pt x="538" y="3258"/>
                  </a:lnTo>
                  <a:lnTo>
                    <a:pt x="424" y="3274"/>
                  </a:lnTo>
                  <a:lnTo>
                    <a:pt x="310" y="3339"/>
                  </a:lnTo>
                  <a:lnTo>
                    <a:pt x="212" y="3404"/>
                  </a:lnTo>
                  <a:lnTo>
                    <a:pt x="131" y="3502"/>
                  </a:lnTo>
                  <a:lnTo>
                    <a:pt x="65" y="3600"/>
                  </a:lnTo>
                  <a:lnTo>
                    <a:pt x="17" y="3714"/>
                  </a:lnTo>
                  <a:lnTo>
                    <a:pt x="0" y="3844"/>
                  </a:lnTo>
                  <a:lnTo>
                    <a:pt x="0" y="3974"/>
                  </a:lnTo>
                  <a:lnTo>
                    <a:pt x="33" y="4105"/>
                  </a:lnTo>
                  <a:lnTo>
                    <a:pt x="82" y="4219"/>
                  </a:lnTo>
                  <a:lnTo>
                    <a:pt x="147" y="4317"/>
                  </a:lnTo>
                  <a:lnTo>
                    <a:pt x="245" y="4398"/>
                  </a:lnTo>
                  <a:lnTo>
                    <a:pt x="342" y="4463"/>
                  </a:lnTo>
                  <a:lnTo>
                    <a:pt x="456" y="4512"/>
                  </a:lnTo>
                  <a:lnTo>
                    <a:pt x="587" y="4528"/>
                  </a:lnTo>
                  <a:lnTo>
                    <a:pt x="864" y="4545"/>
                  </a:lnTo>
                  <a:lnTo>
                    <a:pt x="1124" y="4545"/>
                  </a:lnTo>
                  <a:lnTo>
                    <a:pt x="1580" y="4528"/>
                  </a:lnTo>
                  <a:lnTo>
                    <a:pt x="2020" y="4479"/>
                  </a:lnTo>
                  <a:lnTo>
                    <a:pt x="2411" y="4398"/>
                  </a:lnTo>
                  <a:lnTo>
                    <a:pt x="2606" y="4349"/>
                  </a:lnTo>
                  <a:lnTo>
                    <a:pt x="2786" y="4284"/>
                  </a:lnTo>
                  <a:lnTo>
                    <a:pt x="2965" y="4219"/>
                  </a:lnTo>
                  <a:lnTo>
                    <a:pt x="3128" y="4137"/>
                  </a:lnTo>
                  <a:lnTo>
                    <a:pt x="3274" y="4056"/>
                  </a:lnTo>
                  <a:lnTo>
                    <a:pt x="3421" y="3958"/>
                  </a:lnTo>
                  <a:lnTo>
                    <a:pt x="3567" y="3860"/>
                  </a:lnTo>
                  <a:lnTo>
                    <a:pt x="3698" y="3746"/>
                  </a:lnTo>
                  <a:lnTo>
                    <a:pt x="3812" y="3632"/>
                  </a:lnTo>
                  <a:lnTo>
                    <a:pt x="3926" y="3502"/>
                  </a:lnTo>
                  <a:lnTo>
                    <a:pt x="4089" y="3290"/>
                  </a:lnTo>
                  <a:lnTo>
                    <a:pt x="4235" y="3046"/>
                  </a:lnTo>
                  <a:lnTo>
                    <a:pt x="4300" y="2916"/>
                  </a:lnTo>
                  <a:lnTo>
                    <a:pt x="4366" y="2753"/>
                  </a:lnTo>
                  <a:lnTo>
                    <a:pt x="4414" y="2590"/>
                  </a:lnTo>
                  <a:lnTo>
                    <a:pt x="4463" y="2411"/>
                  </a:lnTo>
                  <a:lnTo>
                    <a:pt x="4496" y="2232"/>
                  </a:lnTo>
                  <a:lnTo>
                    <a:pt x="4528" y="2036"/>
                  </a:lnTo>
                  <a:lnTo>
                    <a:pt x="4528" y="1808"/>
                  </a:lnTo>
                  <a:lnTo>
                    <a:pt x="4545" y="1580"/>
                  </a:lnTo>
                  <a:lnTo>
                    <a:pt x="4528" y="1352"/>
                  </a:lnTo>
                  <a:lnTo>
                    <a:pt x="4496" y="1091"/>
                  </a:lnTo>
                  <a:lnTo>
                    <a:pt x="4447" y="815"/>
                  </a:lnTo>
                  <a:lnTo>
                    <a:pt x="4398" y="538"/>
                  </a:lnTo>
                  <a:lnTo>
                    <a:pt x="4366" y="440"/>
                  </a:lnTo>
                  <a:lnTo>
                    <a:pt x="4333" y="342"/>
                  </a:lnTo>
                  <a:lnTo>
                    <a:pt x="4268" y="261"/>
                  </a:lnTo>
                  <a:lnTo>
                    <a:pt x="4203" y="179"/>
                  </a:lnTo>
                  <a:lnTo>
                    <a:pt x="4137" y="114"/>
                  </a:lnTo>
                  <a:lnTo>
                    <a:pt x="4040" y="65"/>
                  </a:lnTo>
                  <a:lnTo>
                    <a:pt x="3942" y="33"/>
                  </a:lnTo>
                  <a:lnTo>
                    <a:pt x="38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1"/>
            <p:cNvSpPr/>
            <p:nvPr/>
          </p:nvSpPr>
          <p:spPr>
            <a:xfrm>
              <a:off x="1835725" y="3224962"/>
              <a:ext cx="88115" cy="88853"/>
            </a:xfrm>
            <a:custGeom>
              <a:avLst/>
              <a:gdLst/>
              <a:ahLst/>
              <a:cxnLst/>
              <a:rect l="l" t="t" r="r" b="b"/>
              <a:pathLst>
                <a:path w="5849" h="5898" extrusionOk="0">
                  <a:moveTo>
                    <a:pt x="603" y="1"/>
                  </a:moveTo>
                  <a:lnTo>
                    <a:pt x="473" y="17"/>
                  </a:lnTo>
                  <a:lnTo>
                    <a:pt x="359" y="66"/>
                  </a:lnTo>
                  <a:lnTo>
                    <a:pt x="245" y="131"/>
                  </a:lnTo>
                  <a:lnTo>
                    <a:pt x="164" y="213"/>
                  </a:lnTo>
                  <a:lnTo>
                    <a:pt x="82" y="310"/>
                  </a:lnTo>
                  <a:lnTo>
                    <a:pt x="33" y="424"/>
                  </a:lnTo>
                  <a:lnTo>
                    <a:pt x="1" y="538"/>
                  </a:lnTo>
                  <a:lnTo>
                    <a:pt x="1" y="669"/>
                  </a:lnTo>
                  <a:lnTo>
                    <a:pt x="17" y="864"/>
                  </a:lnTo>
                  <a:lnTo>
                    <a:pt x="50" y="1092"/>
                  </a:lnTo>
                  <a:lnTo>
                    <a:pt x="115" y="1369"/>
                  </a:lnTo>
                  <a:lnTo>
                    <a:pt x="213" y="1711"/>
                  </a:lnTo>
                  <a:lnTo>
                    <a:pt x="343" y="2086"/>
                  </a:lnTo>
                  <a:lnTo>
                    <a:pt x="506" y="2493"/>
                  </a:lnTo>
                  <a:lnTo>
                    <a:pt x="620" y="2721"/>
                  </a:lnTo>
                  <a:lnTo>
                    <a:pt x="734" y="2933"/>
                  </a:lnTo>
                  <a:lnTo>
                    <a:pt x="864" y="3161"/>
                  </a:lnTo>
                  <a:lnTo>
                    <a:pt x="1011" y="3373"/>
                  </a:lnTo>
                  <a:lnTo>
                    <a:pt x="1174" y="3601"/>
                  </a:lnTo>
                  <a:lnTo>
                    <a:pt x="1353" y="3829"/>
                  </a:lnTo>
                  <a:lnTo>
                    <a:pt x="1548" y="4040"/>
                  </a:lnTo>
                  <a:lnTo>
                    <a:pt x="1760" y="4252"/>
                  </a:lnTo>
                  <a:lnTo>
                    <a:pt x="2004" y="4464"/>
                  </a:lnTo>
                  <a:lnTo>
                    <a:pt x="2249" y="4659"/>
                  </a:lnTo>
                  <a:lnTo>
                    <a:pt x="2525" y="4855"/>
                  </a:lnTo>
                  <a:lnTo>
                    <a:pt x="2819" y="5050"/>
                  </a:lnTo>
                  <a:lnTo>
                    <a:pt x="3144" y="5229"/>
                  </a:lnTo>
                  <a:lnTo>
                    <a:pt x="3470" y="5392"/>
                  </a:lnTo>
                  <a:lnTo>
                    <a:pt x="3845" y="5539"/>
                  </a:lnTo>
                  <a:lnTo>
                    <a:pt x="4219" y="5669"/>
                  </a:lnTo>
                  <a:lnTo>
                    <a:pt x="4643" y="5783"/>
                  </a:lnTo>
                  <a:lnTo>
                    <a:pt x="5083" y="5881"/>
                  </a:lnTo>
                  <a:lnTo>
                    <a:pt x="5197" y="5897"/>
                  </a:lnTo>
                  <a:lnTo>
                    <a:pt x="5311" y="5881"/>
                  </a:lnTo>
                  <a:lnTo>
                    <a:pt x="5425" y="5848"/>
                  </a:lnTo>
                  <a:lnTo>
                    <a:pt x="5523" y="5816"/>
                  </a:lnTo>
                  <a:lnTo>
                    <a:pt x="5604" y="5751"/>
                  </a:lnTo>
                  <a:lnTo>
                    <a:pt x="5685" y="5686"/>
                  </a:lnTo>
                  <a:lnTo>
                    <a:pt x="5751" y="5588"/>
                  </a:lnTo>
                  <a:lnTo>
                    <a:pt x="5799" y="5490"/>
                  </a:lnTo>
                  <a:lnTo>
                    <a:pt x="5832" y="5376"/>
                  </a:lnTo>
                  <a:lnTo>
                    <a:pt x="5848" y="5262"/>
                  </a:lnTo>
                  <a:lnTo>
                    <a:pt x="5832" y="5132"/>
                  </a:lnTo>
                  <a:lnTo>
                    <a:pt x="5799" y="5018"/>
                  </a:lnTo>
                  <a:lnTo>
                    <a:pt x="5734" y="4904"/>
                  </a:lnTo>
                  <a:lnTo>
                    <a:pt x="5669" y="4806"/>
                  </a:lnTo>
                  <a:lnTo>
                    <a:pt x="5571" y="4724"/>
                  </a:lnTo>
                  <a:lnTo>
                    <a:pt x="5457" y="4676"/>
                  </a:lnTo>
                  <a:lnTo>
                    <a:pt x="5327" y="4627"/>
                  </a:lnTo>
                  <a:lnTo>
                    <a:pt x="4985" y="4545"/>
                  </a:lnTo>
                  <a:lnTo>
                    <a:pt x="4659" y="4464"/>
                  </a:lnTo>
                  <a:lnTo>
                    <a:pt x="4350" y="4350"/>
                  </a:lnTo>
                  <a:lnTo>
                    <a:pt x="4057" y="4236"/>
                  </a:lnTo>
                  <a:lnTo>
                    <a:pt x="3796" y="4122"/>
                  </a:lnTo>
                  <a:lnTo>
                    <a:pt x="3535" y="3992"/>
                  </a:lnTo>
                  <a:lnTo>
                    <a:pt x="3307" y="3845"/>
                  </a:lnTo>
                  <a:lnTo>
                    <a:pt x="3096" y="3698"/>
                  </a:lnTo>
                  <a:lnTo>
                    <a:pt x="2884" y="3535"/>
                  </a:lnTo>
                  <a:lnTo>
                    <a:pt x="2705" y="3389"/>
                  </a:lnTo>
                  <a:lnTo>
                    <a:pt x="2525" y="3226"/>
                  </a:lnTo>
                  <a:lnTo>
                    <a:pt x="2379" y="3063"/>
                  </a:lnTo>
                  <a:lnTo>
                    <a:pt x="2232" y="2884"/>
                  </a:lnTo>
                  <a:lnTo>
                    <a:pt x="2102" y="2721"/>
                  </a:lnTo>
                  <a:lnTo>
                    <a:pt x="1874" y="2379"/>
                  </a:lnTo>
                  <a:lnTo>
                    <a:pt x="1695" y="2053"/>
                  </a:lnTo>
                  <a:lnTo>
                    <a:pt x="1564" y="1744"/>
                  </a:lnTo>
                  <a:lnTo>
                    <a:pt x="1450" y="1451"/>
                  </a:lnTo>
                  <a:lnTo>
                    <a:pt x="1385" y="1190"/>
                  </a:lnTo>
                  <a:lnTo>
                    <a:pt x="1336" y="962"/>
                  </a:lnTo>
                  <a:lnTo>
                    <a:pt x="1304" y="783"/>
                  </a:lnTo>
                  <a:lnTo>
                    <a:pt x="1271" y="604"/>
                  </a:lnTo>
                  <a:lnTo>
                    <a:pt x="1255" y="473"/>
                  </a:lnTo>
                  <a:lnTo>
                    <a:pt x="1222" y="359"/>
                  </a:lnTo>
                  <a:lnTo>
                    <a:pt x="1157" y="261"/>
                  </a:lnTo>
                  <a:lnTo>
                    <a:pt x="1060" y="164"/>
                  </a:lnTo>
                  <a:lnTo>
                    <a:pt x="962" y="99"/>
                  </a:lnTo>
                  <a:lnTo>
                    <a:pt x="848" y="50"/>
                  </a:lnTo>
                  <a:lnTo>
                    <a:pt x="734" y="17"/>
                  </a:lnTo>
                  <a:lnTo>
                    <a:pt x="6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1"/>
            <p:cNvSpPr/>
            <p:nvPr/>
          </p:nvSpPr>
          <p:spPr>
            <a:xfrm>
              <a:off x="3070498" y="2997495"/>
              <a:ext cx="269196" cy="478510"/>
            </a:xfrm>
            <a:custGeom>
              <a:avLst/>
              <a:gdLst/>
              <a:ahLst/>
              <a:cxnLst/>
              <a:rect l="l" t="t" r="r" b="b"/>
              <a:pathLst>
                <a:path w="17869" h="31763" extrusionOk="0">
                  <a:moveTo>
                    <a:pt x="1" y="1"/>
                  </a:moveTo>
                  <a:lnTo>
                    <a:pt x="1" y="31763"/>
                  </a:lnTo>
                  <a:lnTo>
                    <a:pt x="17869" y="31763"/>
                  </a:lnTo>
                  <a:lnTo>
                    <a:pt x="17869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1"/>
            <p:cNvSpPr/>
            <p:nvPr/>
          </p:nvSpPr>
          <p:spPr>
            <a:xfrm>
              <a:off x="3339679" y="2997495"/>
              <a:ext cx="274364" cy="478510"/>
            </a:xfrm>
            <a:custGeom>
              <a:avLst/>
              <a:gdLst/>
              <a:ahLst/>
              <a:cxnLst/>
              <a:rect l="l" t="t" r="r" b="b"/>
              <a:pathLst>
                <a:path w="18212" h="31763" extrusionOk="0">
                  <a:moveTo>
                    <a:pt x="1" y="1"/>
                  </a:moveTo>
                  <a:lnTo>
                    <a:pt x="1" y="31763"/>
                  </a:lnTo>
                  <a:lnTo>
                    <a:pt x="18211" y="31763"/>
                  </a:lnTo>
                  <a:lnTo>
                    <a:pt x="18211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1"/>
            <p:cNvSpPr/>
            <p:nvPr/>
          </p:nvSpPr>
          <p:spPr>
            <a:xfrm>
              <a:off x="3070498" y="3310365"/>
              <a:ext cx="269196" cy="450052"/>
            </a:xfrm>
            <a:custGeom>
              <a:avLst/>
              <a:gdLst/>
              <a:ahLst/>
              <a:cxnLst/>
              <a:rect l="l" t="t" r="r" b="b"/>
              <a:pathLst>
                <a:path w="17869" h="29874" extrusionOk="0">
                  <a:moveTo>
                    <a:pt x="1" y="0"/>
                  </a:moveTo>
                  <a:lnTo>
                    <a:pt x="1" y="29873"/>
                  </a:lnTo>
                  <a:lnTo>
                    <a:pt x="17869" y="29873"/>
                  </a:lnTo>
                  <a:lnTo>
                    <a:pt x="17869" y="0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1"/>
            <p:cNvSpPr/>
            <p:nvPr/>
          </p:nvSpPr>
          <p:spPr>
            <a:xfrm>
              <a:off x="3339679" y="3310365"/>
              <a:ext cx="274364" cy="450052"/>
            </a:xfrm>
            <a:custGeom>
              <a:avLst/>
              <a:gdLst/>
              <a:ahLst/>
              <a:cxnLst/>
              <a:rect l="l" t="t" r="r" b="b"/>
              <a:pathLst>
                <a:path w="18212" h="29874" extrusionOk="0">
                  <a:moveTo>
                    <a:pt x="1" y="0"/>
                  </a:moveTo>
                  <a:lnTo>
                    <a:pt x="1" y="29873"/>
                  </a:lnTo>
                  <a:lnTo>
                    <a:pt x="18211" y="29873"/>
                  </a:lnTo>
                  <a:lnTo>
                    <a:pt x="18211" y="0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1"/>
            <p:cNvSpPr/>
            <p:nvPr/>
          </p:nvSpPr>
          <p:spPr>
            <a:xfrm>
              <a:off x="2891119" y="2076316"/>
              <a:ext cx="902303" cy="1203136"/>
            </a:xfrm>
            <a:custGeom>
              <a:avLst/>
              <a:gdLst/>
              <a:ahLst/>
              <a:cxnLst/>
              <a:rect l="l" t="t" r="r" b="b"/>
              <a:pathLst>
                <a:path w="59894" h="79863" extrusionOk="0">
                  <a:moveTo>
                    <a:pt x="29776" y="1"/>
                  </a:moveTo>
                  <a:lnTo>
                    <a:pt x="28489" y="34"/>
                  </a:lnTo>
                  <a:lnTo>
                    <a:pt x="27235" y="82"/>
                  </a:lnTo>
                  <a:lnTo>
                    <a:pt x="26013" y="164"/>
                  </a:lnTo>
                  <a:lnTo>
                    <a:pt x="24824" y="278"/>
                  </a:lnTo>
                  <a:lnTo>
                    <a:pt x="23684" y="424"/>
                  </a:lnTo>
                  <a:lnTo>
                    <a:pt x="22577" y="604"/>
                  </a:lnTo>
                  <a:lnTo>
                    <a:pt x="21502" y="815"/>
                  </a:lnTo>
                  <a:lnTo>
                    <a:pt x="20459" y="1060"/>
                  </a:lnTo>
                  <a:lnTo>
                    <a:pt x="19449" y="1320"/>
                  </a:lnTo>
                  <a:lnTo>
                    <a:pt x="18472" y="1613"/>
                  </a:lnTo>
                  <a:lnTo>
                    <a:pt x="17527" y="1939"/>
                  </a:lnTo>
                  <a:lnTo>
                    <a:pt x="16631" y="2281"/>
                  </a:lnTo>
                  <a:lnTo>
                    <a:pt x="15752" y="2656"/>
                  </a:lnTo>
                  <a:lnTo>
                    <a:pt x="14905" y="3047"/>
                  </a:lnTo>
                  <a:lnTo>
                    <a:pt x="14090" y="3470"/>
                  </a:lnTo>
                  <a:lnTo>
                    <a:pt x="13308" y="3926"/>
                  </a:lnTo>
                  <a:lnTo>
                    <a:pt x="12543" y="4399"/>
                  </a:lnTo>
                  <a:lnTo>
                    <a:pt x="11826" y="4904"/>
                  </a:lnTo>
                  <a:lnTo>
                    <a:pt x="11126" y="5409"/>
                  </a:lnTo>
                  <a:lnTo>
                    <a:pt x="10458" y="5962"/>
                  </a:lnTo>
                  <a:lnTo>
                    <a:pt x="9807" y="6516"/>
                  </a:lnTo>
                  <a:lnTo>
                    <a:pt x="9204" y="7103"/>
                  </a:lnTo>
                  <a:lnTo>
                    <a:pt x="8601" y="7705"/>
                  </a:lnTo>
                  <a:lnTo>
                    <a:pt x="8047" y="8341"/>
                  </a:lnTo>
                  <a:lnTo>
                    <a:pt x="7510" y="8976"/>
                  </a:lnTo>
                  <a:lnTo>
                    <a:pt x="6989" y="9644"/>
                  </a:lnTo>
                  <a:lnTo>
                    <a:pt x="6500" y="10328"/>
                  </a:lnTo>
                  <a:lnTo>
                    <a:pt x="6028" y="11028"/>
                  </a:lnTo>
                  <a:lnTo>
                    <a:pt x="5588" y="11745"/>
                  </a:lnTo>
                  <a:lnTo>
                    <a:pt x="5164" y="12478"/>
                  </a:lnTo>
                  <a:lnTo>
                    <a:pt x="4757" y="13227"/>
                  </a:lnTo>
                  <a:lnTo>
                    <a:pt x="4382" y="13976"/>
                  </a:lnTo>
                  <a:lnTo>
                    <a:pt x="4024" y="14758"/>
                  </a:lnTo>
                  <a:lnTo>
                    <a:pt x="3682" y="15556"/>
                  </a:lnTo>
                  <a:lnTo>
                    <a:pt x="3373" y="16354"/>
                  </a:lnTo>
                  <a:lnTo>
                    <a:pt x="3063" y="17185"/>
                  </a:lnTo>
                  <a:lnTo>
                    <a:pt x="2786" y="18016"/>
                  </a:lnTo>
                  <a:lnTo>
                    <a:pt x="2509" y="18863"/>
                  </a:lnTo>
                  <a:lnTo>
                    <a:pt x="2265" y="19710"/>
                  </a:lnTo>
                  <a:lnTo>
                    <a:pt x="2037" y="20573"/>
                  </a:lnTo>
                  <a:lnTo>
                    <a:pt x="1825" y="21453"/>
                  </a:lnTo>
                  <a:lnTo>
                    <a:pt x="1630" y="22332"/>
                  </a:lnTo>
                  <a:lnTo>
                    <a:pt x="1434" y="23228"/>
                  </a:lnTo>
                  <a:lnTo>
                    <a:pt x="1271" y="24140"/>
                  </a:lnTo>
                  <a:lnTo>
                    <a:pt x="1109" y="25052"/>
                  </a:lnTo>
                  <a:lnTo>
                    <a:pt x="962" y="25965"/>
                  </a:lnTo>
                  <a:lnTo>
                    <a:pt x="832" y="26893"/>
                  </a:lnTo>
                  <a:lnTo>
                    <a:pt x="718" y="27822"/>
                  </a:lnTo>
                  <a:lnTo>
                    <a:pt x="604" y="28750"/>
                  </a:lnTo>
                  <a:lnTo>
                    <a:pt x="522" y="29695"/>
                  </a:lnTo>
                  <a:lnTo>
                    <a:pt x="424" y="30639"/>
                  </a:lnTo>
                  <a:lnTo>
                    <a:pt x="359" y="31600"/>
                  </a:lnTo>
                  <a:lnTo>
                    <a:pt x="229" y="33506"/>
                  </a:lnTo>
                  <a:lnTo>
                    <a:pt x="131" y="35412"/>
                  </a:lnTo>
                  <a:lnTo>
                    <a:pt x="82" y="37334"/>
                  </a:lnTo>
                  <a:lnTo>
                    <a:pt x="34" y="39256"/>
                  </a:lnTo>
                  <a:lnTo>
                    <a:pt x="17" y="41178"/>
                  </a:lnTo>
                  <a:lnTo>
                    <a:pt x="1" y="43084"/>
                  </a:lnTo>
                  <a:lnTo>
                    <a:pt x="17" y="44028"/>
                  </a:lnTo>
                  <a:lnTo>
                    <a:pt x="50" y="44973"/>
                  </a:lnTo>
                  <a:lnTo>
                    <a:pt x="99" y="45902"/>
                  </a:lnTo>
                  <a:lnTo>
                    <a:pt x="164" y="46830"/>
                  </a:lnTo>
                  <a:lnTo>
                    <a:pt x="245" y="47742"/>
                  </a:lnTo>
                  <a:lnTo>
                    <a:pt x="343" y="48654"/>
                  </a:lnTo>
                  <a:lnTo>
                    <a:pt x="473" y="49566"/>
                  </a:lnTo>
                  <a:lnTo>
                    <a:pt x="620" y="50462"/>
                  </a:lnTo>
                  <a:lnTo>
                    <a:pt x="766" y="51358"/>
                  </a:lnTo>
                  <a:lnTo>
                    <a:pt x="946" y="52238"/>
                  </a:lnTo>
                  <a:lnTo>
                    <a:pt x="1141" y="53117"/>
                  </a:lnTo>
                  <a:lnTo>
                    <a:pt x="1337" y="53981"/>
                  </a:lnTo>
                  <a:lnTo>
                    <a:pt x="1565" y="54844"/>
                  </a:lnTo>
                  <a:lnTo>
                    <a:pt x="1809" y="55691"/>
                  </a:lnTo>
                  <a:lnTo>
                    <a:pt x="2070" y="56522"/>
                  </a:lnTo>
                  <a:lnTo>
                    <a:pt x="2346" y="57352"/>
                  </a:lnTo>
                  <a:lnTo>
                    <a:pt x="2640" y="58167"/>
                  </a:lnTo>
                  <a:lnTo>
                    <a:pt x="2933" y="58981"/>
                  </a:lnTo>
                  <a:lnTo>
                    <a:pt x="3259" y="59763"/>
                  </a:lnTo>
                  <a:lnTo>
                    <a:pt x="3601" y="60561"/>
                  </a:lnTo>
                  <a:lnTo>
                    <a:pt x="3943" y="61327"/>
                  </a:lnTo>
                  <a:lnTo>
                    <a:pt x="4317" y="62092"/>
                  </a:lnTo>
                  <a:lnTo>
                    <a:pt x="4692" y="62842"/>
                  </a:lnTo>
                  <a:lnTo>
                    <a:pt x="5083" y="63574"/>
                  </a:lnTo>
                  <a:lnTo>
                    <a:pt x="5490" y="64307"/>
                  </a:lnTo>
                  <a:lnTo>
                    <a:pt x="5914" y="65024"/>
                  </a:lnTo>
                  <a:lnTo>
                    <a:pt x="6353" y="65725"/>
                  </a:lnTo>
                  <a:lnTo>
                    <a:pt x="6793" y="66409"/>
                  </a:lnTo>
                  <a:lnTo>
                    <a:pt x="7266" y="67076"/>
                  </a:lnTo>
                  <a:lnTo>
                    <a:pt x="7738" y="67744"/>
                  </a:lnTo>
                  <a:lnTo>
                    <a:pt x="8227" y="68380"/>
                  </a:lnTo>
                  <a:lnTo>
                    <a:pt x="8715" y="69015"/>
                  </a:lnTo>
                  <a:lnTo>
                    <a:pt x="9236" y="69634"/>
                  </a:lnTo>
                  <a:lnTo>
                    <a:pt x="9758" y="70236"/>
                  </a:lnTo>
                  <a:lnTo>
                    <a:pt x="10295" y="70823"/>
                  </a:lnTo>
                  <a:lnTo>
                    <a:pt x="10833" y="71393"/>
                  </a:lnTo>
                  <a:lnTo>
                    <a:pt x="11386" y="71947"/>
                  </a:lnTo>
                  <a:lnTo>
                    <a:pt x="11957" y="72484"/>
                  </a:lnTo>
                  <a:lnTo>
                    <a:pt x="12543" y="73005"/>
                  </a:lnTo>
                  <a:lnTo>
                    <a:pt x="13129" y="73510"/>
                  </a:lnTo>
                  <a:lnTo>
                    <a:pt x="13732" y="73983"/>
                  </a:lnTo>
                  <a:lnTo>
                    <a:pt x="14335" y="74455"/>
                  </a:lnTo>
                  <a:lnTo>
                    <a:pt x="14954" y="74911"/>
                  </a:lnTo>
                  <a:lnTo>
                    <a:pt x="15573" y="75351"/>
                  </a:lnTo>
                  <a:lnTo>
                    <a:pt x="16224" y="75758"/>
                  </a:lnTo>
                  <a:lnTo>
                    <a:pt x="16859" y="76165"/>
                  </a:lnTo>
                  <a:lnTo>
                    <a:pt x="17527" y="76540"/>
                  </a:lnTo>
                  <a:lnTo>
                    <a:pt x="18179" y="76898"/>
                  </a:lnTo>
                  <a:lnTo>
                    <a:pt x="18863" y="77240"/>
                  </a:lnTo>
                  <a:lnTo>
                    <a:pt x="19531" y="77566"/>
                  </a:lnTo>
                  <a:lnTo>
                    <a:pt x="20231" y="77859"/>
                  </a:lnTo>
                  <a:lnTo>
                    <a:pt x="20915" y="78153"/>
                  </a:lnTo>
                  <a:lnTo>
                    <a:pt x="21616" y="78413"/>
                  </a:lnTo>
                  <a:lnTo>
                    <a:pt x="22332" y="78641"/>
                  </a:lnTo>
                  <a:lnTo>
                    <a:pt x="23049" y="78869"/>
                  </a:lnTo>
                  <a:lnTo>
                    <a:pt x="23782" y="79065"/>
                  </a:lnTo>
                  <a:lnTo>
                    <a:pt x="24499" y="79244"/>
                  </a:lnTo>
                  <a:lnTo>
                    <a:pt x="25248" y="79391"/>
                  </a:lnTo>
                  <a:lnTo>
                    <a:pt x="25981" y="79537"/>
                  </a:lnTo>
                  <a:lnTo>
                    <a:pt x="26730" y="79635"/>
                  </a:lnTo>
                  <a:lnTo>
                    <a:pt x="27496" y="79733"/>
                  </a:lnTo>
                  <a:lnTo>
                    <a:pt x="28245" y="79798"/>
                  </a:lnTo>
                  <a:lnTo>
                    <a:pt x="29010" y="79830"/>
                  </a:lnTo>
                  <a:lnTo>
                    <a:pt x="29776" y="79847"/>
                  </a:lnTo>
                  <a:lnTo>
                    <a:pt x="29955" y="79863"/>
                  </a:lnTo>
                  <a:lnTo>
                    <a:pt x="30721" y="79847"/>
                  </a:lnTo>
                  <a:lnTo>
                    <a:pt x="31486" y="79814"/>
                  </a:lnTo>
                  <a:lnTo>
                    <a:pt x="32252" y="79749"/>
                  </a:lnTo>
                  <a:lnTo>
                    <a:pt x="33017" y="79667"/>
                  </a:lnTo>
                  <a:lnTo>
                    <a:pt x="33767" y="79553"/>
                  </a:lnTo>
                  <a:lnTo>
                    <a:pt x="34516" y="79439"/>
                  </a:lnTo>
                  <a:lnTo>
                    <a:pt x="35249" y="79276"/>
                  </a:lnTo>
                  <a:lnTo>
                    <a:pt x="35982" y="79114"/>
                  </a:lnTo>
                  <a:lnTo>
                    <a:pt x="36715" y="78918"/>
                  </a:lnTo>
                  <a:lnTo>
                    <a:pt x="37432" y="78690"/>
                  </a:lnTo>
                  <a:lnTo>
                    <a:pt x="38148" y="78462"/>
                  </a:lnTo>
                  <a:lnTo>
                    <a:pt x="38849" y="78201"/>
                  </a:lnTo>
                  <a:lnTo>
                    <a:pt x="39549" y="77925"/>
                  </a:lnTo>
                  <a:lnTo>
                    <a:pt x="40249" y="77631"/>
                  </a:lnTo>
                  <a:lnTo>
                    <a:pt x="40934" y="77306"/>
                  </a:lnTo>
                  <a:lnTo>
                    <a:pt x="41601" y="76964"/>
                  </a:lnTo>
                  <a:lnTo>
                    <a:pt x="42269" y="76605"/>
                  </a:lnTo>
                  <a:lnTo>
                    <a:pt x="42937" y="76231"/>
                  </a:lnTo>
                  <a:lnTo>
                    <a:pt x="43572" y="75840"/>
                  </a:lnTo>
                  <a:lnTo>
                    <a:pt x="44224" y="75416"/>
                  </a:lnTo>
                  <a:lnTo>
                    <a:pt x="44859" y="74976"/>
                  </a:lnTo>
                  <a:lnTo>
                    <a:pt x="45478" y="74537"/>
                  </a:lnTo>
                  <a:lnTo>
                    <a:pt x="46081" y="74064"/>
                  </a:lnTo>
                  <a:lnTo>
                    <a:pt x="46683" y="73576"/>
                  </a:lnTo>
                  <a:lnTo>
                    <a:pt x="47286" y="73071"/>
                  </a:lnTo>
                  <a:lnTo>
                    <a:pt x="47856" y="72549"/>
                  </a:lnTo>
                  <a:lnTo>
                    <a:pt x="48442" y="72012"/>
                  </a:lnTo>
                  <a:lnTo>
                    <a:pt x="48996" y="71458"/>
                  </a:lnTo>
                  <a:lnTo>
                    <a:pt x="49550" y="70888"/>
                  </a:lnTo>
                  <a:lnTo>
                    <a:pt x="50088" y="70302"/>
                  </a:lnTo>
                  <a:lnTo>
                    <a:pt x="50609" y="69699"/>
                  </a:lnTo>
                  <a:lnTo>
                    <a:pt x="51114" y="69080"/>
                  </a:lnTo>
                  <a:lnTo>
                    <a:pt x="51619" y="68461"/>
                  </a:lnTo>
                  <a:lnTo>
                    <a:pt x="52107" y="67809"/>
                  </a:lnTo>
                  <a:lnTo>
                    <a:pt x="52596" y="67142"/>
                  </a:lnTo>
                  <a:lnTo>
                    <a:pt x="53052" y="66474"/>
                  </a:lnTo>
                  <a:lnTo>
                    <a:pt x="53508" y="65790"/>
                  </a:lnTo>
                  <a:lnTo>
                    <a:pt x="53948" y="65089"/>
                  </a:lnTo>
                  <a:lnTo>
                    <a:pt x="54371" y="64373"/>
                  </a:lnTo>
                  <a:lnTo>
                    <a:pt x="54779" y="63640"/>
                  </a:lnTo>
                  <a:lnTo>
                    <a:pt x="55170" y="62907"/>
                  </a:lnTo>
                  <a:lnTo>
                    <a:pt x="55560" y="62157"/>
                  </a:lnTo>
                  <a:lnTo>
                    <a:pt x="55919" y="61392"/>
                  </a:lnTo>
                  <a:lnTo>
                    <a:pt x="56277" y="60610"/>
                  </a:lnTo>
                  <a:lnTo>
                    <a:pt x="56619" y="59828"/>
                  </a:lnTo>
                  <a:lnTo>
                    <a:pt x="56945" y="59030"/>
                  </a:lnTo>
                  <a:lnTo>
                    <a:pt x="57254" y="58216"/>
                  </a:lnTo>
                  <a:lnTo>
                    <a:pt x="57548" y="57401"/>
                  </a:lnTo>
                  <a:lnTo>
                    <a:pt x="57825" y="56570"/>
                  </a:lnTo>
                  <a:lnTo>
                    <a:pt x="58085" y="55723"/>
                  </a:lnTo>
                  <a:lnTo>
                    <a:pt x="58329" y="54876"/>
                  </a:lnTo>
                  <a:lnTo>
                    <a:pt x="58541" y="54013"/>
                  </a:lnTo>
                  <a:lnTo>
                    <a:pt x="58753" y="53150"/>
                  </a:lnTo>
                  <a:lnTo>
                    <a:pt x="58948" y="52270"/>
                  </a:lnTo>
                  <a:lnTo>
                    <a:pt x="59128" y="51391"/>
                  </a:lnTo>
                  <a:lnTo>
                    <a:pt x="59290" y="50495"/>
                  </a:lnTo>
                  <a:lnTo>
                    <a:pt x="59421" y="49583"/>
                  </a:lnTo>
                  <a:lnTo>
                    <a:pt x="59551" y="48687"/>
                  </a:lnTo>
                  <a:lnTo>
                    <a:pt x="59649" y="47758"/>
                  </a:lnTo>
                  <a:lnTo>
                    <a:pt x="59747" y="46846"/>
                  </a:lnTo>
                  <a:lnTo>
                    <a:pt x="59812" y="45902"/>
                  </a:lnTo>
                  <a:lnTo>
                    <a:pt x="59861" y="44973"/>
                  </a:lnTo>
                  <a:lnTo>
                    <a:pt x="59893" y="44028"/>
                  </a:lnTo>
                  <a:lnTo>
                    <a:pt x="59893" y="43084"/>
                  </a:lnTo>
                  <a:lnTo>
                    <a:pt x="59893" y="39256"/>
                  </a:lnTo>
                  <a:lnTo>
                    <a:pt x="59877" y="37334"/>
                  </a:lnTo>
                  <a:lnTo>
                    <a:pt x="59844" y="35396"/>
                  </a:lnTo>
                  <a:lnTo>
                    <a:pt x="59779" y="33474"/>
                  </a:lnTo>
                  <a:lnTo>
                    <a:pt x="59698" y="31568"/>
                  </a:lnTo>
                  <a:lnTo>
                    <a:pt x="59584" y="29662"/>
                  </a:lnTo>
                  <a:lnTo>
                    <a:pt x="59518" y="28717"/>
                  </a:lnTo>
                  <a:lnTo>
                    <a:pt x="59421" y="27789"/>
                  </a:lnTo>
                  <a:lnTo>
                    <a:pt x="59339" y="26860"/>
                  </a:lnTo>
                  <a:lnTo>
                    <a:pt x="59225" y="25932"/>
                  </a:lnTo>
                  <a:lnTo>
                    <a:pt x="59111" y="25004"/>
                  </a:lnTo>
                  <a:lnTo>
                    <a:pt x="58981" y="24091"/>
                  </a:lnTo>
                  <a:lnTo>
                    <a:pt x="58834" y="23196"/>
                  </a:lnTo>
                  <a:lnTo>
                    <a:pt x="58688" y="22300"/>
                  </a:lnTo>
                  <a:lnTo>
                    <a:pt x="58509" y="21404"/>
                  </a:lnTo>
                  <a:lnTo>
                    <a:pt x="58313" y="20524"/>
                  </a:lnTo>
                  <a:lnTo>
                    <a:pt x="58118" y="19661"/>
                  </a:lnTo>
                  <a:lnTo>
                    <a:pt x="57890" y="18798"/>
                  </a:lnTo>
                  <a:lnTo>
                    <a:pt x="57645" y="17967"/>
                  </a:lnTo>
                  <a:lnTo>
                    <a:pt x="57385" y="17120"/>
                  </a:lnTo>
                  <a:lnTo>
                    <a:pt x="57108" y="16306"/>
                  </a:lnTo>
                  <a:lnTo>
                    <a:pt x="56815" y="15491"/>
                  </a:lnTo>
                  <a:lnTo>
                    <a:pt x="56489" y="14709"/>
                  </a:lnTo>
                  <a:lnTo>
                    <a:pt x="56147" y="13928"/>
                  </a:lnTo>
                  <a:lnTo>
                    <a:pt x="55788" y="13162"/>
                  </a:lnTo>
                  <a:lnTo>
                    <a:pt x="55414" y="12413"/>
                  </a:lnTo>
                  <a:lnTo>
                    <a:pt x="55007" y="11680"/>
                  </a:lnTo>
                  <a:lnTo>
                    <a:pt x="54567" y="10963"/>
                  </a:lnTo>
                  <a:lnTo>
                    <a:pt x="54111" y="10263"/>
                  </a:lnTo>
                  <a:lnTo>
                    <a:pt x="53622" y="9579"/>
                  </a:lnTo>
                  <a:lnTo>
                    <a:pt x="53117" y="8927"/>
                  </a:lnTo>
                  <a:lnTo>
                    <a:pt x="52580" y="8275"/>
                  </a:lnTo>
                  <a:lnTo>
                    <a:pt x="52026" y="7656"/>
                  </a:lnTo>
                  <a:lnTo>
                    <a:pt x="51439" y="7054"/>
                  </a:lnTo>
                  <a:lnTo>
                    <a:pt x="50821" y="6467"/>
                  </a:lnTo>
                  <a:lnTo>
                    <a:pt x="50169" y="5897"/>
                  </a:lnTo>
                  <a:lnTo>
                    <a:pt x="49485" y="5360"/>
                  </a:lnTo>
                  <a:lnTo>
                    <a:pt x="48784" y="4839"/>
                  </a:lnTo>
                  <a:lnTo>
                    <a:pt x="48035" y="4350"/>
                  </a:lnTo>
                  <a:lnTo>
                    <a:pt x="47270" y="3878"/>
                  </a:lnTo>
                  <a:lnTo>
                    <a:pt x="46455" y="3422"/>
                  </a:lnTo>
                  <a:lnTo>
                    <a:pt x="45625" y="2998"/>
                  </a:lnTo>
                  <a:lnTo>
                    <a:pt x="44745" y="2607"/>
                  </a:lnTo>
                  <a:lnTo>
                    <a:pt x="43833" y="2232"/>
                  </a:lnTo>
                  <a:lnTo>
                    <a:pt x="42888" y="1890"/>
                  </a:lnTo>
                  <a:lnTo>
                    <a:pt x="41911" y="1565"/>
                  </a:lnTo>
                  <a:lnTo>
                    <a:pt x="40885" y="1271"/>
                  </a:lnTo>
                  <a:lnTo>
                    <a:pt x="39842" y="1011"/>
                  </a:lnTo>
                  <a:lnTo>
                    <a:pt x="38751" y="783"/>
                  </a:lnTo>
                  <a:lnTo>
                    <a:pt x="37611" y="571"/>
                  </a:lnTo>
                  <a:lnTo>
                    <a:pt x="36438" y="392"/>
                  </a:lnTo>
                  <a:lnTo>
                    <a:pt x="35216" y="262"/>
                  </a:lnTo>
                  <a:lnTo>
                    <a:pt x="33962" y="148"/>
                  </a:lnTo>
                  <a:lnTo>
                    <a:pt x="32675" y="66"/>
                  </a:lnTo>
                  <a:lnTo>
                    <a:pt x="31340" y="17"/>
                  </a:lnTo>
                  <a:lnTo>
                    <a:pt x="29955" y="1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1"/>
            <p:cNvSpPr/>
            <p:nvPr/>
          </p:nvSpPr>
          <p:spPr>
            <a:xfrm>
              <a:off x="2812841" y="2629668"/>
              <a:ext cx="142590" cy="240242"/>
            </a:xfrm>
            <a:custGeom>
              <a:avLst/>
              <a:gdLst/>
              <a:ahLst/>
              <a:cxnLst/>
              <a:rect l="l" t="t" r="r" b="b"/>
              <a:pathLst>
                <a:path w="9465" h="15947" extrusionOk="0">
                  <a:moveTo>
                    <a:pt x="3389" y="0"/>
                  </a:moveTo>
                  <a:lnTo>
                    <a:pt x="3161" y="17"/>
                  </a:lnTo>
                  <a:lnTo>
                    <a:pt x="2933" y="49"/>
                  </a:lnTo>
                  <a:lnTo>
                    <a:pt x="2721" y="114"/>
                  </a:lnTo>
                  <a:lnTo>
                    <a:pt x="2493" y="196"/>
                  </a:lnTo>
                  <a:lnTo>
                    <a:pt x="2298" y="293"/>
                  </a:lnTo>
                  <a:lnTo>
                    <a:pt x="2086" y="424"/>
                  </a:lnTo>
                  <a:lnTo>
                    <a:pt x="1907" y="554"/>
                  </a:lnTo>
                  <a:lnTo>
                    <a:pt x="1711" y="717"/>
                  </a:lnTo>
                  <a:lnTo>
                    <a:pt x="1532" y="880"/>
                  </a:lnTo>
                  <a:lnTo>
                    <a:pt x="1369" y="1075"/>
                  </a:lnTo>
                  <a:lnTo>
                    <a:pt x="1223" y="1271"/>
                  </a:lnTo>
                  <a:lnTo>
                    <a:pt x="1060" y="1482"/>
                  </a:lnTo>
                  <a:lnTo>
                    <a:pt x="929" y="1727"/>
                  </a:lnTo>
                  <a:lnTo>
                    <a:pt x="799" y="1971"/>
                  </a:lnTo>
                  <a:lnTo>
                    <a:pt x="669" y="2232"/>
                  </a:lnTo>
                  <a:lnTo>
                    <a:pt x="555" y="2509"/>
                  </a:lnTo>
                  <a:lnTo>
                    <a:pt x="457" y="2786"/>
                  </a:lnTo>
                  <a:lnTo>
                    <a:pt x="359" y="3079"/>
                  </a:lnTo>
                  <a:lnTo>
                    <a:pt x="278" y="3388"/>
                  </a:lnTo>
                  <a:lnTo>
                    <a:pt x="213" y="3714"/>
                  </a:lnTo>
                  <a:lnTo>
                    <a:pt x="148" y="4040"/>
                  </a:lnTo>
                  <a:lnTo>
                    <a:pt x="99" y="4382"/>
                  </a:lnTo>
                  <a:lnTo>
                    <a:pt x="66" y="4724"/>
                  </a:lnTo>
                  <a:lnTo>
                    <a:pt x="34" y="5082"/>
                  </a:lnTo>
                  <a:lnTo>
                    <a:pt x="17" y="5441"/>
                  </a:lnTo>
                  <a:lnTo>
                    <a:pt x="1" y="5815"/>
                  </a:lnTo>
                  <a:lnTo>
                    <a:pt x="1" y="6190"/>
                  </a:lnTo>
                  <a:lnTo>
                    <a:pt x="17" y="6581"/>
                  </a:lnTo>
                  <a:lnTo>
                    <a:pt x="50" y="6955"/>
                  </a:lnTo>
                  <a:lnTo>
                    <a:pt x="82" y="7363"/>
                  </a:lnTo>
                  <a:lnTo>
                    <a:pt x="148" y="7754"/>
                  </a:lnTo>
                  <a:lnTo>
                    <a:pt x="196" y="8161"/>
                  </a:lnTo>
                  <a:lnTo>
                    <a:pt x="278" y="8568"/>
                  </a:lnTo>
                  <a:lnTo>
                    <a:pt x="359" y="8975"/>
                  </a:lnTo>
                  <a:lnTo>
                    <a:pt x="457" y="9366"/>
                  </a:lnTo>
                  <a:lnTo>
                    <a:pt x="571" y="9773"/>
                  </a:lnTo>
                  <a:lnTo>
                    <a:pt x="685" y="10164"/>
                  </a:lnTo>
                  <a:lnTo>
                    <a:pt x="815" y="10539"/>
                  </a:lnTo>
                  <a:lnTo>
                    <a:pt x="946" y="10913"/>
                  </a:lnTo>
                  <a:lnTo>
                    <a:pt x="1092" y="11272"/>
                  </a:lnTo>
                  <a:lnTo>
                    <a:pt x="1239" y="11630"/>
                  </a:lnTo>
                  <a:lnTo>
                    <a:pt x="1402" y="11972"/>
                  </a:lnTo>
                  <a:lnTo>
                    <a:pt x="1581" y="12298"/>
                  </a:lnTo>
                  <a:lnTo>
                    <a:pt x="1744" y="12624"/>
                  </a:lnTo>
                  <a:lnTo>
                    <a:pt x="1923" y="12917"/>
                  </a:lnTo>
                  <a:lnTo>
                    <a:pt x="2118" y="13226"/>
                  </a:lnTo>
                  <a:lnTo>
                    <a:pt x="2314" y="13503"/>
                  </a:lnTo>
                  <a:lnTo>
                    <a:pt x="2509" y="13764"/>
                  </a:lnTo>
                  <a:lnTo>
                    <a:pt x="2705" y="14025"/>
                  </a:lnTo>
                  <a:lnTo>
                    <a:pt x="2917" y="14269"/>
                  </a:lnTo>
                  <a:lnTo>
                    <a:pt x="3128" y="14497"/>
                  </a:lnTo>
                  <a:lnTo>
                    <a:pt x="3340" y="14709"/>
                  </a:lnTo>
                  <a:lnTo>
                    <a:pt x="3568" y="14904"/>
                  </a:lnTo>
                  <a:lnTo>
                    <a:pt x="3780" y="15083"/>
                  </a:lnTo>
                  <a:lnTo>
                    <a:pt x="4008" y="15246"/>
                  </a:lnTo>
                  <a:lnTo>
                    <a:pt x="4236" y="15393"/>
                  </a:lnTo>
                  <a:lnTo>
                    <a:pt x="4464" y="15523"/>
                  </a:lnTo>
                  <a:lnTo>
                    <a:pt x="4692" y="15653"/>
                  </a:lnTo>
                  <a:lnTo>
                    <a:pt x="4920" y="15735"/>
                  </a:lnTo>
                  <a:lnTo>
                    <a:pt x="5148" y="15816"/>
                  </a:lnTo>
                  <a:lnTo>
                    <a:pt x="5392" y="15881"/>
                  </a:lnTo>
                  <a:lnTo>
                    <a:pt x="5620" y="15914"/>
                  </a:lnTo>
                  <a:lnTo>
                    <a:pt x="5848" y="15947"/>
                  </a:lnTo>
                  <a:lnTo>
                    <a:pt x="6076" y="15947"/>
                  </a:lnTo>
                  <a:lnTo>
                    <a:pt x="6305" y="15930"/>
                  </a:lnTo>
                  <a:lnTo>
                    <a:pt x="6533" y="15881"/>
                  </a:lnTo>
                  <a:lnTo>
                    <a:pt x="6761" y="15816"/>
                  </a:lnTo>
                  <a:lnTo>
                    <a:pt x="6972" y="15735"/>
                  </a:lnTo>
                  <a:lnTo>
                    <a:pt x="7184" y="15637"/>
                  </a:lnTo>
                  <a:lnTo>
                    <a:pt x="7380" y="15523"/>
                  </a:lnTo>
                  <a:lnTo>
                    <a:pt x="7575" y="15376"/>
                  </a:lnTo>
                  <a:lnTo>
                    <a:pt x="7754" y="15230"/>
                  </a:lnTo>
                  <a:lnTo>
                    <a:pt x="7933" y="15051"/>
                  </a:lnTo>
                  <a:lnTo>
                    <a:pt x="8096" y="14872"/>
                  </a:lnTo>
                  <a:lnTo>
                    <a:pt x="8259" y="14660"/>
                  </a:lnTo>
                  <a:lnTo>
                    <a:pt x="8406" y="14448"/>
                  </a:lnTo>
                  <a:lnTo>
                    <a:pt x="8552" y="14220"/>
                  </a:lnTo>
                  <a:lnTo>
                    <a:pt x="8683" y="13976"/>
                  </a:lnTo>
                  <a:lnTo>
                    <a:pt x="8797" y="13715"/>
                  </a:lnTo>
                  <a:lnTo>
                    <a:pt x="8911" y="13438"/>
                  </a:lnTo>
                  <a:lnTo>
                    <a:pt x="9008" y="13145"/>
                  </a:lnTo>
                  <a:lnTo>
                    <a:pt x="9106" y="12852"/>
                  </a:lnTo>
                  <a:lnTo>
                    <a:pt x="9188" y="12542"/>
                  </a:lnTo>
                  <a:lnTo>
                    <a:pt x="9253" y="12233"/>
                  </a:lnTo>
                  <a:lnTo>
                    <a:pt x="9318" y="11891"/>
                  </a:lnTo>
                  <a:lnTo>
                    <a:pt x="9367" y="11565"/>
                  </a:lnTo>
                  <a:lnTo>
                    <a:pt x="9416" y="11207"/>
                  </a:lnTo>
                  <a:lnTo>
                    <a:pt x="9448" y="10865"/>
                  </a:lnTo>
                  <a:lnTo>
                    <a:pt x="9464" y="10490"/>
                  </a:lnTo>
                  <a:lnTo>
                    <a:pt x="9464" y="10132"/>
                  </a:lnTo>
                  <a:lnTo>
                    <a:pt x="9464" y="9741"/>
                  </a:lnTo>
                  <a:lnTo>
                    <a:pt x="9448" y="9366"/>
                  </a:lnTo>
                  <a:lnTo>
                    <a:pt x="9432" y="8975"/>
                  </a:lnTo>
                  <a:lnTo>
                    <a:pt x="9383" y="8584"/>
                  </a:lnTo>
                  <a:lnTo>
                    <a:pt x="9334" y="8193"/>
                  </a:lnTo>
                  <a:lnTo>
                    <a:pt x="9269" y="7786"/>
                  </a:lnTo>
                  <a:lnTo>
                    <a:pt x="9204" y="7379"/>
                  </a:lnTo>
                  <a:lnTo>
                    <a:pt x="9122" y="6972"/>
                  </a:lnTo>
                  <a:lnTo>
                    <a:pt x="9025" y="6564"/>
                  </a:lnTo>
                  <a:lnTo>
                    <a:pt x="8911" y="6174"/>
                  </a:lnTo>
                  <a:lnTo>
                    <a:pt x="8797" y="5783"/>
                  </a:lnTo>
                  <a:lnTo>
                    <a:pt x="8666" y="5408"/>
                  </a:lnTo>
                  <a:lnTo>
                    <a:pt x="8520" y="5033"/>
                  </a:lnTo>
                  <a:lnTo>
                    <a:pt x="8389" y="4675"/>
                  </a:lnTo>
                  <a:lnTo>
                    <a:pt x="8227" y="4317"/>
                  </a:lnTo>
                  <a:lnTo>
                    <a:pt x="8064" y="3975"/>
                  </a:lnTo>
                  <a:lnTo>
                    <a:pt x="7901" y="3649"/>
                  </a:lnTo>
                  <a:lnTo>
                    <a:pt x="7722" y="3323"/>
                  </a:lnTo>
                  <a:lnTo>
                    <a:pt x="7542" y="3014"/>
                  </a:lnTo>
                  <a:lnTo>
                    <a:pt x="7363" y="2720"/>
                  </a:lnTo>
                  <a:lnTo>
                    <a:pt x="7168" y="2444"/>
                  </a:lnTo>
                  <a:lnTo>
                    <a:pt x="6972" y="2167"/>
                  </a:lnTo>
                  <a:lnTo>
                    <a:pt x="6761" y="1922"/>
                  </a:lnTo>
                  <a:lnTo>
                    <a:pt x="6565" y="1678"/>
                  </a:lnTo>
                  <a:lnTo>
                    <a:pt x="6353" y="1450"/>
                  </a:lnTo>
                  <a:lnTo>
                    <a:pt x="6125" y="1238"/>
                  </a:lnTo>
                  <a:lnTo>
                    <a:pt x="5914" y="1043"/>
                  </a:lnTo>
                  <a:lnTo>
                    <a:pt x="5686" y="864"/>
                  </a:lnTo>
                  <a:lnTo>
                    <a:pt x="5474" y="684"/>
                  </a:lnTo>
                  <a:lnTo>
                    <a:pt x="5246" y="538"/>
                  </a:lnTo>
                  <a:lnTo>
                    <a:pt x="5018" y="407"/>
                  </a:lnTo>
                  <a:lnTo>
                    <a:pt x="4790" y="293"/>
                  </a:lnTo>
                  <a:lnTo>
                    <a:pt x="4545" y="196"/>
                  </a:lnTo>
                  <a:lnTo>
                    <a:pt x="4317" y="114"/>
                  </a:lnTo>
                  <a:lnTo>
                    <a:pt x="4089" y="65"/>
                  </a:lnTo>
                  <a:lnTo>
                    <a:pt x="3861" y="17"/>
                  </a:lnTo>
                  <a:lnTo>
                    <a:pt x="3633" y="0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1"/>
            <p:cNvSpPr/>
            <p:nvPr/>
          </p:nvSpPr>
          <p:spPr>
            <a:xfrm>
              <a:off x="3729109" y="2629668"/>
              <a:ext cx="142831" cy="240242"/>
            </a:xfrm>
            <a:custGeom>
              <a:avLst/>
              <a:gdLst/>
              <a:ahLst/>
              <a:cxnLst/>
              <a:rect l="l" t="t" r="r" b="b"/>
              <a:pathLst>
                <a:path w="9481" h="15947" extrusionOk="0">
                  <a:moveTo>
                    <a:pt x="5848" y="0"/>
                  </a:moveTo>
                  <a:lnTo>
                    <a:pt x="5604" y="17"/>
                  </a:lnTo>
                  <a:lnTo>
                    <a:pt x="5376" y="65"/>
                  </a:lnTo>
                  <a:lnTo>
                    <a:pt x="5148" y="114"/>
                  </a:lnTo>
                  <a:lnTo>
                    <a:pt x="4920" y="196"/>
                  </a:lnTo>
                  <a:lnTo>
                    <a:pt x="4692" y="293"/>
                  </a:lnTo>
                  <a:lnTo>
                    <a:pt x="4464" y="407"/>
                  </a:lnTo>
                  <a:lnTo>
                    <a:pt x="4236" y="538"/>
                  </a:lnTo>
                  <a:lnTo>
                    <a:pt x="4008" y="684"/>
                  </a:lnTo>
                  <a:lnTo>
                    <a:pt x="3779" y="864"/>
                  </a:lnTo>
                  <a:lnTo>
                    <a:pt x="3568" y="1043"/>
                  </a:lnTo>
                  <a:lnTo>
                    <a:pt x="3340" y="1238"/>
                  </a:lnTo>
                  <a:lnTo>
                    <a:pt x="3128" y="1450"/>
                  </a:lnTo>
                  <a:lnTo>
                    <a:pt x="2916" y="1678"/>
                  </a:lnTo>
                  <a:lnTo>
                    <a:pt x="2704" y="1922"/>
                  </a:lnTo>
                  <a:lnTo>
                    <a:pt x="2509" y="2167"/>
                  </a:lnTo>
                  <a:lnTo>
                    <a:pt x="2314" y="2444"/>
                  </a:lnTo>
                  <a:lnTo>
                    <a:pt x="2118" y="2720"/>
                  </a:lnTo>
                  <a:lnTo>
                    <a:pt x="1923" y="3014"/>
                  </a:lnTo>
                  <a:lnTo>
                    <a:pt x="1743" y="3323"/>
                  </a:lnTo>
                  <a:lnTo>
                    <a:pt x="1581" y="3649"/>
                  </a:lnTo>
                  <a:lnTo>
                    <a:pt x="1401" y="3975"/>
                  </a:lnTo>
                  <a:lnTo>
                    <a:pt x="1255" y="4317"/>
                  </a:lnTo>
                  <a:lnTo>
                    <a:pt x="1092" y="4675"/>
                  </a:lnTo>
                  <a:lnTo>
                    <a:pt x="945" y="5033"/>
                  </a:lnTo>
                  <a:lnTo>
                    <a:pt x="815" y="5408"/>
                  </a:lnTo>
                  <a:lnTo>
                    <a:pt x="685" y="5783"/>
                  </a:lnTo>
                  <a:lnTo>
                    <a:pt x="571" y="6174"/>
                  </a:lnTo>
                  <a:lnTo>
                    <a:pt x="473" y="6564"/>
                  </a:lnTo>
                  <a:lnTo>
                    <a:pt x="375" y="6972"/>
                  </a:lnTo>
                  <a:lnTo>
                    <a:pt x="277" y="7379"/>
                  </a:lnTo>
                  <a:lnTo>
                    <a:pt x="212" y="7786"/>
                  </a:lnTo>
                  <a:lnTo>
                    <a:pt x="147" y="8193"/>
                  </a:lnTo>
                  <a:lnTo>
                    <a:pt x="98" y="8584"/>
                  </a:lnTo>
                  <a:lnTo>
                    <a:pt x="49" y="8975"/>
                  </a:lnTo>
                  <a:lnTo>
                    <a:pt x="33" y="9366"/>
                  </a:lnTo>
                  <a:lnTo>
                    <a:pt x="17" y="9741"/>
                  </a:lnTo>
                  <a:lnTo>
                    <a:pt x="1" y="10132"/>
                  </a:lnTo>
                  <a:lnTo>
                    <a:pt x="17" y="10490"/>
                  </a:lnTo>
                  <a:lnTo>
                    <a:pt x="33" y="10865"/>
                  </a:lnTo>
                  <a:lnTo>
                    <a:pt x="66" y="11207"/>
                  </a:lnTo>
                  <a:lnTo>
                    <a:pt x="98" y="11565"/>
                  </a:lnTo>
                  <a:lnTo>
                    <a:pt x="147" y="11891"/>
                  </a:lnTo>
                  <a:lnTo>
                    <a:pt x="212" y="12233"/>
                  </a:lnTo>
                  <a:lnTo>
                    <a:pt x="294" y="12542"/>
                  </a:lnTo>
                  <a:lnTo>
                    <a:pt x="375" y="12852"/>
                  </a:lnTo>
                  <a:lnTo>
                    <a:pt x="457" y="13145"/>
                  </a:lnTo>
                  <a:lnTo>
                    <a:pt x="554" y="13438"/>
                  </a:lnTo>
                  <a:lnTo>
                    <a:pt x="668" y="13715"/>
                  </a:lnTo>
                  <a:lnTo>
                    <a:pt x="799" y="13976"/>
                  </a:lnTo>
                  <a:lnTo>
                    <a:pt x="929" y="14220"/>
                  </a:lnTo>
                  <a:lnTo>
                    <a:pt x="1059" y="14448"/>
                  </a:lnTo>
                  <a:lnTo>
                    <a:pt x="1206" y="14660"/>
                  </a:lnTo>
                  <a:lnTo>
                    <a:pt x="1369" y="14872"/>
                  </a:lnTo>
                  <a:lnTo>
                    <a:pt x="1532" y="15051"/>
                  </a:lnTo>
                  <a:lnTo>
                    <a:pt x="1711" y="15230"/>
                  </a:lnTo>
                  <a:lnTo>
                    <a:pt x="1890" y="15376"/>
                  </a:lnTo>
                  <a:lnTo>
                    <a:pt x="2085" y="15523"/>
                  </a:lnTo>
                  <a:lnTo>
                    <a:pt x="2297" y="15637"/>
                  </a:lnTo>
                  <a:lnTo>
                    <a:pt x="2493" y="15735"/>
                  </a:lnTo>
                  <a:lnTo>
                    <a:pt x="2721" y="15816"/>
                  </a:lnTo>
                  <a:lnTo>
                    <a:pt x="2932" y="15881"/>
                  </a:lnTo>
                  <a:lnTo>
                    <a:pt x="3161" y="15930"/>
                  </a:lnTo>
                  <a:lnTo>
                    <a:pt x="3389" y="15947"/>
                  </a:lnTo>
                  <a:lnTo>
                    <a:pt x="3633" y="15947"/>
                  </a:lnTo>
                  <a:lnTo>
                    <a:pt x="3861" y="15914"/>
                  </a:lnTo>
                  <a:lnTo>
                    <a:pt x="4089" y="15881"/>
                  </a:lnTo>
                  <a:lnTo>
                    <a:pt x="4317" y="15816"/>
                  </a:lnTo>
                  <a:lnTo>
                    <a:pt x="4545" y="15735"/>
                  </a:lnTo>
                  <a:lnTo>
                    <a:pt x="4789" y="15653"/>
                  </a:lnTo>
                  <a:lnTo>
                    <a:pt x="5017" y="15523"/>
                  </a:lnTo>
                  <a:lnTo>
                    <a:pt x="5245" y="15393"/>
                  </a:lnTo>
                  <a:lnTo>
                    <a:pt x="5473" y="15246"/>
                  </a:lnTo>
                  <a:lnTo>
                    <a:pt x="5685" y="15083"/>
                  </a:lnTo>
                  <a:lnTo>
                    <a:pt x="5913" y="14904"/>
                  </a:lnTo>
                  <a:lnTo>
                    <a:pt x="6125" y="14709"/>
                  </a:lnTo>
                  <a:lnTo>
                    <a:pt x="6353" y="14497"/>
                  </a:lnTo>
                  <a:lnTo>
                    <a:pt x="6565" y="14269"/>
                  </a:lnTo>
                  <a:lnTo>
                    <a:pt x="6760" y="14025"/>
                  </a:lnTo>
                  <a:lnTo>
                    <a:pt x="6972" y="13764"/>
                  </a:lnTo>
                  <a:lnTo>
                    <a:pt x="7167" y="13503"/>
                  </a:lnTo>
                  <a:lnTo>
                    <a:pt x="7363" y="13226"/>
                  </a:lnTo>
                  <a:lnTo>
                    <a:pt x="7542" y="12917"/>
                  </a:lnTo>
                  <a:lnTo>
                    <a:pt x="7721" y="12624"/>
                  </a:lnTo>
                  <a:lnTo>
                    <a:pt x="7900" y="12298"/>
                  </a:lnTo>
                  <a:lnTo>
                    <a:pt x="8063" y="11972"/>
                  </a:lnTo>
                  <a:lnTo>
                    <a:pt x="8226" y="11630"/>
                  </a:lnTo>
                  <a:lnTo>
                    <a:pt x="8389" y="11272"/>
                  </a:lnTo>
                  <a:lnTo>
                    <a:pt x="8519" y="10913"/>
                  </a:lnTo>
                  <a:lnTo>
                    <a:pt x="8666" y="10539"/>
                  </a:lnTo>
                  <a:lnTo>
                    <a:pt x="8796" y="10164"/>
                  </a:lnTo>
                  <a:lnTo>
                    <a:pt x="8910" y="9773"/>
                  </a:lnTo>
                  <a:lnTo>
                    <a:pt x="9008" y="9366"/>
                  </a:lnTo>
                  <a:lnTo>
                    <a:pt x="9106" y="8975"/>
                  </a:lnTo>
                  <a:lnTo>
                    <a:pt x="9203" y="8568"/>
                  </a:lnTo>
                  <a:lnTo>
                    <a:pt x="9269" y="8161"/>
                  </a:lnTo>
                  <a:lnTo>
                    <a:pt x="9334" y="7754"/>
                  </a:lnTo>
                  <a:lnTo>
                    <a:pt x="9383" y="7363"/>
                  </a:lnTo>
                  <a:lnTo>
                    <a:pt x="9432" y="6955"/>
                  </a:lnTo>
                  <a:lnTo>
                    <a:pt x="9448" y="6581"/>
                  </a:lnTo>
                  <a:lnTo>
                    <a:pt x="9464" y="6190"/>
                  </a:lnTo>
                  <a:lnTo>
                    <a:pt x="9480" y="5815"/>
                  </a:lnTo>
                  <a:lnTo>
                    <a:pt x="9464" y="5441"/>
                  </a:lnTo>
                  <a:lnTo>
                    <a:pt x="9448" y="5082"/>
                  </a:lnTo>
                  <a:lnTo>
                    <a:pt x="9415" y="4724"/>
                  </a:lnTo>
                  <a:lnTo>
                    <a:pt x="9366" y="4382"/>
                  </a:lnTo>
                  <a:lnTo>
                    <a:pt x="9318" y="4040"/>
                  </a:lnTo>
                  <a:lnTo>
                    <a:pt x="9252" y="3714"/>
                  </a:lnTo>
                  <a:lnTo>
                    <a:pt x="9187" y="3388"/>
                  </a:lnTo>
                  <a:lnTo>
                    <a:pt x="9106" y="3079"/>
                  </a:lnTo>
                  <a:lnTo>
                    <a:pt x="9008" y="2786"/>
                  </a:lnTo>
                  <a:lnTo>
                    <a:pt x="8910" y="2509"/>
                  </a:lnTo>
                  <a:lnTo>
                    <a:pt x="8796" y="2232"/>
                  </a:lnTo>
                  <a:lnTo>
                    <a:pt x="8666" y="1971"/>
                  </a:lnTo>
                  <a:lnTo>
                    <a:pt x="8536" y="1727"/>
                  </a:lnTo>
                  <a:lnTo>
                    <a:pt x="8405" y="1482"/>
                  </a:lnTo>
                  <a:lnTo>
                    <a:pt x="8259" y="1271"/>
                  </a:lnTo>
                  <a:lnTo>
                    <a:pt x="8096" y="1075"/>
                  </a:lnTo>
                  <a:lnTo>
                    <a:pt x="7933" y="880"/>
                  </a:lnTo>
                  <a:lnTo>
                    <a:pt x="7754" y="717"/>
                  </a:lnTo>
                  <a:lnTo>
                    <a:pt x="7558" y="554"/>
                  </a:lnTo>
                  <a:lnTo>
                    <a:pt x="7379" y="424"/>
                  </a:lnTo>
                  <a:lnTo>
                    <a:pt x="7167" y="293"/>
                  </a:lnTo>
                  <a:lnTo>
                    <a:pt x="6972" y="196"/>
                  </a:lnTo>
                  <a:lnTo>
                    <a:pt x="6744" y="114"/>
                  </a:lnTo>
                  <a:lnTo>
                    <a:pt x="6532" y="49"/>
                  </a:lnTo>
                  <a:lnTo>
                    <a:pt x="6304" y="17"/>
                  </a:lnTo>
                  <a:lnTo>
                    <a:pt x="6076" y="0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1"/>
            <p:cNvSpPr/>
            <p:nvPr/>
          </p:nvSpPr>
          <p:spPr>
            <a:xfrm>
              <a:off x="2846963" y="1985534"/>
              <a:ext cx="492731" cy="793835"/>
            </a:xfrm>
            <a:custGeom>
              <a:avLst/>
              <a:gdLst/>
              <a:ahLst/>
              <a:cxnLst/>
              <a:rect l="l" t="t" r="r" b="b"/>
              <a:pathLst>
                <a:path w="32707" h="52694" extrusionOk="0">
                  <a:moveTo>
                    <a:pt x="28619" y="0"/>
                  </a:moveTo>
                  <a:lnTo>
                    <a:pt x="27267" y="49"/>
                  </a:lnTo>
                  <a:lnTo>
                    <a:pt x="25947" y="131"/>
                  </a:lnTo>
                  <a:lnTo>
                    <a:pt x="24628" y="228"/>
                  </a:lnTo>
                  <a:lnTo>
                    <a:pt x="23341" y="375"/>
                  </a:lnTo>
                  <a:lnTo>
                    <a:pt x="22054" y="538"/>
                  </a:lnTo>
                  <a:lnTo>
                    <a:pt x="20800" y="750"/>
                  </a:lnTo>
                  <a:lnTo>
                    <a:pt x="19562" y="994"/>
                  </a:lnTo>
                  <a:lnTo>
                    <a:pt x="18943" y="1124"/>
                  </a:lnTo>
                  <a:lnTo>
                    <a:pt x="18341" y="1271"/>
                  </a:lnTo>
                  <a:lnTo>
                    <a:pt x="17754" y="1417"/>
                  </a:lnTo>
                  <a:lnTo>
                    <a:pt x="17152" y="1580"/>
                  </a:lnTo>
                  <a:lnTo>
                    <a:pt x="16565" y="1743"/>
                  </a:lnTo>
                  <a:lnTo>
                    <a:pt x="15995" y="1922"/>
                  </a:lnTo>
                  <a:lnTo>
                    <a:pt x="15409" y="2118"/>
                  </a:lnTo>
                  <a:lnTo>
                    <a:pt x="14855" y="2313"/>
                  </a:lnTo>
                  <a:lnTo>
                    <a:pt x="14285" y="2509"/>
                  </a:lnTo>
                  <a:lnTo>
                    <a:pt x="13747" y="2720"/>
                  </a:lnTo>
                  <a:lnTo>
                    <a:pt x="13194" y="2948"/>
                  </a:lnTo>
                  <a:lnTo>
                    <a:pt x="12656" y="3176"/>
                  </a:lnTo>
                  <a:lnTo>
                    <a:pt x="12135" y="3421"/>
                  </a:lnTo>
                  <a:lnTo>
                    <a:pt x="11614" y="3665"/>
                  </a:lnTo>
                  <a:lnTo>
                    <a:pt x="11092" y="3926"/>
                  </a:lnTo>
                  <a:lnTo>
                    <a:pt x="10604" y="4203"/>
                  </a:lnTo>
                  <a:lnTo>
                    <a:pt x="10099" y="4480"/>
                  </a:lnTo>
                  <a:lnTo>
                    <a:pt x="9610" y="4773"/>
                  </a:lnTo>
                  <a:lnTo>
                    <a:pt x="9138" y="5066"/>
                  </a:lnTo>
                  <a:lnTo>
                    <a:pt x="8665" y="5375"/>
                  </a:lnTo>
                  <a:lnTo>
                    <a:pt x="8209" y="5701"/>
                  </a:lnTo>
                  <a:lnTo>
                    <a:pt x="7753" y="6027"/>
                  </a:lnTo>
                  <a:lnTo>
                    <a:pt x="7313" y="6369"/>
                  </a:lnTo>
                  <a:lnTo>
                    <a:pt x="6890" y="6711"/>
                  </a:lnTo>
                  <a:lnTo>
                    <a:pt x="6466" y="7069"/>
                  </a:lnTo>
                  <a:lnTo>
                    <a:pt x="6059" y="7444"/>
                  </a:lnTo>
                  <a:lnTo>
                    <a:pt x="5668" y="7819"/>
                  </a:lnTo>
                  <a:lnTo>
                    <a:pt x="5277" y="8210"/>
                  </a:lnTo>
                  <a:lnTo>
                    <a:pt x="4887" y="8601"/>
                  </a:lnTo>
                  <a:lnTo>
                    <a:pt x="4528" y="9008"/>
                  </a:lnTo>
                  <a:lnTo>
                    <a:pt x="4170" y="9431"/>
                  </a:lnTo>
                  <a:lnTo>
                    <a:pt x="3828" y="9855"/>
                  </a:lnTo>
                  <a:lnTo>
                    <a:pt x="3486" y="10295"/>
                  </a:lnTo>
                  <a:lnTo>
                    <a:pt x="3176" y="10751"/>
                  </a:lnTo>
                  <a:lnTo>
                    <a:pt x="2867" y="11207"/>
                  </a:lnTo>
                  <a:lnTo>
                    <a:pt x="2557" y="11679"/>
                  </a:lnTo>
                  <a:lnTo>
                    <a:pt x="2280" y="12168"/>
                  </a:lnTo>
                  <a:lnTo>
                    <a:pt x="2003" y="12656"/>
                  </a:lnTo>
                  <a:lnTo>
                    <a:pt x="1743" y="13161"/>
                  </a:lnTo>
                  <a:lnTo>
                    <a:pt x="1499" y="13682"/>
                  </a:lnTo>
                  <a:lnTo>
                    <a:pt x="1271" y="14204"/>
                  </a:lnTo>
                  <a:lnTo>
                    <a:pt x="1042" y="14741"/>
                  </a:lnTo>
                  <a:lnTo>
                    <a:pt x="831" y="15295"/>
                  </a:lnTo>
                  <a:lnTo>
                    <a:pt x="635" y="15849"/>
                  </a:lnTo>
                  <a:lnTo>
                    <a:pt x="505" y="16305"/>
                  </a:lnTo>
                  <a:lnTo>
                    <a:pt x="391" y="16842"/>
                  </a:lnTo>
                  <a:lnTo>
                    <a:pt x="293" y="17445"/>
                  </a:lnTo>
                  <a:lnTo>
                    <a:pt x="212" y="18113"/>
                  </a:lnTo>
                  <a:lnTo>
                    <a:pt x="147" y="18846"/>
                  </a:lnTo>
                  <a:lnTo>
                    <a:pt x="81" y="19628"/>
                  </a:lnTo>
                  <a:lnTo>
                    <a:pt x="49" y="20458"/>
                  </a:lnTo>
                  <a:lnTo>
                    <a:pt x="16" y="21338"/>
                  </a:lnTo>
                  <a:lnTo>
                    <a:pt x="0" y="22250"/>
                  </a:lnTo>
                  <a:lnTo>
                    <a:pt x="0" y="23211"/>
                  </a:lnTo>
                  <a:lnTo>
                    <a:pt x="16" y="24188"/>
                  </a:lnTo>
                  <a:lnTo>
                    <a:pt x="33" y="25198"/>
                  </a:lnTo>
                  <a:lnTo>
                    <a:pt x="98" y="27283"/>
                  </a:lnTo>
                  <a:lnTo>
                    <a:pt x="212" y="29401"/>
                  </a:lnTo>
                  <a:lnTo>
                    <a:pt x="342" y="31518"/>
                  </a:lnTo>
                  <a:lnTo>
                    <a:pt x="505" y="33587"/>
                  </a:lnTo>
                  <a:lnTo>
                    <a:pt x="700" y="35590"/>
                  </a:lnTo>
                  <a:lnTo>
                    <a:pt x="912" y="37464"/>
                  </a:lnTo>
                  <a:lnTo>
                    <a:pt x="1124" y="39190"/>
                  </a:lnTo>
                  <a:lnTo>
                    <a:pt x="1254" y="39988"/>
                  </a:lnTo>
                  <a:lnTo>
                    <a:pt x="1368" y="40721"/>
                  </a:lnTo>
                  <a:lnTo>
                    <a:pt x="1482" y="41389"/>
                  </a:lnTo>
                  <a:lnTo>
                    <a:pt x="1613" y="42008"/>
                  </a:lnTo>
                  <a:lnTo>
                    <a:pt x="1727" y="42545"/>
                  </a:lnTo>
                  <a:lnTo>
                    <a:pt x="1841" y="43018"/>
                  </a:lnTo>
                  <a:lnTo>
                    <a:pt x="2020" y="43637"/>
                  </a:lnTo>
                  <a:lnTo>
                    <a:pt x="2215" y="44451"/>
                  </a:lnTo>
                  <a:lnTo>
                    <a:pt x="2720" y="46471"/>
                  </a:lnTo>
                  <a:lnTo>
                    <a:pt x="2997" y="47579"/>
                  </a:lnTo>
                  <a:lnTo>
                    <a:pt x="3307" y="48686"/>
                  </a:lnTo>
                  <a:lnTo>
                    <a:pt x="3616" y="49745"/>
                  </a:lnTo>
                  <a:lnTo>
                    <a:pt x="3779" y="50250"/>
                  </a:lnTo>
                  <a:lnTo>
                    <a:pt x="3926" y="50722"/>
                  </a:lnTo>
                  <a:lnTo>
                    <a:pt x="4088" y="51146"/>
                  </a:lnTo>
                  <a:lnTo>
                    <a:pt x="4251" y="51537"/>
                  </a:lnTo>
                  <a:lnTo>
                    <a:pt x="4414" y="51879"/>
                  </a:lnTo>
                  <a:lnTo>
                    <a:pt x="4577" y="52172"/>
                  </a:lnTo>
                  <a:lnTo>
                    <a:pt x="4724" y="52416"/>
                  </a:lnTo>
                  <a:lnTo>
                    <a:pt x="4805" y="52498"/>
                  </a:lnTo>
                  <a:lnTo>
                    <a:pt x="4887" y="52579"/>
                  </a:lnTo>
                  <a:lnTo>
                    <a:pt x="4952" y="52628"/>
                  </a:lnTo>
                  <a:lnTo>
                    <a:pt x="5033" y="52677"/>
                  </a:lnTo>
                  <a:lnTo>
                    <a:pt x="5098" y="52693"/>
                  </a:lnTo>
                  <a:lnTo>
                    <a:pt x="5180" y="52693"/>
                  </a:lnTo>
                  <a:lnTo>
                    <a:pt x="5245" y="52677"/>
                  </a:lnTo>
                  <a:lnTo>
                    <a:pt x="5326" y="52628"/>
                  </a:lnTo>
                  <a:lnTo>
                    <a:pt x="5391" y="52563"/>
                  </a:lnTo>
                  <a:lnTo>
                    <a:pt x="5457" y="52481"/>
                  </a:lnTo>
                  <a:lnTo>
                    <a:pt x="5522" y="52367"/>
                  </a:lnTo>
                  <a:lnTo>
                    <a:pt x="5587" y="52237"/>
                  </a:lnTo>
                  <a:lnTo>
                    <a:pt x="5652" y="52074"/>
                  </a:lnTo>
                  <a:lnTo>
                    <a:pt x="5701" y="51879"/>
                  </a:lnTo>
                  <a:lnTo>
                    <a:pt x="5815" y="51423"/>
                  </a:lnTo>
                  <a:lnTo>
                    <a:pt x="5929" y="50853"/>
                  </a:lnTo>
                  <a:lnTo>
                    <a:pt x="6027" y="50168"/>
                  </a:lnTo>
                  <a:lnTo>
                    <a:pt x="6124" y="49354"/>
                  </a:lnTo>
                  <a:lnTo>
                    <a:pt x="6141" y="48865"/>
                  </a:lnTo>
                  <a:lnTo>
                    <a:pt x="6190" y="48084"/>
                  </a:lnTo>
                  <a:lnTo>
                    <a:pt x="6271" y="47041"/>
                  </a:lnTo>
                  <a:lnTo>
                    <a:pt x="6385" y="45787"/>
                  </a:lnTo>
                  <a:lnTo>
                    <a:pt x="6515" y="44354"/>
                  </a:lnTo>
                  <a:lnTo>
                    <a:pt x="6678" y="42790"/>
                  </a:lnTo>
                  <a:lnTo>
                    <a:pt x="6857" y="41128"/>
                  </a:lnTo>
                  <a:lnTo>
                    <a:pt x="7069" y="39418"/>
                  </a:lnTo>
                  <a:lnTo>
                    <a:pt x="7281" y="37692"/>
                  </a:lnTo>
                  <a:lnTo>
                    <a:pt x="7525" y="35998"/>
                  </a:lnTo>
                  <a:lnTo>
                    <a:pt x="7802" y="34385"/>
                  </a:lnTo>
                  <a:lnTo>
                    <a:pt x="7932" y="33603"/>
                  </a:lnTo>
                  <a:lnTo>
                    <a:pt x="8079" y="32854"/>
                  </a:lnTo>
                  <a:lnTo>
                    <a:pt x="8226" y="32154"/>
                  </a:lnTo>
                  <a:lnTo>
                    <a:pt x="8372" y="31486"/>
                  </a:lnTo>
                  <a:lnTo>
                    <a:pt x="8535" y="30867"/>
                  </a:lnTo>
                  <a:lnTo>
                    <a:pt x="8682" y="30297"/>
                  </a:lnTo>
                  <a:lnTo>
                    <a:pt x="8845" y="29792"/>
                  </a:lnTo>
                  <a:lnTo>
                    <a:pt x="9007" y="29352"/>
                  </a:lnTo>
                  <a:lnTo>
                    <a:pt x="9187" y="28961"/>
                  </a:lnTo>
                  <a:lnTo>
                    <a:pt x="9268" y="28798"/>
                  </a:lnTo>
                  <a:lnTo>
                    <a:pt x="9350" y="28668"/>
                  </a:lnTo>
                  <a:lnTo>
                    <a:pt x="9724" y="28098"/>
                  </a:lnTo>
                  <a:lnTo>
                    <a:pt x="10115" y="27576"/>
                  </a:lnTo>
                  <a:lnTo>
                    <a:pt x="10506" y="27088"/>
                  </a:lnTo>
                  <a:lnTo>
                    <a:pt x="10913" y="26632"/>
                  </a:lnTo>
                  <a:lnTo>
                    <a:pt x="11320" y="26208"/>
                  </a:lnTo>
                  <a:lnTo>
                    <a:pt x="11744" y="25817"/>
                  </a:lnTo>
                  <a:lnTo>
                    <a:pt x="12167" y="25459"/>
                  </a:lnTo>
                  <a:lnTo>
                    <a:pt x="12591" y="25117"/>
                  </a:lnTo>
                  <a:lnTo>
                    <a:pt x="13014" y="24807"/>
                  </a:lnTo>
                  <a:lnTo>
                    <a:pt x="13454" y="24547"/>
                  </a:lnTo>
                  <a:lnTo>
                    <a:pt x="13894" y="24286"/>
                  </a:lnTo>
                  <a:lnTo>
                    <a:pt x="14334" y="24074"/>
                  </a:lnTo>
                  <a:lnTo>
                    <a:pt x="14790" y="23879"/>
                  </a:lnTo>
                  <a:lnTo>
                    <a:pt x="15230" y="23700"/>
                  </a:lnTo>
                  <a:lnTo>
                    <a:pt x="15669" y="23553"/>
                  </a:lnTo>
                  <a:lnTo>
                    <a:pt x="16109" y="23439"/>
                  </a:lnTo>
                  <a:lnTo>
                    <a:pt x="16565" y="23341"/>
                  </a:lnTo>
                  <a:lnTo>
                    <a:pt x="16989" y="23260"/>
                  </a:lnTo>
                  <a:lnTo>
                    <a:pt x="17429" y="23211"/>
                  </a:lnTo>
                  <a:lnTo>
                    <a:pt x="17868" y="23179"/>
                  </a:lnTo>
                  <a:lnTo>
                    <a:pt x="18715" y="23179"/>
                  </a:lnTo>
                  <a:lnTo>
                    <a:pt x="19123" y="23211"/>
                  </a:lnTo>
                  <a:lnTo>
                    <a:pt x="19530" y="23260"/>
                  </a:lnTo>
                  <a:lnTo>
                    <a:pt x="19921" y="23325"/>
                  </a:lnTo>
                  <a:lnTo>
                    <a:pt x="20312" y="23423"/>
                  </a:lnTo>
                  <a:lnTo>
                    <a:pt x="20686" y="23521"/>
                  </a:lnTo>
                  <a:lnTo>
                    <a:pt x="21061" y="23635"/>
                  </a:lnTo>
                  <a:lnTo>
                    <a:pt x="21419" y="23765"/>
                  </a:lnTo>
                  <a:lnTo>
                    <a:pt x="21761" y="23912"/>
                  </a:lnTo>
                  <a:lnTo>
                    <a:pt x="22087" y="24091"/>
                  </a:lnTo>
                  <a:lnTo>
                    <a:pt x="22413" y="24254"/>
                  </a:lnTo>
                  <a:lnTo>
                    <a:pt x="23048" y="24628"/>
                  </a:lnTo>
                  <a:lnTo>
                    <a:pt x="23683" y="24954"/>
                  </a:lnTo>
                  <a:lnTo>
                    <a:pt x="24302" y="25231"/>
                  </a:lnTo>
                  <a:lnTo>
                    <a:pt x="24921" y="25475"/>
                  </a:lnTo>
                  <a:lnTo>
                    <a:pt x="25524" y="25687"/>
                  </a:lnTo>
                  <a:lnTo>
                    <a:pt x="26127" y="25866"/>
                  </a:lnTo>
                  <a:lnTo>
                    <a:pt x="26729" y="26013"/>
                  </a:lnTo>
                  <a:lnTo>
                    <a:pt x="27348" y="26127"/>
                  </a:lnTo>
                  <a:lnTo>
                    <a:pt x="27967" y="26225"/>
                  </a:lnTo>
                  <a:lnTo>
                    <a:pt x="28586" y="26290"/>
                  </a:lnTo>
                  <a:lnTo>
                    <a:pt x="29238" y="26322"/>
                  </a:lnTo>
                  <a:lnTo>
                    <a:pt x="29889" y="26355"/>
                  </a:lnTo>
                  <a:lnTo>
                    <a:pt x="30557" y="26371"/>
                  </a:lnTo>
                  <a:lnTo>
                    <a:pt x="31257" y="26355"/>
                  </a:lnTo>
                  <a:lnTo>
                    <a:pt x="31974" y="26339"/>
                  </a:lnTo>
                  <a:lnTo>
                    <a:pt x="32707" y="26306"/>
                  </a:lnTo>
                  <a:lnTo>
                    <a:pt x="32707" y="65"/>
                  </a:lnTo>
                  <a:lnTo>
                    <a:pt x="31339" y="17"/>
                  </a:lnTo>
                  <a:lnTo>
                    <a:pt x="299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1"/>
            <p:cNvSpPr/>
            <p:nvPr/>
          </p:nvSpPr>
          <p:spPr>
            <a:xfrm>
              <a:off x="3339679" y="1985534"/>
              <a:ext cx="492746" cy="793835"/>
            </a:xfrm>
            <a:custGeom>
              <a:avLst/>
              <a:gdLst/>
              <a:ahLst/>
              <a:cxnLst/>
              <a:rect l="l" t="t" r="r" b="b"/>
              <a:pathLst>
                <a:path w="32708" h="52694" extrusionOk="0">
                  <a:moveTo>
                    <a:pt x="2754" y="0"/>
                  </a:moveTo>
                  <a:lnTo>
                    <a:pt x="1386" y="17"/>
                  </a:lnTo>
                  <a:lnTo>
                    <a:pt x="1" y="65"/>
                  </a:lnTo>
                  <a:lnTo>
                    <a:pt x="1" y="26306"/>
                  </a:lnTo>
                  <a:lnTo>
                    <a:pt x="750" y="26339"/>
                  </a:lnTo>
                  <a:lnTo>
                    <a:pt x="1467" y="26355"/>
                  </a:lnTo>
                  <a:lnTo>
                    <a:pt x="2151" y="26371"/>
                  </a:lnTo>
                  <a:lnTo>
                    <a:pt x="2819" y="26355"/>
                  </a:lnTo>
                  <a:lnTo>
                    <a:pt x="3487" y="26322"/>
                  </a:lnTo>
                  <a:lnTo>
                    <a:pt x="4122" y="26290"/>
                  </a:lnTo>
                  <a:lnTo>
                    <a:pt x="4741" y="26225"/>
                  </a:lnTo>
                  <a:lnTo>
                    <a:pt x="5360" y="26127"/>
                  </a:lnTo>
                  <a:lnTo>
                    <a:pt x="5979" y="26013"/>
                  </a:lnTo>
                  <a:lnTo>
                    <a:pt x="6581" y="25866"/>
                  </a:lnTo>
                  <a:lnTo>
                    <a:pt x="7184" y="25687"/>
                  </a:lnTo>
                  <a:lnTo>
                    <a:pt x="7803" y="25475"/>
                  </a:lnTo>
                  <a:lnTo>
                    <a:pt x="8422" y="25231"/>
                  </a:lnTo>
                  <a:lnTo>
                    <a:pt x="9041" y="24954"/>
                  </a:lnTo>
                  <a:lnTo>
                    <a:pt x="9676" y="24628"/>
                  </a:lnTo>
                  <a:lnTo>
                    <a:pt x="10312" y="24254"/>
                  </a:lnTo>
                  <a:lnTo>
                    <a:pt x="10637" y="24091"/>
                  </a:lnTo>
                  <a:lnTo>
                    <a:pt x="10963" y="23912"/>
                  </a:lnTo>
                  <a:lnTo>
                    <a:pt x="11305" y="23765"/>
                  </a:lnTo>
                  <a:lnTo>
                    <a:pt x="11663" y="23635"/>
                  </a:lnTo>
                  <a:lnTo>
                    <a:pt x="12022" y="23521"/>
                  </a:lnTo>
                  <a:lnTo>
                    <a:pt x="12413" y="23423"/>
                  </a:lnTo>
                  <a:lnTo>
                    <a:pt x="12787" y="23325"/>
                  </a:lnTo>
                  <a:lnTo>
                    <a:pt x="13195" y="23260"/>
                  </a:lnTo>
                  <a:lnTo>
                    <a:pt x="13602" y="23211"/>
                  </a:lnTo>
                  <a:lnTo>
                    <a:pt x="14009" y="23179"/>
                  </a:lnTo>
                  <a:lnTo>
                    <a:pt x="14856" y="23179"/>
                  </a:lnTo>
                  <a:lnTo>
                    <a:pt x="15279" y="23211"/>
                  </a:lnTo>
                  <a:lnTo>
                    <a:pt x="15719" y="23260"/>
                  </a:lnTo>
                  <a:lnTo>
                    <a:pt x="16159" y="23341"/>
                  </a:lnTo>
                  <a:lnTo>
                    <a:pt x="16599" y="23439"/>
                  </a:lnTo>
                  <a:lnTo>
                    <a:pt x="17039" y="23553"/>
                  </a:lnTo>
                  <a:lnTo>
                    <a:pt x="17478" y="23700"/>
                  </a:lnTo>
                  <a:lnTo>
                    <a:pt x="17934" y="23879"/>
                  </a:lnTo>
                  <a:lnTo>
                    <a:pt x="18374" y="24074"/>
                  </a:lnTo>
                  <a:lnTo>
                    <a:pt x="18814" y="24286"/>
                  </a:lnTo>
                  <a:lnTo>
                    <a:pt x="19254" y="24547"/>
                  </a:lnTo>
                  <a:lnTo>
                    <a:pt x="19694" y="24807"/>
                  </a:lnTo>
                  <a:lnTo>
                    <a:pt x="20133" y="25117"/>
                  </a:lnTo>
                  <a:lnTo>
                    <a:pt x="20557" y="25459"/>
                  </a:lnTo>
                  <a:lnTo>
                    <a:pt x="20980" y="25817"/>
                  </a:lnTo>
                  <a:lnTo>
                    <a:pt x="21404" y="26208"/>
                  </a:lnTo>
                  <a:lnTo>
                    <a:pt x="21811" y="26632"/>
                  </a:lnTo>
                  <a:lnTo>
                    <a:pt x="22202" y="27088"/>
                  </a:lnTo>
                  <a:lnTo>
                    <a:pt x="22609" y="27576"/>
                  </a:lnTo>
                  <a:lnTo>
                    <a:pt x="22984" y="28098"/>
                  </a:lnTo>
                  <a:lnTo>
                    <a:pt x="23358" y="28668"/>
                  </a:lnTo>
                  <a:lnTo>
                    <a:pt x="23440" y="28798"/>
                  </a:lnTo>
                  <a:lnTo>
                    <a:pt x="23538" y="28961"/>
                  </a:lnTo>
                  <a:lnTo>
                    <a:pt x="23701" y="29352"/>
                  </a:lnTo>
                  <a:lnTo>
                    <a:pt x="23863" y="29792"/>
                  </a:lnTo>
                  <a:lnTo>
                    <a:pt x="24026" y="30297"/>
                  </a:lnTo>
                  <a:lnTo>
                    <a:pt x="24189" y="30867"/>
                  </a:lnTo>
                  <a:lnTo>
                    <a:pt x="24336" y="31486"/>
                  </a:lnTo>
                  <a:lnTo>
                    <a:pt x="24482" y="32154"/>
                  </a:lnTo>
                  <a:lnTo>
                    <a:pt x="24629" y="32854"/>
                  </a:lnTo>
                  <a:lnTo>
                    <a:pt x="24776" y="33603"/>
                  </a:lnTo>
                  <a:lnTo>
                    <a:pt x="24922" y="34385"/>
                  </a:lnTo>
                  <a:lnTo>
                    <a:pt x="25183" y="35998"/>
                  </a:lnTo>
                  <a:lnTo>
                    <a:pt x="25427" y="37692"/>
                  </a:lnTo>
                  <a:lnTo>
                    <a:pt x="25655" y="39418"/>
                  </a:lnTo>
                  <a:lnTo>
                    <a:pt x="25851" y="41128"/>
                  </a:lnTo>
                  <a:lnTo>
                    <a:pt x="26046" y="42790"/>
                  </a:lnTo>
                  <a:lnTo>
                    <a:pt x="26193" y="44354"/>
                  </a:lnTo>
                  <a:lnTo>
                    <a:pt x="26323" y="45787"/>
                  </a:lnTo>
                  <a:lnTo>
                    <a:pt x="26437" y="47041"/>
                  </a:lnTo>
                  <a:lnTo>
                    <a:pt x="26518" y="48084"/>
                  </a:lnTo>
                  <a:lnTo>
                    <a:pt x="26567" y="48865"/>
                  </a:lnTo>
                  <a:lnTo>
                    <a:pt x="26600" y="49354"/>
                  </a:lnTo>
                  <a:lnTo>
                    <a:pt x="26681" y="50168"/>
                  </a:lnTo>
                  <a:lnTo>
                    <a:pt x="26779" y="50853"/>
                  </a:lnTo>
                  <a:lnTo>
                    <a:pt x="26893" y="51423"/>
                  </a:lnTo>
                  <a:lnTo>
                    <a:pt x="27007" y="51879"/>
                  </a:lnTo>
                  <a:lnTo>
                    <a:pt x="27072" y="52074"/>
                  </a:lnTo>
                  <a:lnTo>
                    <a:pt x="27121" y="52237"/>
                  </a:lnTo>
                  <a:lnTo>
                    <a:pt x="27186" y="52367"/>
                  </a:lnTo>
                  <a:lnTo>
                    <a:pt x="27251" y="52481"/>
                  </a:lnTo>
                  <a:lnTo>
                    <a:pt x="27333" y="52563"/>
                  </a:lnTo>
                  <a:lnTo>
                    <a:pt x="27398" y="52628"/>
                  </a:lnTo>
                  <a:lnTo>
                    <a:pt x="27463" y="52677"/>
                  </a:lnTo>
                  <a:lnTo>
                    <a:pt x="27528" y="52693"/>
                  </a:lnTo>
                  <a:lnTo>
                    <a:pt x="27610" y="52693"/>
                  </a:lnTo>
                  <a:lnTo>
                    <a:pt x="27675" y="52677"/>
                  </a:lnTo>
                  <a:lnTo>
                    <a:pt x="27756" y="52628"/>
                  </a:lnTo>
                  <a:lnTo>
                    <a:pt x="27838" y="52579"/>
                  </a:lnTo>
                  <a:lnTo>
                    <a:pt x="27903" y="52498"/>
                  </a:lnTo>
                  <a:lnTo>
                    <a:pt x="27984" y="52416"/>
                  </a:lnTo>
                  <a:lnTo>
                    <a:pt x="28147" y="52172"/>
                  </a:lnTo>
                  <a:lnTo>
                    <a:pt x="28294" y="51879"/>
                  </a:lnTo>
                  <a:lnTo>
                    <a:pt x="28457" y="51537"/>
                  </a:lnTo>
                  <a:lnTo>
                    <a:pt x="28620" y="51146"/>
                  </a:lnTo>
                  <a:lnTo>
                    <a:pt x="28782" y="50722"/>
                  </a:lnTo>
                  <a:lnTo>
                    <a:pt x="28945" y="50250"/>
                  </a:lnTo>
                  <a:lnTo>
                    <a:pt x="29108" y="49745"/>
                  </a:lnTo>
                  <a:lnTo>
                    <a:pt x="29418" y="48686"/>
                  </a:lnTo>
                  <a:lnTo>
                    <a:pt x="29711" y="47579"/>
                  </a:lnTo>
                  <a:lnTo>
                    <a:pt x="30004" y="46471"/>
                  </a:lnTo>
                  <a:lnTo>
                    <a:pt x="30493" y="44451"/>
                  </a:lnTo>
                  <a:lnTo>
                    <a:pt x="30705" y="43637"/>
                  </a:lnTo>
                  <a:lnTo>
                    <a:pt x="30867" y="43018"/>
                  </a:lnTo>
                  <a:lnTo>
                    <a:pt x="30998" y="42545"/>
                  </a:lnTo>
                  <a:lnTo>
                    <a:pt x="31112" y="42008"/>
                  </a:lnTo>
                  <a:lnTo>
                    <a:pt x="31226" y="41389"/>
                  </a:lnTo>
                  <a:lnTo>
                    <a:pt x="31356" y="40721"/>
                  </a:lnTo>
                  <a:lnTo>
                    <a:pt x="31470" y="39988"/>
                  </a:lnTo>
                  <a:lnTo>
                    <a:pt x="31584" y="39190"/>
                  </a:lnTo>
                  <a:lnTo>
                    <a:pt x="31812" y="37464"/>
                  </a:lnTo>
                  <a:lnTo>
                    <a:pt x="32024" y="35590"/>
                  </a:lnTo>
                  <a:lnTo>
                    <a:pt x="32203" y="33587"/>
                  </a:lnTo>
                  <a:lnTo>
                    <a:pt x="32366" y="31518"/>
                  </a:lnTo>
                  <a:lnTo>
                    <a:pt x="32513" y="29401"/>
                  </a:lnTo>
                  <a:lnTo>
                    <a:pt x="32610" y="27283"/>
                  </a:lnTo>
                  <a:lnTo>
                    <a:pt x="32675" y="25198"/>
                  </a:lnTo>
                  <a:lnTo>
                    <a:pt x="32708" y="24188"/>
                  </a:lnTo>
                  <a:lnTo>
                    <a:pt x="32708" y="23211"/>
                  </a:lnTo>
                  <a:lnTo>
                    <a:pt x="32708" y="22250"/>
                  </a:lnTo>
                  <a:lnTo>
                    <a:pt x="32692" y="21338"/>
                  </a:lnTo>
                  <a:lnTo>
                    <a:pt x="32659" y="20458"/>
                  </a:lnTo>
                  <a:lnTo>
                    <a:pt x="32627" y="19628"/>
                  </a:lnTo>
                  <a:lnTo>
                    <a:pt x="32561" y="18846"/>
                  </a:lnTo>
                  <a:lnTo>
                    <a:pt x="32496" y="18113"/>
                  </a:lnTo>
                  <a:lnTo>
                    <a:pt x="32415" y="17445"/>
                  </a:lnTo>
                  <a:lnTo>
                    <a:pt x="32317" y="16842"/>
                  </a:lnTo>
                  <a:lnTo>
                    <a:pt x="32203" y="16305"/>
                  </a:lnTo>
                  <a:lnTo>
                    <a:pt x="32073" y="15849"/>
                  </a:lnTo>
                  <a:lnTo>
                    <a:pt x="31877" y="15295"/>
                  </a:lnTo>
                  <a:lnTo>
                    <a:pt x="31666" y="14741"/>
                  </a:lnTo>
                  <a:lnTo>
                    <a:pt x="31454" y="14204"/>
                  </a:lnTo>
                  <a:lnTo>
                    <a:pt x="31209" y="13682"/>
                  </a:lnTo>
                  <a:lnTo>
                    <a:pt x="30965" y="13161"/>
                  </a:lnTo>
                  <a:lnTo>
                    <a:pt x="30705" y="12656"/>
                  </a:lnTo>
                  <a:lnTo>
                    <a:pt x="30428" y="12168"/>
                  </a:lnTo>
                  <a:lnTo>
                    <a:pt x="30151" y="11679"/>
                  </a:lnTo>
                  <a:lnTo>
                    <a:pt x="29858" y="11207"/>
                  </a:lnTo>
                  <a:lnTo>
                    <a:pt x="29548" y="10751"/>
                  </a:lnTo>
                  <a:lnTo>
                    <a:pt x="29222" y="10295"/>
                  </a:lnTo>
                  <a:lnTo>
                    <a:pt x="28880" y="9855"/>
                  </a:lnTo>
                  <a:lnTo>
                    <a:pt x="28538" y="9431"/>
                  </a:lnTo>
                  <a:lnTo>
                    <a:pt x="28180" y="9008"/>
                  </a:lnTo>
                  <a:lnTo>
                    <a:pt x="27821" y="8601"/>
                  </a:lnTo>
                  <a:lnTo>
                    <a:pt x="27447" y="8210"/>
                  </a:lnTo>
                  <a:lnTo>
                    <a:pt x="27056" y="7819"/>
                  </a:lnTo>
                  <a:lnTo>
                    <a:pt x="26649" y="7444"/>
                  </a:lnTo>
                  <a:lnTo>
                    <a:pt x="26242" y="7069"/>
                  </a:lnTo>
                  <a:lnTo>
                    <a:pt x="25818" y="6711"/>
                  </a:lnTo>
                  <a:lnTo>
                    <a:pt x="25395" y="6369"/>
                  </a:lnTo>
                  <a:lnTo>
                    <a:pt x="24955" y="6027"/>
                  </a:lnTo>
                  <a:lnTo>
                    <a:pt x="24499" y="5701"/>
                  </a:lnTo>
                  <a:lnTo>
                    <a:pt x="24043" y="5375"/>
                  </a:lnTo>
                  <a:lnTo>
                    <a:pt x="23570" y="5066"/>
                  </a:lnTo>
                  <a:lnTo>
                    <a:pt x="23098" y="4773"/>
                  </a:lnTo>
                  <a:lnTo>
                    <a:pt x="22609" y="4480"/>
                  </a:lnTo>
                  <a:lnTo>
                    <a:pt x="22121" y="4203"/>
                  </a:lnTo>
                  <a:lnTo>
                    <a:pt x="21616" y="3926"/>
                  </a:lnTo>
                  <a:lnTo>
                    <a:pt x="21111" y="3665"/>
                  </a:lnTo>
                  <a:lnTo>
                    <a:pt x="20589" y="3421"/>
                  </a:lnTo>
                  <a:lnTo>
                    <a:pt x="20052" y="3176"/>
                  </a:lnTo>
                  <a:lnTo>
                    <a:pt x="19514" y="2948"/>
                  </a:lnTo>
                  <a:lnTo>
                    <a:pt x="18977" y="2720"/>
                  </a:lnTo>
                  <a:lnTo>
                    <a:pt x="18423" y="2509"/>
                  </a:lnTo>
                  <a:lnTo>
                    <a:pt x="17869" y="2313"/>
                  </a:lnTo>
                  <a:lnTo>
                    <a:pt x="17299" y="2118"/>
                  </a:lnTo>
                  <a:lnTo>
                    <a:pt x="16729" y="1922"/>
                  </a:lnTo>
                  <a:lnTo>
                    <a:pt x="16143" y="1743"/>
                  </a:lnTo>
                  <a:lnTo>
                    <a:pt x="15556" y="1580"/>
                  </a:lnTo>
                  <a:lnTo>
                    <a:pt x="14970" y="1417"/>
                  </a:lnTo>
                  <a:lnTo>
                    <a:pt x="14367" y="1271"/>
                  </a:lnTo>
                  <a:lnTo>
                    <a:pt x="13765" y="1124"/>
                  </a:lnTo>
                  <a:lnTo>
                    <a:pt x="13162" y="994"/>
                  </a:lnTo>
                  <a:lnTo>
                    <a:pt x="11924" y="750"/>
                  </a:lnTo>
                  <a:lnTo>
                    <a:pt x="10654" y="538"/>
                  </a:lnTo>
                  <a:lnTo>
                    <a:pt x="9383" y="375"/>
                  </a:lnTo>
                  <a:lnTo>
                    <a:pt x="8080" y="228"/>
                  </a:lnTo>
                  <a:lnTo>
                    <a:pt x="6777" y="131"/>
                  </a:lnTo>
                  <a:lnTo>
                    <a:pt x="5441" y="49"/>
                  </a:lnTo>
                  <a:lnTo>
                    <a:pt x="410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1"/>
            <p:cNvSpPr/>
            <p:nvPr/>
          </p:nvSpPr>
          <p:spPr>
            <a:xfrm>
              <a:off x="2114970" y="3372689"/>
              <a:ext cx="1224724" cy="1063258"/>
            </a:xfrm>
            <a:custGeom>
              <a:avLst/>
              <a:gdLst/>
              <a:ahLst/>
              <a:cxnLst/>
              <a:rect l="l" t="t" r="r" b="b"/>
              <a:pathLst>
                <a:path w="81296" h="70578" extrusionOk="0">
                  <a:moveTo>
                    <a:pt x="63428" y="0"/>
                  </a:moveTo>
                  <a:lnTo>
                    <a:pt x="63135" y="180"/>
                  </a:lnTo>
                  <a:lnTo>
                    <a:pt x="62825" y="359"/>
                  </a:lnTo>
                  <a:lnTo>
                    <a:pt x="62499" y="538"/>
                  </a:lnTo>
                  <a:lnTo>
                    <a:pt x="62157" y="717"/>
                  </a:lnTo>
                  <a:lnTo>
                    <a:pt x="61424" y="1043"/>
                  </a:lnTo>
                  <a:lnTo>
                    <a:pt x="60659" y="1352"/>
                  </a:lnTo>
                  <a:lnTo>
                    <a:pt x="59828" y="1662"/>
                  </a:lnTo>
                  <a:lnTo>
                    <a:pt x="58965" y="1939"/>
                  </a:lnTo>
                  <a:lnTo>
                    <a:pt x="58069" y="2216"/>
                  </a:lnTo>
                  <a:lnTo>
                    <a:pt x="57140" y="2476"/>
                  </a:lnTo>
                  <a:lnTo>
                    <a:pt x="56196" y="2721"/>
                  </a:lnTo>
                  <a:lnTo>
                    <a:pt x="55218" y="2949"/>
                  </a:lnTo>
                  <a:lnTo>
                    <a:pt x="54225" y="3177"/>
                  </a:lnTo>
                  <a:lnTo>
                    <a:pt x="53215" y="3372"/>
                  </a:lnTo>
                  <a:lnTo>
                    <a:pt x="52205" y="3568"/>
                  </a:lnTo>
                  <a:lnTo>
                    <a:pt x="51179" y="3763"/>
                  </a:lnTo>
                  <a:lnTo>
                    <a:pt x="49159" y="4089"/>
                  </a:lnTo>
                  <a:lnTo>
                    <a:pt x="47172" y="4398"/>
                  </a:lnTo>
                  <a:lnTo>
                    <a:pt x="45266" y="4659"/>
                  </a:lnTo>
                  <a:lnTo>
                    <a:pt x="43491" y="4887"/>
                  </a:lnTo>
                  <a:lnTo>
                    <a:pt x="41862" y="5082"/>
                  </a:lnTo>
                  <a:lnTo>
                    <a:pt x="39240" y="5392"/>
                  </a:lnTo>
                  <a:lnTo>
                    <a:pt x="38311" y="5506"/>
                  </a:lnTo>
                  <a:lnTo>
                    <a:pt x="37969" y="5571"/>
                  </a:lnTo>
                  <a:lnTo>
                    <a:pt x="37692" y="5620"/>
                  </a:lnTo>
                  <a:lnTo>
                    <a:pt x="35298" y="6125"/>
                  </a:lnTo>
                  <a:lnTo>
                    <a:pt x="34092" y="6402"/>
                  </a:lnTo>
                  <a:lnTo>
                    <a:pt x="32903" y="6679"/>
                  </a:lnTo>
                  <a:lnTo>
                    <a:pt x="31731" y="6972"/>
                  </a:lnTo>
                  <a:lnTo>
                    <a:pt x="30558" y="7281"/>
                  </a:lnTo>
                  <a:lnTo>
                    <a:pt x="29401" y="7623"/>
                  </a:lnTo>
                  <a:lnTo>
                    <a:pt x="28261" y="7982"/>
                  </a:lnTo>
                  <a:lnTo>
                    <a:pt x="27707" y="8177"/>
                  </a:lnTo>
                  <a:lnTo>
                    <a:pt x="27154" y="8373"/>
                  </a:lnTo>
                  <a:lnTo>
                    <a:pt x="26600" y="8584"/>
                  </a:lnTo>
                  <a:lnTo>
                    <a:pt x="26062" y="8796"/>
                  </a:lnTo>
                  <a:lnTo>
                    <a:pt x="25525" y="9024"/>
                  </a:lnTo>
                  <a:lnTo>
                    <a:pt x="25004" y="9269"/>
                  </a:lnTo>
                  <a:lnTo>
                    <a:pt x="24482" y="9513"/>
                  </a:lnTo>
                  <a:lnTo>
                    <a:pt x="23977" y="9773"/>
                  </a:lnTo>
                  <a:lnTo>
                    <a:pt x="23472" y="10050"/>
                  </a:lnTo>
                  <a:lnTo>
                    <a:pt x="22984" y="10327"/>
                  </a:lnTo>
                  <a:lnTo>
                    <a:pt x="22511" y="10620"/>
                  </a:lnTo>
                  <a:lnTo>
                    <a:pt x="22039" y="10930"/>
                  </a:lnTo>
                  <a:lnTo>
                    <a:pt x="21567" y="11256"/>
                  </a:lnTo>
                  <a:lnTo>
                    <a:pt x="21127" y="11598"/>
                  </a:lnTo>
                  <a:lnTo>
                    <a:pt x="20687" y="11940"/>
                  </a:lnTo>
                  <a:lnTo>
                    <a:pt x="20264" y="12298"/>
                  </a:lnTo>
                  <a:lnTo>
                    <a:pt x="19905" y="12591"/>
                  </a:lnTo>
                  <a:lnTo>
                    <a:pt x="19531" y="12901"/>
                  </a:lnTo>
                  <a:lnTo>
                    <a:pt x="18684" y="13569"/>
                  </a:lnTo>
                  <a:lnTo>
                    <a:pt x="18211" y="13943"/>
                  </a:lnTo>
                  <a:lnTo>
                    <a:pt x="17723" y="14383"/>
                  </a:lnTo>
                  <a:lnTo>
                    <a:pt x="17185" y="14872"/>
                  </a:lnTo>
                  <a:lnTo>
                    <a:pt x="16631" y="15442"/>
                  </a:lnTo>
                  <a:lnTo>
                    <a:pt x="16354" y="15751"/>
                  </a:lnTo>
                  <a:lnTo>
                    <a:pt x="16061" y="16093"/>
                  </a:lnTo>
                  <a:lnTo>
                    <a:pt x="15752" y="16452"/>
                  </a:lnTo>
                  <a:lnTo>
                    <a:pt x="15442" y="16826"/>
                  </a:lnTo>
                  <a:lnTo>
                    <a:pt x="15133" y="17250"/>
                  </a:lnTo>
                  <a:lnTo>
                    <a:pt x="14807" y="17690"/>
                  </a:lnTo>
                  <a:lnTo>
                    <a:pt x="14481" y="18146"/>
                  </a:lnTo>
                  <a:lnTo>
                    <a:pt x="14155" y="18651"/>
                  </a:lnTo>
                  <a:lnTo>
                    <a:pt x="13813" y="19172"/>
                  </a:lnTo>
                  <a:lnTo>
                    <a:pt x="13471" y="19742"/>
                  </a:lnTo>
                  <a:lnTo>
                    <a:pt x="13113" y="20345"/>
                  </a:lnTo>
                  <a:lnTo>
                    <a:pt x="12755" y="20980"/>
                  </a:lnTo>
                  <a:lnTo>
                    <a:pt x="12396" y="21648"/>
                  </a:lnTo>
                  <a:lnTo>
                    <a:pt x="12022" y="22348"/>
                  </a:lnTo>
                  <a:lnTo>
                    <a:pt x="11647" y="23097"/>
                  </a:lnTo>
                  <a:lnTo>
                    <a:pt x="11272" y="23896"/>
                  </a:lnTo>
                  <a:lnTo>
                    <a:pt x="11224" y="24010"/>
                  </a:lnTo>
                  <a:lnTo>
                    <a:pt x="11142" y="24270"/>
                  </a:lnTo>
                  <a:lnTo>
                    <a:pt x="10914" y="25133"/>
                  </a:lnTo>
                  <a:lnTo>
                    <a:pt x="10132" y="28245"/>
                  </a:lnTo>
                  <a:lnTo>
                    <a:pt x="8976" y="32952"/>
                  </a:lnTo>
                  <a:lnTo>
                    <a:pt x="7526" y="38962"/>
                  </a:lnTo>
                  <a:lnTo>
                    <a:pt x="3975" y="53801"/>
                  </a:lnTo>
                  <a:lnTo>
                    <a:pt x="1" y="70578"/>
                  </a:lnTo>
                  <a:lnTo>
                    <a:pt x="81296" y="70578"/>
                  </a:lnTo>
                  <a:lnTo>
                    <a:pt x="81296" y="9415"/>
                  </a:lnTo>
                  <a:lnTo>
                    <a:pt x="80368" y="9415"/>
                  </a:lnTo>
                  <a:lnTo>
                    <a:pt x="79765" y="9399"/>
                  </a:lnTo>
                  <a:lnTo>
                    <a:pt x="79195" y="9383"/>
                  </a:lnTo>
                  <a:lnTo>
                    <a:pt x="78625" y="9350"/>
                  </a:lnTo>
                  <a:lnTo>
                    <a:pt x="78055" y="9301"/>
                  </a:lnTo>
                  <a:lnTo>
                    <a:pt x="77517" y="9252"/>
                  </a:lnTo>
                  <a:lnTo>
                    <a:pt x="76980" y="9171"/>
                  </a:lnTo>
                  <a:lnTo>
                    <a:pt x="76458" y="9089"/>
                  </a:lnTo>
                  <a:lnTo>
                    <a:pt x="75953" y="9008"/>
                  </a:lnTo>
                  <a:lnTo>
                    <a:pt x="75465" y="8910"/>
                  </a:lnTo>
                  <a:lnTo>
                    <a:pt x="74976" y="8796"/>
                  </a:lnTo>
                  <a:lnTo>
                    <a:pt x="74504" y="8666"/>
                  </a:lnTo>
                  <a:lnTo>
                    <a:pt x="74031" y="8536"/>
                  </a:lnTo>
                  <a:lnTo>
                    <a:pt x="73592" y="8405"/>
                  </a:lnTo>
                  <a:lnTo>
                    <a:pt x="73152" y="8259"/>
                  </a:lnTo>
                  <a:lnTo>
                    <a:pt x="72728" y="8096"/>
                  </a:lnTo>
                  <a:lnTo>
                    <a:pt x="72305" y="7933"/>
                  </a:lnTo>
                  <a:lnTo>
                    <a:pt x="71898" y="7770"/>
                  </a:lnTo>
                  <a:lnTo>
                    <a:pt x="71507" y="7591"/>
                  </a:lnTo>
                  <a:lnTo>
                    <a:pt x="71132" y="7412"/>
                  </a:lnTo>
                  <a:lnTo>
                    <a:pt x="70757" y="7233"/>
                  </a:lnTo>
                  <a:lnTo>
                    <a:pt x="70041" y="6842"/>
                  </a:lnTo>
                  <a:lnTo>
                    <a:pt x="69373" y="6434"/>
                  </a:lnTo>
                  <a:lnTo>
                    <a:pt x="68738" y="6011"/>
                  </a:lnTo>
                  <a:lnTo>
                    <a:pt x="68151" y="5587"/>
                  </a:lnTo>
                  <a:lnTo>
                    <a:pt x="67598" y="5148"/>
                  </a:lnTo>
                  <a:lnTo>
                    <a:pt x="67093" y="4708"/>
                  </a:lnTo>
                  <a:lnTo>
                    <a:pt x="66620" y="4268"/>
                  </a:lnTo>
                  <a:lnTo>
                    <a:pt x="66180" y="3828"/>
                  </a:lnTo>
                  <a:lnTo>
                    <a:pt x="65773" y="3405"/>
                  </a:lnTo>
                  <a:lnTo>
                    <a:pt x="65415" y="2981"/>
                  </a:lnTo>
                  <a:lnTo>
                    <a:pt x="65073" y="2574"/>
                  </a:lnTo>
                  <a:lnTo>
                    <a:pt x="64780" y="2183"/>
                  </a:lnTo>
                  <a:lnTo>
                    <a:pt x="64503" y="1825"/>
                  </a:lnTo>
                  <a:lnTo>
                    <a:pt x="64275" y="1466"/>
                  </a:lnTo>
                  <a:lnTo>
                    <a:pt x="63900" y="864"/>
                  </a:lnTo>
                  <a:lnTo>
                    <a:pt x="63639" y="408"/>
                  </a:lnTo>
                  <a:lnTo>
                    <a:pt x="63477" y="114"/>
                  </a:lnTo>
                  <a:lnTo>
                    <a:pt x="634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1"/>
            <p:cNvSpPr/>
            <p:nvPr/>
          </p:nvSpPr>
          <p:spPr>
            <a:xfrm>
              <a:off x="3339679" y="3372930"/>
              <a:ext cx="1232332" cy="1063017"/>
            </a:xfrm>
            <a:custGeom>
              <a:avLst/>
              <a:gdLst/>
              <a:ahLst/>
              <a:cxnLst/>
              <a:rect l="l" t="t" r="r" b="b"/>
              <a:pathLst>
                <a:path w="81801" h="70562" extrusionOk="0">
                  <a:moveTo>
                    <a:pt x="18211" y="1"/>
                  </a:moveTo>
                  <a:lnTo>
                    <a:pt x="18162" y="98"/>
                  </a:lnTo>
                  <a:lnTo>
                    <a:pt x="18000" y="392"/>
                  </a:lnTo>
                  <a:lnTo>
                    <a:pt x="17739" y="864"/>
                  </a:lnTo>
                  <a:lnTo>
                    <a:pt x="17364" y="1467"/>
                  </a:lnTo>
                  <a:lnTo>
                    <a:pt x="17136" y="1809"/>
                  </a:lnTo>
                  <a:lnTo>
                    <a:pt x="16859" y="2167"/>
                  </a:lnTo>
                  <a:lnTo>
                    <a:pt x="16566" y="2558"/>
                  </a:lnTo>
                  <a:lnTo>
                    <a:pt x="16240" y="2965"/>
                  </a:lnTo>
                  <a:lnTo>
                    <a:pt x="15866" y="3389"/>
                  </a:lnTo>
                  <a:lnTo>
                    <a:pt x="15475" y="3812"/>
                  </a:lnTo>
                  <a:lnTo>
                    <a:pt x="15035" y="4252"/>
                  </a:lnTo>
                  <a:lnTo>
                    <a:pt x="14563" y="4692"/>
                  </a:lnTo>
                  <a:lnTo>
                    <a:pt x="14042" y="5132"/>
                  </a:lnTo>
                  <a:lnTo>
                    <a:pt x="13488" y="5571"/>
                  </a:lnTo>
                  <a:lnTo>
                    <a:pt x="12901" y="5995"/>
                  </a:lnTo>
                  <a:lnTo>
                    <a:pt x="12266" y="6418"/>
                  </a:lnTo>
                  <a:lnTo>
                    <a:pt x="11598" y="6826"/>
                  </a:lnTo>
                  <a:lnTo>
                    <a:pt x="10898" y="7217"/>
                  </a:lnTo>
                  <a:lnTo>
                    <a:pt x="10523" y="7396"/>
                  </a:lnTo>
                  <a:lnTo>
                    <a:pt x="10132" y="7575"/>
                  </a:lnTo>
                  <a:lnTo>
                    <a:pt x="9741" y="7754"/>
                  </a:lnTo>
                  <a:lnTo>
                    <a:pt x="9334" y="7917"/>
                  </a:lnTo>
                  <a:lnTo>
                    <a:pt x="8927" y="8080"/>
                  </a:lnTo>
                  <a:lnTo>
                    <a:pt x="8487" y="8243"/>
                  </a:lnTo>
                  <a:lnTo>
                    <a:pt x="8047" y="8389"/>
                  </a:lnTo>
                  <a:lnTo>
                    <a:pt x="7608" y="8520"/>
                  </a:lnTo>
                  <a:lnTo>
                    <a:pt x="7135" y="8650"/>
                  </a:lnTo>
                  <a:lnTo>
                    <a:pt x="6663" y="8780"/>
                  </a:lnTo>
                  <a:lnTo>
                    <a:pt x="6191" y="8894"/>
                  </a:lnTo>
                  <a:lnTo>
                    <a:pt x="5686" y="8992"/>
                  </a:lnTo>
                  <a:lnTo>
                    <a:pt x="5181" y="9073"/>
                  </a:lnTo>
                  <a:lnTo>
                    <a:pt x="4659" y="9155"/>
                  </a:lnTo>
                  <a:lnTo>
                    <a:pt x="4122" y="9236"/>
                  </a:lnTo>
                  <a:lnTo>
                    <a:pt x="3584" y="9285"/>
                  </a:lnTo>
                  <a:lnTo>
                    <a:pt x="3031" y="9334"/>
                  </a:lnTo>
                  <a:lnTo>
                    <a:pt x="2461" y="9367"/>
                  </a:lnTo>
                  <a:lnTo>
                    <a:pt x="1874" y="9383"/>
                  </a:lnTo>
                  <a:lnTo>
                    <a:pt x="1271" y="9399"/>
                  </a:lnTo>
                  <a:lnTo>
                    <a:pt x="1" y="9399"/>
                  </a:lnTo>
                  <a:lnTo>
                    <a:pt x="1" y="70562"/>
                  </a:lnTo>
                  <a:lnTo>
                    <a:pt x="81801" y="70562"/>
                  </a:lnTo>
                  <a:lnTo>
                    <a:pt x="71816" y="27561"/>
                  </a:lnTo>
                  <a:lnTo>
                    <a:pt x="71767" y="27414"/>
                  </a:lnTo>
                  <a:lnTo>
                    <a:pt x="71653" y="27186"/>
                  </a:lnTo>
                  <a:lnTo>
                    <a:pt x="71344" y="26583"/>
                  </a:lnTo>
                  <a:lnTo>
                    <a:pt x="70872" y="25785"/>
                  </a:lnTo>
                  <a:lnTo>
                    <a:pt x="70269" y="24824"/>
                  </a:lnTo>
                  <a:lnTo>
                    <a:pt x="69568" y="23717"/>
                  </a:lnTo>
                  <a:lnTo>
                    <a:pt x="68787" y="22528"/>
                  </a:lnTo>
                  <a:lnTo>
                    <a:pt x="67940" y="21257"/>
                  </a:lnTo>
                  <a:lnTo>
                    <a:pt x="67060" y="19954"/>
                  </a:lnTo>
                  <a:lnTo>
                    <a:pt x="66164" y="18651"/>
                  </a:lnTo>
                  <a:lnTo>
                    <a:pt x="65285" y="17380"/>
                  </a:lnTo>
                  <a:lnTo>
                    <a:pt x="64421" y="16175"/>
                  </a:lnTo>
                  <a:lnTo>
                    <a:pt x="63623" y="15067"/>
                  </a:lnTo>
                  <a:lnTo>
                    <a:pt x="62890" y="14090"/>
                  </a:lnTo>
                  <a:lnTo>
                    <a:pt x="62271" y="13292"/>
                  </a:lnTo>
                  <a:lnTo>
                    <a:pt x="61750" y="12673"/>
                  </a:lnTo>
                  <a:lnTo>
                    <a:pt x="61555" y="12445"/>
                  </a:lnTo>
                  <a:lnTo>
                    <a:pt x="61392" y="12282"/>
                  </a:lnTo>
                  <a:lnTo>
                    <a:pt x="61147" y="12103"/>
                  </a:lnTo>
                  <a:lnTo>
                    <a:pt x="60838" y="11842"/>
                  </a:lnTo>
                  <a:lnTo>
                    <a:pt x="60528" y="11582"/>
                  </a:lnTo>
                  <a:lnTo>
                    <a:pt x="59861" y="11109"/>
                  </a:lnTo>
                  <a:lnTo>
                    <a:pt x="59193" y="10653"/>
                  </a:lnTo>
                  <a:lnTo>
                    <a:pt x="58492" y="10214"/>
                  </a:lnTo>
                  <a:lnTo>
                    <a:pt x="57776" y="9823"/>
                  </a:lnTo>
                  <a:lnTo>
                    <a:pt x="57043" y="9448"/>
                  </a:lnTo>
                  <a:lnTo>
                    <a:pt x="56277" y="9090"/>
                  </a:lnTo>
                  <a:lnTo>
                    <a:pt x="55512" y="8764"/>
                  </a:lnTo>
                  <a:lnTo>
                    <a:pt x="54730" y="8438"/>
                  </a:lnTo>
                  <a:lnTo>
                    <a:pt x="53932" y="8145"/>
                  </a:lnTo>
                  <a:lnTo>
                    <a:pt x="53117" y="7884"/>
                  </a:lnTo>
                  <a:lnTo>
                    <a:pt x="52287" y="7607"/>
                  </a:lnTo>
                  <a:lnTo>
                    <a:pt x="51456" y="7363"/>
                  </a:lnTo>
                  <a:lnTo>
                    <a:pt x="50609" y="7135"/>
                  </a:lnTo>
                  <a:lnTo>
                    <a:pt x="49762" y="6907"/>
                  </a:lnTo>
                  <a:lnTo>
                    <a:pt x="48915" y="6695"/>
                  </a:lnTo>
                  <a:lnTo>
                    <a:pt x="47677" y="6402"/>
                  </a:lnTo>
                  <a:lnTo>
                    <a:pt x="46439" y="6125"/>
                  </a:lnTo>
                  <a:lnTo>
                    <a:pt x="43963" y="5604"/>
                  </a:lnTo>
                  <a:lnTo>
                    <a:pt x="43686" y="5555"/>
                  </a:lnTo>
                  <a:lnTo>
                    <a:pt x="43344" y="5490"/>
                  </a:lnTo>
                  <a:lnTo>
                    <a:pt x="42416" y="5376"/>
                  </a:lnTo>
                  <a:lnTo>
                    <a:pt x="39777" y="5066"/>
                  </a:lnTo>
                  <a:lnTo>
                    <a:pt x="38165" y="4871"/>
                  </a:lnTo>
                  <a:lnTo>
                    <a:pt x="36373" y="4643"/>
                  </a:lnTo>
                  <a:lnTo>
                    <a:pt x="34483" y="4382"/>
                  </a:lnTo>
                  <a:lnTo>
                    <a:pt x="32496" y="4073"/>
                  </a:lnTo>
                  <a:lnTo>
                    <a:pt x="30476" y="3747"/>
                  </a:lnTo>
                  <a:lnTo>
                    <a:pt x="29450" y="3552"/>
                  </a:lnTo>
                  <a:lnTo>
                    <a:pt x="28440" y="3356"/>
                  </a:lnTo>
                  <a:lnTo>
                    <a:pt x="27431" y="3161"/>
                  </a:lnTo>
                  <a:lnTo>
                    <a:pt x="26437" y="2933"/>
                  </a:lnTo>
                  <a:lnTo>
                    <a:pt x="25460" y="2705"/>
                  </a:lnTo>
                  <a:lnTo>
                    <a:pt x="24499" y="2460"/>
                  </a:lnTo>
                  <a:lnTo>
                    <a:pt x="23570" y="2200"/>
                  </a:lnTo>
                  <a:lnTo>
                    <a:pt x="22674" y="1923"/>
                  </a:lnTo>
                  <a:lnTo>
                    <a:pt x="21811" y="1646"/>
                  </a:lnTo>
                  <a:lnTo>
                    <a:pt x="20997" y="1353"/>
                  </a:lnTo>
                  <a:lnTo>
                    <a:pt x="20215" y="1027"/>
                  </a:lnTo>
                  <a:lnTo>
                    <a:pt x="19498" y="701"/>
                  </a:lnTo>
                  <a:lnTo>
                    <a:pt x="19156" y="538"/>
                  </a:lnTo>
                  <a:lnTo>
                    <a:pt x="18814" y="359"/>
                  </a:lnTo>
                  <a:lnTo>
                    <a:pt x="18505" y="180"/>
                  </a:lnTo>
                  <a:lnTo>
                    <a:pt x="1821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1"/>
            <p:cNvSpPr/>
            <p:nvPr/>
          </p:nvSpPr>
          <p:spPr>
            <a:xfrm>
              <a:off x="3846164" y="2397773"/>
              <a:ext cx="113861" cy="154612"/>
            </a:xfrm>
            <a:custGeom>
              <a:avLst/>
              <a:gdLst/>
              <a:ahLst/>
              <a:cxnLst/>
              <a:rect l="l" t="t" r="r" b="b"/>
              <a:pathLst>
                <a:path w="7558" h="10263" extrusionOk="0">
                  <a:moveTo>
                    <a:pt x="0" y="1"/>
                  </a:moveTo>
                  <a:lnTo>
                    <a:pt x="0" y="10262"/>
                  </a:lnTo>
                  <a:lnTo>
                    <a:pt x="7558" y="10262"/>
                  </a:lnTo>
                  <a:lnTo>
                    <a:pt x="75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1"/>
            <p:cNvSpPr/>
            <p:nvPr/>
          </p:nvSpPr>
          <p:spPr>
            <a:xfrm>
              <a:off x="3960010" y="2397773"/>
              <a:ext cx="30446" cy="154612"/>
            </a:xfrm>
            <a:custGeom>
              <a:avLst/>
              <a:gdLst/>
              <a:ahLst/>
              <a:cxnLst/>
              <a:rect l="l" t="t" r="r" b="b"/>
              <a:pathLst>
                <a:path w="2021" h="10263" extrusionOk="0">
                  <a:moveTo>
                    <a:pt x="1" y="1"/>
                  </a:moveTo>
                  <a:lnTo>
                    <a:pt x="1" y="10262"/>
                  </a:lnTo>
                  <a:lnTo>
                    <a:pt x="2021" y="9236"/>
                  </a:lnTo>
                  <a:lnTo>
                    <a:pt x="2021" y="102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1"/>
            <p:cNvSpPr/>
            <p:nvPr/>
          </p:nvSpPr>
          <p:spPr>
            <a:xfrm>
              <a:off x="2208960" y="1279076"/>
              <a:ext cx="531764" cy="152880"/>
            </a:xfrm>
            <a:custGeom>
              <a:avLst/>
              <a:gdLst/>
              <a:ahLst/>
              <a:cxnLst/>
              <a:rect l="l" t="t" r="r" b="b"/>
              <a:pathLst>
                <a:path w="35298" h="10148" extrusionOk="0">
                  <a:moveTo>
                    <a:pt x="26518" y="0"/>
                  </a:moveTo>
                  <a:lnTo>
                    <a:pt x="26518" y="3860"/>
                  </a:lnTo>
                  <a:lnTo>
                    <a:pt x="0" y="3860"/>
                  </a:lnTo>
                  <a:lnTo>
                    <a:pt x="0" y="6287"/>
                  </a:lnTo>
                  <a:lnTo>
                    <a:pt x="26518" y="6287"/>
                  </a:lnTo>
                  <a:lnTo>
                    <a:pt x="26518" y="10148"/>
                  </a:lnTo>
                  <a:lnTo>
                    <a:pt x="35297" y="5066"/>
                  </a:lnTo>
                  <a:lnTo>
                    <a:pt x="2651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1"/>
            <p:cNvSpPr/>
            <p:nvPr/>
          </p:nvSpPr>
          <p:spPr>
            <a:xfrm>
              <a:off x="2208960" y="1526654"/>
              <a:ext cx="531764" cy="152895"/>
            </a:xfrm>
            <a:custGeom>
              <a:avLst/>
              <a:gdLst/>
              <a:ahLst/>
              <a:cxnLst/>
              <a:rect l="l" t="t" r="r" b="b"/>
              <a:pathLst>
                <a:path w="35298" h="10149" extrusionOk="0">
                  <a:moveTo>
                    <a:pt x="8796" y="1"/>
                  </a:moveTo>
                  <a:lnTo>
                    <a:pt x="0" y="5083"/>
                  </a:lnTo>
                  <a:lnTo>
                    <a:pt x="8796" y="10149"/>
                  </a:lnTo>
                  <a:lnTo>
                    <a:pt x="8796" y="6288"/>
                  </a:lnTo>
                  <a:lnTo>
                    <a:pt x="35297" y="6288"/>
                  </a:lnTo>
                  <a:lnTo>
                    <a:pt x="35297" y="3878"/>
                  </a:lnTo>
                  <a:lnTo>
                    <a:pt x="8796" y="3878"/>
                  </a:lnTo>
                  <a:lnTo>
                    <a:pt x="879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1444;p41">
            <a:extLst>
              <a:ext uri="{FF2B5EF4-FFF2-40B4-BE49-F238E27FC236}">
                <a16:creationId xmlns:a16="http://schemas.microsoft.com/office/drawing/2014/main" id="{24708816-3EE1-2E37-27E1-A44569137454}"/>
              </a:ext>
            </a:extLst>
          </p:cNvPr>
          <p:cNvGrpSpPr/>
          <p:nvPr/>
        </p:nvGrpSpPr>
        <p:grpSpPr>
          <a:xfrm>
            <a:off x="457199" y="1071764"/>
            <a:ext cx="8229601" cy="1030352"/>
            <a:chOff x="2955001" y="4154075"/>
            <a:chExt cx="5010397" cy="575700"/>
          </a:xfrm>
        </p:grpSpPr>
        <p:sp>
          <p:nvSpPr>
            <p:cNvPr id="29" name="Google Shape;1445;p41">
              <a:extLst>
                <a:ext uri="{FF2B5EF4-FFF2-40B4-BE49-F238E27FC236}">
                  <a16:creationId xmlns:a16="http://schemas.microsoft.com/office/drawing/2014/main" id="{DA8EE880-F76C-556B-A01B-E9D2772DAC72}"/>
                </a:ext>
              </a:extLst>
            </p:cNvPr>
            <p:cNvSpPr txBox="1"/>
            <p:nvPr/>
          </p:nvSpPr>
          <p:spPr>
            <a:xfrm>
              <a:off x="2955001" y="4154075"/>
              <a:ext cx="70155" cy="575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0" name="Google Shape;1446;p41">
              <a:extLst>
                <a:ext uri="{FF2B5EF4-FFF2-40B4-BE49-F238E27FC236}">
                  <a16:creationId xmlns:a16="http://schemas.microsoft.com/office/drawing/2014/main" id="{8051FC7E-9695-38CF-21D8-D3C3B6F89119}"/>
                </a:ext>
              </a:extLst>
            </p:cNvPr>
            <p:cNvSpPr txBox="1"/>
            <p:nvPr/>
          </p:nvSpPr>
          <p:spPr>
            <a:xfrm>
              <a:off x="3025156" y="4154077"/>
              <a:ext cx="4940242" cy="573600"/>
            </a:xfrm>
            <a:prstGeom prst="rect">
              <a:avLst/>
            </a:prstGeom>
            <a:solidFill>
              <a:srgbClr val="2F809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b="1" dirty="0"/>
                <a:t>Integrating diverse variables </a:t>
              </a:r>
              <a:r>
                <a:rPr lang="en-US" dirty="0"/>
                <a:t>(demographic, lifestyle, clinical, cognitive, and symptom-related variables) into a unified predictive framework, the project seeks to </a:t>
              </a:r>
              <a:r>
                <a:rPr lang="en-US" b="1" dirty="0"/>
                <a:t>evaluate multiple machine learning algorithms</a:t>
              </a:r>
              <a:r>
                <a:rPr lang="en-US" dirty="0"/>
                <a:t> </a:t>
              </a:r>
              <a:r>
                <a:rPr lang="en-US" b="1" dirty="0"/>
                <a:t>and determine their capability to accurately identify patients at risk. 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CE55DC50-3689-FD90-2A0C-9EE1D325EEC2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7B8883C8-DF4F-FEFC-7892-1578083DC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D9B0E599-B275-52A2-2343-3B9FB3FEEF1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F65C2EF6-E652-DA9E-DFDB-6E32A534F6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911794BB-B0B0-9B9E-4B3B-C4A0D5D1A398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385C956-F594-8D81-6CBA-7527E4784E5B}"/>
              </a:ext>
            </a:extLst>
          </p:cNvPr>
          <p:cNvSpPr txBox="1"/>
          <p:nvPr/>
        </p:nvSpPr>
        <p:spPr>
          <a:xfrm>
            <a:off x="3940097" y="2145658"/>
            <a:ext cx="50106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6E00475-7CCD-3C44-576A-F9736FB7D970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04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E775D504-F2BE-696D-DF0D-31B65ABB8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1DE09ADB-C41F-9568-7645-CEE95794F52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E5D6C17F-6AA0-320D-C7F4-B071C133BB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FB22E14B-F10D-F7A6-3477-AC2E853CA765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FEB2DD1-BEB2-74C3-CDFE-B94D4A1CF424}"/>
              </a:ext>
            </a:extLst>
          </p:cNvPr>
          <p:cNvSpPr txBox="1"/>
          <p:nvPr/>
        </p:nvSpPr>
        <p:spPr>
          <a:xfrm>
            <a:off x="3940097" y="2145658"/>
            <a:ext cx="50106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US" sz="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Demographic variables </a:t>
            </a:r>
            <a:r>
              <a:rPr lang="en-US" sz="1300" dirty="0"/>
              <a:t>(age, gender, ethnicity, educational level).</a:t>
            </a:r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535BDCF-83F0-DD5F-5BEC-184B13CC2D2A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9788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6F3A3850-7ADA-2675-CBA7-9737B7AC7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A00F0F1F-9FDE-915F-8414-F97C49A25FE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5924AB44-7499-E313-79B6-A3611AD948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B7AC975B-D547-B917-A17A-09F10635FB72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6737678-38C2-99EB-FADE-CB4D54D1350A}"/>
              </a:ext>
            </a:extLst>
          </p:cNvPr>
          <p:cNvSpPr txBox="1"/>
          <p:nvPr/>
        </p:nvSpPr>
        <p:spPr>
          <a:xfrm>
            <a:off x="3940097" y="2145658"/>
            <a:ext cx="5010614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US" sz="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Demographic variables </a:t>
            </a:r>
            <a:r>
              <a:rPr lang="en-US" sz="1300" dirty="0"/>
              <a:t>(age, gender, ethnicity, educational level).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Lifestyle Factors </a:t>
            </a:r>
            <a:r>
              <a:rPr lang="en-US" sz="1300" dirty="0"/>
              <a:t>(BMI, smoking, alcohol, physical activity, diet and sleep quality).</a:t>
            </a:r>
            <a:endParaRPr lang="en-US" sz="1300" b="1" dirty="0"/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087A59E-CBB0-2529-D424-C172AA9DF36D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900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A0B39314-49B9-D92E-88D0-ACF54CD76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F76DCF59-1866-7CF1-58FE-058431543FB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FFE98010-9541-8E8A-0C99-DE272EE2F5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28F0433E-FEEF-872F-10B0-02DB7B8C1FF2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468578F-4CD7-6F44-7AC4-785511BAA53E}"/>
              </a:ext>
            </a:extLst>
          </p:cNvPr>
          <p:cNvSpPr txBox="1"/>
          <p:nvPr/>
        </p:nvSpPr>
        <p:spPr>
          <a:xfrm>
            <a:off x="3940097" y="2145658"/>
            <a:ext cx="5010614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US" sz="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Demographic variables </a:t>
            </a:r>
            <a:r>
              <a:rPr lang="en-US" sz="1300" dirty="0"/>
              <a:t>(age, gender, ethnicity, educational level).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Lifestyle Factors </a:t>
            </a:r>
            <a:r>
              <a:rPr lang="en-US" sz="1300" dirty="0"/>
              <a:t>(BMI, smoking, alcohol, physical activity, diet and sleep quality).</a:t>
            </a:r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Medical History </a:t>
            </a:r>
            <a:r>
              <a:rPr lang="en-US" sz="1300" dirty="0"/>
              <a:t>(TBI, Depression, Stroke, Diabetes…)</a:t>
            </a:r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ADA2899-491B-6CBA-D705-61E663B8067E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056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F41A5CDD-17B7-C0E4-D4EE-19955CC60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C973762B-4E0F-6E34-3A33-9CCC05ABEA6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E28011E0-9C2F-9536-9C0C-0F3EA030E8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E3EA85F2-460D-E32E-092A-9326E72419B8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36720AA-145D-6750-242B-CAB7F2935F8A}"/>
              </a:ext>
            </a:extLst>
          </p:cNvPr>
          <p:cNvSpPr txBox="1"/>
          <p:nvPr/>
        </p:nvSpPr>
        <p:spPr>
          <a:xfrm>
            <a:off x="3940097" y="2145658"/>
            <a:ext cx="501061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US" sz="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Demographic variables </a:t>
            </a:r>
            <a:r>
              <a:rPr lang="en-US" sz="1300" dirty="0"/>
              <a:t>(age, gender, ethnicity, educational level).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Lifestyle Factors </a:t>
            </a:r>
            <a:r>
              <a:rPr lang="en-US" sz="1300" dirty="0"/>
              <a:t>(BMI, smoking, alcohol, physical activity, diet and sleep quality).</a:t>
            </a:r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Medical History </a:t>
            </a:r>
            <a:r>
              <a:rPr lang="en-US" sz="1300" dirty="0"/>
              <a:t>(TBI, Depression, Stroke, Diabetes…)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Clinical </a:t>
            </a:r>
            <a:r>
              <a:rPr lang="en-US" sz="1300" b="1" dirty="0" err="1"/>
              <a:t>Meassurements</a:t>
            </a:r>
            <a:r>
              <a:rPr lang="en-US" sz="1300" dirty="0"/>
              <a:t>(Cholesterol, Triglycerides, BP).</a:t>
            </a:r>
            <a:endParaRPr lang="en-US" sz="1300" b="1" dirty="0"/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53CD672-955B-CA60-CE74-B598C2B6F47D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481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B11BE59B-9B7A-36C2-B5A8-CB6DC0352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33C7801B-BF40-BA41-CF52-97649B8646A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6470DD6F-46F0-04B0-4CAC-49AFEBED60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E04443ED-40C6-18A5-8B4D-2AE18E7645BF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3049822-098B-D364-78CA-0A0557079F07}"/>
              </a:ext>
            </a:extLst>
          </p:cNvPr>
          <p:cNvSpPr txBox="1"/>
          <p:nvPr/>
        </p:nvSpPr>
        <p:spPr>
          <a:xfrm>
            <a:off x="3940097" y="2145658"/>
            <a:ext cx="5010614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US" sz="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Demographic variables </a:t>
            </a:r>
            <a:r>
              <a:rPr lang="en-US" sz="1300" dirty="0"/>
              <a:t>(age, gender, ethnicity, educational level).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Lifestyle Factors </a:t>
            </a:r>
            <a:r>
              <a:rPr lang="en-US" sz="1300" dirty="0"/>
              <a:t>(BMI, smoking, alcohol, physical activity, diet and sleep quality).</a:t>
            </a:r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Medical History </a:t>
            </a:r>
            <a:r>
              <a:rPr lang="en-US" sz="1300" dirty="0"/>
              <a:t>(TBI, Depression, Stroke, Diabetes…)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Clinical </a:t>
            </a:r>
            <a:r>
              <a:rPr lang="en-US" sz="1300" b="1" dirty="0" err="1"/>
              <a:t>Meassurements</a:t>
            </a:r>
            <a:r>
              <a:rPr lang="en-US" sz="1300" dirty="0"/>
              <a:t>(Cholesterol, Triglycerides, BP).</a:t>
            </a:r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Cognitive and Functional Assessments </a:t>
            </a:r>
            <a:r>
              <a:rPr lang="en-US" sz="1300" dirty="0"/>
              <a:t>(UPDRS, MoCA…).</a:t>
            </a:r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6A9C89C-9568-E1A2-7137-3CC40A9FD9E3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294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E16554C0-F4BB-FE13-E59D-52BB0B2C2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C0704A4B-DA18-7118-1B46-91EC22A7339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BED23943-CC57-443D-26F5-54D7F5847F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54758440-046D-700C-71C8-E58C430ABEBC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174EBB6-C5D1-7174-8B5D-8035AD4284A8}"/>
              </a:ext>
            </a:extLst>
          </p:cNvPr>
          <p:cNvSpPr txBox="1"/>
          <p:nvPr/>
        </p:nvSpPr>
        <p:spPr>
          <a:xfrm>
            <a:off x="3940097" y="2145658"/>
            <a:ext cx="5010614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US" sz="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Demographic variables </a:t>
            </a:r>
            <a:r>
              <a:rPr lang="en-US" sz="1300" dirty="0"/>
              <a:t>(age, gender, ethnicity, educational level).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Lifestyle Factors </a:t>
            </a:r>
            <a:r>
              <a:rPr lang="en-US" sz="1300" dirty="0"/>
              <a:t>(BMI, smoking, alcohol, physical activity, diet and sleep quality).</a:t>
            </a:r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Medical History </a:t>
            </a:r>
            <a:r>
              <a:rPr lang="en-US" sz="1300" dirty="0"/>
              <a:t>(TBI, Depression, Stroke, Diabetes…)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Clinical </a:t>
            </a:r>
            <a:r>
              <a:rPr lang="en-US" sz="1300" b="1" dirty="0" err="1"/>
              <a:t>Meassurements</a:t>
            </a:r>
            <a:r>
              <a:rPr lang="en-US" sz="1300" dirty="0"/>
              <a:t>(Cholesterol, Triglycerides, BP).</a:t>
            </a:r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Cognitive and Functional Assessments </a:t>
            </a:r>
            <a:r>
              <a:rPr lang="en-US" sz="1300" dirty="0"/>
              <a:t>(UPDRS, MoCA…).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Symptom indicators </a:t>
            </a:r>
            <a:r>
              <a:rPr lang="en-US" sz="1300" dirty="0"/>
              <a:t>(Tremor, Constipation, Rigidity).</a:t>
            </a:r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EA7B64A-F7D0-D1B1-FCFF-C2DB8D7F300E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98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6E0B998E-2C76-A1D0-DD1B-C99F2D5EF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756B8AFA-E8A0-68A0-C986-C885E15FB2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RESULTS: Final Models</a:t>
            </a:r>
            <a:endParaRPr dirty="0"/>
          </a:p>
        </p:txBody>
      </p:sp>
      <p:grpSp>
        <p:nvGrpSpPr>
          <p:cNvPr id="6" name="Google Shape;1444;p41">
            <a:extLst>
              <a:ext uri="{FF2B5EF4-FFF2-40B4-BE49-F238E27FC236}">
                <a16:creationId xmlns:a16="http://schemas.microsoft.com/office/drawing/2014/main" id="{1E122B6E-9419-B1CB-B3C6-0578DEF022E3}"/>
              </a:ext>
            </a:extLst>
          </p:cNvPr>
          <p:cNvGrpSpPr/>
          <p:nvPr/>
        </p:nvGrpSpPr>
        <p:grpSpPr>
          <a:xfrm>
            <a:off x="457198" y="1220447"/>
            <a:ext cx="8229601" cy="636536"/>
            <a:chOff x="2955001" y="4154075"/>
            <a:chExt cx="5010397" cy="575700"/>
          </a:xfrm>
        </p:grpSpPr>
        <p:sp>
          <p:nvSpPr>
            <p:cNvPr id="7" name="Google Shape;1445;p41">
              <a:extLst>
                <a:ext uri="{FF2B5EF4-FFF2-40B4-BE49-F238E27FC236}">
                  <a16:creationId xmlns:a16="http://schemas.microsoft.com/office/drawing/2014/main" id="{7C1EA0E2-FF15-FEA7-63F5-84279E08B33B}"/>
                </a:ext>
              </a:extLst>
            </p:cNvPr>
            <p:cNvSpPr txBox="1"/>
            <p:nvPr/>
          </p:nvSpPr>
          <p:spPr>
            <a:xfrm>
              <a:off x="2955001" y="4154075"/>
              <a:ext cx="70155" cy="575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" name="Google Shape;1446;p41">
              <a:extLst>
                <a:ext uri="{FF2B5EF4-FFF2-40B4-BE49-F238E27FC236}">
                  <a16:creationId xmlns:a16="http://schemas.microsoft.com/office/drawing/2014/main" id="{3B332B81-7B4B-DC17-F4F7-13A9A8F37474}"/>
                </a:ext>
              </a:extLst>
            </p:cNvPr>
            <p:cNvSpPr txBox="1"/>
            <p:nvPr/>
          </p:nvSpPr>
          <p:spPr>
            <a:xfrm>
              <a:off x="3025156" y="4154077"/>
              <a:ext cx="4940242" cy="573600"/>
            </a:xfrm>
            <a:prstGeom prst="rect">
              <a:avLst/>
            </a:prstGeom>
            <a:solidFill>
              <a:srgbClr val="2F809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sz="1600" dirty="0"/>
                <a:t>In this project </a:t>
              </a:r>
              <a:r>
                <a:rPr lang="en-US" sz="1600" b="1" dirty="0"/>
                <a:t>two reliable predictive models with subtle differences </a:t>
              </a:r>
              <a:r>
                <a:rPr lang="en-US" sz="1600" dirty="0"/>
                <a:t>were developed</a:t>
              </a:r>
              <a:endParaRPr lang="en-GB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63049825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BB81DA9D-7A95-D4CA-8C4F-C7A818494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02F71AE0-A753-CC40-DFFF-E51218E6E2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RESULTS: Final Models</a:t>
            </a:r>
            <a:endParaRPr dirty="0"/>
          </a:p>
        </p:txBody>
      </p:sp>
      <p:sp>
        <p:nvSpPr>
          <p:cNvPr id="467" name="Google Shape;467;p22">
            <a:extLst>
              <a:ext uri="{FF2B5EF4-FFF2-40B4-BE49-F238E27FC236}">
                <a16:creationId xmlns:a16="http://schemas.microsoft.com/office/drawing/2014/main" id="{B7F9A7D7-EC89-4F17-C695-A9842991F054}"/>
              </a:ext>
            </a:extLst>
          </p:cNvPr>
          <p:cNvSpPr/>
          <p:nvPr/>
        </p:nvSpPr>
        <p:spPr>
          <a:xfrm>
            <a:off x="489140" y="2485490"/>
            <a:ext cx="2061000" cy="2061000"/>
          </a:xfrm>
          <a:prstGeom prst="ellipse">
            <a:avLst/>
          </a:prstGeom>
          <a:solidFill>
            <a:srgbClr val="8DA4BA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2">
            <a:extLst>
              <a:ext uri="{FF2B5EF4-FFF2-40B4-BE49-F238E27FC236}">
                <a16:creationId xmlns:a16="http://schemas.microsoft.com/office/drawing/2014/main" id="{AF5CE590-71AF-4D0A-D3A2-88E05D6C58C9}"/>
              </a:ext>
            </a:extLst>
          </p:cNvPr>
          <p:cNvSpPr/>
          <p:nvPr/>
        </p:nvSpPr>
        <p:spPr>
          <a:xfrm>
            <a:off x="1134781" y="2706331"/>
            <a:ext cx="769679" cy="1619256"/>
          </a:xfrm>
          <a:custGeom>
            <a:avLst/>
            <a:gdLst/>
            <a:ahLst/>
            <a:cxnLst/>
            <a:rect l="l" t="t" r="r" b="b"/>
            <a:pathLst>
              <a:path w="39400" h="82890" extrusionOk="0">
                <a:moveTo>
                  <a:pt x="8484" y="43912"/>
                </a:moveTo>
                <a:lnTo>
                  <a:pt x="8705" y="43922"/>
                </a:lnTo>
                <a:lnTo>
                  <a:pt x="8926" y="43942"/>
                </a:lnTo>
                <a:lnTo>
                  <a:pt x="9147" y="43963"/>
                </a:lnTo>
                <a:lnTo>
                  <a:pt x="9368" y="44003"/>
                </a:lnTo>
                <a:lnTo>
                  <a:pt x="9579" y="44033"/>
                </a:lnTo>
                <a:lnTo>
                  <a:pt x="9780" y="44083"/>
                </a:lnTo>
                <a:lnTo>
                  <a:pt x="9981" y="44133"/>
                </a:lnTo>
                <a:lnTo>
                  <a:pt x="10182" y="44184"/>
                </a:lnTo>
                <a:lnTo>
                  <a:pt x="10373" y="44244"/>
                </a:lnTo>
                <a:lnTo>
                  <a:pt x="10554" y="44314"/>
                </a:lnTo>
                <a:lnTo>
                  <a:pt x="10735" y="44385"/>
                </a:lnTo>
                <a:lnTo>
                  <a:pt x="10916" y="44465"/>
                </a:lnTo>
                <a:lnTo>
                  <a:pt x="11087" y="44545"/>
                </a:lnTo>
                <a:lnTo>
                  <a:pt x="11248" y="44636"/>
                </a:lnTo>
                <a:lnTo>
                  <a:pt x="11398" y="44726"/>
                </a:lnTo>
                <a:lnTo>
                  <a:pt x="11549" y="44817"/>
                </a:lnTo>
                <a:lnTo>
                  <a:pt x="11690" y="44917"/>
                </a:lnTo>
                <a:lnTo>
                  <a:pt x="11820" y="45028"/>
                </a:lnTo>
                <a:lnTo>
                  <a:pt x="11941" y="45128"/>
                </a:lnTo>
                <a:lnTo>
                  <a:pt x="12062" y="45249"/>
                </a:lnTo>
                <a:lnTo>
                  <a:pt x="12162" y="45360"/>
                </a:lnTo>
                <a:lnTo>
                  <a:pt x="12263" y="45480"/>
                </a:lnTo>
                <a:lnTo>
                  <a:pt x="12353" y="45601"/>
                </a:lnTo>
                <a:lnTo>
                  <a:pt x="12434" y="45731"/>
                </a:lnTo>
                <a:lnTo>
                  <a:pt x="12504" y="45862"/>
                </a:lnTo>
                <a:lnTo>
                  <a:pt x="12564" y="45993"/>
                </a:lnTo>
                <a:lnTo>
                  <a:pt x="12615" y="46123"/>
                </a:lnTo>
                <a:lnTo>
                  <a:pt x="12655" y="46264"/>
                </a:lnTo>
                <a:lnTo>
                  <a:pt x="12675" y="46395"/>
                </a:lnTo>
                <a:lnTo>
                  <a:pt x="12695" y="46536"/>
                </a:lnTo>
                <a:lnTo>
                  <a:pt x="12705" y="46686"/>
                </a:lnTo>
                <a:lnTo>
                  <a:pt x="12695" y="46827"/>
                </a:lnTo>
                <a:lnTo>
                  <a:pt x="12675" y="46968"/>
                </a:lnTo>
                <a:lnTo>
                  <a:pt x="12655" y="47108"/>
                </a:lnTo>
                <a:lnTo>
                  <a:pt x="12615" y="47239"/>
                </a:lnTo>
                <a:lnTo>
                  <a:pt x="12564" y="47380"/>
                </a:lnTo>
                <a:lnTo>
                  <a:pt x="12504" y="47510"/>
                </a:lnTo>
                <a:lnTo>
                  <a:pt x="12434" y="47631"/>
                </a:lnTo>
                <a:lnTo>
                  <a:pt x="12353" y="47762"/>
                </a:lnTo>
                <a:lnTo>
                  <a:pt x="12263" y="47882"/>
                </a:lnTo>
                <a:lnTo>
                  <a:pt x="12162" y="48003"/>
                </a:lnTo>
                <a:lnTo>
                  <a:pt x="12062" y="48124"/>
                </a:lnTo>
                <a:lnTo>
                  <a:pt x="11941" y="48234"/>
                </a:lnTo>
                <a:lnTo>
                  <a:pt x="11820" y="48345"/>
                </a:lnTo>
                <a:lnTo>
                  <a:pt x="11690" y="48445"/>
                </a:lnTo>
                <a:lnTo>
                  <a:pt x="11549" y="48546"/>
                </a:lnTo>
                <a:lnTo>
                  <a:pt x="11398" y="48646"/>
                </a:lnTo>
                <a:lnTo>
                  <a:pt x="11248" y="48737"/>
                </a:lnTo>
                <a:lnTo>
                  <a:pt x="11087" y="48817"/>
                </a:lnTo>
                <a:lnTo>
                  <a:pt x="10916" y="48908"/>
                </a:lnTo>
                <a:lnTo>
                  <a:pt x="10735" y="48978"/>
                </a:lnTo>
                <a:lnTo>
                  <a:pt x="10554" y="49058"/>
                </a:lnTo>
                <a:lnTo>
                  <a:pt x="10373" y="49119"/>
                </a:lnTo>
                <a:lnTo>
                  <a:pt x="10182" y="49179"/>
                </a:lnTo>
                <a:lnTo>
                  <a:pt x="9981" y="49239"/>
                </a:lnTo>
                <a:lnTo>
                  <a:pt x="9780" y="49289"/>
                </a:lnTo>
                <a:lnTo>
                  <a:pt x="9579" y="49330"/>
                </a:lnTo>
                <a:lnTo>
                  <a:pt x="9368" y="49370"/>
                </a:lnTo>
                <a:lnTo>
                  <a:pt x="9147" y="49400"/>
                </a:lnTo>
                <a:lnTo>
                  <a:pt x="8926" y="49420"/>
                </a:lnTo>
                <a:lnTo>
                  <a:pt x="8705" y="49440"/>
                </a:lnTo>
                <a:lnTo>
                  <a:pt x="8484" y="49450"/>
                </a:lnTo>
                <a:lnTo>
                  <a:pt x="8021" y="49450"/>
                </a:lnTo>
                <a:lnTo>
                  <a:pt x="7800" y="49440"/>
                </a:lnTo>
                <a:lnTo>
                  <a:pt x="7569" y="49420"/>
                </a:lnTo>
                <a:lnTo>
                  <a:pt x="7358" y="49400"/>
                </a:lnTo>
                <a:lnTo>
                  <a:pt x="7137" y="49370"/>
                </a:lnTo>
                <a:lnTo>
                  <a:pt x="6926" y="49330"/>
                </a:lnTo>
                <a:lnTo>
                  <a:pt x="6725" y="49289"/>
                </a:lnTo>
                <a:lnTo>
                  <a:pt x="6524" y="49239"/>
                </a:lnTo>
                <a:lnTo>
                  <a:pt x="6323" y="49179"/>
                </a:lnTo>
                <a:lnTo>
                  <a:pt x="6132" y="49119"/>
                </a:lnTo>
                <a:lnTo>
                  <a:pt x="5941" y="49058"/>
                </a:lnTo>
                <a:lnTo>
                  <a:pt x="5760" y="48978"/>
                </a:lnTo>
                <a:lnTo>
                  <a:pt x="5589" y="48908"/>
                </a:lnTo>
                <a:lnTo>
                  <a:pt x="5418" y="48817"/>
                </a:lnTo>
                <a:lnTo>
                  <a:pt x="5257" y="48737"/>
                </a:lnTo>
                <a:lnTo>
                  <a:pt x="5107" y="48646"/>
                </a:lnTo>
                <a:lnTo>
                  <a:pt x="4956" y="48546"/>
                </a:lnTo>
                <a:lnTo>
                  <a:pt x="4815" y="48445"/>
                </a:lnTo>
                <a:lnTo>
                  <a:pt x="4684" y="48345"/>
                </a:lnTo>
                <a:lnTo>
                  <a:pt x="4564" y="48234"/>
                </a:lnTo>
                <a:lnTo>
                  <a:pt x="4443" y="48124"/>
                </a:lnTo>
                <a:lnTo>
                  <a:pt x="4343" y="48003"/>
                </a:lnTo>
                <a:lnTo>
                  <a:pt x="4242" y="47882"/>
                </a:lnTo>
                <a:lnTo>
                  <a:pt x="4152" y="47762"/>
                </a:lnTo>
                <a:lnTo>
                  <a:pt x="4071" y="47631"/>
                </a:lnTo>
                <a:lnTo>
                  <a:pt x="4001" y="47510"/>
                </a:lnTo>
                <a:lnTo>
                  <a:pt x="3941" y="47380"/>
                </a:lnTo>
                <a:lnTo>
                  <a:pt x="3890" y="47239"/>
                </a:lnTo>
                <a:lnTo>
                  <a:pt x="3850" y="47108"/>
                </a:lnTo>
                <a:lnTo>
                  <a:pt x="3820" y="46968"/>
                </a:lnTo>
                <a:lnTo>
                  <a:pt x="3810" y="46827"/>
                </a:lnTo>
                <a:lnTo>
                  <a:pt x="3800" y="46686"/>
                </a:lnTo>
                <a:lnTo>
                  <a:pt x="3810" y="46536"/>
                </a:lnTo>
                <a:lnTo>
                  <a:pt x="3820" y="46395"/>
                </a:lnTo>
                <a:lnTo>
                  <a:pt x="3850" y="46264"/>
                </a:lnTo>
                <a:lnTo>
                  <a:pt x="3890" y="46123"/>
                </a:lnTo>
                <a:lnTo>
                  <a:pt x="3941" y="45993"/>
                </a:lnTo>
                <a:lnTo>
                  <a:pt x="4001" y="45862"/>
                </a:lnTo>
                <a:lnTo>
                  <a:pt x="4071" y="45731"/>
                </a:lnTo>
                <a:lnTo>
                  <a:pt x="4152" y="45601"/>
                </a:lnTo>
                <a:lnTo>
                  <a:pt x="4242" y="45480"/>
                </a:lnTo>
                <a:lnTo>
                  <a:pt x="4343" y="45360"/>
                </a:lnTo>
                <a:lnTo>
                  <a:pt x="4443" y="45249"/>
                </a:lnTo>
                <a:lnTo>
                  <a:pt x="4564" y="45128"/>
                </a:lnTo>
                <a:lnTo>
                  <a:pt x="4684" y="45028"/>
                </a:lnTo>
                <a:lnTo>
                  <a:pt x="4815" y="44917"/>
                </a:lnTo>
                <a:lnTo>
                  <a:pt x="4956" y="44817"/>
                </a:lnTo>
                <a:lnTo>
                  <a:pt x="5107" y="44726"/>
                </a:lnTo>
                <a:lnTo>
                  <a:pt x="5257" y="44636"/>
                </a:lnTo>
                <a:lnTo>
                  <a:pt x="5418" y="44545"/>
                </a:lnTo>
                <a:lnTo>
                  <a:pt x="5589" y="44465"/>
                </a:lnTo>
                <a:lnTo>
                  <a:pt x="5760" y="44385"/>
                </a:lnTo>
                <a:lnTo>
                  <a:pt x="5941" y="44314"/>
                </a:lnTo>
                <a:lnTo>
                  <a:pt x="6132" y="44244"/>
                </a:lnTo>
                <a:lnTo>
                  <a:pt x="6323" y="44184"/>
                </a:lnTo>
                <a:lnTo>
                  <a:pt x="6524" y="44133"/>
                </a:lnTo>
                <a:lnTo>
                  <a:pt x="6725" y="44083"/>
                </a:lnTo>
                <a:lnTo>
                  <a:pt x="6926" y="44033"/>
                </a:lnTo>
                <a:lnTo>
                  <a:pt x="7137" y="44003"/>
                </a:lnTo>
                <a:lnTo>
                  <a:pt x="7358" y="43963"/>
                </a:lnTo>
                <a:lnTo>
                  <a:pt x="7569" y="43942"/>
                </a:lnTo>
                <a:lnTo>
                  <a:pt x="7800" y="43922"/>
                </a:lnTo>
                <a:lnTo>
                  <a:pt x="8021" y="43912"/>
                </a:lnTo>
                <a:close/>
                <a:moveTo>
                  <a:pt x="13137" y="0"/>
                </a:moveTo>
                <a:lnTo>
                  <a:pt x="13368" y="1066"/>
                </a:lnTo>
                <a:lnTo>
                  <a:pt x="13610" y="2231"/>
                </a:lnTo>
                <a:lnTo>
                  <a:pt x="13891" y="3649"/>
                </a:lnTo>
                <a:lnTo>
                  <a:pt x="14032" y="4412"/>
                </a:lnTo>
                <a:lnTo>
                  <a:pt x="14172" y="5196"/>
                </a:lnTo>
                <a:lnTo>
                  <a:pt x="14303" y="5990"/>
                </a:lnTo>
                <a:lnTo>
                  <a:pt x="14434" y="6764"/>
                </a:lnTo>
                <a:lnTo>
                  <a:pt x="14544" y="7518"/>
                </a:lnTo>
                <a:lnTo>
                  <a:pt x="14635" y="8232"/>
                </a:lnTo>
                <a:lnTo>
                  <a:pt x="14705" y="8895"/>
                </a:lnTo>
                <a:lnTo>
                  <a:pt x="14745" y="9478"/>
                </a:lnTo>
                <a:lnTo>
                  <a:pt x="14765" y="10031"/>
                </a:lnTo>
                <a:lnTo>
                  <a:pt x="14775" y="10584"/>
                </a:lnTo>
                <a:lnTo>
                  <a:pt x="14765" y="11136"/>
                </a:lnTo>
                <a:lnTo>
                  <a:pt x="14755" y="11679"/>
                </a:lnTo>
                <a:lnTo>
                  <a:pt x="14735" y="12222"/>
                </a:lnTo>
                <a:lnTo>
                  <a:pt x="14705" y="12745"/>
                </a:lnTo>
                <a:lnTo>
                  <a:pt x="14675" y="13257"/>
                </a:lnTo>
                <a:lnTo>
                  <a:pt x="14635" y="13750"/>
                </a:lnTo>
                <a:lnTo>
                  <a:pt x="14544" y="14654"/>
                </a:lnTo>
                <a:lnTo>
                  <a:pt x="14454" y="15428"/>
                </a:lnTo>
                <a:lnTo>
                  <a:pt x="14373" y="16051"/>
                </a:lnTo>
                <a:lnTo>
                  <a:pt x="14303" y="16484"/>
                </a:lnTo>
                <a:lnTo>
                  <a:pt x="14273" y="16644"/>
                </a:lnTo>
                <a:lnTo>
                  <a:pt x="14223" y="16805"/>
                </a:lnTo>
                <a:lnTo>
                  <a:pt x="14172" y="16956"/>
                </a:lnTo>
                <a:lnTo>
                  <a:pt x="14112" y="17107"/>
                </a:lnTo>
                <a:lnTo>
                  <a:pt x="14042" y="17247"/>
                </a:lnTo>
                <a:lnTo>
                  <a:pt x="13961" y="17378"/>
                </a:lnTo>
                <a:lnTo>
                  <a:pt x="13811" y="17609"/>
                </a:lnTo>
                <a:lnTo>
                  <a:pt x="13670" y="17810"/>
                </a:lnTo>
                <a:lnTo>
                  <a:pt x="13549" y="17961"/>
                </a:lnTo>
                <a:lnTo>
                  <a:pt x="13429" y="18092"/>
                </a:lnTo>
                <a:lnTo>
                  <a:pt x="13338" y="17770"/>
                </a:lnTo>
                <a:lnTo>
                  <a:pt x="13228" y="17398"/>
                </a:lnTo>
                <a:lnTo>
                  <a:pt x="13067" y="16916"/>
                </a:lnTo>
                <a:lnTo>
                  <a:pt x="12876" y="16353"/>
                </a:lnTo>
                <a:lnTo>
                  <a:pt x="12635" y="15710"/>
                </a:lnTo>
                <a:lnTo>
                  <a:pt x="12363" y="15026"/>
                </a:lnTo>
                <a:lnTo>
                  <a:pt x="12223" y="14674"/>
                </a:lnTo>
                <a:lnTo>
                  <a:pt x="12062" y="14313"/>
                </a:lnTo>
                <a:lnTo>
                  <a:pt x="11901" y="13951"/>
                </a:lnTo>
                <a:lnTo>
                  <a:pt x="11730" y="13599"/>
                </a:lnTo>
                <a:lnTo>
                  <a:pt x="11549" y="13247"/>
                </a:lnTo>
                <a:lnTo>
                  <a:pt x="11358" y="12895"/>
                </a:lnTo>
                <a:lnTo>
                  <a:pt x="11167" y="12554"/>
                </a:lnTo>
                <a:lnTo>
                  <a:pt x="10966" y="12232"/>
                </a:lnTo>
                <a:lnTo>
                  <a:pt x="10755" y="11920"/>
                </a:lnTo>
                <a:lnTo>
                  <a:pt x="10534" y="11629"/>
                </a:lnTo>
                <a:lnTo>
                  <a:pt x="10313" y="11348"/>
                </a:lnTo>
                <a:lnTo>
                  <a:pt x="10092" y="11096"/>
                </a:lnTo>
                <a:lnTo>
                  <a:pt x="9861" y="10875"/>
                </a:lnTo>
                <a:lnTo>
                  <a:pt x="9740" y="10775"/>
                </a:lnTo>
                <a:lnTo>
                  <a:pt x="9619" y="10674"/>
                </a:lnTo>
                <a:lnTo>
                  <a:pt x="9499" y="10584"/>
                </a:lnTo>
                <a:lnTo>
                  <a:pt x="9378" y="10503"/>
                </a:lnTo>
                <a:lnTo>
                  <a:pt x="9247" y="10433"/>
                </a:lnTo>
                <a:lnTo>
                  <a:pt x="9127" y="10373"/>
                </a:lnTo>
                <a:lnTo>
                  <a:pt x="8996" y="10312"/>
                </a:lnTo>
                <a:lnTo>
                  <a:pt x="8876" y="10272"/>
                </a:lnTo>
                <a:lnTo>
                  <a:pt x="8745" y="10232"/>
                </a:lnTo>
                <a:lnTo>
                  <a:pt x="8614" y="10212"/>
                </a:lnTo>
                <a:lnTo>
                  <a:pt x="8092" y="10131"/>
                </a:lnTo>
                <a:lnTo>
                  <a:pt x="7539" y="10061"/>
                </a:lnTo>
                <a:lnTo>
                  <a:pt x="6986" y="10001"/>
                </a:lnTo>
                <a:lnTo>
                  <a:pt x="6433" y="9950"/>
                </a:lnTo>
                <a:lnTo>
                  <a:pt x="5891" y="9910"/>
                </a:lnTo>
                <a:lnTo>
                  <a:pt x="5348" y="9870"/>
                </a:lnTo>
                <a:lnTo>
                  <a:pt x="4343" y="9810"/>
                </a:lnTo>
                <a:lnTo>
                  <a:pt x="3458" y="9770"/>
                </a:lnTo>
                <a:lnTo>
                  <a:pt x="2765" y="9749"/>
                </a:lnTo>
                <a:lnTo>
                  <a:pt x="2142" y="9739"/>
                </a:lnTo>
                <a:lnTo>
                  <a:pt x="2423" y="9790"/>
                </a:lnTo>
                <a:lnTo>
                  <a:pt x="2765" y="9850"/>
                </a:lnTo>
                <a:lnTo>
                  <a:pt x="3197" y="9950"/>
                </a:lnTo>
                <a:lnTo>
                  <a:pt x="3730" y="10091"/>
                </a:lnTo>
                <a:lnTo>
                  <a:pt x="4021" y="10172"/>
                </a:lnTo>
                <a:lnTo>
                  <a:pt x="4333" y="10272"/>
                </a:lnTo>
                <a:lnTo>
                  <a:pt x="4654" y="10383"/>
                </a:lnTo>
                <a:lnTo>
                  <a:pt x="4996" y="10503"/>
                </a:lnTo>
                <a:lnTo>
                  <a:pt x="5338" y="10634"/>
                </a:lnTo>
                <a:lnTo>
                  <a:pt x="5700" y="10775"/>
                </a:lnTo>
                <a:lnTo>
                  <a:pt x="6061" y="10935"/>
                </a:lnTo>
                <a:lnTo>
                  <a:pt x="6423" y="11116"/>
                </a:lnTo>
                <a:lnTo>
                  <a:pt x="6795" y="11307"/>
                </a:lnTo>
                <a:lnTo>
                  <a:pt x="7157" y="11508"/>
                </a:lnTo>
                <a:lnTo>
                  <a:pt x="7529" y="11740"/>
                </a:lnTo>
                <a:lnTo>
                  <a:pt x="7891" y="11981"/>
                </a:lnTo>
                <a:lnTo>
                  <a:pt x="8252" y="12232"/>
                </a:lnTo>
                <a:lnTo>
                  <a:pt x="8604" y="12513"/>
                </a:lnTo>
                <a:lnTo>
                  <a:pt x="8946" y="12805"/>
                </a:lnTo>
                <a:lnTo>
                  <a:pt x="9268" y="13117"/>
                </a:lnTo>
                <a:lnTo>
                  <a:pt x="9428" y="13277"/>
                </a:lnTo>
                <a:lnTo>
                  <a:pt x="9589" y="13448"/>
                </a:lnTo>
                <a:lnTo>
                  <a:pt x="9740" y="13619"/>
                </a:lnTo>
                <a:lnTo>
                  <a:pt x="9891" y="13800"/>
                </a:lnTo>
                <a:lnTo>
                  <a:pt x="10031" y="13991"/>
                </a:lnTo>
                <a:lnTo>
                  <a:pt x="10172" y="14172"/>
                </a:lnTo>
                <a:lnTo>
                  <a:pt x="10303" y="14373"/>
                </a:lnTo>
                <a:lnTo>
                  <a:pt x="10433" y="14574"/>
                </a:lnTo>
                <a:lnTo>
                  <a:pt x="10554" y="14775"/>
                </a:lnTo>
                <a:lnTo>
                  <a:pt x="10675" y="14986"/>
                </a:lnTo>
                <a:lnTo>
                  <a:pt x="10785" y="15207"/>
                </a:lnTo>
                <a:lnTo>
                  <a:pt x="10896" y="15428"/>
                </a:lnTo>
                <a:lnTo>
                  <a:pt x="11318" y="16393"/>
                </a:lnTo>
                <a:lnTo>
                  <a:pt x="11760" y="17448"/>
                </a:lnTo>
                <a:lnTo>
                  <a:pt x="12233" y="18584"/>
                </a:lnTo>
                <a:lnTo>
                  <a:pt x="12705" y="19780"/>
                </a:lnTo>
                <a:lnTo>
                  <a:pt x="13177" y="21016"/>
                </a:lnTo>
                <a:lnTo>
                  <a:pt x="13650" y="22253"/>
                </a:lnTo>
                <a:lnTo>
                  <a:pt x="14554" y="24675"/>
                </a:lnTo>
                <a:lnTo>
                  <a:pt x="15358" y="26866"/>
                </a:lnTo>
                <a:lnTo>
                  <a:pt x="16002" y="28655"/>
                </a:lnTo>
                <a:lnTo>
                  <a:pt x="16585" y="30303"/>
                </a:lnTo>
                <a:lnTo>
                  <a:pt x="16755" y="31128"/>
                </a:lnTo>
                <a:lnTo>
                  <a:pt x="16956" y="31992"/>
                </a:lnTo>
                <a:lnTo>
                  <a:pt x="17198" y="33027"/>
                </a:lnTo>
                <a:lnTo>
                  <a:pt x="17459" y="34103"/>
                </a:lnTo>
                <a:lnTo>
                  <a:pt x="17600" y="34635"/>
                </a:lnTo>
                <a:lnTo>
                  <a:pt x="17740" y="35138"/>
                </a:lnTo>
                <a:lnTo>
                  <a:pt x="17871" y="35600"/>
                </a:lnTo>
                <a:lnTo>
                  <a:pt x="18002" y="36012"/>
                </a:lnTo>
                <a:lnTo>
                  <a:pt x="18132" y="36354"/>
                </a:lnTo>
                <a:lnTo>
                  <a:pt x="18193" y="36495"/>
                </a:lnTo>
                <a:lnTo>
                  <a:pt x="18243" y="36615"/>
                </a:lnTo>
                <a:lnTo>
                  <a:pt x="18374" y="36907"/>
                </a:lnTo>
                <a:lnTo>
                  <a:pt x="18544" y="37319"/>
                </a:lnTo>
                <a:lnTo>
                  <a:pt x="18745" y="37842"/>
                </a:lnTo>
                <a:lnTo>
                  <a:pt x="18967" y="38455"/>
                </a:lnTo>
                <a:lnTo>
                  <a:pt x="19469" y="39852"/>
                </a:lnTo>
                <a:lnTo>
                  <a:pt x="19992" y="41359"/>
                </a:lnTo>
                <a:lnTo>
                  <a:pt x="20916" y="44043"/>
                </a:lnTo>
                <a:lnTo>
                  <a:pt x="21308" y="45219"/>
                </a:lnTo>
                <a:lnTo>
                  <a:pt x="21278" y="45289"/>
                </a:lnTo>
                <a:lnTo>
                  <a:pt x="21178" y="45440"/>
                </a:lnTo>
                <a:lnTo>
                  <a:pt x="21097" y="45541"/>
                </a:lnTo>
                <a:lnTo>
                  <a:pt x="21007" y="45651"/>
                </a:lnTo>
                <a:lnTo>
                  <a:pt x="20906" y="45772"/>
                </a:lnTo>
                <a:lnTo>
                  <a:pt x="20776" y="45882"/>
                </a:lnTo>
                <a:lnTo>
                  <a:pt x="20645" y="45983"/>
                </a:lnTo>
                <a:lnTo>
                  <a:pt x="20494" y="46083"/>
                </a:lnTo>
                <a:lnTo>
                  <a:pt x="20404" y="46123"/>
                </a:lnTo>
                <a:lnTo>
                  <a:pt x="20323" y="46154"/>
                </a:lnTo>
                <a:lnTo>
                  <a:pt x="20233" y="46184"/>
                </a:lnTo>
                <a:lnTo>
                  <a:pt x="20143" y="46204"/>
                </a:lnTo>
                <a:lnTo>
                  <a:pt x="20042" y="46224"/>
                </a:lnTo>
                <a:lnTo>
                  <a:pt x="19942" y="46234"/>
                </a:lnTo>
                <a:lnTo>
                  <a:pt x="19730" y="46234"/>
                </a:lnTo>
                <a:lnTo>
                  <a:pt x="19620" y="46214"/>
                </a:lnTo>
                <a:lnTo>
                  <a:pt x="19509" y="46184"/>
                </a:lnTo>
                <a:lnTo>
                  <a:pt x="19389" y="46144"/>
                </a:lnTo>
                <a:lnTo>
                  <a:pt x="19268" y="46103"/>
                </a:lnTo>
                <a:lnTo>
                  <a:pt x="18796" y="45882"/>
                </a:lnTo>
                <a:lnTo>
                  <a:pt x="18374" y="45671"/>
                </a:lnTo>
                <a:lnTo>
                  <a:pt x="18002" y="45470"/>
                </a:lnTo>
                <a:lnTo>
                  <a:pt x="17680" y="45299"/>
                </a:lnTo>
                <a:lnTo>
                  <a:pt x="17238" y="45028"/>
                </a:lnTo>
                <a:lnTo>
                  <a:pt x="17077" y="44927"/>
                </a:lnTo>
                <a:lnTo>
                  <a:pt x="16936" y="44726"/>
                </a:lnTo>
                <a:lnTo>
                  <a:pt x="16765" y="44495"/>
                </a:lnTo>
                <a:lnTo>
                  <a:pt x="16534" y="44194"/>
                </a:lnTo>
                <a:lnTo>
                  <a:pt x="16223" y="43832"/>
                </a:lnTo>
                <a:lnTo>
                  <a:pt x="16042" y="43641"/>
                </a:lnTo>
                <a:lnTo>
                  <a:pt x="15851" y="43440"/>
                </a:lnTo>
                <a:lnTo>
                  <a:pt x="15630" y="43229"/>
                </a:lnTo>
                <a:lnTo>
                  <a:pt x="15399" y="43018"/>
                </a:lnTo>
                <a:lnTo>
                  <a:pt x="15157" y="42807"/>
                </a:lnTo>
                <a:lnTo>
                  <a:pt x="14886" y="42596"/>
                </a:lnTo>
                <a:lnTo>
                  <a:pt x="14605" y="42385"/>
                </a:lnTo>
                <a:lnTo>
                  <a:pt x="14313" y="42184"/>
                </a:lnTo>
                <a:lnTo>
                  <a:pt x="13991" y="41983"/>
                </a:lnTo>
                <a:lnTo>
                  <a:pt x="13660" y="41782"/>
                </a:lnTo>
                <a:lnTo>
                  <a:pt x="13308" y="41601"/>
                </a:lnTo>
                <a:lnTo>
                  <a:pt x="12936" y="41420"/>
                </a:lnTo>
                <a:lnTo>
                  <a:pt x="12554" y="41259"/>
                </a:lnTo>
                <a:lnTo>
                  <a:pt x="12152" y="41118"/>
                </a:lnTo>
                <a:lnTo>
                  <a:pt x="11740" y="40987"/>
                </a:lnTo>
                <a:lnTo>
                  <a:pt x="11298" y="40877"/>
                </a:lnTo>
                <a:lnTo>
                  <a:pt x="11077" y="40827"/>
                </a:lnTo>
                <a:lnTo>
                  <a:pt x="10846" y="40786"/>
                </a:lnTo>
                <a:lnTo>
                  <a:pt x="10614" y="40746"/>
                </a:lnTo>
                <a:lnTo>
                  <a:pt x="10373" y="40716"/>
                </a:lnTo>
                <a:lnTo>
                  <a:pt x="10132" y="40686"/>
                </a:lnTo>
                <a:lnTo>
                  <a:pt x="9891" y="40676"/>
                </a:lnTo>
                <a:lnTo>
                  <a:pt x="9639" y="40656"/>
                </a:lnTo>
                <a:lnTo>
                  <a:pt x="9127" y="40656"/>
                </a:lnTo>
                <a:lnTo>
                  <a:pt x="8866" y="40666"/>
                </a:lnTo>
                <a:lnTo>
                  <a:pt x="8594" y="40676"/>
                </a:lnTo>
                <a:lnTo>
                  <a:pt x="8323" y="40706"/>
                </a:lnTo>
                <a:lnTo>
                  <a:pt x="7790" y="40756"/>
                </a:lnTo>
                <a:lnTo>
                  <a:pt x="7267" y="40827"/>
                </a:lnTo>
                <a:lnTo>
                  <a:pt x="6765" y="40897"/>
                </a:lnTo>
                <a:lnTo>
                  <a:pt x="6282" y="40977"/>
                </a:lnTo>
                <a:lnTo>
                  <a:pt x="5820" y="41058"/>
                </a:lnTo>
                <a:lnTo>
                  <a:pt x="5378" y="41158"/>
                </a:lnTo>
                <a:lnTo>
                  <a:pt x="4956" y="41259"/>
                </a:lnTo>
                <a:lnTo>
                  <a:pt x="4544" y="41369"/>
                </a:lnTo>
                <a:lnTo>
                  <a:pt x="4152" y="41480"/>
                </a:lnTo>
                <a:lnTo>
                  <a:pt x="3780" y="41611"/>
                </a:lnTo>
                <a:lnTo>
                  <a:pt x="3428" y="41741"/>
                </a:lnTo>
                <a:lnTo>
                  <a:pt x="3086" y="41882"/>
                </a:lnTo>
                <a:lnTo>
                  <a:pt x="2775" y="42033"/>
                </a:lnTo>
                <a:lnTo>
                  <a:pt x="2473" y="42184"/>
                </a:lnTo>
                <a:lnTo>
                  <a:pt x="2192" y="42354"/>
                </a:lnTo>
                <a:lnTo>
                  <a:pt x="1920" y="42525"/>
                </a:lnTo>
                <a:lnTo>
                  <a:pt x="1679" y="42706"/>
                </a:lnTo>
                <a:lnTo>
                  <a:pt x="1448" y="42897"/>
                </a:lnTo>
                <a:lnTo>
                  <a:pt x="1237" y="43098"/>
                </a:lnTo>
                <a:lnTo>
                  <a:pt x="1036" y="43309"/>
                </a:lnTo>
                <a:lnTo>
                  <a:pt x="855" y="43520"/>
                </a:lnTo>
                <a:lnTo>
                  <a:pt x="694" y="43751"/>
                </a:lnTo>
                <a:lnTo>
                  <a:pt x="554" y="43983"/>
                </a:lnTo>
                <a:lnTo>
                  <a:pt x="423" y="44234"/>
                </a:lnTo>
                <a:lnTo>
                  <a:pt x="312" y="44485"/>
                </a:lnTo>
                <a:lnTo>
                  <a:pt x="222" y="44747"/>
                </a:lnTo>
                <a:lnTo>
                  <a:pt x="141" y="45018"/>
                </a:lnTo>
                <a:lnTo>
                  <a:pt x="81" y="45309"/>
                </a:lnTo>
                <a:lnTo>
                  <a:pt x="41" y="45601"/>
                </a:lnTo>
                <a:lnTo>
                  <a:pt x="11" y="45902"/>
                </a:lnTo>
                <a:lnTo>
                  <a:pt x="1" y="46214"/>
                </a:lnTo>
                <a:lnTo>
                  <a:pt x="11" y="46536"/>
                </a:lnTo>
                <a:lnTo>
                  <a:pt x="21" y="46696"/>
                </a:lnTo>
                <a:lnTo>
                  <a:pt x="31" y="46857"/>
                </a:lnTo>
                <a:lnTo>
                  <a:pt x="61" y="47018"/>
                </a:lnTo>
                <a:lnTo>
                  <a:pt x="81" y="47179"/>
                </a:lnTo>
                <a:lnTo>
                  <a:pt x="162" y="47490"/>
                </a:lnTo>
                <a:lnTo>
                  <a:pt x="252" y="47792"/>
                </a:lnTo>
                <a:lnTo>
                  <a:pt x="373" y="48083"/>
                </a:lnTo>
                <a:lnTo>
                  <a:pt x="503" y="48375"/>
                </a:lnTo>
                <a:lnTo>
                  <a:pt x="664" y="48646"/>
                </a:lnTo>
                <a:lnTo>
                  <a:pt x="835" y="48918"/>
                </a:lnTo>
                <a:lnTo>
                  <a:pt x="1036" y="49179"/>
                </a:lnTo>
                <a:lnTo>
                  <a:pt x="1247" y="49420"/>
                </a:lnTo>
                <a:lnTo>
                  <a:pt x="1468" y="49661"/>
                </a:lnTo>
                <a:lnTo>
                  <a:pt x="1709" y="49893"/>
                </a:lnTo>
                <a:lnTo>
                  <a:pt x="1971" y="50114"/>
                </a:lnTo>
                <a:lnTo>
                  <a:pt x="2242" y="50315"/>
                </a:lnTo>
                <a:lnTo>
                  <a:pt x="2523" y="50516"/>
                </a:lnTo>
                <a:lnTo>
                  <a:pt x="2815" y="50697"/>
                </a:lnTo>
                <a:lnTo>
                  <a:pt x="3127" y="50867"/>
                </a:lnTo>
                <a:lnTo>
                  <a:pt x="3438" y="51028"/>
                </a:lnTo>
                <a:lnTo>
                  <a:pt x="3770" y="51169"/>
                </a:lnTo>
                <a:lnTo>
                  <a:pt x="4101" y="51310"/>
                </a:lnTo>
                <a:lnTo>
                  <a:pt x="4443" y="51430"/>
                </a:lnTo>
                <a:lnTo>
                  <a:pt x="4795" y="51531"/>
                </a:lnTo>
                <a:lnTo>
                  <a:pt x="5147" y="51631"/>
                </a:lnTo>
                <a:lnTo>
                  <a:pt x="5509" y="51712"/>
                </a:lnTo>
                <a:lnTo>
                  <a:pt x="5870" y="51772"/>
                </a:lnTo>
                <a:lnTo>
                  <a:pt x="6242" y="51822"/>
                </a:lnTo>
                <a:lnTo>
                  <a:pt x="6614" y="51852"/>
                </a:lnTo>
                <a:lnTo>
                  <a:pt x="6986" y="51873"/>
                </a:lnTo>
                <a:lnTo>
                  <a:pt x="7358" y="51883"/>
                </a:lnTo>
                <a:lnTo>
                  <a:pt x="7730" y="51862"/>
                </a:lnTo>
                <a:lnTo>
                  <a:pt x="8102" y="51832"/>
                </a:lnTo>
                <a:lnTo>
                  <a:pt x="8474" y="51792"/>
                </a:lnTo>
                <a:lnTo>
                  <a:pt x="9167" y="51692"/>
                </a:lnTo>
                <a:lnTo>
                  <a:pt x="9770" y="51611"/>
                </a:lnTo>
                <a:lnTo>
                  <a:pt x="10775" y="51481"/>
                </a:lnTo>
                <a:lnTo>
                  <a:pt x="11529" y="51390"/>
                </a:lnTo>
                <a:lnTo>
                  <a:pt x="11831" y="51340"/>
                </a:lnTo>
                <a:lnTo>
                  <a:pt x="12102" y="51300"/>
                </a:lnTo>
                <a:lnTo>
                  <a:pt x="12343" y="51249"/>
                </a:lnTo>
                <a:lnTo>
                  <a:pt x="12554" y="51189"/>
                </a:lnTo>
                <a:lnTo>
                  <a:pt x="12765" y="51119"/>
                </a:lnTo>
                <a:lnTo>
                  <a:pt x="12966" y="51028"/>
                </a:lnTo>
                <a:lnTo>
                  <a:pt x="13167" y="50928"/>
                </a:lnTo>
                <a:lnTo>
                  <a:pt x="13378" y="50797"/>
                </a:lnTo>
                <a:lnTo>
                  <a:pt x="13610" y="50656"/>
                </a:lnTo>
                <a:lnTo>
                  <a:pt x="13871" y="50475"/>
                </a:lnTo>
                <a:lnTo>
                  <a:pt x="14383" y="50104"/>
                </a:lnTo>
                <a:lnTo>
                  <a:pt x="14846" y="49752"/>
                </a:lnTo>
                <a:lnTo>
                  <a:pt x="15248" y="49430"/>
                </a:lnTo>
                <a:lnTo>
                  <a:pt x="15579" y="49149"/>
                </a:lnTo>
                <a:lnTo>
                  <a:pt x="15851" y="48908"/>
                </a:lnTo>
                <a:lnTo>
                  <a:pt x="16042" y="48737"/>
                </a:lnTo>
                <a:lnTo>
                  <a:pt x="16203" y="48576"/>
                </a:lnTo>
                <a:lnTo>
                  <a:pt x="16585" y="48576"/>
                </a:lnTo>
                <a:lnTo>
                  <a:pt x="17007" y="48556"/>
                </a:lnTo>
                <a:lnTo>
                  <a:pt x="17519" y="48526"/>
                </a:lnTo>
                <a:lnTo>
                  <a:pt x="18082" y="48475"/>
                </a:lnTo>
                <a:lnTo>
                  <a:pt x="18374" y="48435"/>
                </a:lnTo>
                <a:lnTo>
                  <a:pt x="18665" y="48395"/>
                </a:lnTo>
                <a:lnTo>
                  <a:pt x="18947" y="48345"/>
                </a:lnTo>
                <a:lnTo>
                  <a:pt x="19218" y="48284"/>
                </a:lnTo>
                <a:lnTo>
                  <a:pt x="19469" y="48214"/>
                </a:lnTo>
                <a:lnTo>
                  <a:pt x="19700" y="48144"/>
                </a:lnTo>
                <a:lnTo>
                  <a:pt x="20866" y="47701"/>
                </a:lnTo>
                <a:lnTo>
                  <a:pt x="20906" y="47812"/>
                </a:lnTo>
                <a:lnTo>
                  <a:pt x="20987" y="48144"/>
                </a:lnTo>
                <a:lnTo>
                  <a:pt x="21037" y="48395"/>
                </a:lnTo>
                <a:lnTo>
                  <a:pt x="21097" y="48707"/>
                </a:lnTo>
                <a:lnTo>
                  <a:pt x="21158" y="49068"/>
                </a:lnTo>
                <a:lnTo>
                  <a:pt x="21218" y="49490"/>
                </a:lnTo>
                <a:lnTo>
                  <a:pt x="21278" y="49973"/>
                </a:lnTo>
                <a:lnTo>
                  <a:pt x="21339" y="50516"/>
                </a:lnTo>
                <a:lnTo>
                  <a:pt x="21389" y="51109"/>
                </a:lnTo>
                <a:lnTo>
                  <a:pt x="21429" y="51762"/>
                </a:lnTo>
                <a:lnTo>
                  <a:pt x="21459" y="52486"/>
                </a:lnTo>
                <a:lnTo>
                  <a:pt x="21469" y="53260"/>
                </a:lnTo>
                <a:lnTo>
                  <a:pt x="21469" y="54104"/>
                </a:lnTo>
                <a:lnTo>
                  <a:pt x="21459" y="54998"/>
                </a:lnTo>
                <a:lnTo>
                  <a:pt x="21409" y="56737"/>
                </a:lnTo>
                <a:lnTo>
                  <a:pt x="21349" y="58225"/>
                </a:lnTo>
                <a:lnTo>
                  <a:pt x="21318" y="58888"/>
                </a:lnTo>
                <a:lnTo>
                  <a:pt x="21278" y="59501"/>
                </a:lnTo>
                <a:lnTo>
                  <a:pt x="21238" y="60064"/>
                </a:lnTo>
                <a:lnTo>
                  <a:pt x="21178" y="60577"/>
                </a:lnTo>
                <a:lnTo>
                  <a:pt x="21117" y="61049"/>
                </a:lnTo>
                <a:lnTo>
                  <a:pt x="21027" y="61481"/>
                </a:lnTo>
                <a:lnTo>
                  <a:pt x="20987" y="61682"/>
                </a:lnTo>
                <a:lnTo>
                  <a:pt x="20937" y="61863"/>
                </a:lnTo>
                <a:lnTo>
                  <a:pt x="20876" y="62044"/>
                </a:lnTo>
                <a:lnTo>
                  <a:pt x="20816" y="62225"/>
                </a:lnTo>
                <a:lnTo>
                  <a:pt x="20756" y="62386"/>
                </a:lnTo>
                <a:lnTo>
                  <a:pt x="20685" y="62536"/>
                </a:lnTo>
                <a:lnTo>
                  <a:pt x="20605" y="62687"/>
                </a:lnTo>
                <a:lnTo>
                  <a:pt x="20524" y="62828"/>
                </a:lnTo>
                <a:lnTo>
                  <a:pt x="20444" y="62959"/>
                </a:lnTo>
                <a:lnTo>
                  <a:pt x="20344" y="63079"/>
                </a:lnTo>
                <a:lnTo>
                  <a:pt x="20243" y="63200"/>
                </a:lnTo>
                <a:lnTo>
                  <a:pt x="20143" y="63310"/>
                </a:lnTo>
                <a:lnTo>
                  <a:pt x="19660" y="63803"/>
                </a:lnTo>
                <a:lnTo>
                  <a:pt x="19107" y="64386"/>
                </a:lnTo>
                <a:lnTo>
                  <a:pt x="18494" y="65019"/>
                </a:lnTo>
                <a:lnTo>
                  <a:pt x="17861" y="65662"/>
                </a:lnTo>
                <a:lnTo>
                  <a:pt x="17539" y="65984"/>
                </a:lnTo>
                <a:lnTo>
                  <a:pt x="17218" y="66296"/>
                </a:lnTo>
                <a:lnTo>
                  <a:pt x="16906" y="66587"/>
                </a:lnTo>
                <a:lnTo>
                  <a:pt x="16595" y="66868"/>
                </a:lnTo>
                <a:lnTo>
                  <a:pt x="16293" y="67120"/>
                </a:lnTo>
                <a:lnTo>
                  <a:pt x="16002" y="67341"/>
                </a:lnTo>
                <a:lnTo>
                  <a:pt x="15730" y="67532"/>
                </a:lnTo>
                <a:lnTo>
                  <a:pt x="15469" y="67693"/>
                </a:lnTo>
                <a:lnTo>
                  <a:pt x="15338" y="67773"/>
                </a:lnTo>
                <a:lnTo>
                  <a:pt x="15177" y="67873"/>
                </a:lnTo>
                <a:lnTo>
                  <a:pt x="14796" y="68155"/>
                </a:lnTo>
                <a:lnTo>
                  <a:pt x="14343" y="68497"/>
                </a:lnTo>
                <a:lnTo>
                  <a:pt x="13821" y="68909"/>
                </a:lnTo>
                <a:lnTo>
                  <a:pt x="13268" y="69371"/>
                </a:lnTo>
                <a:lnTo>
                  <a:pt x="12685" y="69854"/>
                </a:lnTo>
                <a:lnTo>
                  <a:pt x="11479" y="70879"/>
                </a:lnTo>
                <a:lnTo>
                  <a:pt x="10343" y="71874"/>
                </a:lnTo>
                <a:lnTo>
                  <a:pt x="9378" y="72718"/>
                </a:lnTo>
                <a:lnTo>
                  <a:pt x="8474" y="73522"/>
                </a:lnTo>
                <a:lnTo>
                  <a:pt x="8524" y="73663"/>
                </a:lnTo>
                <a:lnTo>
                  <a:pt x="8665" y="74005"/>
                </a:lnTo>
                <a:lnTo>
                  <a:pt x="8876" y="74477"/>
                </a:lnTo>
                <a:lnTo>
                  <a:pt x="9006" y="74748"/>
                </a:lnTo>
                <a:lnTo>
                  <a:pt x="9147" y="75020"/>
                </a:lnTo>
                <a:lnTo>
                  <a:pt x="9288" y="75291"/>
                </a:lnTo>
                <a:lnTo>
                  <a:pt x="9449" y="75552"/>
                </a:lnTo>
                <a:lnTo>
                  <a:pt x="9599" y="75784"/>
                </a:lnTo>
                <a:lnTo>
                  <a:pt x="9760" y="75985"/>
                </a:lnTo>
                <a:lnTo>
                  <a:pt x="9840" y="76075"/>
                </a:lnTo>
                <a:lnTo>
                  <a:pt x="9921" y="76155"/>
                </a:lnTo>
                <a:lnTo>
                  <a:pt x="10001" y="76216"/>
                </a:lnTo>
                <a:lnTo>
                  <a:pt x="10072" y="76266"/>
                </a:lnTo>
                <a:lnTo>
                  <a:pt x="10152" y="76296"/>
                </a:lnTo>
                <a:lnTo>
                  <a:pt x="10222" y="76316"/>
                </a:lnTo>
                <a:lnTo>
                  <a:pt x="10293" y="76316"/>
                </a:lnTo>
                <a:lnTo>
                  <a:pt x="10363" y="76296"/>
                </a:lnTo>
                <a:lnTo>
                  <a:pt x="10444" y="76266"/>
                </a:lnTo>
                <a:lnTo>
                  <a:pt x="10514" y="76216"/>
                </a:lnTo>
                <a:lnTo>
                  <a:pt x="10604" y="76155"/>
                </a:lnTo>
                <a:lnTo>
                  <a:pt x="10695" y="76075"/>
                </a:lnTo>
                <a:lnTo>
                  <a:pt x="10896" y="75894"/>
                </a:lnTo>
                <a:lnTo>
                  <a:pt x="11107" y="75673"/>
                </a:lnTo>
                <a:lnTo>
                  <a:pt x="11338" y="75422"/>
                </a:lnTo>
                <a:lnTo>
                  <a:pt x="11569" y="75150"/>
                </a:lnTo>
                <a:lnTo>
                  <a:pt x="11800" y="74869"/>
                </a:lnTo>
                <a:lnTo>
                  <a:pt x="12022" y="74587"/>
                </a:lnTo>
                <a:lnTo>
                  <a:pt x="12454" y="74025"/>
                </a:lnTo>
                <a:lnTo>
                  <a:pt x="12805" y="73552"/>
                </a:lnTo>
                <a:lnTo>
                  <a:pt x="13137" y="73090"/>
                </a:lnTo>
                <a:lnTo>
                  <a:pt x="13479" y="72597"/>
                </a:lnTo>
                <a:lnTo>
                  <a:pt x="13851" y="72075"/>
                </a:lnTo>
                <a:lnTo>
                  <a:pt x="14323" y="71452"/>
                </a:lnTo>
                <a:lnTo>
                  <a:pt x="14584" y="71120"/>
                </a:lnTo>
                <a:lnTo>
                  <a:pt x="14856" y="70778"/>
                </a:lnTo>
                <a:lnTo>
                  <a:pt x="15137" y="70447"/>
                </a:lnTo>
                <a:lnTo>
                  <a:pt x="15419" y="70135"/>
                </a:lnTo>
                <a:lnTo>
                  <a:pt x="15700" y="69843"/>
                </a:lnTo>
                <a:lnTo>
                  <a:pt x="15971" y="69572"/>
                </a:lnTo>
                <a:lnTo>
                  <a:pt x="16243" y="69341"/>
                </a:lnTo>
                <a:lnTo>
                  <a:pt x="16374" y="69240"/>
                </a:lnTo>
                <a:lnTo>
                  <a:pt x="16494" y="69150"/>
                </a:lnTo>
                <a:lnTo>
                  <a:pt x="16755" y="68979"/>
                </a:lnTo>
                <a:lnTo>
                  <a:pt x="17037" y="68808"/>
                </a:lnTo>
                <a:lnTo>
                  <a:pt x="17640" y="68466"/>
                </a:lnTo>
                <a:lnTo>
                  <a:pt x="18273" y="68115"/>
                </a:lnTo>
                <a:lnTo>
                  <a:pt x="18886" y="67803"/>
                </a:lnTo>
                <a:lnTo>
                  <a:pt x="19429" y="67522"/>
                </a:lnTo>
                <a:lnTo>
                  <a:pt x="19881" y="67301"/>
                </a:lnTo>
                <a:lnTo>
                  <a:pt x="20283" y="67110"/>
                </a:lnTo>
                <a:lnTo>
                  <a:pt x="20273" y="67291"/>
                </a:lnTo>
                <a:lnTo>
                  <a:pt x="20223" y="67813"/>
                </a:lnTo>
                <a:lnTo>
                  <a:pt x="20133" y="68597"/>
                </a:lnTo>
                <a:lnTo>
                  <a:pt x="20072" y="69070"/>
                </a:lnTo>
                <a:lnTo>
                  <a:pt x="19992" y="69592"/>
                </a:lnTo>
                <a:lnTo>
                  <a:pt x="19911" y="70135"/>
                </a:lnTo>
                <a:lnTo>
                  <a:pt x="19801" y="70708"/>
                </a:lnTo>
                <a:lnTo>
                  <a:pt x="19680" y="71301"/>
                </a:lnTo>
                <a:lnTo>
                  <a:pt x="19550" y="71904"/>
                </a:lnTo>
                <a:lnTo>
                  <a:pt x="19399" y="72517"/>
                </a:lnTo>
                <a:lnTo>
                  <a:pt x="19228" y="73110"/>
                </a:lnTo>
                <a:lnTo>
                  <a:pt x="19137" y="73401"/>
                </a:lnTo>
                <a:lnTo>
                  <a:pt x="19037" y="73693"/>
                </a:lnTo>
                <a:lnTo>
                  <a:pt x="18936" y="73974"/>
                </a:lnTo>
                <a:lnTo>
                  <a:pt x="18826" y="74256"/>
                </a:lnTo>
                <a:lnTo>
                  <a:pt x="18605" y="74788"/>
                </a:lnTo>
                <a:lnTo>
                  <a:pt x="18364" y="75291"/>
                </a:lnTo>
                <a:lnTo>
                  <a:pt x="18122" y="75763"/>
                </a:lnTo>
                <a:lnTo>
                  <a:pt x="17861" y="76206"/>
                </a:lnTo>
                <a:lnTo>
                  <a:pt x="17600" y="76618"/>
                </a:lnTo>
                <a:lnTo>
                  <a:pt x="17328" y="77000"/>
                </a:lnTo>
                <a:lnTo>
                  <a:pt x="17057" y="77351"/>
                </a:lnTo>
                <a:lnTo>
                  <a:pt x="16786" y="77683"/>
                </a:lnTo>
                <a:lnTo>
                  <a:pt x="16514" y="77985"/>
                </a:lnTo>
                <a:lnTo>
                  <a:pt x="16243" y="78256"/>
                </a:lnTo>
                <a:lnTo>
                  <a:pt x="15971" y="78507"/>
                </a:lnTo>
                <a:lnTo>
                  <a:pt x="15710" y="78728"/>
                </a:lnTo>
                <a:lnTo>
                  <a:pt x="15459" y="78929"/>
                </a:lnTo>
                <a:lnTo>
                  <a:pt x="15208" y="79090"/>
                </a:lnTo>
                <a:lnTo>
                  <a:pt x="14966" y="79241"/>
                </a:lnTo>
                <a:lnTo>
                  <a:pt x="14745" y="79362"/>
                </a:lnTo>
                <a:lnTo>
                  <a:pt x="13911" y="79794"/>
                </a:lnTo>
                <a:lnTo>
                  <a:pt x="13207" y="80166"/>
                </a:lnTo>
                <a:lnTo>
                  <a:pt x="12554" y="80528"/>
                </a:lnTo>
                <a:lnTo>
                  <a:pt x="12584" y="80638"/>
                </a:lnTo>
                <a:lnTo>
                  <a:pt x="12665" y="80940"/>
                </a:lnTo>
                <a:lnTo>
                  <a:pt x="12725" y="81131"/>
                </a:lnTo>
                <a:lnTo>
                  <a:pt x="12805" y="81342"/>
                </a:lnTo>
                <a:lnTo>
                  <a:pt x="12886" y="81573"/>
                </a:lnTo>
                <a:lnTo>
                  <a:pt x="12996" y="81804"/>
                </a:lnTo>
                <a:lnTo>
                  <a:pt x="13107" y="82035"/>
                </a:lnTo>
                <a:lnTo>
                  <a:pt x="13238" y="82256"/>
                </a:lnTo>
                <a:lnTo>
                  <a:pt x="13308" y="82357"/>
                </a:lnTo>
                <a:lnTo>
                  <a:pt x="13378" y="82447"/>
                </a:lnTo>
                <a:lnTo>
                  <a:pt x="13459" y="82538"/>
                </a:lnTo>
                <a:lnTo>
                  <a:pt x="13539" y="82618"/>
                </a:lnTo>
                <a:lnTo>
                  <a:pt x="13620" y="82698"/>
                </a:lnTo>
                <a:lnTo>
                  <a:pt x="13710" y="82759"/>
                </a:lnTo>
                <a:lnTo>
                  <a:pt x="13800" y="82809"/>
                </a:lnTo>
                <a:lnTo>
                  <a:pt x="13891" y="82849"/>
                </a:lnTo>
                <a:lnTo>
                  <a:pt x="13991" y="82869"/>
                </a:lnTo>
                <a:lnTo>
                  <a:pt x="14092" y="82889"/>
                </a:lnTo>
                <a:lnTo>
                  <a:pt x="14203" y="82879"/>
                </a:lnTo>
                <a:lnTo>
                  <a:pt x="14303" y="82859"/>
                </a:lnTo>
                <a:lnTo>
                  <a:pt x="14735" y="82759"/>
                </a:lnTo>
                <a:lnTo>
                  <a:pt x="14956" y="82698"/>
                </a:lnTo>
                <a:lnTo>
                  <a:pt x="15167" y="82628"/>
                </a:lnTo>
                <a:lnTo>
                  <a:pt x="15378" y="82558"/>
                </a:lnTo>
                <a:lnTo>
                  <a:pt x="15600" y="82457"/>
                </a:lnTo>
                <a:lnTo>
                  <a:pt x="15811" y="82347"/>
                </a:lnTo>
                <a:lnTo>
                  <a:pt x="16042" y="82206"/>
                </a:lnTo>
                <a:lnTo>
                  <a:pt x="16263" y="82045"/>
                </a:lnTo>
                <a:lnTo>
                  <a:pt x="16504" y="81844"/>
                </a:lnTo>
                <a:lnTo>
                  <a:pt x="16745" y="81613"/>
                </a:lnTo>
                <a:lnTo>
                  <a:pt x="16997" y="81342"/>
                </a:lnTo>
                <a:lnTo>
                  <a:pt x="17258" y="81030"/>
                </a:lnTo>
                <a:lnTo>
                  <a:pt x="17519" y="80678"/>
                </a:lnTo>
                <a:lnTo>
                  <a:pt x="17801" y="80266"/>
                </a:lnTo>
                <a:lnTo>
                  <a:pt x="18102" y="79804"/>
                </a:lnTo>
                <a:lnTo>
                  <a:pt x="18685" y="78839"/>
                </a:lnTo>
                <a:lnTo>
                  <a:pt x="19238" y="77924"/>
                </a:lnTo>
                <a:lnTo>
                  <a:pt x="19489" y="77482"/>
                </a:lnTo>
                <a:lnTo>
                  <a:pt x="19730" y="77050"/>
                </a:lnTo>
                <a:lnTo>
                  <a:pt x="19962" y="76628"/>
                </a:lnTo>
                <a:lnTo>
                  <a:pt x="20183" y="76206"/>
                </a:lnTo>
                <a:lnTo>
                  <a:pt x="20374" y="75794"/>
                </a:lnTo>
                <a:lnTo>
                  <a:pt x="20555" y="75381"/>
                </a:lnTo>
                <a:lnTo>
                  <a:pt x="20715" y="74969"/>
                </a:lnTo>
                <a:lnTo>
                  <a:pt x="20846" y="74567"/>
                </a:lnTo>
                <a:lnTo>
                  <a:pt x="20967" y="74165"/>
                </a:lnTo>
                <a:lnTo>
                  <a:pt x="21057" y="73763"/>
                </a:lnTo>
                <a:lnTo>
                  <a:pt x="21087" y="73552"/>
                </a:lnTo>
                <a:lnTo>
                  <a:pt x="21117" y="73351"/>
                </a:lnTo>
                <a:lnTo>
                  <a:pt x="21148" y="73150"/>
                </a:lnTo>
                <a:lnTo>
                  <a:pt x="21168" y="72939"/>
                </a:lnTo>
                <a:lnTo>
                  <a:pt x="21198" y="72537"/>
                </a:lnTo>
                <a:lnTo>
                  <a:pt x="21228" y="72125"/>
                </a:lnTo>
                <a:lnTo>
                  <a:pt x="21318" y="71341"/>
                </a:lnTo>
                <a:lnTo>
                  <a:pt x="21409" y="70597"/>
                </a:lnTo>
                <a:lnTo>
                  <a:pt x="21509" y="69934"/>
                </a:lnTo>
                <a:lnTo>
                  <a:pt x="21600" y="69371"/>
                </a:lnTo>
                <a:lnTo>
                  <a:pt x="21680" y="68939"/>
                </a:lnTo>
                <a:lnTo>
                  <a:pt x="21751" y="68567"/>
                </a:lnTo>
                <a:lnTo>
                  <a:pt x="22424" y="69150"/>
                </a:lnTo>
                <a:lnTo>
                  <a:pt x="23148" y="69753"/>
                </a:lnTo>
                <a:lnTo>
                  <a:pt x="24012" y="70467"/>
                </a:lnTo>
                <a:lnTo>
                  <a:pt x="24927" y="71200"/>
                </a:lnTo>
                <a:lnTo>
                  <a:pt x="25379" y="71562"/>
                </a:lnTo>
                <a:lnTo>
                  <a:pt x="25811" y="71894"/>
                </a:lnTo>
                <a:lnTo>
                  <a:pt x="26213" y="72185"/>
                </a:lnTo>
                <a:lnTo>
                  <a:pt x="26575" y="72447"/>
                </a:lnTo>
                <a:lnTo>
                  <a:pt x="26887" y="72658"/>
                </a:lnTo>
                <a:lnTo>
                  <a:pt x="27027" y="72738"/>
                </a:lnTo>
                <a:lnTo>
                  <a:pt x="27148" y="72798"/>
                </a:lnTo>
                <a:lnTo>
                  <a:pt x="27620" y="73040"/>
                </a:lnTo>
                <a:lnTo>
                  <a:pt x="28173" y="73331"/>
                </a:lnTo>
                <a:lnTo>
                  <a:pt x="28746" y="73663"/>
                </a:lnTo>
                <a:lnTo>
                  <a:pt x="29048" y="73834"/>
                </a:lnTo>
                <a:lnTo>
                  <a:pt x="29329" y="74015"/>
                </a:lnTo>
                <a:lnTo>
                  <a:pt x="29620" y="74206"/>
                </a:lnTo>
                <a:lnTo>
                  <a:pt x="29892" y="74396"/>
                </a:lnTo>
                <a:lnTo>
                  <a:pt x="30143" y="74587"/>
                </a:lnTo>
                <a:lnTo>
                  <a:pt x="30384" y="74788"/>
                </a:lnTo>
                <a:lnTo>
                  <a:pt x="30605" y="74979"/>
                </a:lnTo>
                <a:lnTo>
                  <a:pt x="30796" y="75180"/>
                </a:lnTo>
                <a:lnTo>
                  <a:pt x="30957" y="75371"/>
                </a:lnTo>
                <a:lnTo>
                  <a:pt x="31028" y="75472"/>
                </a:lnTo>
                <a:lnTo>
                  <a:pt x="31088" y="75572"/>
                </a:lnTo>
                <a:lnTo>
                  <a:pt x="31138" y="75663"/>
                </a:lnTo>
                <a:lnTo>
                  <a:pt x="31208" y="75753"/>
                </a:lnTo>
                <a:lnTo>
                  <a:pt x="31279" y="75844"/>
                </a:lnTo>
                <a:lnTo>
                  <a:pt x="31359" y="75934"/>
                </a:lnTo>
                <a:lnTo>
                  <a:pt x="31530" y="76095"/>
                </a:lnTo>
                <a:lnTo>
                  <a:pt x="31731" y="76246"/>
                </a:lnTo>
                <a:lnTo>
                  <a:pt x="31942" y="76387"/>
                </a:lnTo>
                <a:lnTo>
                  <a:pt x="32163" y="76517"/>
                </a:lnTo>
                <a:lnTo>
                  <a:pt x="32394" y="76638"/>
                </a:lnTo>
                <a:lnTo>
                  <a:pt x="32636" y="76738"/>
                </a:lnTo>
                <a:lnTo>
                  <a:pt x="32877" y="76829"/>
                </a:lnTo>
                <a:lnTo>
                  <a:pt x="33108" y="76899"/>
                </a:lnTo>
                <a:lnTo>
                  <a:pt x="33339" y="76959"/>
                </a:lnTo>
                <a:lnTo>
                  <a:pt x="33570" y="77010"/>
                </a:lnTo>
                <a:lnTo>
                  <a:pt x="33771" y="77040"/>
                </a:lnTo>
                <a:lnTo>
                  <a:pt x="33972" y="77050"/>
                </a:lnTo>
                <a:lnTo>
                  <a:pt x="34143" y="77050"/>
                </a:lnTo>
                <a:lnTo>
                  <a:pt x="34294" y="77030"/>
                </a:lnTo>
                <a:lnTo>
                  <a:pt x="34364" y="77010"/>
                </a:lnTo>
                <a:lnTo>
                  <a:pt x="34425" y="76970"/>
                </a:lnTo>
                <a:lnTo>
                  <a:pt x="34485" y="76929"/>
                </a:lnTo>
                <a:lnTo>
                  <a:pt x="34555" y="76869"/>
                </a:lnTo>
                <a:lnTo>
                  <a:pt x="34606" y="76799"/>
                </a:lnTo>
                <a:lnTo>
                  <a:pt x="34666" y="76718"/>
                </a:lnTo>
                <a:lnTo>
                  <a:pt x="34716" y="76628"/>
                </a:lnTo>
                <a:lnTo>
                  <a:pt x="34766" y="76527"/>
                </a:lnTo>
                <a:lnTo>
                  <a:pt x="34857" y="76316"/>
                </a:lnTo>
                <a:lnTo>
                  <a:pt x="34937" y="76075"/>
                </a:lnTo>
                <a:lnTo>
                  <a:pt x="34998" y="75814"/>
                </a:lnTo>
                <a:lnTo>
                  <a:pt x="35038" y="75552"/>
                </a:lnTo>
                <a:lnTo>
                  <a:pt x="35068" y="75281"/>
                </a:lnTo>
                <a:lnTo>
                  <a:pt x="35068" y="75020"/>
                </a:lnTo>
                <a:lnTo>
                  <a:pt x="35048" y="74778"/>
                </a:lnTo>
                <a:lnTo>
                  <a:pt x="35038" y="74658"/>
                </a:lnTo>
                <a:lnTo>
                  <a:pt x="35008" y="74547"/>
                </a:lnTo>
                <a:lnTo>
                  <a:pt x="34978" y="74437"/>
                </a:lnTo>
                <a:lnTo>
                  <a:pt x="34947" y="74346"/>
                </a:lnTo>
                <a:lnTo>
                  <a:pt x="34907" y="74256"/>
                </a:lnTo>
                <a:lnTo>
                  <a:pt x="34857" y="74175"/>
                </a:lnTo>
                <a:lnTo>
                  <a:pt x="34797" y="74105"/>
                </a:lnTo>
                <a:lnTo>
                  <a:pt x="34736" y="74045"/>
                </a:lnTo>
                <a:lnTo>
                  <a:pt x="34666" y="73994"/>
                </a:lnTo>
                <a:lnTo>
                  <a:pt x="34586" y="73964"/>
                </a:lnTo>
                <a:lnTo>
                  <a:pt x="34143" y="73814"/>
                </a:lnTo>
                <a:lnTo>
                  <a:pt x="33520" y="73602"/>
                </a:lnTo>
                <a:lnTo>
                  <a:pt x="32786" y="73331"/>
                </a:lnTo>
                <a:lnTo>
                  <a:pt x="31992" y="73030"/>
                </a:lnTo>
                <a:lnTo>
                  <a:pt x="31600" y="72879"/>
                </a:lnTo>
                <a:lnTo>
                  <a:pt x="31219" y="72708"/>
                </a:lnTo>
                <a:lnTo>
                  <a:pt x="30857" y="72547"/>
                </a:lnTo>
                <a:lnTo>
                  <a:pt x="30525" y="72386"/>
                </a:lnTo>
                <a:lnTo>
                  <a:pt x="30224" y="72226"/>
                </a:lnTo>
                <a:lnTo>
                  <a:pt x="29972" y="72065"/>
                </a:lnTo>
                <a:lnTo>
                  <a:pt x="29862" y="71994"/>
                </a:lnTo>
                <a:lnTo>
                  <a:pt x="29771" y="71914"/>
                </a:lnTo>
                <a:lnTo>
                  <a:pt x="29691" y="71844"/>
                </a:lnTo>
                <a:lnTo>
                  <a:pt x="29620" y="71773"/>
                </a:lnTo>
                <a:lnTo>
                  <a:pt x="29520" y="71653"/>
                </a:lnTo>
                <a:lnTo>
                  <a:pt x="29409" y="71552"/>
                </a:lnTo>
                <a:lnTo>
                  <a:pt x="29299" y="71462"/>
                </a:lnTo>
                <a:lnTo>
                  <a:pt x="29188" y="71391"/>
                </a:lnTo>
                <a:lnTo>
                  <a:pt x="29058" y="71331"/>
                </a:lnTo>
                <a:lnTo>
                  <a:pt x="28927" y="71261"/>
                </a:lnTo>
                <a:lnTo>
                  <a:pt x="28625" y="71120"/>
                </a:lnTo>
                <a:lnTo>
                  <a:pt x="28445" y="71029"/>
                </a:lnTo>
                <a:lnTo>
                  <a:pt x="28233" y="70919"/>
                </a:lnTo>
                <a:lnTo>
                  <a:pt x="28012" y="70788"/>
                </a:lnTo>
                <a:lnTo>
                  <a:pt x="27761" y="70627"/>
                </a:lnTo>
                <a:lnTo>
                  <a:pt x="27470" y="70426"/>
                </a:lnTo>
                <a:lnTo>
                  <a:pt x="27158" y="70195"/>
                </a:lnTo>
                <a:lnTo>
                  <a:pt x="26806" y="69914"/>
                </a:lnTo>
                <a:lnTo>
                  <a:pt x="26414" y="69592"/>
                </a:lnTo>
                <a:lnTo>
                  <a:pt x="26022" y="69240"/>
                </a:lnTo>
                <a:lnTo>
                  <a:pt x="25670" y="68889"/>
                </a:lnTo>
                <a:lnTo>
                  <a:pt x="25349" y="68557"/>
                </a:lnTo>
                <a:lnTo>
                  <a:pt x="25057" y="68245"/>
                </a:lnTo>
                <a:lnTo>
                  <a:pt x="24806" y="67934"/>
                </a:lnTo>
                <a:lnTo>
                  <a:pt x="24575" y="67642"/>
                </a:lnTo>
                <a:lnTo>
                  <a:pt x="24374" y="67371"/>
                </a:lnTo>
                <a:lnTo>
                  <a:pt x="24213" y="67130"/>
                </a:lnTo>
                <a:lnTo>
                  <a:pt x="24062" y="66899"/>
                </a:lnTo>
                <a:lnTo>
                  <a:pt x="23942" y="66698"/>
                </a:lnTo>
                <a:lnTo>
                  <a:pt x="23841" y="66517"/>
                </a:lnTo>
                <a:lnTo>
                  <a:pt x="23771" y="66366"/>
                </a:lnTo>
                <a:lnTo>
                  <a:pt x="23670" y="66155"/>
                </a:lnTo>
                <a:lnTo>
                  <a:pt x="23640" y="66084"/>
                </a:lnTo>
                <a:lnTo>
                  <a:pt x="23821" y="66215"/>
                </a:lnTo>
                <a:lnTo>
                  <a:pt x="24032" y="66356"/>
                </a:lnTo>
                <a:lnTo>
                  <a:pt x="24324" y="66537"/>
                </a:lnTo>
                <a:lnTo>
                  <a:pt x="24706" y="66758"/>
                </a:lnTo>
                <a:lnTo>
                  <a:pt x="25148" y="66999"/>
                </a:lnTo>
                <a:lnTo>
                  <a:pt x="25670" y="67260"/>
                </a:lnTo>
                <a:lnTo>
                  <a:pt x="25962" y="67391"/>
                </a:lnTo>
                <a:lnTo>
                  <a:pt x="26274" y="67532"/>
                </a:lnTo>
                <a:lnTo>
                  <a:pt x="26595" y="67662"/>
                </a:lnTo>
                <a:lnTo>
                  <a:pt x="26937" y="67793"/>
                </a:lnTo>
                <a:lnTo>
                  <a:pt x="27289" y="67924"/>
                </a:lnTo>
                <a:lnTo>
                  <a:pt x="27661" y="68044"/>
                </a:lnTo>
                <a:lnTo>
                  <a:pt x="28053" y="68165"/>
                </a:lnTo>
                <a:lnTo>
                  <a:pt x="28455" y="68276"/>
                </a:lnTo>
                <a:lnTo>
                  <a:pt x="28867" y="68386"/>
                </a:lnTo>
                <a:lnTo>
                  <a:pt x="29309" y="68487"/>
                </a:lnTo>
                <a:lnTo>
                  <a:pt x="29751" y="68577"/>
                </a:lnTo>
                <a:lnTo>
                  <a:pt x="30213" y="68657"/>
                </a:lnTo>
                <a:lnTo>
                  <a:pt x="30696" y="68728"/>
                </a:lnTo>
                <a:lnTo>
                  <a:pt x="31178" y="68778"/>
                </a:lnTo>
                <a:lnTo>
                  <a:pt x="31681" y="68828"/>
                </a:lnTo>
                <a:lnTo>
                  <a:pt x="32204" y="68848"/>
                </a:lnTo>
                <a:lnTo>
                  <a:pt x="32726" y="68858"/>
                </a:lnTo>
                <a:lnTo>
                  <a:pt x="33269" y="68858"/>
                </a:lnTo>
                <a:lnTo>
                  <a:pt x="39108" y="68708"/>
                </a:lnTo>
                <a:lnTo>
                  <a:pt x="39129" y="68577"/>
                </a:lnTo>
                <a:lnTo>
                  <a:pt x="39149" y="68426"/>
                </a:lnTo>
                <a:lnTo>
                  <a:pt x="39169" y="68235"/>
                </a:lnTo>
                <a:lnTo>
                  <a:pt x="39189" y="68004"/>
                </a:lnTo>
                <a:lnTo>
                  <a:pt x="39189" y="67753"/>
                </a:lnTo>
                <a:lnTo>
                  <a:pt x="39189" y="67482"/>
                </a:lnTo>
                <a:lnTo>
                  <a:pt x="39159" y="67200"/>
                </a:lnTo>
                <a:lnTo>
                  <a:pt x="39139" y="67059"/>
                </a:lnTo>
                <a:lnTo>
                  <a:pt x="39118" y="66919"/>
                </a:lnTo>
                <a:lnTo>
                  <a:pt x="39088" y="66788"/>
                </a:lnTo>
                <a:lnTo>
                  <a:pt x="39048" y="66657"/>
                </a:lnTo>
                <a:lnTo>
                  <a:pt x="38998" y="66527"/>
                </a:lnTo>
                <a:lnTo>
                  <a:pt x="38938" y="66406"/>
                </a:lnTo>
                <a:lnTo>
                  <a:pt x="38877" y="66296"/>
                </a:lnTo>
                <a:lnTo>
                  <a:pt x="38797" y="66185"/>
                </a:lnTo>
                <a:lnTo>
                  <a:pt x="38716" y="66094"/>
                </a:lnTo>
                <a:lnTo>
                  <a:pt x="38616" y="66014"/>
                </a:lnTo>
                <a:lnTo>
                  <a:pt x="38515" y="65934"/>
                </a:lnTo>
                <a:lnTo>
                  <a:pt x="38395" y="65873"/>
                </a:lnTo>
                <a:lnTo>
                  <a:pt x="38264" y="65833"/>
                </a:lnTo>
                <a:lnTo>
                  <a:pt x="38123" y="65803"/>
                </a:lnTo>
                <a:lnTo>
                  <a:pt x="37963" y="65793"/>
                </a:lnTo>
                <a:lnTo>
                  <a:pt x="37792" y="65793"/>
                </a:lnTo>
                <a:lnTo>
                  <a:pt x="37601" y="65813"/>
                </a:lnTo>
                <a:lnTo>
                  <a:pt x="37400" y="65843"/>
                </a:lnTo>
                <a:lnTo>
                  <a:pt x="36917" y="65924"/>
                </a:lnTo>
                <a:lnTo>
                  <a:pt x="36385" y="66034"/>
                </a:lnTo>
                <a:lnTo>
                  <a:pt x="35782" y="66165"/>
                </a:lnTo>
                <a:lnTo>
                  <a:pt x="34485" y="66456"/>
                </a:lnTo>
                <a:lnTo>
                  <a:pt x="33802" y="66617"/>
                </a:lnTo>
                <a:lnTo>
                  <a:pt x="33108" y="66758"/>
                </a:lnTo>
                <a:lnTo>
                  <a:pt x="32425" y="66899"/>
                </a:lnTo>
                <a:lnTo>
                  <a:pt x="31751" y="67019"/>
                </a:lnTo>
                <a:lnTo>
                  <a:pt x="31108" y="67110"/>
                </a:lnTo>
                <a:lnTo>
                  <a:pt x="30806" y="67140"/>
                </a:lnTo>
                <a:lnTo>
                  <a:pt x="30515" y="67170"/>
                </a:lnTo>
                <a:lnTo>
                  <a:pt x="30234" y="67190"/>
                </a:lnTo>
                <a:lnTo>
                  <a:pt x="29711" y="67190"/>
                </a:lnTo>
                <a:lnTo>
                  <a:pt x="29480" y="67170"/>
                </a:lnTo>
                <a:lnTo>
                  <a:pt x="29269" y="67140"/>
                </a:lnTo>
                <a:lnTo>
                  <a:pt x="29068" y="67090"/>
                </a:lnTo>
                <a:lnTo>
                  <a:pt x="28897" y="67039"/>
                </a:lnTo>
                <a:lnTo>
                  <a:pt x="28816" y="66999"/>
                </a:lnTo>
                <a:lnTo>
                  <a:pt x="28746" y="66959"/>
                </a:lnTo>
                <a:lnTo>
                  <a:pt x="28605" y="66868"/>
                </a:lnTo>
                <a:lnTo>
                  <a:pt x="28455" y="66758"/>
                </a:lnTo>
                <a:lnTo>
                  <a:pt x="28284" y="66627"/>
                </a:lnTo>
                <a:lnTo>
                  <a:pt x="28103" y="66476"/>
                </a:lnTo>
                <a:lnTo>
                  <a:pt x="27721" y="66135"/>
                </a:lnTo>
                <a:lnTo>
                  <a:pt x="27309" y="65753"/>
                </a:lnTo>
                <a:lnTo>
                  <a:pt x="26887" y="65321"/>
                </a:lnTo>
                <a:lnTo>
                  <a:pt x="26444" y="64868"/>
                </a:lnTo>
                <a:lnTo>
                  <a:pt x="26002" y="64406"/>
                </a:lnTo>
                <a:lnTo>
                  <a:pt x="25580" y="63934"/>
                </a:lnTo>
                <a:lnTo>
                  <a:pt x="24776" y="63039"/>
                </a:lnTo>
                <a:lnTo>
                  <a:pt x="24113" y="62285"/>
                </a:lnTo>
                <a:lnTo>
                  <a:pt x="23500" y="61562"/>
                </a:lnTo>
                <a:lnTo>
                  <a:pt x="23580" y="61009"/>
                </a:lnTo>
                <a:lnTo>
                  <a:pt x="23660" y="60366"/>
                </a:lnTo>
                <a:lnTo>
                  <a:pt x="23771" y="59521"/>
                </a:lnTo>
                <a:lnTo>
                  <a:pt x="23892" y="58496"/>
                </a:lnTo>
                <a:lnTo>
                  <a:pt x="24022" y="57330"/>
                </a:lnTo>
                <a:lnTo>
                  <a:pt x="24143" y="56064"/>
                </a:lnTo>
                <a:lnTo>
                  <a:pt x="24263" y="54707"/>
                </a:lnTo>
                <a:lnTo>
                  <a:pt x="24364" y="53310"/>
                </a:lnTo>
                <a:lnTo>
                  <a:pt x="24404" y="52596"/>
                </a:lnTo>
                <a:lnTo>
                  <a:pt x="24434" y="51893"/>
                </a:lnTo>
                <a:lnTo>
                  <a:pt x="24464" y="51189"/>
                </a:lnTo>
                <a:lnTo>
                  <a:pt x="24484" y="50486"/>
                </a:lnTo>
                <a:lnTo>
                  <a:pt x="24484" y="49802"/>
                </a:lnTo>
                <a:lnTo>
                  <a:pt x="24484" y="49129"/>
                </a:lnTo>
                <a:lnTo>
                  <a:pt x="24464" y="48475"/>
                </a:lnTo>
                <a:lnTo>
                  <a:pt x="24434" y="47852"/>
                </a:lnTo>
                <a:lnTo>
                  <a:pt x="24394" y="47249"/>
                </a:lnTo>
                <a:lnTo>
                  <a:pt x="24334" y="46676"/>
                </a:lnTo>
                <a:lnTo>
                  <a:pt x="24263" y="46144"/>
                </a:lnTo>
                <a:lnTo>
                  <a:pt x="24213" y="45892"/>
                </a:lnTo>
                <a:lnTo>
                  <a:pt x="24173" y="45651"/>
                </a:lnTo>
                <a:lnTo>
                  <a:pt x="24123" y="45420"/>
                </a:lnTo>
                <a:lnTo>
                  <a:pt x="24062" y="45189"/>
                </a:lnTo>
                <a:lnTo>
                  <a:pt x="24002" y="44988"/>
                </a:lnTo>
                <a:lnTo>
                  <a:pt x="23932" y="44787"/>
                </a:lnTo>
                <a:lnTo>
                  <a:pt x="23650" y="43983"/>
                </a:lnTo>
                <a:lnTo>
                  <a:pt x="23349" y="43108"/>
                </a:lnTo>
                <a:lnTo>
                  <a:pt x="22726" y="41219"/>
                </a:lnTo>
                <a:lnTo>
                  <a:pt x="22092" y="39249"/>
                </a:lnTo>
                <a:lnTo>
                  <a:pt x="21489" y="37349"/>
                </a:lnTo>
                <a:lnTo>
                  <a:pt x="20957" y="35630"/>
                </a:lnTo>
                <a:lnTo>
                  <a:pt x="20524" y="34243"/>
                </a:lnTo>
                <a:lnTo>
                  <a:pt x="20143" y="32967"/>
                </a:lnTo>
                <a:lnTo>
                  <a:pt x="20253" y="32585"/>
                </a:lnTo>
                <a:lnTo>
                  <a:pt x="20394" y="32143"/>
                </a:lnTo>
                <a:lnTo>
                  <a:pt x="20595" y="31560"/>
                </a:lnTo>
                <a:lnTo>
                  <a:pt x="20836" y="30866"/>
                </a:lnTo>
                <a:lnTo>
                  <a:pt x="21138" y="30072"/>
                </a:lnTo>
                <a:lnTo>
                  <a:pt x="21479" y="29218"/>
                </a:lnTo>
                <a:lnTo>
                  <a:pt x="21670" y="28766"/>
                </a:lnTo>
                <a:lnTo>
                  <a:pt x="21871" y="28303"/>
                </a:lnTo>
                <a:lnTo>
                  <a:pt x="22092" y="27831"/>
                </a:lnTo>
                <a:lnTo>
                  <a:pt x="22314" y="27359"/>
                </a:lnTo>
                <a:lnTo>
                  <a:pt x="22555" y="26886"/>
                </a:lnTo>
                <a:lnTo>
                  <a:pt x="22796" y="26414"/>
                </a:lnTo>
                <a:lnTo>
                  <a:pt x="23057" y="25951"/>
                </a:lnTo>
                <a:lnTo>
                  <a:pt x="23329" y="25489"/>
                </a:lnTo>
                <a:lnTo>
                  <a:pt x="23610" y="25037"/>
                </a:lnTo>
                <a:lnTo>
                  <a:pt x="23892" y="24595"/>
                </a:lnTo>
                <a:lnTo>
                  <a:pt x="24193" y="24172"/>
                </a:lnTo>
                <a:lnTo>
                  <a:pt x="24505" y="23770"/>
                </a:lnTo>
                <a:lnTo>
                  <a:pt x="24826" y="23388"/>
                </a:lnTo>
                <a:lnTo>
                  <a:pt x="24987" y="23208"/>
                </a:lnTo>
                <a:lnTo>
                  <a:pt x="25158" y="23027"/>
                </a:lnTo>
                <a:lnTo>
                  <a:pt x="25319" y="22856"/>
                </a:lnTo>
                <a:lnTo>
                  <a:pt x="25490" y="22695"/>
                </a:lnTo>
                <a:lnTo>
                  <a:pt x="25660" y="22534"/>
                </a:lnTo>
                <a:lnTo>
                  <a:pt x="25841" y="22393"/>
                </a:lnTo>
                <a:lnTo>
                  <a:pt x="26012" y="22253"/>
                </a:lnTo>
                <a:lnTo>
                  <a:pt x="26193" y="22122"/>
                </a:lnTo>
                <a:lnTo>
                  <a:pt x="26374" y="21991"/>
                </a:lnTo>
                <a:lnTo>
                  <a:pt x="26565" y="21881"/>
                </a:lnTo>
                <a:lnTo>
                  <a:pt x="26937" y="21670"/>
                </a:lnTo>
                <a:lnTo>
                  <a:pt x="27329" y="21469"/>
                </a:lnTo>
                <a:lnTo>
                  <a:pt x="27731" y="21278"/>
                </a:lnTo>
                <a:lnTo>
                  <a:pt x="28153" y="21097"/>
                </a:lnTo>
                <a:lnTo>
                  <a:pt x="28575" y="20926"/>
                </a:lnTo>
                <a:lnTo>
                  <a:pt x="29007" y="20775"/>
                </a:lnTo>
                <a:lnTo>
                  <a:pt x="29440" y="20624"/>
                </a:lnTo>
                <a:lnTo>
                  <a:pt x="29882" y="20484"/>
                </a:lnTo>
                <a:lnTo>
                  <a:pt x="30334" y="20353"/>
                </a:lnTo>
                <a:lnTo>
                  <a:pt x="30776" y="20243"/>
                </a:lnTo>
                <a:lnTo>
                  <a:pt x="31219" y="20132"/>
                </a:lnTo>
                <a:lnTo>
                  <a:pt x="31661" y="20021"/>
                </a:lnTo>
                <a:lnTo>
                  <a:pt x="32103" y="19931"/>
                </a:lnTo>
                <a:lnTo>
                  <a:pt x="32525" y="19841"/>
                </a:lnTo>
                <a:lnTo>
                  <a:pt x="33359" y="19690"/>
                </a:lnTo>
                <a:lnTo>
                  <a:pt x="34153" y="19569"/>
                </a:lnTo>
                <a:lnTo>
                  <a:pt x="34877" y="19469"/>
                </a:lnTo>
                <a:lnTo>
                  <a:pt x="35530" y="19398"/>
                </a:lnTo>
                <a:lnTo>
                  <a:pt x="36103" y="19338"/>
                </a:lnTo>
                <a:lnTo>
                  <a:pt x="36566" y="19298"/>
                </a:lnTo>
                <a:lnTo>
                  <a:pt x="36917" y="19268"/>
                </a:lnTo>
                <a:lnTo>
                  <a:pt x="37209" y="19258"/>
                </a:lnTo>
                <a:lnTo>
                  <a:pt x="36998" y="19197"/>
                </a:lnTo>
                <a:lnTo>
                  <a:pt x="36415" y="19067"/>
                </a:lnTo>
                <a:lnTo>
                  <a:pt x="36003" y="18986"/>
                </a:lnTo>
                <a:lnTo>
                  <a:pt x="35530" y="18906"/>
                </a:lnTo>
                <a:lnTo>
                  <a:pt x="34998" y="18815"/>
                </a:lnTo>
                <a:lnTo>
                  <a:pt x="34425" y="18745"/>
                </a:lnTo>
                <a:lnTo>
                  <a:pt x="33812" y="18685"/>
                </a:lnTo>
                <a:lnTo>
                  <a:pt x="33490" y="18665"/>
                </a:lnTo>
                <a:lnTo>
                  <a:pt x="33168" y="18644"/>
                </a:lnTo>
                <a:lnTo>
                  <a:pt x="32847" y="18634"/>
                </a:lnTo>
                <a:lnTo>
                  <a:pt x="32515" y="18624"/>
                </a:lnTo>
                <a:lnTo>
                  <a:pt x="32183" y="18624"/>
                </a:lnTo>
                <a:lnTo>
                  <a:pt x="31852" y="18644"/>
                </a:lnTo>
                <a:lnTo>
                  <a:pt x="31530" y="18665"/>
                </a:lnTo>
                <a:lnTo>
                  <a:pt x="31198" y="18685"/>
                </a:lnTo>
                <a:lnTo>
                  <a:pt x="30877" y="18725"/>
                </a:lnTo>
                <a:lnTo>
                  <a:pt x="30555" y="18785"/>
                </a:lnTo>
                <a:lnTo>
                  <a:pt x="30234" y="18845"/>
                </a:lnTo>
                <a:lnTo>
                  <a:pt x="29922" y="18916"/>
                </a:lnTo>
                <a:lnTo>
                  <a:pt x="29620" y="19006"/>
                </a:lnTo>
                <a:lnTo>
                  <a:pt x="29329" y="19107"/>
                </a:lnTo>
                <a:lnTo>
                  <a:pt x="29038" y="19227"/>
                </a:lnTo>
                <a:lnTo>
                  <a:pt x="28736" y="19378"/>
                </a:lnTo>
                <a:lnTo>
                  <a:pt x="28414" y="19539"/>
                </a:lnTo>
                <a:lnTo>
                  <a:pt x="28093" y="19720"/>
                </a:lnTo>
                <a:lnTo>
                  <a:pt x="27751" y="19921"/>
                </a:lnTo>
                <a:lnTo>
                  <a:pt x="27409" y="20132"/>
                </a:lnTo>
                <a:lnTo>
                  <a:pt x="27068" y="20363"/>
                </a:lnTo>
                <a:lnTo>
                  <a:pt x="26716" y="20604"/>
                </a:lnTo>
                <a:lnTo>
                  <a:pt x="26364" y="20856"/>
                </a:lnTo>
                <a:lnTo>
                  <a:pt x="26012" y="21117"/>
                </a:lnTo>
                <a:lnTo>
                  <a:pt x="25309" y="21650"/>
                </a:lnTo>
                <a:lnTo>
                  <a:pt x="24615" y="22202"/>
                </a:lnTo>
                <a:lnTo>
                  <a:pt x="23952" y="22755"/>
                </a:lnTo>
                <a:lnTo>
                  <a:pt x="23319" y="23298"/>
                </a:lnTo>
                <a:lnTo>
                  <a:pt x="22736" y="23801"/>
                </a:lnTo>
                <a:lnTo>
                  <a:pt x="22213" y="24273"/>
                </a:lnTo>
                <a:lnTo>
                  <a:pt x="21761" y="24685"/>
                </a:lnTo>
                <a:lnTo>
                  <a:pt x="21107" y="25298"/>
                </a:lnTo>
                <a:lnTo>
                  <a:pt x="20866" y="25529"/>
                </a:lnTo>
                <a:lnTo>
                  <a:pt x="20886" y="25449"/>
                </a:lnTo>
                <a:lnTo>
                  <a:pt x="20916" y="25198"/>
                </a:lnTo>
                <a:lnTo>
                  <a:pt x="20997" y="24826"/>
                </a:lnTo>
                <a:lnTo>
                  <a:pt x="21107" y="24313"/>
                </a:lnTo>
                <a:lnTo>
                  <a:pt x="21178" y="24022"/>
                </a:lnTo>
                <a:lnTo>
                  <a:pt x="21268" y="23700"/>
                </a:lnTo>
                <a:lnTo>
                  <a:pt x="21369" y="23368"/>
                </a:lnTo>
                <a:lnTo>
                  <a:pt x="21479" y="23007"/>
                </a:lnTo>
                <a:lnTo>
                  <a:pt x="21610" y="22625"/>
                </a:lnTo>
                <a:lnTo>
                  <a:pt x="21751" y="22233"/>
                </a:lnTo>
                <a:lnTo>
                  <a:pt x="21911" y="21831"/>
                </a:lnTo>
                <a:lnTo>
                  <a:pt x="22092" y="21408"/>
                </a:lnTo>
                <a:lnTo>
                  <a:pt x="22293" y="20976"/>
                </a:lnTo>
                <a:lnTo>
                  <a:pt x="22504" y="20544"/>
                </a:lnTo>
                <a:lnTo>
                  <a:pt x="22746" y="20102"/>
                </a:lnTo>
                <a:lnTo>
                  <a:pt x="22997" y="19660"/>
                </a:lnTo>
                <a:lnTo>
                  <a:pt x="23278" y="19217"/>
                </a:lnTo>
                <a:lnTo>
                  <a:pt x="23580" y="18775"/>
                </a:lnTo>
                <a:lnTo>
                  <a:pt x="23912" y="18333"/>
                </a:lnTo>
                <a:lnTo>
                  <a:pt x="24253" y="17901"/>
                </a:lnTo>
                <a:lnTo>
                  <a:pt x="24444" y="17680"/>
                </a:lnTo>
                <a:lnTo>
                  <a:pt x="24635" y="17469"/>
                </a:lnTo>
                <a:lnTo>
                  <a:pt x="24826" y="17257"/>
                </a:lnTo>
                <a:lnTo>
                  <a:pt x="25027" y="17056"/>
                </a:lnTo>
                <a:lnTo>
                  <a:pt x="25238" y="16845"/>
                </a:lnTo>
                <a:lnTo>
                  <a:pt x="25459" y="16644"/>
                </a:lnTo>
                <a:lnTo>
                  <a:pt x="25681" y="16453"/>
                </a:lnTo>
                <a:lnTo>
                  <a:pt x="25912" y="16262"/>
                </a:lnTo>
                <a:lnTo>
                  <a:pt x="26153" y="16071"/>
                </a:lnTo>
                <a:lnTo>
                  <a:pt x="26394" y="15880"/>
                </a:lnTo>
                <a:lnTo>
                  <a:pt x="26645" y="15700"/>
                </a:lnTo>
                <a:lnTo>
                  <a:pt x="26907" y="15529"/>
                </a:lnTo>
                <a:lnTo>
                  <a:pt x="27168" y="15358"/>
                </a:lnTo>
                <a:lnTo>
                  <a:pt x="27449" y="15187"/>
                </a:lnTo>
                <a:lnTo>
                  <a:pt x="27731" y="15036"/>
                </a:lnTo>
                <a:lnTo>
                  <a:pt x="28022" y="14875"/>
                </a:lnTo>
                <a:lnTo>
                  <a:pt x="28605" y="14584"/>
                </a:lnTo>
                <a:lnTo>
                  <a:pt x="29178" y="14303"/>
                </a:lnTo>
                <a:lnTo>
                  <a:pt x="29751" y="14041"/>
                </a:lnTo>
                <a:lnTo>
                  <a:pt x="30314" y="13780"/>
                </a:lnTo>
                <a:lnTo>
                  <a:pt x="30857" y="13539"/>
                </a:lnTo>
                <a:lnTo>
                  <a:pt x="31399" y="13307"/>
                </a:lnTo>
                <a:lnTo>
                  <a:pt x="31932" y="13096"/>
                </a:lnTo>
                <a:lnTo>
                  <a:pt x="32445" y="12885"/>
                </a:lnTo>
                <a:lnTo>
                  <a:pt x="33440" y="12513"/>
                </a:lnTo>
                <a:lnTo>
                  <a:pt x="34374" y="12172"/>
                </a:lnTo>
                <a:lnTo>
                  <a:pt x="35249" y="11880"/>
                </a:lnTo>
                <a:lnTo>
                  <a:pt x="36063" y="11629"/>
                </a:lnTo>
                <a:lnTo>
                  <a:pt x="36797" y="11418"/>
                </a:lnTo>
                <a:lnTo>
                  <a:pt x="37450" y="11237"/>
                </a:lnTo>
                <a:lnTo>
                  <a:pt x="38023" y="11096"/>
                </a:lnTo>
                <a:lnTo>
                  <a:pt x="38505" y="10976"/>
                </a:lnTo>
                <a:lnTo>
                  <a:pt x="39169" y="10835"/>
                </a:lnTo>
                <a:lnTo>
                  <a:pt x="39400" y="10795"/>
                </a:lnTo>
                <a:lnTo>
                  <a:pt x="38284" y="10795"/>
                </a:lnTo>
                <a:lnTo>
                  <a:pt x="37711" y="10805"/>
                </a:lnTo>
                <a:lnTo>
                  <a:pt x="37068" y="10835"/>
                </a:lnTo>
                <a:lnTo>
                  <a:pt x="36354" y="10865"/>
                </a:lnTo>
                <a:lnTo>
                  <a:pt x="35591" y="10925"/>
                </a:lnTo>
                <a:lnTo>
                  <a:pt x="34787" y="10996"/>
                </a:lnTo>
                <a:lnTo>
                  <a:pt x="33962" y="11086"/>
                </a:lnTo>
                <a:lnTo>
                  <a:pt x="33550" y="11136"/>
                </a:lnTo>
                <a:lnTo>
                  <a:pt x="33138" y="11207"/>
                </a:lnTo>
                <a:lnTo>
                  <a:pt x="32726" y="11267"/>
                </a:lnTo>
                <a:lnTo>
                  <a:pt x="32324" y="11348"/>
                </a:lnTo>
                <a:lnTo>
                  <a:pt x="31922" y="11428"/>
                </a:lnTo>
                <a:lnTo>
                  <a:pt x="31530" y="11518"/>
                </a:lnTo>
                <a:lnTo>
                  <a:pt x="31148" y="11619"/>
                </a:lnTo>
                <a:lnTo>
                  <a:pt x="30786" y="11729"/>
                </a:lnTo>
                <a:lnTo>
                  <a:pt x="30435" y="11850"/>
                </a:lnTo>
                <a:lnTo>
                  <a:pt x="30093" y="11971"/>
                </a:lnTo>
                <a:lnTo>
                  <a:pt x="29781" y="12111"/>
                </a:lnTo>
                <a:lnTo>
                  <a:pt x="29480" y="12252"/>
                </a:lnTo>
                <a:lnTo>
                  <a:pt x="28897" y="12574"/>
                </a:lnTo>
                <a:lnTo>
                  <a:pt x="28314" y="12915"/>
                </a:lnTo>
                <a:lnTo>
                  <a:pt x="27721" y="13297"/>
                </a:lnTo>
                <a:lnTo>
                  <a:pt x="27128" y="13689"/>
                </a:lnTo>
                <a:lnTo>
                  <a:pt x="26535" y="14112"/>
                </a:lnTo>
                <a:lnTo>
                  <a:pt x="25962" y="14554"/>
                </a:lnTo>
                <a:lnTo>
                  <a:pt x="25399" y="15006"/>
                </a:lnTo>
                <a:lnTo>
                  <a:pt x="24866" y="15458"/>
                </a:lnTo>
                <a:lnTo>
                  <a:pt x="24354" y="15931"/>
                </a:lnTo>
                <a:lnTo>
                  <a:pt x="24103" y="16162"/>
                </a:lnTo>
                <a:lnTo>
                  <a:pt x="23871" y="16403"/>
                </a:lnTo>
                <a:lnTo>
                  <a:pt x="23640" y="16634"/>
                </a:lnTo>
                <a:lnTo>
                  <a:pt x="23419" y="16876"/>
                </a:lnTo>
                <a:lnTo>
                  <a:pt x="23218" y="17107"/>
                </a:lnTo>
                <a:lnTo>
                  <a:pt x="23017" y="17338"/>
                </a:lnTo>
                <a:lnTo>
                  <a:pt x="22826" y="17569"/>
                </a:lnTo>
                <a:lnTo>
                  <a:pt x="22655" y="17800"/>
                </a:lnTo>
                <a:lnTo>
                  <a:pt x="22494" y="18031"/>
                </a:lnTo>
                <a:lnTo>
                  <a:pt x="22344" y="18252"/>
                </a:lnTo>
                <a:lnTo>
                  <a:pt x="22213" y="18474"/>
                </a:lnTo>
                <a:lnTo>
                  <a:pt x="22092" y="18685"/>
                </a:lnTo>
                <a:lnTo>
                  <a:pt x="21982" y="18906"/>
                </a:lnTo>
                <a:lnTo>
                  <a:pt x="21891" y="19107"/>
                </a:lnTo>
                <a:lnTo>
                  <a:pt x="21721" y="19579"/>
                </a:lnTo>
                <a:lnTo>
                  <a:pt x="21520" y="20162"/>
                </a:lnTo>
                <a:lnTo>
                  <a:pt x="21308" y="20825"/>
                </a:lnTo>
                <a:lnTo>
                  <a:pt x="21087" y="21559"/>
                </a:lnTo>
                <a:lnTo>
                  <a:pt x="20866" y="22343"/>
                </a:lnTo>
                <a:lnTo>
                  <a:pt x="20635" y="23167"/>
                </a:lnTo>
                <a:lnTo>
                  <a:pt x="20183" y="24816"/>
                </a:lnTo>
                <a:lnTo>
                  <a:pt x="19771" y="26364"/>
                </a:lnTo>
                <a:lnTo>
                  <a:pt x="19429" y="27660"/>
                </a:lnTo>
                <a:lnTo>
                  <a:pt x="19117" y="28886"/>
                </a:lnTo>
                <a:lnTo>
                  <a:pt x="19067" y="28585"/>
                </a:lnTo>
                <a:lnTo>
                  <a:pt x="19017" y="28223"/>
                </a:lnTo>
                <a:lnTo>
                  <a:pt x="18957" y="27740"/>
                </a:lnTo>
                <a:lnTo>
                  <a:pt x="18896" y="27147"/>
                </a:lnTo>
                <a:lnTo>
                  <a:pt x="18836" y="26464"/>
                </a:lnTo>
                <a:lnTo>
                  <a:pt x="18796" y="25690"/>
                </a:lnTo>
                <a:lnTo>
                  <a:pt x="18786" y="25278"/>
                </a:lnTo>
                <a:lnTo>
                  <a:pt x="18776" y="24856"/>
                </a:lnTo>
                <a:lnTo>
                  <a:pt x="18776" y="24414"/>
                </a:lnTo>
                <a:lnTo>
                  <a:pt x="18786" y="23961"/>
                </a:lnTo>
                <a:lnTo>
                  <a:pt x="18796" y="23499"/>
                </a:lnTo>
                <a:lnTo>
                  <a:pt x="18826" y="23017"/>
                </a:lnTo>
                <a:lnTo>
                  <a:pt x="18866" y="22544"/>
                </a:lnTo>
                <a:lnTo>
                  <a:pt x="18916" y="22052"/>
                </a:lnTo>
                <a:lnTo>
                  <a:pt x="18977" y="21559"/>
                </a:lnTo>
                <a:lnTo>
                  <a:pt x="19057" y="21067"/>
                </a:lnTo>
                <a:lnTo>
                  <a:pt x="19148" y="20574"/>
                </a:lnTo>
                <a:lnTo>
                  <a:pt x="19258" y="20082"/>
                </a:lnTo>
                <a:lnTo>
                  <a:pt x="19379" y="19589"/>
                </a:lnTo>
                <a:lnTo>
                  <a:pt x="19529" y="19097"/>
                </a:lnTo>
                <a:lnTo>
                  <a:pt x="19690" y="18614"/>
                </a:lnTo>
                <a:lnTo>
                  <a:pt x="19861" y="18142"/>
                </a:lnTo>
                <a:lnTo>
                  <a:pt x="20062" y="17670"/>
                </a:lnTo>
                <a:lnTo>
                  <a:pt x="20173" y="17438"/>
                </a:lnTo>
                <a:lnTo>
                  <a:pt x="20283" y="17217"/>
                </a:lnTo>
                <a:lnTo>
                  <a:pt x="20535" y="16755"/>
                </a:lnTo>
                <a:lnTo>
                  <a:pt x="20796" y="16283"/>
                </a:lnTo>
                <a:lnTo>
                  <a:pt x="21077" y="15790"/>
                </a:lnTo>
                <a:lnTo>
                  <a:pt x="21369" y="15298"/>
                </a:lnTo>
                <a:lnTo>
                  <a:pt x="21680" y="14795"/>
                </a:lnTo>
                <a:lnTo>
                  <a:pt x="22002" y="14282"/>
                </a:lnTo>
                <a:lnTo>
                  <a:pt x="22675" y="13247"/>
                </a:lnTo>
                <a:lnTo>
                  <a:pt x="23379" y="12202"/>
                </a:lnTo>
                <a:lnTo>
                  <a:pt x="24103" y="11177"/>
                </a:lnTo>
                <a:lnTo>
                  <a:pt x="24816" y="10172"/>
                </a:lnTo>
                <a:lnTo>
                  <a:pt x="25520" y="9207"/>
                </a:lnTo>
                <a:lnTo>
                  <a:pt x="26193" y="8302"/>
                </a:lnTo>
                <a:lnTo>
                  <a:pt x="26826" y="7468"/>
                </a:lnTo>
                <a:lnTo>
                  <a:pt x="27902" y="6071"/>
                </a:lnTo>
                <a:lnTo>
                  <a:pt x="28625" y="5146"/>
                </a:lnTo>
                <a:lnTo>
                  <a:pt x="28897" y="4815"/>
                </a:lnTo>
                <a:lnTo>
                  <a:pt x="28555" y="5146"/>
                </a:lnTo>
                <a:lnTo>
                  <a:pt x="27651" y="6031"/>
                </a:lnTo>
                <a:lnTo>
                  <a:pt x="26344" y="7337"/>
                </a:lnTo>
                <a:lnTo>
                  <a:pt x="25610" y="8091"/>
                </a:lnTo>
                <a:lnTo>
                  <a:pt x="24826" y="8895"/>
                </a:lnTo>
                <a:lnTo>
                  <a:pt x="24042" y="9729"/>
                </a:lnTo>
                <a:lnTo>
                  <a:pt x="23258" y="10564"/>
                </a:lnTo>
                <a:lnTo>
                  <a:pt x="22515" y="11398"/>
                </a:lnTo>
                <a:lnTo>
                  <a:pt x="21821" y="12202"/>
                </a:lnTo>
                <a:lnTo>
                  <a:pt x="21499" y="12584"/>
                </a:lnTo>
                <a:lnTo>
                  <a:pt x="21198" y="12946"/>
                </a:lnTo>
                <a:lnTo>
                  <a:pt x="20916" y="13307"/>
                </a:lnTo>
                <a:lnTo>
                  <a:pt x="20675" y="13639"/>
                </a:lnTo>
                <a:lnTo>
                  <a:pt x="20454" y="13951"/>
                </a:lnTo>
                <a:lnTo>
                  <a:pt x="20263" y="14232"/>
                </a:lnTo>
                <a:lnTo>
                  <a:pt x="20112" y="14504"/>
                </a:lnTo>
                <a:lnTo>
                  <a:pt x="19992" y="14735"/>
                </a:lnTo>
                <a:lnTo>
                  <a:pt x="19891" y="14966"/>
                </a:lnTo>
                <a:lnTo>
                  <a:pt x="19791" y="15247"/>
                </a:lnTo>
                <a:lnTo>
                  <a:pt x="19560" y="15891"/>
                </a:lnTo>
                <a:lnTo>
                  <a:pt x="19308" y="16654"/>
                </a:lnTo>
                <a:lnTo>
                  <a:pt x="19037" y="17499"/>
                </a:lnTo>
                <a:lnTo>
                  <a:pt x="18766" y="18403"/>
                </a:lnTo>
                <a:lnTo>
                  <a:pt x="18484" y="19358"/>
                </a:lnTo>
                <a:lnTo>
                  <a:pt x="17931" y="21298"/>
                </a:lnTo>
                <a:lnTo>
                  <a:pt x="17429" y="23127"/>
                </a:lnTo>
                <a:lnTo>
                  <a:pt x="17017" y="24665"/>
                </a:lnTo>
                <a:lnTo>
                  <a:pt x="16645" y="26112"/>
                </a:lnTo>
                <a:lnTo>
                  <a:pt x="16534" y="25931"/>
                </a:lnTo>
                <a:lnTo>
                  <a:pt x="16263" y="25439"/>
                </a:lnTo>
                <a:lnTo>
                  <a:pt x="16092" y="25087"/>
                </a:lnTo>
                <a:lnTo>
                  <a:pt x="15891" y="24685"/>
                </a:lnTo>
                <a:lnTo>
                  <a:pt x="15690" y="24243"/>
                </a:lnTo>
                <a:lnTo>
                  <a:pt x="15489" y="23760"/>
                </a:lnTo>
                <a:lnTo>
                  <a:pt x="15298" y="23248"/>
                </a:lnTo>
                <a:lnTo>
                  <a:pt x="15208" y="22986"/>
                </a:lnTo>
                <a:lnTo>
                  <a:pt x="15127" y="22715"/>
                </a:lnTo>
                <a:lnTo>
                  <a:pt x="15047" y="22444"/>
                </a:lnTo>
                <a:lnTo>
                  <a:pt x="14976" y="22172"/>
                </a:lnTo>
                <a:lnTo>
                  <a:pt x="14906" y="21891"/>
                </a:lnTo>
                <a:lnTo>
                  <a:pt x="14856" y="21620"/>
                </a:lnTo>
                <a:lnTo>
                  <a:pt x="14816" y="21348"/>
                </a:lnTo>
                <a:lnTo>
                  <a:pt x="14775" y="21077"/>
                </a:lnTo>
                <a:lnTo>
                  <a:pt x="14765" y="20805"/>
                </a:lnTo>
                <a:lnTo>
                  <a:pt x="14755" y="20544"/>
                </a:lnTo>
                <a:lnTo>
                  <a:pt x="14765" y="20283"/>
                </a:lnTo>
                <a:lnTo>
                  <a:pt x="14785" y="20031"/>
                </a:lnTo>
                <a:lnTo>
                  <a:pt x="14826" y="19780"/>
                </a:lnTo>
                <a:lnTo>
                  <a:pt x="14886" y="19549"/>
                </a:lnTo>
                <a:lnTo>
                  <a:pt x="15188" y="18504"/>
                </a:lnTo>
                <a:lnTo>
                  <a:pt x="15348" y="17911"/>
                </a:lnTo>
                <a:lnTo>
                  <a:pt x="15519" y="17267"/>
                </a:lnTo>
                <a:lnTo>
                  <a:pt x="15680" y="16584"/>
                </a:lnTo>
                <a:lnTo>
                  <a:pt x="15821" y="15860"/>
                </a:lnTo>
                <a:lnTo>
                  <a:pt x="15961" y="15117"/>
                </a:lnTo>
                <a:lnTo>
                  <a:pt x="16022" y="14725"/>
                </a:lnTo>
                <a:lnTo>
                  <a:pt x="16072" y="14333"/>
                </a:lnTo>
                <a:lnTo>
                  <a:pt x="16122" y="13931"/>
                </a:lnTo>
                <a:lnTo>
                  <a:pt x="16162" y="13529"/>
                </a:lnTo>
                <a:lnTo>
                  <a:pt x="16193" y="13117"/>
                </a:lnTo>
                <a:lnTo>
                  <a:pt x="16223" y="12704"/>
                </a:lnTo>
                <a:lnTo>
                  <a:pt x="16233" y="12282"/>
                </a:lnTo>
                <a:lnTo>
                  <a:pt x="16243" y="11860"/>
                </a:lnTo>
                <a:lnTo>
                  <a:pt x="16243" y="11438"/>
                </a:lnTo>
                <a:lnTo>
                  <a:pt x="16223" y="11016"/>
                </a:lnTo>
                <a:lnTo>
                  <a:pt x="16193" y="10584"/>
                </a:lnTo>
                <a:lnTo>
                  <a:pt x="16152" y="10152"/>
                </a:lnTo>
                <a:lnTo>
                  <a:pt x="16102" y="9729"/>
                </a:lnTo>
                <a:lnTo>
                  <a:pt x="16032" y="9297"/>
                </a:lnTo>
                <a:lnTo>
                  <a:pt x="15951" y="8865"/>
                </a:lnTo>
                <a:lnTo>
                  <a:pt x="15861" y="8433"/>
                </a:lnTo>
                <a:lnTo>
                  <a:pt x="15750" y="8011"/>
                </a:lnTo>
                <a:lnTo>
                  <a:pt x="15620" y="7589"/>
                </a:lnTo>
                <a:lnTo>
                  <a:pt x="14615" y="4493"/>
                </a:lnTo>
                <a:lnTo>
                  <a:pt x="13831" y="2091"/>
                </a:lnTo>
                <a:lnTo>
                  <a:pt x="131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3" name="Google Shape;473;p22">
            <a:extLst>
              <a:ext uri="{FF2B5EF4-FFF2-40B4-BE49-F238E27FC236}">
                <a16:creationId xmlns:a16="http://schemas.microsoft.com/office/drawing/2014/main" id="{823E0E7B-D4BA-1AB8-E070-1709030AB6DC}"/>
              </a:ext>
            </a:extLst>
          </p:cNvPr>
          <p:cNvGrpSpPr/>
          <p:nvPr/>
        </p:nvGrpSpPr>
        <p:grpSpPr>
          <a:xfrm>
            <a:off x="1904460" y="2907472"/>
            <a:ext cx="2387653" cy="1206358"/>
            <a:chOff x="515367" y="3978557"/>
            <a:chExt cx="2387653" cy="1206358"/>
          </a:xfrm>
        </p:grpSpPr>
        <p:grpSp>
          <p:nvGrpSpPr>
            <p:cNvPr id="474" name="Google Shape;474;p22">
              <a:extLst>
                <a:ext uri="{FF2B5EF4-FFF2-40B4-BE49-F238E27FC236}">
                  <a16:creationId xmlns:a16="http://schemas.microsoft.com/office/drawing/2014/main" id="{92ECEBED-2812-C345-B7D4-A596F70342FA}"/>
                </a:ext>
              </a:extLst>
            </p:cNvPr>
            <p:cNvGrpSpPr/>
            <p:nvPr/>
          </p:nvGrpSpPr>
          <p:grpSpPr>
            <a:xfrm>
              <a:off x="515367" y="4181957"/>
              <a:ext cx="2387653" cy="1002958"/>
              <a:chOff x="1487667" y="1204152"/>
              <a:chExt cx="2387653" cy="1002958"/>
            </a:xfrm>
          </p:grpSpPr>
          <p:sp>
            <p:nvSpPr>
              <p:cNvPr id="475" name="Google Shape;475;p22">
                <a:extLst>
                  <a:ext uri="{FF2B5EF4-FFF2-40B4-BE49-F238E27FC236}">
                    <a16:creationId xmlns:a16="http://schemas.microsoft.com/office/drawing/2014/main" id="{2B3E5F80-D962-5E6F-3247-EF4B3A176FF1}"/>
                  </a:ext>
                </a:extLst>
              </p:cNvPr>
              <p:cNvSpPr txBox="1"/>
              <p:nvPr/>
            </p:nvSpPr>
            <p:spPr>
              <a:xfrm>
                <a:off x="1814320" y="1204152"/>
                <a:ext cx="2061000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MODEL 1</a:t>
                </a:r>
                <a:endParaRPr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476" name="Google Shape;476;p22">
                <a:extLst>
                  <a:ext uri="{FF2B5EF4-FFF2-40B4-BE49-F238E27FC236}">
                    <a16:creationId xmlns:a16="http://schemas.microsoft.com/office/drawing/2014/main" id="{D31699F5-ECAB-0B0E-1CFA-2F8B05A87FDB}"/>
                  </a:ext>
                </a:extLst>
              </p:cNvPr>
              <p:cNvSpPr txBox="1"/>
              <p:nvPr/>
            </p:nvSpPr>
            <p:spPr>
              <a:xfrm>
                <a:off x="1487667" y="1808410"/>
                <a:ext cx="2061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n-US" dirty="0"/>
                  <a:t>Maximizes the accuracy score</a:t>
                </a:r>
                <a:endParaRPr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477" name="Google Shape;477;p22">
              <a:extLst>
                <a:ext uri="{FF2B5EF4-FFF2-40B4-BE49-F238E27FC236}">
                  <a16:creationId xmlns:a16="http://schemas.microsoft.com/office/drawing/2014/main" id="{20D28E47-439B-40DF-C518-34BF5703649A}"/>
                </a:ext>
              </a:extLst>
            </p:cNvPr>
            <p:cNvSpPr/>
            <p:nvPr/>
          </p:nvSpPr>
          <p:spPr>
            <a:xfrm>
              <a:off x="657023" y="3978557"/>
              <a:ext cx="680700" cy="6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6" name="Google Shape;1444;p41">
            <a:extLst>
              <a:ext uri="{FF2B5EF4-FFF2-40B4-BE49-F238E27FC236}">
                <a16:creationId xmlns:a16="http://schemas.microsoft.com/office/drawing/2014/main" id="{3F0F2807-2D19-9084-25F8-97ACC5A9C9D0}"/>
              </a:ext>
            </a:extLst>
          </p:cNvPr>
          <p:cNvGrpSpPr/>
          <p:nvPr/>
        </p:nvGrpSpPr>
        <p:grpSpPr>
          <a:xfrm>
            <a:off x="457198" y="1220447"/>
            <a:ext cx="8229601" cy="636536"/>
            <a:chOff x="2955001" y="4154075"/>
            <a:chExt cx="5010397" cy="575700"/>
          </a:xfrm>
        </p:grpSpPr>
        <p:sp>
          <p:nvSpPr>
            <p:cNvPr id="7" name="Google Shape;1445;p41">
              <a:extLst>
                <a:ext uri="{FF2B5EF4-FFF2-40B4-BE49-F238E27FC236}">
                  <a16:creationId xmlns:a16="http://schemas.microsoft.com/office/drawing/2014/main" id="{E66F8DA4-89DD-0339-5FA8-F2F26CACF41F}"/>
                </a:ext>
              </a:extLst>
            </p:cNvPr>
            <p:cNvSpPr txBox="1"/>
            <p:nvPr/>
          </p:nvSpPr>
          <p:spPr>
            <a:xfrm>
              <a:off x="2955001" y="4154075"/>
              <a:ext cx="70155" cy="575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" name="Google Shape;1446;p41">
              <a:extLst>
                <a:ext uri="{FF2B5EF4-FFF2-40B4-BE49-F238E27FC236}">
                  <a16:creationId xmlns:a16="http://schemas.microsoft.com/office/drawing/2014/main" id="{6059D44F-DBEA-14C5-5677-7A750C8AE3F6}"/>
                </a:ext>
              </a:extLst>
            </p:cNvPr>
            <p:cNvSpPr txBox="1"/>
            <p:nvPr/>
          </p:nvSpPr>
          <p:spPr>
            <a:xfrm>
              <a:off x="3025156" y="4154077"/>
              <a:ext cx="4940242" cy="573600"/>
            </a:xfrm>
            <a:prstGeom prst="rect">
              <a:avLst/>
            </a:prstGeom>
            <a:solidFill>
              <a:srgbClr val="2F809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sz="1600" dirty="0"/>
                <a:t>In this project </a:t>
              </a:r>
              <a:r>
                <a:rPr lang="en-US" sz="1600" b="1" dirty="0"/>
                <a:t>two reliable predictive models with subtle differences </a:t>
              </a:r>
              <a:r>
                <a:rPr lang="en-US" sz="1600" dirty="0"/>
                <a:t>were developed</a:t>
              </a:r>
              <a:endParaRPr lang="en-GB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16028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4D7B048B-453C-DFB4-BD8B-CB22A8BBF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73574BDB-9BBC-D521-806C-E844301466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RESULTS: Final Models</a:t>
            </a:r>
            <a:endParaRPr dirty="0"/>
          </a:p>
        </p:txBody>
      </p:sp>
      <p:sp>
        <p:nvSpPr>
          <p:cNvPr id="467" name="Google Shape;467;p22">
            <a:extLst>
              <a:ext uri="{FF2B5EF4-FFF2-40B4-BE49-F238E27FC236}">
                <a16:creationId xmlns:a16="http://schemas.microsoft.com/office/drawing/2014/main" id="{EAEBDE57-BF82-5086-5210-8CFC9FFEC352}"/>
              </a:ext>
            </a:extLst>
          </p:cNvPr>
          <p:cNvSpPr/>
          <p:nvPr/>
        </p:nvSpPr>
        <p:spPr>
          <a:xfrm>
            <a:off x="489140" y="2485490"/>
            <a:ext cx="2061000" cy="2061000"/>
          </a:xfrm>
          <a:prstGeom prst="ellipse">
            <a:avLst/>
          </a:prstGeom>
          <a:solidFill>
            <a:srgbClr val="8DA4BA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22">
            <a:extLst>
              <a:ext uri="{FF2B5EF4-FFF2-40B4-BE49-F238E27FC236}">
                <a16:creationId xmlns:a16="http://schemas.microsoft.com/office/drawing/2014/main" id="{B13A7710-2625-8528-1CFB-51CD5A878382}"/>
              </a:ext>
            </a:extLst>
          </p:cNvPr>
          <p:cNvSpPr/>
          <p:nvPr/>
        </p:nvSpPr>
        <p:spPr>
          <a:xfrm>
            <a:off x="4356186" y="2485490"/>
            <a:ext cx="2061000" cy="2061000"/>
          </a:xfrm>
          <a:prstGeom prst="ellipse">
            <a:avLst/>
          </a:prstGeom>
          <a:solidFill>
            <a:srgbClr val="419AB0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2">
            <a:extLst>
              <a:ext uri="{FF2B5EF4-FFF2-40B4-BE49-F238E27FC236}">
                <a16:creationId xmlns:a16="http://schemas.microsoft.com/office/drawing/2014/main" id="{B721658A-B78A-8492-8969-AA1A426C18E2}"/>
              </a:ext>
            </a:extLst>
          </p:cNvPr>
          <p:cNvSpPr/>
          <p:nvPr/>
        </p:nvSpPr>
        <p:spPr>
          <a:xfrm>
            <a:off x="1134781" y="2706331"/>
            <a:ext cx="769679" cy="1619256"/>
          </a:xfrm>
          <a:custGeom>
            <a:avLst/>
            <a:gdLst/>
            <a:ahLst/>
            <a:cxnLst/>
            <a:rect l="l" t="t" r="r" b="b"/>
            <a:pathLst>
              <a:path w="39400" h="82890" extrusionOk="0">
                <a:moveTo>
                  <a:pt x="8484" y="43912"/>
                </a:moveTo>
                <a:lnTo>
                  <a:pt x="8705" y="43922"/>
                </a:lnTo>
                <a:lnTo>
                  <a:pt x="8926" y="43942"/>
                </a:lnTo>
                <a:lnTo>
                  <a:pt x="9147" y="43963"/>
                </a:lnTo>
                <a:lnTo>
                  <a:pt x="9368" y="44003"/>
                </a:lnTo>
                <a:lnTo>
                  <a:pt x="9579" y="44033"/>
                </a:lnTo>
                <a:lnTo>
                  <a:pt x="9780" y="44083"/>
                </a:lnTo>
                <a:lnTo>
                  <a:pt x="9981" y="44133"/>
                </a:lnTo>
                <a:lnTo>
                  <a:pt x="10182" y="44184"/>
                </a:lnTo>
                <a:lnTo>
                  <a:pt x="10373" y="44244"/>
                </a:lnTo>
                <a:lnTo>
                  <a:pt x="10554" y="44314"/>
                </a:lnTo>
                <a:lnTo>
                  <a:pt x="10735" y="44385"/>
                </a:lnTo>
                <a:lnTo>
                  <a:pt x="10916" y="44465"/>
                </a:lnTo>
                <a:lnTo>
                  <a:pt x="11087" y="44545"/>
                </a:lnTo>
                <a:lnTo>
                  <a:pt x="11248" y="44636"/>
                </a:lnTo>
                <a:lnTo>
                  <a:pt x="11398" y="44726"/>
                </a:lnTo>
                <a:lnTo>
                  <a:pt x="11549" y="44817"/>
                </a:lnTo>
                <a:lnTo>
                  <a:pt x="11690" y="44917"/>
                </a:lnTo>
                <a:lnTo>
                  <a:pt x="11820" y="45028"/>
                </a:lnTo>
                <a:lnTo>
                  <a:pt x="11941" y="45128"/>
                </a:lnTo>
                <a:lnTo>
                  <a:pt x="12062" y="45249"/>
                </a:lnTo>
                <a:lnTo>
                  <a:pt x="12162" y="45360"/>
                </a:lnTo>
                <a:lnTo>
                  <a:pt x="12263" y="45480"/>
                </a:lnTo>
                <a:lnTo>
                  <a:pt x="12353" y="45601"/>
                </a:lnTo>
                <a:lnTo>
                  <a:pt x="12434" y="45731"/>
                </a:lnTo>
                <a:lnTo>
                  <a:pt x="12504" y="45862"/>
                </a:lnTo>
                <a:lnTo>
                  <a:pt x="12564" y="45993"/>
                </a:lnTo>
                <a:lnTo>
                  <a:pt x="12615" y="46123"/>
                </a:lnTo>
                <a:lnTo>
                  <a:pt x="12655" y="46264"/>
                </a:lnTo>
                <a:lnTo>
                  <a:pt x="12675" y="46395"/>
                </a:lnTo>
                <a:lnTo>
                  <a:pt x="12695" y="46536"/>
                </a:lnTo>
                <a:lnTo>
                  <a:pt x="12705" y="46686"/>
                </a:lnTo>
                <a:lnTo>
                  <a:pt x="12695" y="46827"/>
                </a:lnTo>
                <a:lnTo>
                  <a:pt x="12675" y="46968"/>
                </a:lnTo>
                <a:lnTo>
                  <a:pt x="12655" y="47108"/>
                </a:lnTo>
                <a:lnTo>
                  <a:pt x="12615" y="47239"/>
                </a:lnTo>
                <a:lnTo>
                  <a:pt x="12564" y="47380"/>
                </a:lnTo>
                <a:lnTo>
                  <a:pt x="12504" y="47510"/>
                </a:lnTo>
                <a:lnTo>
                  <a:pt x="12434" y="47631"/>
                </a:lnTo>
                <a:lnTo>
                  <a:pt x="12353" y="47762"/>
                </a:lnTo>
                <a:lnTo>
                  <a:pt x="12263" y="47882"/>
                </a:lnTo>
                <a:lnTo>
                  <a:pt x="12162" y="48003"/>
                </a:lnTo>
                <a:lnTo>
                  <a:pt x="12062" y="48124"/>
                </a:lnTo>
                <a:lnTo>
                  <a:pt x="11941" y="48234"/>
                </a:lnTo>
                <a:lnTo>
                  <a:pt x="11820" y="48345"/>
                </a:lnTo>
                <a:lnTo>
                  <a:pt x="11690" y="48445"/>
                </a:lnTo>
                <a:lnTo>
                  <a:pt x="11549" y="48546"/>
                </a:lnTo>
                <a:lnTo>
                  <a:pt x="11398" y="48646"/>
                </a:lnTo>
                <a:lnTo>
                  <a:pt x="11248" y="48737"/>
                </a:lnTo>
                <a:lnTo>
                  <a:pt x="11087" y="48817"/>
                </a:lnTo>
                <a:lnTo>
                  <a:pt x="10916" y="48908"/>
                </a:lnTo>
                <a:lnTo>
                  <a:pt x="10735" y="48978"/>
                </a:lnTo>
                <a:lnTo>
                  <a:pt x="10554" y="49058"/>
                </a:lnTo>
                <a:lnTo>
                  <a:pt x="10373" y="49119"/>
                </a:lnTo>
                <a:lnTo>
                  <a:pt x="10182" y="49179"/>
                </a:lnTo>
                <a:lnTo>
                  <a:pt x="9981" y="49239"/>
                </a:lnTo>
                <a:lnTo>
                  <a:pt x="9780" y="49289"/>
                </a:lnTo>
                <a:lnTo>
                  <a:pt x="9579" y="49330"/>
                </a:lnTo>
                <a:lnTo>
                  <a:pt x="9368" y="49370"/>
                </a:lnTo>
                <a:lnTo>
                  <a:pt x="9147" y="49400"/>
                </a:lnTo>
                <a:lnTo>
                  <a:pt x="8926" y="49420"/>
                </a:lnTo>
                <a:lnTo>
                  <a:pt x="8705" y="49440"/>
                </a:lnTo>
                <a:lnTo>
                  <a:pt x="8484" y="49450"/>
                </a:lnTo>
                <a:lnTo>
                  <a:pt x="8021" y="49450"/>
                </a:lnTo>
                <a:lnTo>
                  <a:pt x="7800" y="49440"/>
                </a:lnTo>
                <a:lnTo>
                  <a:pt x="7569" y="49420"/>
                </a:lnTo>
                <a:lnTo>
                  <a:pt x="7358" y="49400"/>
                </a:lnTo>
                <a:lnTo>
                  <a:pt x="7137" y="49370"/>
                </a:lnTo>
                <a:lnTo>
                  <a:pt x="6926" y="49330"/>
                </a:lnTo>
                <a:lnTo>
                  <a:pt x="6725" y="49289"/>
                </a:lnTo>
                <a:lnTo>
                  <a:pt x="6524" y="49239"/>
                </a:lnTo>
                <a:lnTo>
                  <a:pt x="6323" y="49179"/>
                </a:lnTo>
                <a:lnTo>
                  <a:pt x="6132" y="49119"/>
                </a:lnTo>
                <a:lnTo>
                  <a:pt x="5941" y="49058"/>
                </a:lnTo>
                <a:lnTo>
                  <a:pt x="5760" y="48978"/>
                </a:lnTo>
                <a:lnTo>
                  <a:pt x="5589" y="48908"/>
                </a:lnTo>
                <a:lnTo>
                  <a:pt x="5418" y="48817"/>
                </a:lnTo>
                <a:lnTo>
                  <a:pt x="5257" y="48737"/>
                </a:lnTo>
                <a:lnTo>
                  <a:pt x="5107" y="48646"/>
                </a:lnTo>
                <a:lnTo>
                  <a:pt x="4956" y="48546"/>
                </a:lnTo>
                <a:lnTo>
                  <a:pt x="4815" y="48445"/>
                </a:lnTo>
                <a:lnTo>
                  <a:pt x="4684" y="48345"/>
                </a:lnTo>
                <a:lnTo>
                  <a:pt x="4564" y="48234"/>
                </a:lnTo>
                <a:lnTo>
                  <a:pt x="4443" y="48124"/>
                </a:lnTo>
                <a:lnTo>
                  <a:pt x="4343" y="48003"/>
                </a:lnTo>
                <a:lnTo>
                  <a:pt x="4242" y="47882"/>
                </a:lnTo>
                <a:lnTo>
                  <a:pt x="4152" y="47762"/>
                </a:lnTo>
                <a:lnTo>
                  <a:pt x="4071" y="47631"/>
                </a:lnTo>
                <a:lnTo>
                  <a:pt x="4001" y="47510"/>
                </a:lnTo>
                <a:lnTo>
                  <a:pt x="3941" y="47380"/>
                </a:lnTo>
                <a:lnTo>
                  <a:pt x="3890" y="47239"/>
                </a:lnTo>
                <a:lnTo>
                  <a:pt x="3850" y="47108"/>
                </a:lnTo>
                <a:lnTo>
                  <a:pt x="3820" y="46968"/>
                </a:lnTo>
                <a:lnTo>
                  <a:pt x="3810" y="46827"/>
                </a:lnTo>
                <a:lnTo>
                  <a:pt x="3800" y="46686"/>
                </a:lnTo>
                <a:lnTo>
                  <a:pt x="3810" y="46536"/>
                </a:lnTo>
                <a:lnTo>
                  <a:pt x="3820" y="46395"/>
                </a:lnTo>
                <a:lnTo>
                  <a:pt x="3850" y="46264"/>
                </a:lnTo>
                <a:lnTo>
                  <a:pt x="3890" y="46123"/>
                </a:lnTo>
                <a:lnTo>
                  <a:pt x="3941" y="45993"/>
                </a:lnTo>
                <a:lnTo>
                  <a:pt x="4001" y="45862"/>
                </a:lnTo>
                <a:lnTo>
                  <a:pt x="4071" y="45731"/>
                </a:lnTo>
                <a:lnTo>
                  <a:pt x="4152" y="45601"/>
                </a:lnTo>
                <a:lnTo>
                  <a:pt x="4242" y="45480"/>
                </a:lnTo>
                <a:lnTo>
                  <a:pt x="4343" y="45360"/>
                </a:lnTo>
                <a:lnTo>
                  <a:pt x="4443" y="45249"/>
                </a:lnTo>
                <a:lnTo>
                  <a:pt x="4564" y="45128"/>
                </a:lnTo>
                <a:lnTo>
                  <a:pt x="4684" y="45028"/>
                </a:lnTo>
                <a:lnTo>
                  <a:pt x="4815" y="44917"/>
                </a:lnTo>
                <a:lnTo>
                  <a:pt x="4956" y="44817"/>
                </a:lnTo>
                <a:lnTo>
                  <a:pt x="5107" y="44726"/>
                </a:lnTo>
                <a:lnTo>
                  <a:pt x="5257" y="44636"/>
                </a:lnTo>
                <a:lnTo>
                  <a:pt x="5418" y="44545"/>
                </a:lnTo>
                <a:lnTo>
                  <a:pt x="5589" y="44465"/>
                </a:lnTo>
                <a:lnTo>
                  <a:pt x="5760" y="44385"/>
                </a:lnTo>
                <a:lnTo>
                  <a:pt x="5941" y="44314"/>
                </a:lnTo>
                <a:lnTo>
                  <a:pt x="6132" y="44244"/>
                </a:lnTo>
                <a:lnTo>
                  <a:pt x="6323" y="44184"/>
                </a:lnTo>
                <a:lnTo>
                  <a:pt x="6524" y="44133"/>
                </a:lnTo>
                <a:lnTo>
                  <a:pt x="6725" y="44083"/>
                </a:lnTo>
                <a:lnTo>
                  <a:pt x="6926" y="44033"/>
                </a:lnTo>
                <a:lnTo>
                  <a:pt x="7137" y="44003"/>
                </a:lnTo>
                <a:lnTo>
                  <a:pt x="7358" y="43963"/>
                </a:lnTo>
                <a:lnTo>
                  <a:pt x="7569" y="43942"/>
                </a:lnTo>
                <a:lnTo>
                  <a:pt x="7800" y="43922"/>
                </a:lnTo>
                <a:lnTo>
                  <a:pt x="8021" y="43912"/>
                </a:lnTo>
                <a:close/>
                <a:moveTo>
                  <a:pt x="13137" y="0"/>
                </a:moveTo>
                <a:lnTo>
                  <a:pt x="13368" y="1066"/>
                </a:lnTo>
                <a:lnTo>
                  <a:pt x="13610" y="2231"/>
                </a:lnTo>
                <a:lnTo>
                  <a:pt x="13891" y="3649"/>
                </a:lnTo>
                <a:lnTo>
                  <a:pt x="14032" y="4412"/>
                </a:lnTo>
                <a:lnTo>
                  <a:pt x="14172" y="5196"/>
                </a:lnTo>
                <a:lnTo>
                  <a:pt x="14303" y="5990"/>
                </a:lnTo>
                <a:lnTo>
                  <a:pt x="14434" y="6764"/>
                </a:lnTo>
                <a:lnTo>
                  <a:pt x="14544" y="7518"/>
                </a:lnTo>
                <a:lnTo>
                  <a:pt x="14635" y="8232"/>
                </a:lnTo>
                <a:lnTo>
                  <a:pt x="14705" y="8895"/>
                </a:lnTo>
                <a:lnTo>
                  <a:pt x="14745" y="9478"/>
                </a:lnTo>
                <a:lnTo>
                  <a:pt x="14765" y="10031"/>
                </a:lnTo>
                <a:lnTo>
                  <a:pt x="14775" y="10584"/>
                </a:lnTo>
                <a:lnTo>
                  <a:pt x="14765" y="11136"/>
                </a:lnTo>
                <a:lnTo>
                  <a:pt x="14755" y="11679"/>
                </a:lnTo>
                <a:lnTo>
                  <a:pt x="14735" y="12222"/>
                </a:lnTo>
                <a:lnTo>
                  <a:pt x="14705" y="12745"/>
                </a:lnTo>
                <a:lnTo>
                  <a:pt x="14675" y="13257"/>
                </a:lnTo>
                <a:lnTo>
                  <a:pt x="14635" y="13750"/>
                </a:lnTo>
                <a:lnTo>
                  <a:pt x="14544" y="14654"/>
                </a:lnTo>
                <a:lnTo>
                  <a:pt x="14454" y="15428"/>
                </a:lnTo>
                <a:lnTo>
                  <a:pt x="14373" y="16051"/>
                </a:lnTo>
                <a:lnTo>
                  <a:pt x="14303" y="16484"/>
                </a:lnTo>
                <a:lnTo>
                  <a:pt x="14273" y="16644"/>
                </a:lnTo>
                <a:lnTo>
                  <a:pt x="14223" y="16805"/>
                </a:lnTo>
                <a:lnTo>
                  <a:pt x="14172" y="16956"/>
                </a:lnTo>
                <a:lnTo>
                  <a:pt x="14112" y="17107"/>
                </a:lnTo>
                <a:lnTo>
                  <a:pt x="14042" y="17247"/>
                </a:lnTo>
                <a:lnTo>
                  <a:pt x="13961" y="17378"/>
                </a:lnTo>
                <a:lnTo>
                  <a:pt x="13811" y="17609"/>
                </a:lnTo>
                <a:lnTo>
                  <a:pt x="13670" y="17810"/>
                </a:lnTo>
                <a:lnTo>
                  <a:pt x="13549" y="17961"/>
                </a:lnTo>
                <a:lnTo>
                  <a:pt x="13429" y="18092"/>
                </a:lnTo>
                <a:lnTo>
                  <a:pt x="13338" y="17770"/>
                </a:lnTo>
                <a:lnTo>
                  <a:pt x="13228" y="17398"/>
                </a:lnTo>
                <a:lnTo>
                  <a:pt x="13067" y="16916"/>
                </a:lnTo>
                <a:lnTo>
                  <a:pt x="12876" y="16353"/>
                </a:lnTo>
                <a:lnTo>
                  <a:pt x="12635" y="15710"/>
                </a:lnTo>
                <a:lnTo>
                  <a:pt x="12363" y="15026"/>
                </a:lnTo>
                <a:lnTo>
                  <a:pt x="12223" y="14674"/>
                </a:lnTo>
                <a:lnTo>
                  <a:pt x="12062" y="14313"/>
                </a:lnTo>
                <a:lnTo>
                  <a:pt x="11901" y="13951"/>
                </a:lnTo>
                <a:lnTo>
                  <a:pt x="11730" y="13599"/>
                </a:lnTo>
                <a:lnTo>
                  <a:pt x="11549" y="13247"/>
                </a:lnTo>
                <a:lnTo>
                  <a:pt x="11358" y="12895"/>
                </a:lnTo>
                <a:lnTo>
                  <a:pt x="11167" y="12554"/>
                </a:lnTo>
                <a:lnTo>
                  <a:pt x="10966" y="12232"/>
                </a:lnTo>
                <a:lnTo>
                  <a:pt x="10755" y="11920"/>
                </a:lnTo>
                <a:lnTo>
                  <a:pt x="10534" y="11629"/>
                </a:lnTo>
                <a:lnTo>
                  <a:pt x="10313" y="11348"/>
                </a:lnTo>
                <a:lnTo>
                  <a:pt x="10092" y="11096"/>
                </a:lnTo>
                <a:lnTo>
                  <a:pt x="9861" y="10875"/>
                </a:lnTo>
                <a:lnTo>
                  <a:pt x="9740" y="10775"/>
                </a:lnTo>
                <a:lnTo>
                  <a:pt x="9619" y="10674"/>
                </a:lnTo>
                <a:lnTo>
                  <a:pt x="9499" y="10584"/>
                </a:lnTo>
                <a:lnTo>
                  <a:pt x="9378" y="10503"/>
                </a:lnTo>
                <a:lnTo>
                  <a:pt x="9247" y="10433"/>
                </a:lnTo>
                <a:lnTo>
                  <a:pt x="9127" y="10373"/>
                </a:lnTo>
                <a:lnTo>
                  <a:pt x="8996" y="10312"/>
                </a:lnTo>
                <a:lnTo>
                  <a:pt x="8876" y="10272"/>
                </a:lnTo>
                <a:lnTo>
                  <a:pt x="8745" y="10232"/>
                </a:lnTo>
                <a:lnTo>
                  <a:pt x="8614" y="10212"/>
                </a:lnTo>
                <a:lnTo>
                  <a:pt x="8092" y="10131"/>
                </a:lnTo>
                <a:lnTo>
                  <a:pt x="7539" y="10061"/>
                </a:lnTo>
                <a:lnTo>
                  <a:pt x="6986" y="10001"/>
                </a:lnTo>
                <a:lnTo>
                  <a:pt x="6433" y="9950"/>
                </a:lnTo>
                <a:lnTo>
                  <a:pt x="5891" y="9910"/>
                </a:lnTo>
                <a:lnTo>
                  <a:pt x="5348" y="9870"/>
                </a:lnTo>
                <a:lnTo>
                  <a:pt x="4343" y="9810"/>
                </a:lnTo>
                <a:lnTo>
                  <a:pt x="3458" y="9770"/>
                </a:lnTo>
                <a:lnTo>
                  <a:pt x="2765" y="9749"/>
                </a:lnTo>
                <a:lnTo>
                  <a:pt x="2142" y="9739"/>
                </a:lnTo>
                <a:lnTo>
                  <a:pt x="2423" y="9790"/>
                </a:lnTo>
                <a:lnTo>
                  <a:pt x="2765" y="9850"/>
                </a:lnTo>
                <a:lnTo>
                  <a:pt x="3197" y="9950"/>
                </a:lnTo>
                <a:lnTo>
                  <a:pt x="3730" y="10091"/>
                </a:lnTo>
                <a:lnTo>
                  <a:pt x="4021" y="10172"/>
                </a:lnTo>
                <a:lnTo>
                  <a:pt x="4333" y="10272"/>
                </a:lnTo>
                <a:lnTo>
                  <a:pt x="4654" y="10383"/>
                </a:lnTo>
                <a:lnTo>
                  <a:pt x="4996" y="10503"/>
                </a:lnTo>
                <a:lnTo>
                  <a:pt x="5338" y="10634"/>
                </a:lnTo>
                <a:lnTo>
                  <a:pt x="5700" y="10775"/>
                </a:lnTo>
                <a:lnTo>
                  <a:pt x="6061" y="10935"/>
                </a:lnTo>
                <a:lnTo>
                  <a:pt x="6423" y="11116"/>
                </a:lnTo>
                <a:lnTo>
                  <a:pt x="6795" y="11307"/>
                </a:lnTo>
                <a:lnTo>
                  <a:pt x="7157" y="11508"/>
                </a:lnTo>
                <a:lnTo>
                  <a:pt x="7529" y="11740"/>
                </a:lnTo>
                <a:lnTo>
                  <a:pt x="7891" y="11981"/>
                </a:lnTo>
                <a:lnTo>
                  <a:pt x="8252" y="12232"/>
                </a:lnTo>
                <a:lnTo>
                  <a:pt x="8604" y="12513"/>
                </a:lnTo>
                <a:lnTo>
                  <a:pt x="8946" y="12805"/>
                </a:lnTo>
                <a:lnTo>
                  <a:pt x="9268" y="13117"/>
                </a:lnTo>
                <a:lnTo>
                  <a:pt x="9428" y="13277"/>
                </a:lnTo>
                <a:lnTo>
                  <a:pt x="9589" y="13448"/>
                </a:lnTo>
                <a:lnTo>
                  <a:pt x="9740" y="13619"/>
                </a:lnTo>
                <a:lnTo>
                  <a:pt x="9891" y="13800"/>
                </a:lnTo>
                <a:lnTo>
                  <a:pt x="10031" y="13991"/>
                </a:lnTo>
                <a:lnTo>
                  <a:pt x="10172" y="14172"/>
                </a:lnTo>
                <a:lnTo>
                  <a:pt x="10303" y="14373"/>
                </a:lnTo>
                <a:lnTo>
                  <a:pt x="10433" y="14574"/>
                </a:lnTo>
                <a:lnTo>
                  <a:pt x="10554" y="14775"/>
                </a:lnTo>
                <a:lnTo>
                  <a:pt x="10675" y="14986"/>
                </a:lnTo>
                <a:lnTo>
                  <a:pt x="10785" y="15207"/>
                </a:lnTo>
                <a:lnTo>
                  <a:pt x="10896" y="15428"/>
                </a:lnTo>
                <a:lnTo>
                  <a:pt x="11318" y="16393"/>
                </a:lnTo>
                <a:lnTo>
                  <a:pt x="11760" y="17448"/>
                </a:lnTo>
                <a:lnTo>
                  <a:pt x="12233" y="18584"/>
                </a:lnTo>
                <a:lnTo>
                  <a:pt x="12705" y="19780"/>
                </a:lnTo>
                <a:lnTo>
                  <a:pt x="13177" y="21016"/>
                </a:lnTo>
                <a:lnTo>
                  <a:pt x="13650" y="22253"/>
                </a:lnTo>
                <a:lnTo>
                  <a:pt x="14554" y="24675"/>
                </a:lnTo>
                <a:lnTo>
                  <a:pt x="15358" y="26866"/>
                </a:lnTo>
                <a:lnTo>
                  <a:pt x="16002" y="28655"/>
                </a:lnTo>
                <a:lnTo>
                  <a:pt x="16585" y="30303"/>
                </a:lnTo>
                <a:lnTo>
                  <a:pt x="16755" y="31128"/>
                </a:lnTo>
                <a:lnTo>
                  <a:pt x="16956" y="31992"/>
                </a:lnTo>
                <a:lnTo>
                  <a:pt x="17198" y="33027"/>
                </a:lnTo>
                <a:lnTo>
                  <a:pt x="17459" y="34103"/>
                </a:lnTo>
                <a:lnTo>
                  <a:pt x="17600" y="34635"/>
                </a:lnTo>
                <a:lnTo>
                  <a:pt x="17740" y="35138"/>
                </a:lnTo>
                <a:lnTo>
                  <a:pt x="17871" y="35600"/>
                </a:lnTo>
                <a:lnTo>
                  <a:pt x="18002" y="36012"/>
                </a:lnTo>
                <a:lnTo>
                  <a:pt x="18132" y="36354"/>
                </a:lnTo>
                <a:lnTo>
                  <a:pt x="18193" y="36495"/>
                </a:lnTo>
                <a:lnTo>
                  <a:pt x="18243" y="36615"/>
                </a:lnTo>
                <a:lnTo>
                  <a:pt x="18374" y="36907"/>
                </a:lnTo>
                <a:lnTo>
                  <a:pt x="18544" y="37319"/>
                </a:lnTo>
                <a:lnTo>
                  <a:pt x="18745" y="37842"/>
                </a:lnTo>
                <a:lnTo>
                  <a:pt x="18967" y="38455"/>
                </a:lnTo>
                <a:lnTo>
                  <a:pt x="19469" y="39852"/>
                </a:lnTo>
                <a:lnTo>
                  <a:pt x="19992" y="41359"/>
                </a:lnTo>
                <a:lnTo>
                  <a:pt x="20916" y="44043"/>
                </a:lnTo>
                <a:lnTo>
                  <a:pt x="21308" y="45219"/>
                </a:lnTo>
                <a:lnTo>
                  <a:pt x="21278" y="45289"/>
                </a:lnTo>
                <a:lnTo>
                  <a:pt x="21178" y="45440"/>
                </a:lnTo>
                <a:lnTo>
                  <a:pt x="21097" y="45541"/>
                </a:lnTo>
                <a:lnTo>
                  <a:pt x="21007" y="45651"/>
                </a:lnTo>
                <a:lnTo>
                  <a:pt x="20906" y="45772"/>
                </a:lnTo>
                <a:lnTo>
                  <a:pt x="20776" y="45882"/>
                </a:lnTo>
                <a:lnTo>
                  <a:pt x="20645" y="45983"/>
                </a:lnTo>
                <a:lnTo>
                  <a:pt x="20494" y="46083"/>
                </a:lnTo>
                <a:lnTo>
                  <a:pt x="20404" y="46123"/>
                </a:lnTo>
                <a:lnTo>
                  <a:pt x="20323" y="46154"/>
                </a:lnTo>
                <a:lnTo>
                  <a:pt x="20233" y="46184"/>
                </a:lnTo>
                <a:lnTo>
                  <a:pt x="20143" y="46204"/>
                </a:lnTo>
                <a:lnTo>
                  <a:pt x="20042" y="46224"/>
                </a:lnTo>
                <a:lnTo>
                  <a:pt x="19942" y="46234"/>
                </a:lnTo>
                <a:lnTo>
                  <a:pt x="19730" y="46234"/>
                </a:lnTo>
                <a:lnTo>
                  <a:pt x="19620" y="46214"/>
                </a:lnTo>
                <a:lnTo>
                  <a:pt x="19509" y="46184"/>
                </a:lnTo>
                <a:lnTo>
                  <a:pt x="19389" y="46144"/>
                </a:lnTo>
                <a:lnTo>
                  <a:pt x="19268" y="46103"/>
                </a:lnTo>
                <a:lnTo>
                  <a:pt x="18796" y="45882"/>
                </a:lnTo>
                <a:lnTo>
                  <a:pt x="18374" y="45671"/>
                </a:lnTo>
                <a:lnTo>
                  <a:pt x="18002" y="45470"/>
                </a:lnTo>
                <a:lnTo>
                  <a:pt x="17680" y="45299"/>
                </a:lnTo>
                <a:lnTo>
                  <a:pt x="17238" y="45028"/>
                </a:lnTo>
                <a:lnTo>
                  <a:pt x="17077" y="44927"/>
                </a:lnTo>
                <a:lnTo>
                  <a:pt x="16936" y="44726"/>
                </a:lnTo>
                <a:lnTo>
                  <a:pt x="16765" y="44495"/>
                </a:lnTo>
                <a:lnTo>
                  <a:pt x="16534" y="44194"/>
                </a:lnTo>
                <a:lnTo>
                  <a:pt x="16223" y="43832"/>
                </a:lnTo>
                <a:lnTo>
                  <a:pt x="16042" y="43641"/>
                </a:lnTo>
                <a:lnTo>
                  <a:pt x="15851" y="43440"/>
                </a:lnTo>
                <a:lnTo>
                  <a:pt x="15630" y="43229"/>
                </a:lnTo>
                <a:lnTo>
                  <a:pt x="15399" y="43018"/>
                </a:lnTo>
                <a:lnTo>
                  <a:pt x="15157" y="42807"/>
                </a:lnTo>
                <a:lnTo>
                  <a:pt x="14886" y="42596"/>
                </a:lnTo>
                <a:lnTo>
                  <a:pt x="14605" y="42385"/>
                </a:lnTo>
                <a:lnTo>
                  <a:pt x="14313" y="42184"/>
                </a:lnTo>
                <a:lnTo>
                  <a:pt x="13991" y="41983"/>
                </a:lnTo>
                <a:lnTo>
                  <a:pt x="13660" y="41782"/>
                </a:lnTo>
                <a:lnTo>
                  <a:pt x="13308" y="41601"/>
                </a:lnTo>
                <a:lnTo>
                  <a:pt x="12936" y="41420"/>
                </a:lnTo>
                <a:lnTo>
                  <a:pt x="12554" y="41259"/>
                </a:lnTo>
                <a:lnTo>
                  <a:pt x="12152" y="41118"/>
                </a:lnTo>
                <a:lnTo>
                  <a:pt x="11740" y="40987"/>
                </a:lnTo>
                <a:lnTo>
                  <a:pt x="11298" y="40877"/>
                </a:lnTo>
                <a:lnTo>
                  <a:pt x="11077" y="40827"/>
                </a:lnTo>
                <a:lnTo>
                  <a:pt x="10846" y="40786"/>
                </a:lnTo>
                <a:lnTo>
                  <a:pt x="10614" y="40746"/>
                </a:lnTo>
                <a:lnTo>
                  <a:pt x="10373" y="40716"/>
                </a:lnTo>
                <a:lnTo>
                  <a:pt x="10132" y="40686"/>
                </a:lnTo>
                <a:lnTo>
                  <a:pt x="9891" y="40676"/>
                </a:lnTo>
                <a:lnTo>
                  <a:pt x="9639" y="40656"/>
                </a:lnTo>
                <a:lnTo>
                  <a:pt x="9127" y="40656"/>
                </a:lnTo>
                <a:lnTo>
                  <a:pt x="8866" y="40666"/>
                </a:lnTo>
                <a:lnTo>
                  <a:pt x="8594" y="40676"/>
                </a:lnTo>
                <a:lnTo>
                  <a:pt x="8323" y="40706"/>
                </a:lnTo>
                <a:lnTo>
                  <a:pt x="7790" y="40756"/>
                </a:lnTo>
                <a:lnTo>
                  <a:pt x="7267" y="40827"/>
                </a:lnTo>
                <a:lnTo>
                  <a:pt x="6765" y="40897"/>
                </a:lnTo>
                <a:lnTo>
                  <a:pt x="6282" y="40977"/>
                </a:lnTo>
                <a:lnTo>
                  <a:pt x="5820" y="41058"/>
                </a:lnTo>
                <a:lnTo>
                  <a:pt x="5378" y="41158"/>
                </a:lnTo>
                <a:lnTo>
                  <a:pt x="4956" y="41259"/>
                </a:lnTo>
                <a:lnTo>
                  <a:pt x="4544" y="41369"/>
                </a:lnTo>
                <a:lnTo>
                  <a:pt x="4152" y="41480"/>
                </a:lnTo>
                <a:lnTo>
                  <a:pt x="3780" y="41611"/>
                </a:lnTo>
                <a:lnTo>
                  <a:pt x="3428" y="41741"/>
                </a:lnTo>
                <a:lnTo>
                  <a:pt x="3086" y="41882"/>
                </a:lnTo>
                <a:lnTo>
                  <a:pt x="2775" y="42033"/>
                </a:lnTo>
                <a:lnTo>
                  <a:pt x="2473" y="42184"/>
                </a:lnTo>
                <a:lnTo>
                  <a:pt x="2192" y="42354"/>
                </a:lnTo>
                <a:lnTo>
                  <a:pt x="1920" y="42525"/>
                </a:lnTo>
                <a:lnTo>
                  <a:pt x="1679" y="42706"/>
                </a:lnTo>
                <a:lnTo>
                  <a:pt x="1448" y="42897"/>
                </a:lnTo>
                <a:lnTo>
                  <a:pt x="1237" y="43098"/>
                </a:lnTo>
                <a:lnTo>
                  <a:pt x="1036" y="43309"/>
                </a:lnTo>
                <a:lnTo>
                  <a:pt x="855" y="43520"/>
                </a:lnTo>
                <a:lnTo>
                  <a:pt x="694" y="43751"/>
                </a:lnTo>
                <a:lnTo>
                  <a:pt x="554" y="43983"/>
                </a:lnTo>
                <a:lnTo>
                  <a:pt x="423" y="44234"/>
                </a:lnTo>
                <a:lnTo>
                  <a:pt x="312" y="44485"/>
                </a:lnTo>
                <a:lnTo>
                  <a:pt x="222" y="44747"/>
                </a:lnTo>
                <a:lnTo>
                  <a:pt x="141" y="45018"/>
                </a:lnTo>
                <a:lnTo>
                  <a:pt x="81" y="45309"/>
                </a:lnTo>
                <a:lnTo>
                  <a:pt x="41" y="45601"/>
                </a:lnTo>
                <a:lnTo>
                  <a:pt x="11" y="45902"/>
                </a:lnTo>
                <a:lnTo>
                  <a:pt x="1" y="46214"/>
                </a:lnTo>
                <a:lnTo>
                  <a:pt x="11" y="46536"/>
                </a:lnTo>
                <a:lnTo>
                  <a:pt x="21" y="46696"/>
                </a:lnTo>
                <a:lnTo>
                  <a:pt x="31" y="46857"/>
                </a:lnTo>
                <a:lnTo>
                  <a:pt x="61" y="47018"/>
                </a:lnTo>
                <a:lnTo>
                  <a:pt x="81" y="47179"/>
                </a:lnTo>
                <a:lnTo>
                  <a:pt x="162" y="47490"/>
                </a:lnTo>
                <a:lnTo>
                  <a:pt x="252" y="47792"/>
                </a:lnTo>
                <a:lnTo>
                  <a:pt x="373" y="48083"/>
                </a:lnTo>
                <a:lnTo>
                  <a:pt x="503" y="48375"/>
                </a:lnTo>
                <a:lnTo>
                  <a:pt x="664" y="48646"/>
                </a:lnTo>
                <a:lnTo>
                  <a:pt x="835" y="48918"/>
                </a:lnTo>
                <a:lnTo>
                  <a:pt x="1036" y="49179"/>
                </a:lnTo>
                <a:lnTo>
                  <a:pt x="1247" y="49420"/>
                </a:lnTo>
                <a:lnTo>
                  <a:pt x="1468" y="49661"/>
                </a:lnTo>
                <a:lnTo>
                  <a:pt x="1709" y="49893"/>
                </a:lnTo>
                <a:lnTo>
                  <a:pt x="1971" y="50114"/>
                </a:lnTo>
                <a:lnTo>
                  <a:pt x="2242" y="50315"/>
                </a:lnTo>
                <a:lnTo>
                  <a:pt x="2523" y="50516"/>
                </a:lnTo>
                <a:lnTo>
                  <a:pt x="2815" y="50697"/>
                </a:lnTo>
                <a:lnTo>
                  <a:pt x="3127" y="50867"/>
                </a:lnTo>
                <a:lnTo>
                  <a:pt x="3438" y="51028"/>
                </a:lnTo>
                <a:lnTo>
                  <a:pt x="3770" y="51169"/>
                </a:lnTo>
                <a:lnTo>
                  <a:pt x="4101" y="51310"/>
                </a:lnTo>
                <a:lnTo>
                  <a:pt x="4443" y="51430"/>
                </a:lnTo>
                <a:lnTo>
                  <a:pt x="4795" y="51531"/>
                </a:lnTo>
                <a:lnTo>
                  <a:pt x="5147" y="51631"/>
                </a:lnTo>
                <a:lnTo>
                  <a:pt x="5509" y="51712"/>
                </a:lnTo>
                <a:lnTo>
                  <a:pt x="5870" y="51772"/>
                </a:lnTo>
                <a:lnTo>
                  <a:pt x="6242" y="51822"/>
                </a:lnTo>
                <a:lnTo>
                  <a:pt x="6614" y="51852"/>
                </a:lnTo>
                <a:lnTo>
                  <a:pt x="6986" y="51873"/>
                </a:lnTo>
                <a:lnTo>
                  <a:pt x="7358" y="51883"/>
                </a:lnTo>
                <a:lnTo>
                  <a:pt x="7730" y="51862"/>
                </a:lnTo>
                <a:lnTo>
                  <a:pt x="8102" y="51832"/>
                </a:lnTo>
                <a:lnTo>
                  <a:pt x="8474" y="51792"/>
                </a:lnTo>
                <a:lnTo>
                  <a:pt x="9167" y="51692"/>
                </a:lnTo>
                <a:lnTo>
                  <a:pt x="9770" y="51611"/>
                </a:lnTo>
                <a:lnTo>
                  <a:pt x="10775" y="51481"/>
                </a:lnTo>
                <a:lnTo>
                  <a:pt x="11529" y="51390"/>
                </a:lnTo>
                <a:lnTo>
                  <a:pt x="11831" y="51340"/>
                </a:lnTo>
                <a:lnTo>
                  <a:pt x="12102" y="51300"/>
                </a:lnTo>
                <a:lnTo>
                  <a:pt x="12343" y="51249"/>
                </a:lnTo>
                <a:lnTo>
                  <a:pt x="12554" y="51189"/>
                </a:lnTo>
                <a:lnTo>
                  <a:pt x="12765" y="51119"/>
                </a:lnTo>
                <a:lnTo>
                  <a:pt x="12966" y="51028"/>
                </a:lnTo>
                <a:lnTo>
                  <a:pt x="13167" y="50928"/>
                </a:lnTo>
                <a:lnTo>
                  <a:pt x="13378" y="50797"/>
                </a:lnTo>
                <a:lnTo>
                  <a:pt x="13610" y="50656"/>
                </a:lnTo>
                <a:lnTo>
                  <a:pt x="13871" y="50475"/>
                </a:lnTo>
                <a:lnTo>
                  <a:pt x="14383" y="50104"/>
                </a:lnTo>
                <a:lnTo>
                  <a:pt x="14846" y="49752"/>
                </a:lnTo>
                <a:lnTo>
                  <a:pt x="15248" y="49430"/>
                </a:lnTo>
                <a:lnTo>
                  <a:pt x="15579" y="49149"/>
                </a:lnTo>
                <a:lnTo>
                  <a:pt x="15851" y="48908"/>
                </a:lnTo>
                <a:lnTo>
                  <a:pt x="16042" y="48737"/>
                </a:lnTo>
                <a:lnTo>
                  <a:pt x="16203" y="48576"/>
                </a:lnTo>
                <a:lnTo>
                  <a:pt x="16585" y="48576"/>
                </a:lnTo>
                <a:lnTo>
                  <a:pt x="17007" y="48556"/>
                </a:lnTo>
                <a:lnTo>
                  <a:pt x="17519" y="48526"/>
                </a:lnTo>
                <a:lnTo>
                  <a:pt x="18082" y="48475"/>
                </a:lnTo>
                <a:lnTo>
                  <a:pt x="18374" y="48435"/>
                </a:lnTo>
                <a:lnTo>
                  <a:pt x="18665" y="48395"/>
                </a:lnTo>
                <a:lnTo>
                  <a:pt x="18947" y="48345"/>
                </a:lnTo>
                <a:lnTo>
                  <a:pt x="19218" y="48284"/>
                </a:lnTo>
                <a:lnTo>
                  <a:pt x="19469" y="48214"/>
                </a:lnTo>
                <a:lnTo>
                  <a:pt x="19700" y="48144"/>
                </a:lnTo>
                <a:lnTo>
                  <a:pt x="20866" y="47701"/>
                </a:lnTo>
                <a:lnTo>
                  <a:pt x="20906" y="47812"/>
                </a:lnTo>
                <a:lnTo>
                  <a:pt x="20987" y="48144"/>
                </a:lnTo>
                <a:lnTo>
                  <a:pt x="21037" y="48395"/>
                </a:lnTo>
                <a:lnTo>
                  <a:pt x="21097" y="48707"/>
                </a:lnTo>
                <a:lnTo>
                  <a:pt x="21158" y="49068"/>
                </a:lnTo>
                <a:lnTo>
                  <a:pt x="21218" y="49490"/>
                </a:lnTo>
                <a:lnTo>
                  <a:pt x="21278" y="49973"/>
                </a:lnTo>
                <a:lnTo>
                  <a:pt x="21339" y="50516"/>
                </a:lnTo>
                <a:lnTo>
                  <a:pt x="21389" y="51109"/>
                </a:lnTo>
                <a:lnTo>
                  <a:pt x="21429" y="51762"/>
                </a:lnTo>
                <a:lnTo>
                  <a:pt x="21459" y="52486"/>
                </a:lnTo>
                <a:lnTo>
                  <a:pt x="21469" y="53260"/>
                </a:lnTo>
                <a:lnTo>
                  <a:pt x="21469" y="54104"/>
                </a:lnTo>
                <a:lnTo>
                  <a:pt x="21459" y="54998"/>
                </a:lnTo>
                <a:lnTo>
                  <a:pt x="21409" y="56737"/>
                </a:lnTo>
                <a:lnTo>
                  <a:pt x="21349" y="58225"/>
                </a:lnTo>
                <a:lnTo>
                  <a:pt x="21318" y="58888"/>
                </a:lnTo>
                <a:lnTo>
                  <a:pt x="21278" y="59501"/>
                </a:lnTo>
                <a:lnTo>
                  <a:pt x="21238" y="60064"/>
                </a:lnTo>
                <a:lnTo>
                  <a:pt x="21178" y="60577"/>
                </a:lnTo>
                <a:lnTo>
                  <a:pt x="21117" y="61049"/>
                </a:lnTo>
                <a:lnTo>
                  <a:pt x="21027" y="61481"/>
                </a:lnTo>
                <a:lnTo>
                  <a:pt x="20987" y="61682"/>
                </a:lnTo>
                <a:lnTo>
                  <a:pt x="20937" y="61863"/>
                </a:lnTo>
                <a:lnTo>
                  <a:pt x="20876" y="62044"/>
                </a:lnTo>
                <a:lnTo>
                  <a:pt x="20816" y="62225"/>
                </a:lnTo>
                <a:lnTo>
                  <a:pt x="20756" y="62386"/>
                </a:lnTo>
                <a:lnTo>
                  <a:pt x="20685" y="62536"/>
                </a:lnTo>
                <a:lnTo>
                  <a:pt x="20605" y="62687"/>
                </a:lnTo>
                <a:lnTo>
                  <a:pt x="20524" y="62828"/>
                </a:lnTo>
                <a:lnTo>
                  <a:pt x="20444" y="62959"/>
                </a:lnTo>
                <a:lnTo>
                  <a:pt x="20344" y="63079"/>
                </a:lnTo>
                <a:lnTo>
                  <a:pt x="20243" y="63200"/>
                </a:lnTo>
                <a:lnTo>
                  <a:pt x="20143" y="63310"/>
                </a:lnTo>
                <a:lnTo>
                  <a:pt x="19660" y="63803"/>
                </a:lnTo>
                <a:lnTo>
                  <a:pt x="19107" y="64386"/>
                </a:lnTo>
                <a:lnTo>
                  <a:pt x="18494" y="65019"/>
                </a:lnTo>
                <a:lnTo>
                  <a:pt x="17861" y="65662"/>
                </a:lnTo>
                <a:lnTo>
                  <a:pt x="17539" y="65984"/>
                </a:lnTo>
                <a:lnTo>
                  <a:pt x="17218" y="66296"/>
                </a:lnTo>
                <a:lnTo>
                  <a:pt x="16906" y="66587"/>
                </a:lnTo>
                <a:lnTo>
                  <a:pt x="16595" y="66868"/>
                </a:lnTo>
                <a:lnTo>
                  <a:pt x="16293" y="67120"/>
                </a:lnTo>
                <a:lnTo>
                  <a:pt x="16002" y="67341"/>
                </a:lnTo>
                <a:lnTo>
                  <a:pt x="15730" y="67532"/>
                </a:lnTo>
                <a:lnTo>
                  <a:pt x="15469" y="67693"/>
                </a:lnTo>
                <a:lnTo>
                  <a:pt x="15338" y="67773"/>
                </a:lnTo>
                <a:lnTo>
                  <a:pt x="15177" y="67873"/>
                </a:lnTo>
                <a:lnTo>
                  <a:pt x="14796" y="68155"/>
                </a:lnTo>
                <a:lnTo>
                  <a:pt x="14343" y="68497"/>
                </a:lnTo>
                <a:lnTo>
                  <a:pt x="13821" y="68909"/>
                </a:lnTo>
                <a:lnTo>
                  <a:pt x="13268" y="69371"/>
                </a:lnTo>
                <a:lnTo>
                  <a:pt x="12685" y="69854"/>
                </a:lnTo>
                <a:lnTo>
                  <a:pt x="11479" y="70879"/>
                </a:lnTo>
                <a:lnTo>
                  <a:pt x="10343" y="71874"/>
                </a:lnTo>
                <a:lnTo>
                  <a:pt x="9378" y="72718"/>
                </a:lnTo>
                <a:lnTo>
                  <a:pt x="8474" y="73522"/>
                </a:lnTo>
                <a:lnTo>
                  <a:pt x="8524" y="73663"/>
                </a:lnTo>
                <a:lnTo>
                  <a:pt x="8665" y="74005"/>
                </a:lnTo>
                <a:lnTo>
                  <a:pt x="8876" y="74477"/>
                </a:lnTo>
                <a:lnTo>
                  <a:pt x="9006" y="74748"/>
                </a:lnTo>
                <a:lnTo>
                  <a:pt x="9147" y="75020"/>
                </a:lnTo>
                <a:lnTo>
                  <a:pt x="9288" y="75291"/>
                </a:lnTo>
                <a:lnTo>
                  <a:pt x="9449" y="75552"/>
                </a:lnTo>
                <a:lnTo>
                  <a:pt x="9599" y="75784"/>
                </a:lnTo>
                <a:lnTo>
                  <a:pt x="9760" y="75985"/>
                </a:lnTo>
                <a:lnTo>
                  <a:pt x="9840" y="76075"/>
                </a:lnTo>
                <a:lnTo>
                  <a:pt x="9921" y="76155"/>
                </a:lnTo>
                <a:lnTo>
                  <a:pt x="10001" y="76216"/>
                </a:lnTo>
                <a:lnTo>
                  <a:pt x="10072" y="76266"/>
                </a:lnTo>
                <a:lnTo>
                  <a:pt x="10152" y="76296"/>
                </a:lnTo>
                <a:lnTo>
                  <a:pt x="10222" y="76316"/>
                </a:lnTo>
                <a:lnTo>
                  <a:pt x="10293" y="76316"/>
                </a:lnTo>
                <a:lnTo>
                  <a:pt x="10363" y="76296"/>
                </a:lnTo>
                <a:lnTo>
                  <a:pt x="10444" y="76266"/>
                </a:lnTo>
                <a:lnTo>
                  <a:pt x="10514" y="76216"/>
                </a:lnTo>
                <a:lnTo>
                  <a:pt x="10604" y="76155"/>
                </a:lnTo>
                <a:lnTo>
                  <a:pt x="10695" y="76075"/>
                </a:lnTo>
                <a:lnTo>
                  <a:pt x="10896" y="75894"/>
                </a:lnTo>
                <a:lnTo>
                  <a:pt x="11107" y="75673"/>
                </a:lnTo>
                <a:lnTo>
                  <a:pt x="11338" y="75422"/>
                </a:lnTo>
                <a:lnTo>
                  <a:pt x="11569" y="75150"/>
                </a:lnTo>
                <a:lnTo>
                  <a:pt x="11800" y="74869"/>
                </a:lnTo>
                <a:lnTo>
                  <a:pt x="12022" y="74587"/>
                </a:lnTo>
                <a:lnTo>
                  <a:pt x="12454" y="74025"/>
                </a:lnTo>
                <a:lnTo>
                  <a:pt x="12805" y="73552"/>
                </a:lnTo>
                <a:lnTo>
                  <a:pt x="13137" y="73090"/>
                </a:lnTo>
                <a:lnTo>
                  <a:pt x="13479" y="72597"/>
                </a:lnTo>
                <a:lnTo>
                  <a:pt x="13851" y="72075"/>
                </a:lnTo>
                <a:lnTo>
                  <a:pt x="14323" y="71452"/>
                </a:lnTo>
                <a:lnTo>
                  <a:pt x="14584" y="71120"/>
                </a:lnTo>
                <a:lnTo>
                  <a:pt x="14856" y="70778"/>
                </a:lnTo>
                <a:lnTo>
                  <a:pt x="15137" y="70447"/>
                </a:lnTo>
                <a:lnTo>
                  <a:pt x="15419" y="70135"/>
                </a:lnTo>
                <a:lnTo>
                  <a:pt x="15700" y="69843"/>
                </a:lnTo>
                <a:lnTo>
                  <a:pt x="15971" y="69572"/>
                </a:lnTo>
                <a:lnTo>
                  <a:pt x="16243" y="69341"/>
                </a:lnTo>
                <a:lnTo>
                  <a:pt x="16374" y="69240"/>
                </a:lnTo>
                <a:lnTo>
                  <a:pt x="16494" y="69150"/>
                </a:lnTo>
                <a:lnTo>
                  <a:pt x="16755" y="68979"/>
                </a:lnTo>
                <a:lnTo>
                  <a:pt x="17037" y="68808"/>
                </a:lnTo>
                <a:lnTo>
                  <a:pt x="17640" y="68466"/>
                </a:lnTo>
                <a:lnTo>
                  <a:pt x="18273" y="68115"/>
                </a:lnTo>
                <a:lnTo>
                  <a:pt x="18886" y="67803"/>
                </a:lnTo>
                <a:lnTo>
                  <a:pt x="19429" y="67522"/>
                </a:lnTo>
                <a:lnTo>
                  <a:pt x="19881" y="67301"/>
                </a:lnTo>
                <a:lnTo>
                  <a:pt x="20283" y="67110"/>
                </a:lnTo>
                <a:lnTo>
                  <a:pt x="20273" y="67291"/>
                </a:lnTo>
                <a:lnTo>
                  <a:pt x="20223" y="67813"/>
                </a:lnTo>
                <a:lnTo>
                  <a:pt x="20133" y="68597"/>
                </a:lnTo>
                <a:lnTo>
                  <a:pt x="20072" y="69070"/>
                </a:lnTo>
                <a:lnTo>
                  <a:pt x="19992" y="69592"/>
                </a:lnTo>
                <a:lnTo>
                  <a:pt x="19911" y="70135"/>
                </a:lnTo>
                <a:lnTo>
                  <a:pt x="19801" y="70708"/>
                </a:lnTo>
                <a:lnTo>
                  <a:pt x="19680" y="71301"/>
                </a:lnTo>
                <a:lnTo>
                  <a:pt x="19550" y="71904"/>
                </a:lnTo>
                <a:lnTo>
                  <a:pt x="19399" y="72517"/>
                </a:lnTo>
                <a:lnTo>
                  <a:pt x="19228" y="73110"/>
                </a:lnTo>
                <a:lnTo>
                  <a:pt x="19137" y="73401"/>
                </a:lnTo>
                <a:lnTo>
                  <a:pt x="19037" y="73693"/>
                </a:lnTo>
                <a:lnTo>
                  <a:pt x="18936" y="73974"/>
                </a:lnTo>
                <a:lnTo>
                  <a:pt x="18826" y="74256"/>
                </a:lnTo>
                <a:lnTo>
                  <a:pt x="18605" y="74788"/>
                </a:lnTo>
                <a:lnTo>
                  <a:pt x="18364" y="75291"/>
                </a:lnTo>
                <a:lnTo>
                  <a:pt x="18122" y="75763"/>
                </a:lnTo>
                <a:lnTo>
                  <a:pt x="17861" y="76206"/>
                </a:lnTo>
                <a:lnTo>
                  <a:pt x="17600" y="76618"/>
                </a:lnTo>
                <a:lnTo>
                  <a:pt x="17328" y="77000"/>
                </a:lnTo>
                <a:lnTo>
                  <a:pt x="17057" y="77351"/>
                </a:lnTo>
                <a:lnTo>
                  <a:pt x="16786" y="77683"/>
                </a:lnTo>
                <a:lnTo>
                  <a:pt x="16514" y="77985"/>
                </a:lnTo>
                <a:lnTo>
                  <a:pt x="16243" y="78256"/>
                </a:lnTo>
                <a:lnTo>
                  <a:pt x="15971" y="78507"/>
                </a:lnTo>
                <a:lnTo>
                  <a:pt x="15710" y="78728"/>
                </a:lnTo>
                <a:lnTo>
                  <a:pt x="15459" y="78929"/>
                </a:lnTo>
                <a:lnTo>
                  <a:pt x="15208" y="79090"/>
                </a:lnTo>
                <a:lnTo>
                  <a:pt x="14966" y="79241"/>
                </a:lnTo>
                <a:lnTo>
                  <a:pt x="14745" y="79362"/>
                </a:lnTo>
                <a:lnTo>
                  <a:pt x="13911" y="79794"/>
                </a:lnTo>
                <a:lnTo>
                  <a:pt x="13207" y="80166"/>
                </a:lnTo>
                <a:lnTo>
                  <a:pt x="12554" y="80528"/>
                </a:lnTo>
                <a:lnTo>
                  <a:pt x="12584" y="80638"/>
                </a:lnTo>
                <a:lnTo>
                  <a:pt x="12665" y="80940"/>
                </a:lnTo>
                <a:lnTo>
                  <a:pt x="12725" y="81131"/>
                </a:lnTo>
                <a:lnTo>
                  <a:pt x="12805" y="81342"/>
                </a:lnTo>
                <a:lnTo>
                  <a:pt x="12886" y="81573"/>
                </a:lnTo>
                <a:lnTo>
                  <a:pt x="12996" y="81804"/>
                </a:lnTo>
                <a:lnTo>
                  <a:pt x="13107" y="82035"/>
                </a:lnTo>
                <a:lnTo>
                  <a:pt x="13238" y="82256"/>
                </a:lnTo>
                <a:lnTo>
                  <a:pt x="13308" y="82357"/>
                </a:lnTo>
                <a:lnTo>
                  <a:pt x="13378" y="82447"/>
                </a:lnTo>
                <a:lnTo>
                  <a:pt x="13459" y="82538"/>
                </a:lnTo>
                <a:lnTo>
                  <a:pt x="13539" y="82618"/>
                </a:lnTo>
                <a:lnTo>
                  <a:pt x="13620" y="82698"/>
                </a:lnTo>
                <a:lnTo>
                  <a:pt x="13710" y="82759"/>
                </a:lnTo>
                <a:lnTo>
                  <a:pt x="13800" y="82809"/>
                </a:lnTo>
                <a:lnTo>
                  <a:pt x="13891" y="82849"/>
                </a:lnTo>
                <a:lnTo>
                  <a:pt x="13991" y="82869"/>
                </a:lnTo>
                <a:lnTo>
                  <a:pt x="14092" y="82889"/>
                </a:lnTo>
                <a:lnTo>
                  <a:pt x="14203" y="82879"/>
                </a:lnTo>
                <a:lnTo>
                  <a:pt x="14303" y="82859"/>
                </a:lnTo>
                <a:lnTo>
                  <a:pt x="14735" y="82759"/>
                </a:lnTo>
                <a:lnTo>
                  <a:pt x="14956" y="82698"/>
                </a:lnTo>
                <a:lnTo>
                  <a:pt x="15167" y="82628"/>
                </a:lnTo>
                <a:lnTo>
                  <a:pt x="15378" y="82558"/>
                </a:lnTo>
                <a:lnTo>
                  <a:pt x="15600" y="82457"/>
                </a:lnTo>
                <a:lnTo>
                  <a:pt x="15811" y="82347"/>
                </a:lnTo>
                <a:lnTo>
                  <a:pt x="16042" y="82206"/>
                </a:lnTo>
                <a:lnTo>
                  <a:pt x="16263" y="82045"/>
                </a:lnTo>
                <a:lnTo>
                  <a:pt x="16504" y="81844"/>
                </a:lnTo>
                <a:lnTo>
                  <a:pt x="16745" y="81613"/>
                </a:lnTo>
                <a:lnTo>
                  <a:pt x="16997" y="81342"/>
                </a:lnTo>
                <a:lnTo>
                  <a:pt x="17258" y="81030"/>
                </a:lnTo>
                <a:lnTo>
                  <a:pt x="17519" y="80678"/>
                </a:lnTo>
                <a:lnTo>
                  <a:pt x="17801" y="80266"/>
                </a:lnTo>
                <a:lnTo>
                  <a:pt x="18102" y="79804"/>
                </a:lnTo>
                <a:lnTo>
                  <a:pt x="18685" y="78839"/>
                </a:lnTo>
                <a:lnTo>
                  <a:pt x="19238" y="77924"/>
                </a:lnTo>
                <a:lnTo>
                  <a:pt x="19489" y="77482"/>
                </a:lnTo>
                <a:lnTo>
                  <a:pt x="19730" y="77050"/>
                </a:lnTo>
                <a:lnTo>
                  <a:pt x="19962" y="76628"/>
                </a:lnTo>
                <a:lnTo>
                  <a:pt x="20183" y="76206"/>
                </a:lnTo>
                <a:lnTo>
                  <a:pt x="20374" y="75794"/>
                </a:lnTo>
                <a:lnTo>
                  <a:pt x="20555" y="75381"/>
                </a:lnTo>
                <a:lnTo>
                  <a:pt x="20715" y="74969"/>
                </a:lnTo>
                <a:lnTo>
                  <a:pt x="20846" y="74567"/>
                </a:lnTo>
                <a:lnTo>
                  <a:pt x="20967" y="74165"/>
                </a:lnTo>
                <a:lnTo>
                  <a:pt x="21057" y="73763"/>
                </a:lnTo>
                <a:lnTo>
                  <a:pt x="21087" y="73552"/>
                </a:lnTo>
                <a:lnTo>
                  <a:pt x="21117" y="73351"/>
                </a:lnTo>
                <a:lnTo>
                  <a:pt x="21148" y="73150"/>
                </a:lnTo>
                <a:lnTo>
                  <a:pt x="21168" y="72939"/>
                </a:lnTo>
                <a:lnTo>
                  <a:pt x="21198" y="72537"/>
                </a:lnTo>
                <a:lnTo>
                  <a:pt x="21228" y="72125"/>
                </a:lnTo>
                <a:lnTo>
                  <a:pt x="21318" y="71341"/>
                </a:lnTo>
                <a:lnTo>
                  <a:pt x="21409" y="70597"/>
                </a:lnTo>
                <a:lnTo>
                  <a:pt x="21509" y="69934"/>
                </a:lnTo>
                <a:lnTo>
                  <a:pt x="21600" y="69371"/>
                </a:lnTo>
                <a:lnTo>
                  <a:pt x="21680" y="68939"/>
                </a:lnTo>
                <a:lnTo>
                  <a:pt x="21751" y="68567"/>
                </a:lnTo>
                <a:lnTo>
                  <a:pt x="22424" y="69150"/>
                </a:lnTo>
                <a:lnTo>
                  <a:pt x="23148" y="69753"/>
                </a:lnTo>
                <a:lnTo>
                  <a:pt x="24012" y="70467"/>
                </a:lnTo>
                <a:lnTo>
                  <a:pt x="24927" y="71200"/>
                </a:lnTo>
                <a:lnTo>
                  <a:pt x="25379" y="71562"/>
                </a:lnTo>
                <a:lnTo>
                  <a:pt x="25811" y="71894"/>
                </a:lnTo>
                <a:lnTo>
                  <a:pt x="26213" y="72185"/>
                </a:lnTo>
                <a:lnTo>
                  <a:pt x="26575" y="72447"/>
                </a:lnTo>
                <a:lnTo>
                  <a:pt x="26887" y="72658"/>
                </a:lnTo>
                <a:lnTo>
                  <a:pt x="27027" y="72738"/>
                </a:lnTo>
                <a:lnTo>
                  <a:pt x="27148" y="72798"/>
                </a:lnTo>
                <a:lnTo>
                  <a:pt x="27620" y="73040"/>
                </a:lnTo>
                <a:lnTo>
                  <a:pt x="28173" y="73331"/>
                </a:lnTo>
                <a:lnTo>
                  <a:pt x="28746" y="73663"/>
                </a:lnTo>
                <a:lnTo>
                  <a:pt x="29048" y="73834"/>
                </a:lnTo>
                <a:lnTo>
                  <a:pt x="29329" y="74015"/>
                </a:lnTo>
                <a:lnTo>
                  <a:pt x="29620" y="74206"/>
                </a:lnTo>
                <a:lnTo>
                  <a:pt x="29892" y="74396"/>
                </a:lnTo>
                <a:lnTo>
                  <a:pt x="30143" y="74587"/>
                </a:lnTo>
                <a:lnTo>
                  <a:pt x="30384" y="74788"/>
                </a:lnTo>
                <a:lnTo>
                  <a:pt x="30605" y="74979"/>
                </a:lnTo>
                <a:lnTo>
                  <a:pt x="30796" y="75180"/>
                </a:lnTo>
                <a:lnTo>
                  <a:pt x="30957" y="75371"/>
                </a:lnTo>
                <a:lnTo>
                  <a:pt x="31028" y="75472"/>
                </a:lnTo>
                <a:lnTo>
                  <a:pt x="31088" y="75572"/>
                </a:lnTo>
                <a:lnTo>
                  <a:pt x="31138" y="75663"/>
                </a:lnTo>
                <a:lnTo>
                  <a:pt x="31208" y="75753"/>
                </a:lnTo>
                <a:lnTo>
                  <a:pt x="31279" y="75844"/>
                </a:lnTo>
                <a:lnTo>
                  <a:pt x="31359" y="75934"/>
                </a:lnTo>
                <a:lnTo>
                  <a:pt x="31530" y="76095"/>
                </a:lnTo>
                <a:lnTo>
                  <a:pt x="31731" y="76246"/>
                </a:lnTo>
                <a:lnTo>
                  <a:pt x="31942" y="76387"/>
                </a:lnTo>
                <a:lnTo>
                  <a:pt x="32163" y="76517"/>
                </a:lnTo>
                <a:lnTo>
                  <a:pt x="32394" y="76638"/>
                </a:lnTo>
                <a:lnTo>
                  <a:pt x="32636" y="76738"/>
                </a:lnTo>
                <a:lnTo>
                  <a:pt x="32877" y="76829"/>
                </a:lnTo>
                <a:lnTo>
                  <a:pt x="33108" y="76899"/>
                </a:lnTo>
                <a:lnTo>
                  <a:pt x="33339" y="76959"/>
                </a:lnTo>
                <a:lnTo>
                  <a:pt x="33570" y="77010"/>
                </a:lnTo>
                <a:lnTo>
                  <a:pt x="33771" y="77040"/>
                </a:lnTo>
                <a:lnTo>
                  <a:pt x="33972" y="77050"/>
                </a:lnTo>
                <a:lnTo>
                  <a:pt x="34143" y="77050"/>
                </a:lnTo>
                <a:lnTo>
                  <a:pt x="34294" y="77030"/>
                </a:lnTo>
                <a:lnTo>
                  <a:pt x="34364" y="77010"/>
                </a:lnTo>
                <a:lnTo>
                  <a:pt x="34425" y="76970"/>
                </a:lnTo>
                <a:lnTo>
                  <a:pt x="34485" y="76929"/>
                </a:lnTo>
                <a:lnTo>
                  <a:pt x="34555" y="76869"/>
                </a:lnTo>
                <a:lnTo>
                  <a:pt x="34606" y="76799"/>
                </a:lnTo>
                <a:lnTo>
                  <a:pt x="34666" y="76718"/>
                </a:lnTo>
                <a:lnTo>
                  <a:pt x="34716" y="76628"/>
                </a:lnTo>
                <a:lnTo>
                  <a:pt x="34766" y="76527"/>
                </a:lnTo>
                <a:lnTo>
                  <a:pt x="34857" y="76316"/>
                </a:lnTo>
                <a:lnTo>
                  <a:pt x="34937" y="76075"/>
                </a:lnTo>
                <a:lnTo>
                  <a:pt x="34998" y="75814"/>
                </a:lnTo>
                <a:lnTo>
                  <a:pt x="35038" y="75552"/>
                </a:lnTo>
                <a:lnTo>
                  <a:pt x="35068" y="75281"/>
                </a:lnTo>
                <a:lnTo>
                  <a:pt x="35068" y="75020"/>
                </a:lnTo>
                <a:lnTo>
                  <a:pt x="35048" y="74778"/>
                </a:lnTo>
                <a:lnTo>
                  <a:pt x="35038" y="74658"/>
                </a:lnTo>
                <a:lnTo>
                  <a:pt x="35008" y="74547"/>
                </a:lnTo>
                <a:lnTo>
                  <a:pt x="34978" y="74437"/>
                </a:lnTo>
                <a:lnTo>
                  <a:pt x="34947" y="74346"/>
                </a:lnTo>
                <a:lnTo>
                  <a:pt x="34907" y="74256"/>
                </a:lnTo>
                <a:lnTo>
                  <a:pt x="34857" y="74175"/>
                </a:lnTo>
                <a:lnTo>
                  <a:pt x="34797" y="74105"/>
                </a:lnTo>
                <a:lnTo>
                  <a:pt x="34736" y="74045"/>
                </a:lnTo>
                <a:lnTo>
                  <a:pt x="34666" y="73994"/>
                </a:lnTo>
                <a:lnTo>
                  <a:pt x="34586" y="73964"/>
                </a:lnTo>
                <a:lnTo>
                  <a:pt x="34143" y="73814"/>
                </a:lnTo>
                <a:lnTo>
                  <a:pt x="33520" y="73602"/>
                </a:lnTo>
                <a:lnTo>
                  <a:pt x="32786" y="73331"/>
                </a:lnTo>
                <a:lnTo>
                  <a:pt x="31992" y="73030"/>
                </a:lnTo>
                <a:lnTo>
                  <a:pt x="31600" y="72879"/>
                </a:lnTo>
                <a:lnTo>
                  <a:pt x="31219" y="72708"/>
                </a:lnTo>
                <a:lnTo>
                  <a:pt x="30857" y="72547"/>
                </a:lnTo>
                <a:lnTo>
                  <a:pt x="30525" y="72386"/>
                </a:lnTo>
                <a:lnTo>
                  <a:pt x="30224" y="72226"/>
                </a:lnTo>
                <a:lnTo>
                  <a:pt x="29972" y="72065"/>
                </a:lnTo>
                <a:lnTo>
                  <a:pt x="29862" y="71994"/>
                </a:lnTo>
                <a:lnTo>
                  <a:pt x="29771" y="71914"/>
                </a:lnTo>
                <a:lnTo>
                  <a:pt x="29691" y="71844"/>
                </a:lnTo>
                <a:lnTo>
                  <a:pt x="29620" y="71773"/>
                </a:lnTo>
                <a:lnTo>
                  <a:pt x="29520" y="71653"/>
                </a:lnTo>
                <a:lnTo>
                  <a:pt x="29409" y="71552"/>
                </a:lnTo>
                <a:lnTo>
                  <a:pt x="29299" y="71462"/>
                </a:lnTo>
                <a:lnTo>
                  <a:pt x="29188" y="71391"/>
                </a:lnTo>
                <a:lnTo>
                  <a:pt x="29058" y="71331"/>
                </a:lnTo>
                <a:lnTo>
                  <a:pt x="28927" y="71261"/>
                </a:lnTo>
                <a:lnTo>
                  <a:pt x="28625" y="71120"/>
                </a:lnTo>
                <a:lnTo>
                  <a:pt x="28445" y="71029"/>
                </a:lnTo>
                <a:lnTo>
                  <a:pt x="28233" y="70919"/>
                </a:lnTo>
                <a:lnTo>
                  <a:pt x="28012" y="70788"/>
                </a:lnTo>
                <a:lnTo>
                  <a:pt x="27761" y="70627"/>
                </a:lnTo>
                <a:lnTo>
                  <a:pt x="27470" y="70426"/>
                </a:lnTo>
                <a:lnTo>
                  <a:pt x="27158" y="70195"/>
                </a:lnTo>
                <a:lnTo>
                  <a:pt x="26806" y="69914"/>
                </a:lnTo>
                <a:lnTo>
                  <a:pt x="26414" y="69592"/>
                </a:lnTo>
                <a:lnTo>
                  <a:pt x="26022" y="69240"/>
                </a:lnTo>
                <a:lnTo>
                  <a:pt x="25670" y="68889"/>
                </a:lnTo>
                <a:lnTo>
                  <a:pt x="25349" y="68557"/>
                </a:lnTo>
                <a:lnTo>
                  <a:pt x="25057" y="68245"/>
                </a:lnTo>
                <a:lnTo>
                  <a:pt x="24806" y="67934"/>
                </a:lnTo>
                <a:lnTo>
                  <a:pt x="24575" y="67642"/>
                </a:lnTo>
                <a:lnTo>
                  <a:pt x="24374" y="67371"/>
                </a:lnTo>
                <a:lnTo>
                  <a:pt x="24213" y="67130"/>
                </a:lnTo>
                <a:lnTo>
                  <a:pt x="24062" y="66899"/>
                </a:lnTo>
                <a:lnTo>
                  <a:pt x="23942" y="66698"/>
                </a:lnTo>
                <a:lnTo>
                  <a:pt x="23841" y="66517"/>
                </a:lnTo>
                <a:lnTo>
                  <a:pt x="23771" y="66366"/>
                </a:lnTo>
                <a:lnTo>
                  <a:pt x="23670" y="66155"/>
                </a:lnTo>
                <a:lnTo>
                  <a:pt x="23640" y="66084"/>
                </a:lnTo>
                <a:lnTo>
                  <a:pt x="23821" y="66215"/>
                </a:lnTo>
                <a:lnTo>
                  <a:pt x="24032" y="66356"/>
                </a:lnTo>
                <a:lnTo>
                  <a:pt x="24324" y="66537"/>
                </a:lnTo>
                <a:lnTo>
                  <a:pt x="24706" y="66758"/>
                </a:lnTo>
                <a:lnTo>
                  <a:pt x="25148" y="66999"/>
                </a:lnTo>
                <a:lnTo>
                  <a:pt x="25670" y="67260"/>
                </a:lnTo>
                <a:lnTo>
                  <a:pt x="25962" y="67391"/>
                </a:lnTo>
                <a:lnTo>
                  <a:pt x="26274" y="67532"/>
                </a:lnTo>
                <a:lnTo>
                  <a:pt x="26595" y="67662"/>
                </a:lnTo>
                <a:lnTo>
                  <a:pt x="26937" y="67793"/>
                </a:lnTo>
                <a:lnTo>
                  <a:pt x="27289" y="67924"/>
                </a:lnTo>
                <a:lnTo>
                  <a:pt x="27661" y="68044"/>
                </a:lnTo>
                <a:lnTo>
                  <a:pt x="28053" y="68165"/>
                </a:lnTo>
                <a:lnTo>
                  <a:pt x="28455" y="68276"/>
                </a:lnTo>
                <a:lnTo>
                  <a:pt x="28867" y="68386"/>
                </a:lnTo>
                <a:lnTo>
                  <a:pt x="29309" y="68487"/>
                </a:lnTo>
                <a:lnTo>
                  <a:pt x="29751" y="68577"/>
                </a:lnTo>
                <a:lnTo>
                  <a:pt x="30213" y="68657"/>
                </a:lnTo>
                <a:lnTo>
                  <a:pt x="30696" y="68728"/>
                </a:lnTo>
                <a:lnTo>
                  <a:pt x="31178" y="68778"/>
                </a:lnTo>
                <a:lnTo>
                  <a:pt x="31681" y="68828"/>
                </a:lnTo>
                <a:lnTo>
                  <a:pt x="32204" y="68848"/>
                </a:lnTo>
                <a:lnTo>
                  <a:pt x="32726" y="68858"/>
                </a:lnTo>
                <a:lnTo>
                  <a:pt x="33269" y="68858"/>
                </a:lnTo>
                <a:lnTo>
                  <a:pt x="39108" y="68708"/>
                </a:lnTo>
                <a:lnTo>
                  <a:pt x="39129" y="68577"/>
                </a:lnTo>
                <a:lnTo>
                  <a:pt x="39149" y="68426"/>
                </a:lnTo>
                <a:lnTo>
                  <a:pt x="39169" y="68235"/>
                </a:lnTo>
                <a:lnTo>
                  <a:pt x="39189" y="68004"/>
                </a:lnTo>
                <a:lnTo>
                  <a:pt x="39189" y="67753"/>
                </a:lnTo>
                <a:lnTo>
                  <a:pt x="39189" y="67482"/>
                </a:lnTo>
                <a:lnTo>
                  <a:pt x="39159" y="67200"/>
                </a:lnTo>
                <a:lnTo>
                  <a:pt x="39139" y="67059"/>
                </a:lnTo>
                <a:lnTo>
                  <a:pt x="39118" y="66919"/>
                </a:lnTo>
                <a:lnTo>
                  <a:pt x="39088" y="66788"/>
                </a:lnTo>
                <a:lnTo>
                  <a:pt x="39048" y="66657"/>
                </a:lnTo>
                <a:lnTo>
                  <a:pt x="38998" y="66527"/>
                </a:lnTo>
                <a:lnTo>
                  <a:pt x="38938" y="66406"/>
                </a:lnTo>
                <a:lnTo>
                  <a:pt x="38877" y="66296"/>
                </a:lnTo>
                <a:lnTo>
                  <a:pt x="38797" y="66185"/>
                </a:lnTo>
                <a:lnTo>
                  <a:pt x="38716" y="66094"/>
                </a:lnTo>
                <a:lnTo>
                  <a:pt x="38616" y="66014"/>
                </a:lnTo>
                <a:lnTo>
                  <a:pt x="38515" y="65934"/>
                </a:lnTo>
                <a:lnTo>
                  <a:pt x="38395" y="65873"/>
                </a:lnTo>
                <a:lnTo>
                  <a:pt x="38264" y="65833"/>
                </a:lnTo>
                <a:lnTo>
                  <a:pt x="38123" y="65803"/>
                </a:lnTo>
                <a:lnTo>
                  <a:pt x="37963" y="65793"/>
                </a:lnTo>
                <a:lnTo>
                  <a:pt x="37792" y="65793"/>
                </a:lnTo>
                <a:lnTo>
                  <a:pt x="37601" y="65813"/>
                </a:lnTo>
                <a:lnTo>
                  <a:pt x="37400" y="65843"/>
                </a:lnTo>
                <a:lnTo>
                  <a:pt x="36917" y="65924"/>
                </a:lnTo>
                <a:lnTo>
                  <a:pt x="36385" y="66034"/>
                </a:lnTo>
                <a:lnTo>
                  <a:pt x="35782" y="66165"/>
                </a:lnTo>
                <a:lnTo>
                  <a:pt x="34485" y="66456"/>
                </a:lnTo>
                <a:lnTo>
                  <a:pt x="33802" y="66617"/>
                </a:lnTo>
                <a:lnTo>
                  <a:pt x="33108" y="66758"/>
                </a:lnTo>
                <a:lnTo>
                  <a:pt x="32425" y="66899"/>
                </a:lnTo>
                <a:lnTo>
                  <a:pt x="31751" y="67019"/>
                </a:lnTo>
                <a:lnTo>
                  <a:pt x="31108" y="67110"/>
                </a:lnTo>
                <a:lnTo>
                  <a:pt x="30806" y="67140"/>
                </a:lnTo>
                <a:lnTo>
                  <a:pt x="30515" y="67170"/>
                </a:lnTo>
                <a:lnTo>
                  <a:pt x="30234" y="67190"/>
                </a:lnTo>
                <a:lnTo>
                  <a:pt x="29711" y="67190"/>
                </a:lnTo>
                <a:lnTo>
                  <a:pt x="29480" y="67170"/>
                </a:lnTo>
                <a:lnTo>
                  <a:pt x="29269" y="67140"/>
                </a:lnTo>
                <a:lnTo>
                  <a:pt x="29068" y="67090"/>
                </a:lnTo>
                <a:lnTo>
                  <a:pt x="28897" y="67039"/>
                </a:lnTo>
                <a:lnTo>
                  <a:pt x="28816" y="66999"/>
                </a:lnTo>
                <a:lnTo>
                  <a:pt x="28746" y="66959"/>
                </a:lnTo>
                <a:lnTo>
                  <a:pt x="28605" y="66868"/>
                </a:lnTo>
                <a:lnTo>
                  <a:pt x="28455" y="66758"/>
                </a:lnTo>
                <a:lnTo>
                  <a:pt x="28284" y="66627"/>
                </a:lnTo>
                <a:lnTo>
                  <a:pt x="28103" y="66476"/>
                </a:lnTo>
                <a:lnTo>
                  <a:pt x="27721" y="66135"/>
                </a:lnTo>
                <a:lnTo>
                  <a:pt x="27309" y="65753"/>
                </a:lnTo>
                <a:lnTo>
                  <a:pt x="26887" y="65321"/>
                </a:lnTo>
                <a:lnTo>
                  <a:pt x="26444" y="64868"/>
                </a:lnTo>
                <a:lnTo>
                  <a:pt x="26002" y="64406"/>
                </a:lnTo>
                <a:lnTo>
                  <a:pt x="25580" y="63934"/>
                </a:lnTo>
                <a:lnTo>
                  <a:pt x="24776" y="63039"/>
                </a:lnTo>
                <a:lnTo>
                  <a:pt x="24113" y="62285"/>
                </a:lnTo>
                <a:lnTo>
                  <a:pt x="23500" y="61562"/>
                </a:lnTo>
                <a:lnTo>
                  <a:pt x="23580" y="61009"/>
                </a:lnTo>
                <a:lnTo>
                  <a:pt x="23660" y="60366"/>
                </a:lnTo>
                <a:lnTo>
                  <a:pt x="23771" y="59521"/>
                </a:lnTo>
                <a:lnTo>
                  <a:pt x="23892" y="58496"/>
                </a:lnTo>
                <a:lnTo>
                  <a:pt x="24022" y="57330"/>
                </a:lnTo>
                <a:lnTo>
                  <a:pt x="24143" y="56064"/>
                </a:lnTo>
                <a:lnTo>
                  <a:pt x="24263" y="54707"/>
                </a:lnTo>
                <a:lnTo>
                  <a:pt x="24364" y="53310"/>
                </a:lnTo>
                <a:lnTo>
                  <a:pt x="24404" y="52596"/>
                </a:lnTo>
                <a:lnTo>
                  <a:pt x="24434" y="51893"/>
                </a:lnTo>
                <a:lnTo>
                  <a:pt x="24464" y="51189"/>
                </a:lnTo>
                <a:lnTo>
                  <a:pt x="24484" y="50486"/>
                </a:lnTo>
                <a:lnTo>
                  <a:pt x="24484" y="49802"/>
                </a:lnTo>
                <a:lnTo>
                  <a:pt x="24484" y="49129"/>
                </a:lnTo>
                <a:lnTo>
                  <a:pt x="24464" y="48475"/>
                </a:lnTo>
                <a:lnTo>
                  <a:pt x="24434" y="47852"/>
                </a:lnTo>
                <a:lnTo>
                  <a:pt x="24394" y="47249"/>
                </a:lnTo>
                <a:lnTo>
                  <a:pt x="24334" y="46676"/>
                </a:lnTo>
                <a:lnTo>
                  <a:pt x="24263" y="46144"/>
                </a:lnTo>
                <a:lnTo>
                  <a:pt x="24213" y="45892"/>
                </a:lnTo>
                <a:lnTo>
                  <a:pt x="24173" y="45651"/>
                </a:lnTo>
                <a:lnTo>
                  <a:pt x="24123" y="45420"/>
                </a:lnTo>
                <a:lnTo>
                  <a:pt x="24062" y="45189"/>
                </a:lnTo>
                <a:lnTo>
                  <a:pt x="24002" y="44988"/>
                </a:lnTo>
                <a:lnTo>
                  <a:pt x="23932" y="44787"/>
                </a:lnTo>
                <a:lnTo>
                  <a:pt x="23650" y="43983"/>
                </a:lnTo>
                <a:lnTo>
                  <a:pt x="23349" y="43108"/>
                </a:lnTo>
                <a:lnTo>
                  <a:pt x="22726" y="41219"/>
                </a:lnTo>
                <a:lnTo>
                  <a:pt x="22092" y="39249"/>
                </a:lnTo>
                <a:lnTo>
                  <a:pt x="21489" y="37349"/>
                </a:lnTo>
                <a:lnTo>
                  <a:pt x="20957" y="35630"/>
                </a:lnTo>
                <a:lnTo>
                  <a:pt x="20524" y="34243"/>
                </a:lnTo>
                <a:lnTo>
                  <a:pt x="20143" y="32967"/>
                </a:lnTo>
                <a:lnTo>
                  <a:pt x="20253" y="32585"/>
                </a:lnTo>
                <a:lnTo>
                  <a:pt x="20394" y="32143"/>
                </a:lnTo>
                <a:lnTo>
                  <a:pt x="20595" y="31560"/>
                </a:lnTo>
                <a:lnTo>
                  <a:pt x="20836" y="30866"/>
                </a:lnTo>
                <a:lnTo>
                  <a:pt x="21138" y="30072"/>
                </a:lnTo>
                <a:lnTo>
                  <a:pt x="21479" y="29218"/>
                </a:lnTo>
                <a:lnTo>
                  <a:pt x="21670" y="28766"/>
                </a:lnTo>
                <a:lnTo>
                  <a:pt x="21871" y="28303"/>
                </a:lnTo>
                <a:lnTo>
                  <a:pt x="22092" y="27831"/>
                </a:lnTo>
                <a:lnTo>
                  <a:pt x="22314" y="27359"/>
                </a:lnTo>
                <a:lnTo>
                  <a:pt x="22555" y="26886"/>
                </a:lnTo>
                <a:lnTo>
                  <a:pt x="22796" y="26414"/>
                </a:lnTo>
                <a:lnTo>
                  <a:pt x="23057" y="25951"/>
                </a:lnTo>
                <a:lnTo>
                  <a:pt x="23329" y="25489"/>
                </a:lnTo>
                <a:lnTo>
                  <a:pt x="23610" y="25037"/>
                </a:lnTo>
                <a:lnTo>
                  <a:pt x="23892" y="24595"/>
                </a:lnTo>
                <a:lnTo>
                  <a:pt x="24193" y="24172"/>
                </a:lnTo>
                <a:lnTo>
                  <a:pt x="24505" y="23770"/>
                </a:lnTo>
                <a:lnTo>
                  <a:pt x="24826" y="23388"/>
                </a:lnTo>
                <a:lnTo>
                  <a:pt x="24987" y="23208"/>
                </a:lnTo>
                <a:lnTo>
                  <a:pt x="25158" y="23027"/>
                </a:lnTo>
                <a:lnTo>
                  <a:pt x="25319" y="22856"/>
                </a:lnTo>
                <a:lnTo>
                  <a:pt x="25490" y="22695"/>
                </a:lnTo>
                <a:lnTo>
                  <a:pt x="25660" y="22534"/>
                </a:lnTo>
                <a:lnTo>
                  <a:pt x="25841" y="22393"/>
                </a:lnTo>
                <a:lnTo>
                  <a:pt x="26012" y="22253"/>
                </a:lnTo>
                <a:lnTo>
                  <a:pt x="26193" y="22122"/>
                </a:lnTo>
                <a:lnTo>
                  <a:pt x="26374" y="21991"/>
                </a:lnTo>
                <a:lnTo>
                  <a:pt x="26565" y="21881"/>
                </a:lnTo>
                <a:lnTo>
                  <a:pt x="26937" y="21670"/>
                </a:lnTo>
                <a:lnTo>
                  <a:pt x="27329" y="21469"/>
                </a:lnTo>
                <a:lnTo>
                  <a:pt x="27731" y="21278"/>
                </a:lnTo>
                <a:lnTo>
                  <a:pt x="28153" y="21097"/>
                </a:lnTo>
                <a:lnTo>
                  <a:pt x="28575" y="20926"/>
                </a:lnTo>
                <a:lnTo>
                  <a:pt x="29007" y="20775"/>
                </a:lnTo>
                <a:lnTo>
                  <a:pt x="29440" y="20624"/>
                </a:lnTo>
                <a:lnTo>
                  <a:pt x="29882" y="20484"/>
                </a:lnTo>
                <a:lnTo>
                  <a:pt x="30334" y="20353"/>
                </a:lnTo>
                <a:lnTo>
                  <a:pt x="30776" y="20243"/>
                </a:lnTo>
                <a:lnTo>
                  <a:pt x="31219" y="20132"/>
                </a:lnTo>
                <a:lnTo>
                  <a:pt x="31661" y="20021"/>
                </a:lnTo>
                <a:lnTo>
                  <a:pt x="32103" y="19931"/>
                </a:lnTo>
                <a:lnTo>
                  <a:pt x="32525" y="19841"/>
                </a:lnTo>
                <a:lnTo>
                  <a:pt x="33359" y="19690"/>
                </a:lnTo>
                <a:lnTo>
                  <a:pt x="34153" y="19569"/>
                </a:lnTo>
                <a:lnTo>
                  <a:pt x="34877" y="19469"/>
                </a:lnTo>
                <a:lnTo>
                  <a:pt x="35530" y="19398"/>
                </a:lnTo>
                <a:lnTo>
                  <a:pt x="36103" y="19338"/>
                </a:lnTo>
                <a:lnTo>
                  <a:pt x="36566" y="19298"/>
                </a:lnTo>
                <a:lnTo>
                  <a:pt x="36917" y="19268"/>
                </a:lnTo>
                <a:lnTo>
                  <a:pt x="37209" y="19258"/>
                </a:lnTo>
                <a:lnTo>
                  <a:pt x="36998" y="19197"/>
                </a:lnTo>
                <a:lnTo>
                  <a:pt x="36415" y="19067"/>
                </a:lnTo>
                <a:lnTo>
                  <a:pt x="36003" y="18986"/>
                </a:lnTo>
                <a:lnTo>
                  <a:pt x="35530" y="18906"/>
                </a:lnTo>
                <a:lnTo>
                  <a:pt x="34998" y="18815"/>
                </a:lnTo>
                <a:lnTo>
                  <a:pt x="34425" y="18745"/>
                </a:lnTo>
                <a:lnTo>
                  <a:pt x="33812" y="18685"/>
                </a:lnTo>
                <a:lnTo>
                  <a:pt x="33490" y="18665"/>
                </a:lnTo>
                <a:lnTo>
                  <a:pt x="33168" y="18644"/>
                </a:lnTo>
                <a:lnTo>
                  <a:pt x="32847" y="18634"/>
                </a:lnTo>
                <a:lnTo>
                  <a:pt x="32515" y="18624"/>
                </a:lnTo>
                <a:lnTo>
                  <a:pt x="32183" y="18624"/>
                </a:lnTo>
                <a:lnTo>
                  <a:pt x="31852" y="18644"/>
                </a:lnTo>
                <a:lnTo>
                  <a:pt x="31530" y="18665"/>
                </a:lnTo>
                <a:lnTo>
                  <a:pt x="31198" y="18685"/>
                </a:lnTo>
                <a:lnTo>
                  <a:pt x="30877" y="18725"/>
                </a:lnTo>
                <a:lnTo>
                  <a:pt x="30555" y="18785"/>
                </a:lnTo>
                <a:lnTo>
                  <a:pt x="30234" y="18845"/>
                </a:lnTo>
                <a:lnTo>
                  <a:pt x="29922" y="18916"/>
                </a:lnTo>
                <a:lnTo>
                  <a:pt x="29620" y="19006"/>
                </a:lnTo>
                <a:lnTo>
                  <a:pt x="29329" y="19107"/>
                </a:lnTo>
                <a:lnTo>
                  <a:pt x="29038" y="19227"/>
                </a:lnTo>
                <a:lnTo>
                  <a:pt x="28736" y="19378"/>
                </a:lnTo>
                <a:lnTo>
                  <a:pt x="28414" y="19539"/>
                </a:lnTo>
                <a:lnTo>
                  <a:pt x="28093" y="19720"/>
                </a:lnTo>
                <a:lnTo>
                  <a:pt x="27751" y="19921"/>
                </a:lnTo>
                <a:lnTo>
                  <a:pt x="27409" y="20132"/>
                </a:lnTo>
                <a:lnTo>
                  <a:pt x="27068" y="20363"/>
                </a:lnTo>
                <a:lnTo>
                  <a:pt x="26716" y="20604"/>
                </a:lnTo>
                <a:lnTo>
                  <a:pt x="26364" y="20856"/>
                </a:lnTo>
                <a:lnTo>
                  <a:pt x="26012" y="21117"/>
                </a:lnTo>
                <a:lnTo>
                  <a:pt x="25309" y="21650"/>
                </a:lnTo>
                <a:lnTo>
                  <a:pt x="24615" y="22202"/>
                </a:lnTo>
                <a:lnTo>
                  <a:pt x="23952" y="22755"/>
                </a:lnTo>
                <a:lnTo>
                  <a:pt x="23319" y="23298"/>
                </a:lnTo>
                <a:lnTo>
                  <a:pt x="22736" y="23801"/>
                </a:lnTo>
                <a:lnTo>
                  <a:pt x="22213" y="24273"/>
                </a:lnTo>
                <a:lnTo>
                  <a:pt x="21761" y="24685"/>
                </a:lnTo>
                <a:lnTo>
                  <a:pt x="21107" y="25298"/>
                </a:lnTo>
                <a:lnTo>
                  <a:pt x="20866" y="25529"/>
                </a:lnTo>
                <a:lnTo>
                  <a:pt x="20886" y="25449"/>
                </a:lnTo>
                <a:lnTo>
                  <a:pt x="20916" y="25198"/>
                </a:lnTo>
                <a:lnTo>
                  <a:pt x="20997" y="24826"/>
                </a:lnTo>
                <a:lnTo>
                  <a:pt x="21107" y="24313"/>
                </a:lnTo>
                <a:lnTo>
                  <a:pt x="21178" y="24022"/>
                </a:lnTo>
                <a:lnTo>
                  <a:pt x="21268" y="23700"/>
                </a:lnTo>
                <a:lnTo>
                  <a:pt x="21369" y="23368"/>
                </a:lnTo>
                <a:lnTo>
                  <a:pt x="21479" y="23007"/>
                </a:lnTo>
                <a:lnTo>
                  <a:pt x="21610" y="22625"/>
                </a:lnTo>
                <a:lnTo>
                  <a:pt x="21751" y="22233"/>
                </a:lnTo>
                <a:lnTo>
                  <a:pt x="21911" y="21831"/>
                </a:lnTo>
                <a:lnTo>
                  <a:pt x="22092" y="21408"/>
                </a:lnTo>
                <a:lnTo>
                  <a:pt x="22293" y="20976"/>
                </a:lnTo>
                <a:lnTo>
                  <a:pt x="22504" y="20544"/>
                </a:lnTo>
                <a:lnTo>
                  <a:pt x="22746" y="20102"/>
                </a:lnTo>
                <a:lnTo>
                  <a:pt x="22997" y="19660"/>
                </a:lnTo>
                <a:lnTo>
                  <a:pt x="23278" y="19217"/>
                </a:lnTo>
                <a:lnTo>
                  <a:pt x="23580" y="18775"/>
                </a:lnTo>
                <a:lnTo>
                  <a:pt x="23912" y="18333"/>
                </a:lnTo>
                <a:lnTo>
                  <a:pt x="24253" y="17901"/>
                </a:lnTo>
                <a:lnTo>
                  <a:pt x="24444" y="17680"/>
                </a:lnTo>
                <a:lnTo>
                  <a:pt x="24635" y="17469"/>
                </a:lnTo>
                <a:lnTo>
                  <a:pt x="24826" y="17257"/>
                </a:lnTo>
                <a:lnTo>
                  <a:pt x="25027" y="17056"/>
                </a:lnTo>
                <a:lnTo>
                  <a:pt x="25238" y="16845"/>
                </a:lnTo>
                <a:lnTo>
                  <a:pt x="25459" y="16644"/>
                </a:lnTo>
                <a:lnTo>
                  <a:pt x="25681" y="16453"/>
                </a:lnTo>
                <a:lnTo>
                  <a:pt x="25912" y="16262"/>
                </a:lnTo>
                <a:lnTo>
                  <a:pt x="26153" y="16071"/>
                </a:lnTo>
                <a:lnTo>
                  <a:pt x="26394" y="15880"/>
                </a:lnTo>
                <a:lnTo>
                  <a:pt x="26645" y="15700"/>
                </a:lnTo>
                <a:lnTo>
                  <a:pt x="26907" y="15529"/>
                </a:lnTo>
                <a:lnTo>
                  <a:pt x="27168" y="15358"/>
                </a:lnTo>
                <a:lnTo>
                  <a:pt x="27449" y="15187"/>
                </a:lnTo>
                <a:lnTo>
                  <a:pt x="27731" y="15036"/>
                </a:lnTo>
                <a:lnTo>
                  <a:pt x="28022" y="14875"/>
                </a:lnTo>
                <a:lnTo>
                  <a:pt x="28605" y="14584"/>
                </a:lnTo>
                <a:lnTo>
                  <a:pt x="29178" y="14303"/>
                </a:lnTo>
                <a:lnTo>
                  <a:pt x="29751" y="14041"/>
                </a:lnTo>
                <a:lnTo>
                  <a:pt x="30314" y="13780"/>
                </a:lnTo>
                <a:lnTo>
                  <a:pt x="30857" y="13539"/>
                </a:lnTo>
                <a:lnTo>
                  <a:pt x="31399" y="13307"/>
                </a:lnTo>
                <a:lnTo>
                  <a:pt x="31932" y="13096"/>
                </a:lnTo>
                <a:lnTo>
                  <a:pt x="32445" y="12885"/>
                </a:lnTo>
                <a:lnTo>
                  <a:pt x="33440" y="12513"/>
                </a:lnTo>
                <a:lnTo>
                  <a:pt x="34374" y="12172"/>
                </a:lnTo>
                <a:lnTo>
                  <a:pt x="35249" y="11880"/>
                </a:lnTo>
                <a:lnTo>
                  <a:pt x="36063" y="11629"/>
                </a:lnTo>
                <a:lnTo>
                  <a:pt x="36797" y="11418"/>
                </a:lnTo>
                <a:lnTo>
                  <a:pt x="37450" y="11237"/>
                </a:lnTo>
                <a:lnTo>
                  <a:pt x="38023" y="11096"/>
                </a:lnTo>
                <a:lnTo>
                  <a:pt x="38505" y="10976"/>
                </a:lnTo>
                <a:lnTo>
                  <a:pt x="39169" y="10835"/>
                </a:lnTo>
                <a:lnTo>
                  <a:pt x="39400" y="10795"/>
                </a:lnTo>
                <a:lnTo>
                  <a:pt x="38284" y="10795"/>
                </a:lnTo>
                <a:lnTo>
                  <a:pt x="37711" y="10805"/>
                </a:lnTo>
                <a:lnTo>
                  <a:pt x="37068" y="10835"/>
                </a:lnTo>
                <a:lnTo>
                  <a:pt x="36354" y="10865"/>
                </a:lnTo>
                <a:lnTo>
                  <a:pt x="35591" y="10925"/>
                </a:lnTo>
                <a:lnTo>
                  <a:pt x="34787" y="10996"/>
                </a:lnTo>
                <a:lnTo>
                  <a:pt x="33962" y="11086"/>
                </a:lnTo>
                <a:lnTo>
                  <a:pt x="33550" y="11136"/>
                </a:lnTo>
                <a:lnTo>
                  <a:pt x="33138" y="11207"/>
                </a:lnTo>
                <a:lnTo>
                  <a:pt x="32726" y="11267"/>
                </a:lnTo>
                <a:lnTo>
                  <a:pt x="32324" y="11348"/>
                </a:lnTo>
                <a:lnTo>
                  <a:pt x="31922" y="11428"/>
                </a:lnTo>
                <a:lnTo>
                  <a:pt x="31530" y="11518"/>
                </a:lnTo>
                <a:lnTo>
                  <a:pt x="31148" y="11619"/>
                </a:lnTo>
                <a:lnTo>
                  <a:pt x="30786" y="11729"/>
                </a:lnTo>
                <a:lnTo>
                  <a:pt x="30435" y="11850"/>
                </a:lnTo>
                <a:lnTo>
                  <a:pt x="30093" y="11971"/>
                </a:lnTo>
                <a:lnTo>
                  <a:pt x="29781" y="12111"/>
                </a:lnTo>
                <a:lnTo>
                  <a:pt x="29480" y="12252"/>
                </a:lnTo>
                <a:lnTo>
                  <a:pt x="28897" y="12574"/>
                </a:lnTo>
                <a:lnTo>
                  <a:pt x="28314" y="12915"/>
                </a:lnTo>
                <a:lnTo>
                  <a:pt x="27721" y="13297"/>
                </a:lnTo>
                <a:lnTo>
                  <a:pt x="27128" y="13689"/>
                </a:lnTo>
                <a:lnTo>
                  <a:pt x="26535" y="14112"/>
                </a:lnTo>
                <a:lnTo>
                  <a:pt x="25962" y="14554"/>
                </a:lnTo>
                <a:lnTo>
                  <a:pt x="25399" y="15006"/>
                </a:lnTo>
                <a:lnTo>
                  <a:pt x="24866" y="15458"/>
                </a:lnTo>
                <a:lnTo>
                  <a:pt x="24354" y="15931"/>
                </a:lnTo>
                <a:lnTo>
                  <a:pt x="24103" y="16162"/>
                </a:lnTo>
                <a:lnTo>
                  <a:pt x="23871" y="16403"/>
                </a:lnTo>
                <a:lnTo>
                  <a:pt x="23640" y="16634"/>
                </a:lnTo>
                <a:lnTo>
                  <a:pt x="23419" y="16876"/>
                </a:lnTo>
                <a:lnTo>
                  <a:pt x="23218" y="17107"/>
                </a:lnTo>
                <a:lnTo>
                  <a:pt x="23017" y="17338"/>
                </a:lnTo>
                <a:lnTo>
                  <a:pt x="22826" y="17569"/>
                </a:lnTo>
                <a:lnTo>
                  <a:pt x="22655" y="17800"/>
                </a:lnTo>
                <a:lnTo>
                  <a:pt x="22494" y="18031"/>
                </a:lnTo>
                <a:lnTo>
                  <a:pt x="22344" y="18252"/>
                </a:lnTo>
                <a:lnTo>
                  <a:pt x="22213" y="18474"/>
                </a:lnTo>
                <a:lnTo>
                  <a:pt x="22092" y="18685"/>
                </a:lnTo>
                <a:lnTo>
                  <a:pt x="21982" y="18906"/>
                </a:lnTo>
                <a:lnTo>
                  <a:pt x="21891" y="19107"/>
                </a:lnTo>
                <a:lnTo>
                  <a:pt x="21721" y="19579"/>
                </a:lnTo>
                <a:lnTo>
                  <a:pt x="21520" y="20162"/>
                </a:lnTo>
                <a:lnTo>
                  <a:pt x="21308" y="20825"/>
                </a:lnTo>
                <a:lnTo>
                  <a:pt x="21087" y="21559"/>
                </a:lnTo>
                <a:lnTo>
                  <a:pt x="20866" y="22343"/>
                </a:lnTo>
                <a:lnTo>
                  <a:pt x="20635" y="23167"/>
                </a:lnTo>
                <a:lnTo>
                  <a:pt x="20183" y="24816"/>
                </a:lnTo>
                <a:lnTo>
                  <a:pt x="19771" y="26364"/>
                </a:lnTo>
                <a:lnTo>
                  <a:pt x="19429" y="27660"/>
                </a:lnTo>
                <a:lnTo>
                  <a:pt x="19117" y="28886"/>
                </a:lnTo>
                <a:lnTo>
                  <a:pt x="19067" y="28585"/>
                </a:lnTo>
                <a:lnTo>
                  <a:pt x="19017" y="28223"/>
                </a:lnTo>
                <a:lnTo>
                  <a:pt x="18957" y="27740"/>
                </a:lnTo>
                <a:lnTo>
                  <a:pt x="18896" y="27147"/>
                </a:lnTo>
                <a:lnTo>
                  <a:pt x="18836" y="26464"/>
                </a:lnTo>
                <a:lnTo>
                  <a:pt x="18796" y="25690"/>
                </a:lnTo>
                <a:lnTo>
                  <a:pt x="18786" y="25278"/>
                </a:lnTo>
                <a:lnTo>
                  <a:pt x="18776" y="24856"/>
                </a:lnTo>
                <a:lnTo>
                  <a:pt x="18776" y="24414"/>
                </a:lnTo>
                <a:lnTo>
                  <a:pt x="18786" y="23961"/>
                </a:lnTo>
                <a:lnTo>
                  <a:pt x="18796" y="23499"/>
                </a:lnTo>
                <a:lnTo>
                  <a:pt x="18826" y="23017"/>
                </a:lnTo>
                <a:lnTo>
                  <a:pt x="18866" y="22544"/>
                </a:lnTo>
                <a:lnTo>
                  <a:pt x="18916" y="22052"/>
                </a:lnTo>
                <a:lnTo>
                  <a:pt x="18977" y="21559"/>
                </a:lnTo>
                <a:lnTo>
                  <a:pt x="19057" y="21067"/>
                </a:lnTo>
                <a:lnTo>
                  <a:pt x="19148" y="20574"/>
                </a:lnTo>
                <a:lnTo>
                  <a:pt x="19258" y="20082"/>
                </a:lnTo>
                <a:lnTo>
                  <a:pt x="19379" y="19589"/>
                </a:lnTo>
                <a:lnTo>
                  <a:pt x="19529" y="19097"/>
                </a:lnTo>
                <a:lnTo>
                  <a:pt x="19690" y="18614"/>
                </a:lnTo>
                <a:lnTo>
                  <a:pt x="19861" y="18142"/>
                </a:lnTo>
                <a:lnTo>
                  <a:pt x="20062" y="17670"/>
                </a:lnTo>
                <a:lnTo>
                  <a:pt x="20173" y="17438"/>
                </a:lnTo>
                <a:lnTo>
                  <a:pt x="20283" y="17217"/>
                </a:lnTo>
                <a:lnTo>
                  <a:pt x="20535" y="16755"/>
                </a:lnTo>
                <a:lnTo>
                  <a:pt x="20796" y="16283"/>
                </a:lnTo>
                <a:lnTo>
                  <a:pt x="21077" y="15790"/>
                </a:lnTo>
                <a:lnTo>
                  <a:pt x="21369" y="15298"/>
                </a:lnTo>
                <a:lnTo>
                  <a:pt x="21680" y="14795"/>
                </a:lnTo>
                <a:lnTo>
                  <a:pt x="22002" y="14282"/>
                </a:lnTo>
                <a:lnTo>
                  <a:pt x="22675" y="13247"/>
                </a:lnTo>
                <a:lnTo>
                  <a:pt x="23379" y="12202"/>
                </a:lnTo>
                <a:lnTo>
                  <a:pt x="24103" y="11177"/>
                </a:lnTo>
                <a:lnTo>
                  <a:pt x="24816" y="10172"/>
                </a:lnTo>
                <a:lnTo>
                  <a:pt x="25520" y="9207"/>
                </a:lnTo>
                <a:lnTo>
                  <a:pt x="26193" y="8302"/>
                </a:lnTo>
                <a:lnTo>
                  <a:pt x="26826" y="7468"/>
                </a:lnTo>
                <a:lnTo>
                  <a:pt x="27902" y="6071"/>
                </a:lnTo>
                <a:lnTo>
                  <a:pt x="28625" y="5146"/>
                </a:lnTo>
                <a:lnTo>
                  <a:pt x="28897" y="4815"/>
                </a:lnTo>
                <a:lnTo>
                  <a:pt x="28555" y="5146"/>
                </a:lnTo>
                <a:lnTo>
                  <a:pt x="27651" y="6031"/>
                </a:lnTo>
                <a:lnTo>
                  <a:pt x="26344" y="7337"/>
                </a:lnTo>
                <a:lnTo>
                  <a:pt x="25610" y="8091"/>
                </a:lnTo>
                <a:lnTo>
                  <a:pt x="24826" y="8895"/>
                </a:lnTo>
                <a:lnTo>
                  <a:pt x="24042" y="9729"/>
                </a:lnTo>
                <a:lnTo>
                  <a:pt x="23258" y="10564"/>
                </a:lnTo>
                <a:lnTo>
                  <a:pt x="22515" y="11398"/>
                </a:lnTo>
                <a:lnTo>
                  <a:pt x="21821" y="12202"/>
                </a:lnTo>
                <a:lnTo>
                  <a:pt x="21499" y="12584"/>
                </a:lnTo>
                <a:lnTo>
                  <a:pt x="21198" y="12946"/>
                </a:lnTo>
                <a:lnTo>
                  <a:pt x="20916" y="13307"/>
                </a:lnTo>
                <a:lnTo>
                  <a:pt x="20675" y="13639"/>
                </a:lnTo>
                <a:lnTo>
                  <a:pt x="20454" y="13951"/>
                </a:lnTo>
                <a:lnTo>
                  <a:pt x="20263" y="14232"/>
                </a:lnTo>
                <a:lnTo>
                  <a:pt x="20112" y="14504"/>
                </a:lnTo>
                <a:lnTo>
                  <a:pt x="19992" y="14735"/>
                </a:lnTo>
                <a:lnTo>
                  <a:pt x="19891" y="14966"/>
                </a:lnTo>
                <a:lnTo>
                  <a:pt x="19791" y="15247"/>
                </a:lnTo>
                <a:lnTo>
                  <a:pt x="19560" y="15891"/>
                </a:lnTo>
                <a:lnTo>
                  <a:pt x="19308" y="16654"/>
                </a:lnTo>
                <a:lnTo>
                  <a:pt x="19037" y="17499"/>
                </a:lnTo>
                <a:lnTo>
                  <a:pt x="18766" y="18403"/>
                </a:lnTo>
                <a:lnTo>
                  <a:pt x="18484" y="19358"/>
                </a:lnTo>
                <a:lnTo>
                  <a:pt x="17931" y="21298"/>
                </a:lnTo>
                <a:lnTo>
                  <a:pt x="17429" y="23127"/>
                </a:lnTo>
                <a:lnTo>
                  <a:pt x="17017" y="24665"/>
                </a:lnTo>
                <a:lnTo>
                  <a:pt x="16645" y="26112"/>
                </a:lnTo>
                <a:lnTo>
                  <a:pt x="16534" y="25931"/>
                </a:lnTo>
                <a:lnTo>
                  <a:pt x="16263" y="25439"/>
                </a:lnTo>
                <a:lnTo>
                  <a:pt x="16092" y="25087"/>
                </a:lnTo>
                <a:lnTo>
                  <a:pt x="15891" y="24685"/>
                </a:lnTo>
                <a:lnTo>
                  <a:pt x="15690" y="24243"/>
                </a:lnTo>
                <a:lnTo>
                  <a:pt x="15489" y="23760"/>
                </a:lnTo>
                <a:lnTo>
                  <a:pt x="15298" y="23248"/>
                </a:lnTo>
                <a:lnTo>
                  <a:pt x="15208" y="22986"/>
                </a:lnTo>
                <a:lnTo>
                  <a:pt x="15127" y="22715"/>
                </a:lnTo>
                <a:lnTo>
                  <a:pt x="15047" y="22444"/>
                </a:lnTo>
                <a:lnTo>
                  <a:pt x="14976" y="22172"/>
                </a:lnTo>
                <a:lnTo>
                  <a:pt x="14906" y="21891"/>
                </a:lnTo>
                <a:lnTo>
                  <a:pt x="14856" y="21620"/>
                </a:lnTo>
                <a:lnTo>
                  <a:pt x="14816" y="21348"/>
                </a:lnTo>
                <a:lnTo>
                  <a:pt x="14775" y="21077"/>
                </a:lnTo>
                <a:lnTo>
                  <a:pt x="14765" y="20805"/>
                </a:lnTo>
                <a:lnTo>
                  <a:pt x="14755" y="20544"/>
                </a:lnTo>
                <a:lnTo>
                  <a:pt x="14765" y="20283"/>
                </a:lnTo>
                <a:lnTo>
                  <a:pt x="14785" y="20031"/>
                </a:lnTo>
                <a:lnTo>
                  <a:pt x="14826" y="19780"/>
                </a:lnTo>
                <a:lnTo>
                  <a:pt x="14886" y="19549"/>
                </a:lnTo>
                <a:lnTo>
                  <a:pt x="15188" y="18504"/>
                </a:lnTo>
                <a:lnTo>
                  <a:pt x="15348" y="17911"/>
                </a:lnTo>
                <a:lnTo>
                  <a:pt x="15519" y="17267"/>
                </a:lnTo>
                <a:lnTo>
                  <a:pt x="15680" y="16584"/>
                </a:lnTo>
                <a:lnTo>
                  <a:pt x="15821" y="15860"/>
                </a:lnTo>
                <a:lnTo>
                  <a:pt x="15961" y="15117"/>
                </a:lnTo>
                <a:lnTo>
                  <a:pt x="16022" y="14725"/>
                </a:lnTo>
                <a:lnTo>
                  <a:pt x="16072" y="14333"/>
                </a:lnTo>
                <a:lnTo>
                  <a:pt x="16122" y="13931"/>
                </a:lnTo>
                <a:lnTo>
                  <a:pt x="16162" y="13529"/>
                </a:lnTo>
                <a:lnTo>
                  <a:pt x="16193" y="13117"/>
                </a:lnTo>
                <a:lnTo>
                  <a:pt x="16223" y="12704"/>
                </a:lnTo>
                <a:lnTo>
                  <a:pt x="16233" y="12282"/>
                </a:lnTo>
                <a:lnTo>
                  <a:pt x="16243" y="11860"/>
                </a:lnTo>
                <a:lnTo>
                  <a:pt x="16243" y="11438"/>
                </a:lnTo>
                <a:lnTo>
                  <a:pt x="16223" y="11016"/>
                </a:lnTo>
                <a:lnTo>
                  <a:pt x="16193" y="10584"/>
                </a:lnTo>
                <a:lnTo>
                  <a:pt x="16152" y="10152"/>
                </a:lnTo>
                <a:lnTo>
                  <a:pt x="16102" y="9729"/>
                </a:lnTo>
                <a:lnTo>
                  <a:pt x="16032" y="9297"/>
                </a:lnTo>
                <a:lnTo>
                  <a:pt x="15951" y="8865"/>
                </a:lnTo>
                <a:lnTo>
                  <a:pt x="15861" y="8433"/>
                </a:lnTo>
                <a:lnTo>
                  <a:pt x="15750" y="8011"/>
                </a:lnTo>
                <a:lnTo>
                  <a:pt x="15620" y="7589"/>
                </a:lnTo>
                <a:lnTo>
                  <a:pt x="14615" y="4493"/>
                </a:lnTo>
                <a:lnTo>
                  <a:pt x="13831" y="2091"/>
                </a:lnTo>
                <a:lnTo>
                  <a:pt x="131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2">
            <a:extLst>
              <a:ext uri="{FF2B5EF4-FFF2-40B4-BE49-F238E27FC236}">
                <a16:creationId xmlns:a16="http://schemas.microsoft.com/office/drawing/2014/main" id="{4373594E-3FBE-A67A-4C19-DEEBC799D917}"/>
              </a:ext>
            </a:extLst>
          </p:cNvPr>
          <p:cNvSpPr/>
          <p:nvPr/>
        </p:nvSpPr>
        <p:spPr>
          <a:xfrm>
            <a:off x="4665581" y="2797729"/>
            <a:ext cx="1319453" cy="1436467"/>
          </a:xfrm>
          <a:custGeom>
            <a:avLst/>
            <a:gdLst/>
            <a:ahLst/>
            <a:cxnLst/>
            <a:rect l="l" t="t" r="r" b="b"/>
            <a:pathLst>
              <a:path w="67543" h="73533" extrusionOk="0">
                <a:moveTo>
                  <a:pt x="33239" y="36968"/>
                </a:moveTo>
                <a:lnTo>
                  <a:pt x="33380" y="36988"/>
                </a:lnTo>
                <a:lnTo>
                  <a:pt x="33520" y="37008"/>
                </a:lnTo>
                <a:lnTo>
                  <a:pt x="33651" y="37038"/>
                </a:lnTo>
                <a:lnTo>
                  <a:pt x="33792" y="37078"/>
                </a:lnTo>
                <a:lnTo>
                  <a:pt x="33922" y="37118"/>
                </a:lnTo>
                <a:lnTo>
                  <a:pt x="34063" y="37169"/>
                </a:lnTo>
                <a:lnTo>
                  <a:pt x="34194" y="37229"/>
                </a:lnTo>
                <a:lnTo>
                  <a:pt x="34324" y="37299"/>
                </a:lnTo>
                <a:lnTo>
                  <a:pt x="34445" y="37370"/>
                </a:lnTo>
                <a:lnTo>
                  <a:pt x="34576" y="37450"/>
                </a:lnTo>
                <a:lnTo>
                  <a:pt x="34696" y="37540"/>
                </a:lnTo>
                <a:lnTo>
                  <a:pt x="34817" y="37631"/>
                </a:lnTo>
                <a:lnTo>
                  <a:pt x="34937" y="37731"/>
                </a:lnTo>
                <a:lnTo>
                  <a:pt x="35048" y="37842"/>
                </a:lnTo>
                <a:lnTo>
                  <a:pt x="35159" y="37953"/>
                </a:lnTo>
                <a:lnTo>
                  <a:pt x="35259" y="38073"/>
                </a:lnTo>
                <a:lnTo>
                  <a:pt x="35360" y="38194"/>
                </a:lnTo>
                <a:lnTo>
                  <a:pt x="35460" y="38324"/>
                </a:lnTo>
                <a:lnTo>
                  <a:pt x="35551" y="38455"/>
                </a:lnTo>
                <a:lnTo>
                  <a:pt x="35641" y="38596"/>
                </a:lnTo>
                <a:lnTo>
                  <a:pt x="35721" y="38737"/>
                </a:lnTo>
                <a:lnTo>
                  <a:pt x="35802" y="38887"/>
                </a:lnTo>
                <a:lnTo>
                  <a:pt x="35872" y="39048"/>
                </a:lnTo>
                <a:lnTo>
                  <a:pt x="35943" y="39209"/>
                </a:lnTo>
                <a:lnTo>
                  <a:pt x="36003" y="39370"/>
                </a:lnTo>
                <a:lnTo>
                  <a:pt x="36053" y="39531"/>
                </a:lnTo>
                <a:lnTo>
                  <a:pt x="36103" y="39701"/>
                </a:lnTo>
                <a:lnTo>
                  <a:pt x="36144" y="39872"/>
                </a:lnTo>
                <a:lnTo>
                  <a:pt x="36184" y="40043"/>
                </a:lnTo>
                <a:lnTo>
                  <a:pt x="36204" y="40214"/>
                </a:lnTo>
                <a:lnTo>
                  <a:pt x="36224" y="40385"/>
                </a:lnTo>
                <a:lnTo>
                  <a:pt x="36234" y="40546"/>
                </a:lnTo>
                <a:lnTo>
                  <a:pt x="36244" y="40717"/>
                </a:lnTo>
                <a:lnTo>
                  <a:pt x="36234" y="40877"/>
                </a:lnTo>
                <a:lnTo>
                  <a:pt x="36234" y="41038"/>
                </a:lnTo>
                <a:lnTo>
                  <a:pt x="36214" y="41199"/>
                </a:lnTo>
                <a:lnTo>
                  <a:pt x="36194" y="41350"/>
                </a:lnTo>
                <a:lnTo>
                  <a:pt x="36164" y="41511"/>
                </a:lnTo>
                <a:lnTo>
                  <a:pt x="36134" y="41661"/>
                </a:lnTo>
                <a:lnTo>
                  <a:pt x="36093" y="41802"/>
                </a:lnTo>
                <a:lnTo>
                  <a:pt x="36043" y="41953"/>
                </a:lnTo>
                <a:lnTo>
                  <a:pt x="35993" y="42094"/>
                </a:lnTo>
                <a:lnTo>
                  <a:pt x="35933" y="42224"/>
                </a:lnTo>
                <a:lnTo>
                  <a:pt x="35862" y="42365"/>
                </a:lnTo>
                <a:lnTo>
                  <a:pt x="35792" y="42485"/>
                </a:lnTo>
                <a:lnTo>
                  <a:pt x="35721" y="42606"/>
                </a:lnTo>
                <a:lnTo>
                  <a:pt x="35641" y="42727"/>
                </a:lnTo>
                <a:lnTo>
                  <a:pt x="35551" y="42837"/>
                </a:lnTo>
                <a:lnTo>
                  <a:pt x="35460" y="42948"/>
                </a:lnTo>
                <a:lnTo>
                  <a:pt x="35360" y="43048"/>
                </a:lnTo>
                <a:lnTo>
                  <a:pt x="35259" y="43149"/>
                </a:lnTo>
                <a:lnTo>
                  <a:pt x="35149" y="43239"/>
                </a:lnTo>
                <a:lnTo>
                  <a:pt x="35038" y="43320"/>
                </a:lnTo>
                <a:lnTo>
                  <a:pt x="34917" y="43390"/>
                </a:lnTo>
                <a:lnTo>
                  <a:pt x="34797" y="43460"/>
                </a:lnTo>
                <a:lnTo>
                  <a:pt x="34676" y="43521"/>
                </a:lnTo>
                <a:lnTo>
                  <a:pt x="34545" y="43581"/>
                </a:lnTo>
                <a:lnTo>
                  <a:pt x="34405" y="43621"/>
                </a:lnTo>
                <a:lnTo>
                  <a:pt x="34264" y="43661"/>
                </a:lnTo>
                <a:lnTo>
                  <a:pt x="34133" y="43692"/>
                </a:lnTo>
                <a:lnTo>
                  <a:pt x="33993" y="43712"/>
                </a:lnTo>
                <a:lnTo>
                  <a:pt x="33852" y="43722"/>
                </a:lnTo>
                <a:lnTo>
                  <a:pt x="33711" y="43722"/>
                </a:lnTo>
                <a:lnTo>
                  <a:pt x="33571" y="43712"/>
                </a:lnTo>
                <a:lnTo>
                  <a:pt x="33430" y="43702"/>
                </a:lnTo>
                <a:lnTo>
                  <a:pt x="33299" y="43682"/>
                </a:lnTo>
                <a:lnTo>
                  <a:pt x="33158" y="43651"/>
                </a:lnTo>
                <a:lnTo>
                  <a:pt x="33018" y="43611"/>
                </a:lnTo>
                <a:lnTo>
                  <a:pt x="32887" y="43571"/>
                </a:lnTo>
                <a:lnTo>
                  <a:pt x="32756" y="43511"/>
                </a:lnTo>
                <a:lnTo>
                  <a:pt x="32626" y="43450"/>
                </a:lnTo>
                <a:lnTo>
                  <a:pt x="32495" y="43390"/>
                </a:lnTo>
                <a:lnTo>
                  <a:pt x="32364" y="43320"/>
                </a:lnTo>
                <a:lnTo>
                  <a:pt x="32234" y="43229"/>
                </a:lnTo>
                <a:lnTo>
                  <a:pt x="32113" y="43149"/>
                </a:lnTo>
                <a:lnTo>
                  <a:pt x="31993" y="43058"/>
                </a:lnTo>
                <a:lnTo>
                  <a:pt x="31882" y="42958"/>
                </a:lnTo>
                <a:lnTo>
                  <a:pt x="31771" y="42847"/>
                </a:lnTo>
                <a:lnTo>
                  <a:pt x="31661" y="42737"/>
                </a:lnTo>
                <a:lnTo>
                  <a:pt x="31550" y="42616"/>
                </a:lnTo>
                <a:lnTo>
                  <a:pt x="31450" y="42496"/>
                </a:lnTo>
                <a:lnTo>
                  <a:pt x="31349" y="42365"/>
                </a:lnTo>
                <a:lnTo>
                  <a:pt x="31259" y="42234"/>
                </a:lnTo>
                <a:lnTo>
                  <a:pt x="31168" y="42094"/>
                </a:lnTo>
                <a:lnTo>
                  <a:pt x="31088" y="41943"/>
                </a:lnTo>
                <a:lnTo>
                  <a:pt x="31008" y="41792"/>
                </a:lnTo>
                <a:lnTo>
                  <a:pt x="30937" y="41641"/>
                </a:lnTo>
                <a:lnTo>
                  <a:pt x="30867" y="41480"/>
                </a:lnTo>
                <a:lnTo>
                  <a:pt x="30807" y="41320"/>
                </a:lnTo>
                <a:lnTo>
                  <a:pt x="30756" y="41149"/>
                </a:lnTo>
                <a:lnTo>
                  <a:pt x="30706" y="40978"/>
                </a:lnTo>
                <a:lnTo>
                  <a:pt x="30666" y="40817"/>
                </a:lnTo>
                <a:lnTo>
                  <a:pt x="30636" y="40646"/>
                </a:lnTo>
                <a:lnTo>
                  <a:pt x="30606" y="40475"/>
                </a:lnTo>
                <a:lnTo>
                  <a:pt x="30585" y="40304"/>
                </a:lnTo>
                <a:lnTo>
                  <a:pt x="30575" y="40144"/>
                </a:lnTo>
                <a:lnTo>
                  <a:pt x="30575" y="39973"/>
                </a:lnTo>
                <a:lnTo>
                  <a:pt x="30575" y="39812"/>
                </a:lnTo>
                <a:lnTo>
                  <a:pt x="30585" y="39651"/>
                </a:lnTo>
                <a:lnTo>
                  <a:pt x="30596" y="39490"/>
                </a:lnTo>
                <a:lnTo>
                  <a:pt x="30616" y="39330"/>
                </a:lnTo>
                <a:lnTo>
                  <a:pt x="30646" y="39179"/>
                </a:lnTo>
                <a:lnTo>
                  <a:pt x="30686" y="39028"/>
                </a:lnTo>
                <a:lnTo>
                  <a:pt x="30726" y="38877"/>
                </a:lnTo>
                <a:lnTo>
                  <a:pt x="30776" y="38737"/>
                </a:lnTo>
                <a:lnTo>
                  <a:pt x="30827" y="38596"/>
                </a:lnTo>
                <a:lnTo>
                  <a:pt x="30887" y="38455"/>
                </a:lnTo>
                <a:lnTo>
                  <a:pt x="30947" y="38324"/>
                </a:lnTo>
                <a:lnTo>
                  <a:pt x="31018" y="38204"/>
                </a:lnTo>
                <a:lnTo>
                  <a:pt x="31098" y="38073"/>
                </a:lnTo>
                <a:lnTo>
                  <a:pt x="31178" y="37963"/>
                </a:lnTo>
                <a:lnTo>
                  <a:pt x="31259" y="37842"/>
                </a:lnTo>
                <a:lnTo>
                  <a:pt x="31359" y="37742"/>
                </a:lnTo>
                <a:lnTo>
                  <a:pt x="31450" y="37641"/>
                </a:lnTo>
                <a:lnTo>
                  <a:pt x="31560" y="37540"/>
                </a:lnTo>
                <a:lnTo>
                  <a:pt x="31661" y="37450"/>
                </a:lnTo>
                <a:lnTo>
                  <a:pt x="31771" y="37370"/>
                </a:lnTo>
                <a:lnTo>
                  <a:pt x="31892" y="37289"/>
                </a:lnTo>
                <a:lnTo>
                  <a:pt x="32013" y="37229"/>
                </a:lnTo>
                <a:lnTo>
                  <a:pt x="32143" y="37169"/>
                </a:lnTo>
                <a:lnTo>
                  <a:pt x="32274" y="37108"/>
                </a:lnTo>
                <a:lnTo>
                  <a:pt x="32405" y="37068"/>
                </a:lnTo>
                <a:lnTo>
                  <a:pt x="32545" y="37028"/>
                </a:lnTo>
                <a:lnTo>
                  <a:pt x="32686" y="36998"/>
                </a:lnTo>
                <a:lnTo>
                  <a:pt x="32827" y="36978"/>
                </a:lnTo>
                <a:lnTo>
                  <a:pt x="32957" y="36968"/>
                </a:lnTo>
                <a:close/>
                <a:moveTo>
                  <a:pt x="35159" y="1"/>
                </a:moveTo>
                <a:lnTo>
                  <a:pt x="32244" y="8906"/>
                </a:lnTo>
                <a:lnTo>
                  <a:pt x="29178" y="3800"/>
                </a:lnTo>
                <a:lnTo>
                  <a:pt x="29490" y="4835"/>
                </a:lnTo>
                <a:lnTo>
                  <a:pt x="29822" y="5921"/>
                </a:lnTo>
                <a:lnTo>
                  <a:pt x="30234" y="7187"/>
                </a:lnTo>
                <a:lnTo>
                  <a:pt x="30455" y="7850"/>
                </a:lnTo>
                <a:lnTo>
                  <a:pt x="30686" y="8504"/>
                </a:lnTo>
                <a:lnTo>
                  <a:pt x="30917" y="9127"/>
                </a:lnTo>
                <a:lnTo>
                  <a:pt x="31148" y="9710"/>
                </a:lnTo>
                <a:lnTo>
                  <a:pt x="31369" y="10222"/>
                </a:lnTo>
                <a:lnTo>
                  <a:pt x="31470" y="10453"/>
                </a:lnTo>
                <a:lnTo>
                  <a:pt x="31581" y="10665"/>
                </a:lnTo>
                <a:lnTo>
                  <a:pt x="31681" y="10855"/>
                </a:lnTo>
                <a:lnTo>
                  <a:pt x="31771" y="11006"/>
                </a:lnTo>
                <a:lnTo>
                  <a:pt x="31862" y="11137"/>
                </a:lnTo>
                <a:lnTo>
                  <a:pt x="31952" y="11237"/>
                </a:lnTo>
                <a:lnTo>
                  <a:pt x="32033" y="11328"/>
                </a:lnTo>
                <a:lnTo>
                  <a:pt x="32113" y="11428"/>
                </a:lnTo>
                <a:lnTo>
                  <a:pt x="32304" y="11680"/>
                </a:lnTo>
                <a:lnTo>
                  <a:pt x="32485" y="11971"/>
                </a:lnTo>
                <a:lnTo>
                  <a:pt x="32686" y="12293"/>
                </a:lnTo>
                <a:lnTo>
                  <a:pt x="32877" y="12645"/>
                </a:lnTo>
                <a:lnTo>
                  <a:pt x="33068" y="13006"/>
                </a:lnTo>
                <a:lnTo>
                  <a:pt x="33259" y="13378"/>
                </a:lnTo>
                <a:lnTo>
                  <a:pt x="33440" y="13750"/>
                </a:lnTo>
                <a:lnTo>
                  <a:pt x="33772" y="14464"/>
                </a:lnTo>
                <a:lnTo>
                  <a:pt x="34043" y="15057"/>
                </a:lnTo>
                <a:lnTo>
                  <a:pt x="34284" y="15620"/>
                </a:lnTo>
                <a:lnTo>
                  <a:pt x="32093" y="23489"/>
                </a:lnTo>
                <a:lnTo>
                  <a:pt x="31952" y="23399"/>
                </a:lnTo>
                <a:lnTo>
                  <a:pt x="31782" y="23268"/>
                </a:lnTo>
                <a:lnTo>
                  <a:pt x="31560" y="23087"/>
                </a:lnTo>
                <a:lnTo>
                  <a:pt x="31289" y="22846"/>
                </a:lnTo>
                <a:lnTo>
                  <a:pt x="30967" y="22535"/>
                </a:lnTo>
                <a:lnTo>
                  <a:pt x="30616" y="22173"/>
                </a:lnTo>
                <a:lnTo>
                  <a:pt x="30425" y="21962"/>
                </a:lnTo>
                <a:lnTo>
                  <a:pt x="30234" y="21741"/>
                </a:lnTo>
                <a:lnTo>
                  <a:pt x="30033" y="21499"/>
                </a:lnTo>
                <a:lnTo>
                  <a:pt x="29822" y="21238"/>
                </a:lnTo>
                <a:lnTo>
                  <a:pt x="29611" y="20967"/>
                </a:lnTo>
                <a:lnTo>
                  <a:pt x="29399" y="20675"/>
                </a:lnTo>
                <a:lnTo>
                  <a:pt x="29188" y="20364"/>
                </a:lnTo>
                <a:lnTo>
                  <a:pt x="28967" y="20032"/>
                </a:lnTo>
                <a:lnTo>
                  <a:pt x="28746" y="19680"/>
                </a:lnTo>
                <a:lnTo>
                  <a:pt x="28525" y="19308"/>
                </a:lnTo>
                <a:lnTo>
                  <a:pt x="28304" y="18916"/>
                </a:lnTo>
                <a:lnTo>
                  <a:pt x="28083" y="18514"/>
                </a:lnTo>
                <a:lnTo>
                  <a:pt x="27872" y="18082"/>
                </a:lnTo>
                <a:lnTo>
                  <a:pt x="27651" y="17630"/>
                </a:lnTo>
                <a:lnTo>
                  <a:pt x="27440" y="17157"/>
                </a:lnTo>
                <a:lnTo>
                  <a:pt x="27239" y="16665"/>
                </a:lnTo>
                <a:lnTo>
                  <a:pt x="27038" y="16152"/>
                </a:lnTo>
                <a:lnTo>
                  <a:pt x="26837" y="15620"/>
                </a:lnTo>
                <a:lnTo>
                  <a:pt x="26455" y="14524"/>
                </a:lnTo>
                <a:lnTo>
                  <a:pt x="26073" y="13459"/>
                </a:lnTo>
                <a:lnTo>
                  <a:pt x="25319" y="11418"/>
                </a:lnTo>
                <a:lnTo>
                  <a:pt x="24605" y="9539"/>
                </a:lnTo>
                <a:lnTo>
                  <a:pt x="23962" y="7880"/>
                </a:lnTo>
                <a:lnTo>
                  <a:pt x="23409" y="6493"/>
                </a:lnTo>
                <a:lnTo>
                  <a:pt x="22987" y="5438"/>
                </a:lnTo>
                <a:lnTo>
                  <a:pt x="22615" y="4523"/>
                </a:lnTo>
                <a:lnTo>
                  <a:pt x="22615" y="4825"/>
                </a:lnTo>
                <a:lnTo>
                  <a:pt x="22655" y="5639"/>
                </a:lnTo>
                <a:lnTo>
                  <a:pt x="22686" y="6202"/>
                </a:lnTo>
                <a:lnTo>
                  <a:pt x="22736" y="6835"/>
                </a:lnTo>
                <a:lnTo>
                  <a:pt x="22796" y="7539"/>
                </a:lnTo>
                <a:lnTo>
                  <a:pt x="22866" y="8282"/>
                </a:lnTo>
                <a:lnTo>
                  <a:pt x="22957" y="9066"/>
                </a:lnTo>
                <a:lnTo>
                  <a:pt x="23067" y="9860"/>
                </a:lnTo>
                <a:lnTo>
                  <a:pt x="23198" y="10644"/>
                </a:lnTo>
                <a:lnTo>
                  <a:pt x="23268" y="11036"/>
                </a:lnTo>
                <a:lnTo>
                  <a:pt x="23349" y="11418"/>
                </a:lnTo>
                <a:lnTo>
                  <a:pt x="23429" y="11800"/>
                </a:lnTo>
                <a:lnTo>
                  <a:pt x="23530" y="12162"/>
                </a:lnTo>
                <a:lnTo>
                  <a:pt x="23620" y="12514"/>
                </a:lnTo>
                <a:lnTo>
                  <a:pt x="23731" y="12846"/>
                </a:lnTo>
                <a:lnTo>
                  <a:pt x="23841" y="13167"/>
                </a:lnTo>
                <a:lnTo>
                  <a:pt x="23962" y="13469"/>
                </a:lnTo>
                <a:lnTo>
                  <a:pt x="24083" y="13750"/>
                </a:lnTo>
                <a:lnTo>
                  <a:pt x="24213" y="14011"/>
                </a:lnTo>
                <a:lnTo>
                  <a:pt x="24746" y="14976"/>
                </a:lnTo>
                <a:lnTo>
                  <a:pt x="25238" y="15891"/>
                </a:lnTo>
                <a:lnTo>
                  <a:pt x="26073" y="17479"/>
                </a:lnTo>
                <a:lnTo>
                  <a:pt x="26636" y="18564"/>
                </a:lnTo>
                <a:lnTo>
                  <a:pt x="26837" y="18967"/>
                </a:lnTo>
                <a:lnTo>
                  <a:pt x="26595" y="18826"/>
                </a:lnTo>
                <a:lnTo>
                  <a:pt x="25932" y="18404"/>
                </a:lnTo>
                <a:lnTo>
                  <a:pt x="25470" y="18102"/>
                </a:lnTo>
                <a:lnTo>
                  <a:pt x="24957" y="17750"/>
                </a:lnTo>
                <a:lnTo>
                  <a:pt x="24394" y="17358"/>
                </a:lnTo>
                <a:lnTo>
                  <a:pt x="23791" y="16926"/>
                </a:lnTo>
                <a:lnTo>
                  <a:pt x="23178" y="16464"/>
                </a:lnTo>
                <a:lnTo>
                  <a:pt x="22565" y="15961"/>
                </a:lnTo>
                <a:lnTo>
                  <a:pt x="22253" y="15710"/>
                </a:lnTo>
                <a:lnTo>
                  <a:pt x="21952" y="15449"/>
                </a:lnTo>
                <a:lnTo>
                  <a:pt x="21650" y="15177"/>
                </a:lnTo>
                <a:lnTo>
                  <a:pt x="21359" y="14906"/>
                </a:lnTo>
                <a:lnTo>
                  <a:pt x="21087" y="14635"/>
                </a:lnTo>
                <a:lnTo>
                  <a:pt x="20816" y="14363"/>
                </a:lnTo>
                <a:lnTo>
                  <a:pt x="20565" y="14082"/>
                </a:lnTo>
                <a:lnTo>
                  <a:pt x="20324" y="13800"/>
                </a:lnTo>
                <a:lnTo>
                  <a:pt x="20102" y="13529"/>
                </a:lnTo>
                <a:lnTo>
                  <a:pt x="19891" y="13248"/>
                </a:lnTo>
                <a:lnTo>
                  <a:pt x="19711" y="12976"/>
                </a:lnTo>
                <a:lnTo>
                  <a:pt x="19550" y="12695"/>
                </a:lnTo>
                <a:lnTo>
                  <a:pt x="18947" y="11579"/>
                </a:lnTo>
                <a:lnTo>
                  <a:pt x="18344" y="10464"/>
                </a:lnTo>
                <a:lnTo>
                  <a:pt x="17781" y="9388"/>
                </a:lnTo>
                <a:lnTo>
                  <a:pt x="17268" y="8393"/>
                </a:lnTo>
                <a:lnTo>
                  <a:pt x="16494" y="6875"/>
                </a:lnTo>
                <a:lnTo>
                  <a:pt x="16193" y="6282"/>
                </a:lnTo>
                <a:lnTo>
                  <a:pt x="16253" y="6644"/>
                </a:lnTo>
                <a:lnTo>
                  <a:pt x="16333" y="7066"/>
                </a:lnTo>
                <a:lnTo>
                  <a:pt x="16454" y="7629"/>
                </a:lnTo>
                <a:lnTo>
                  <a:pt x="16615" y="8303"/>
                </a:lnTo>
                <a:lnTo>
                  <a:pt x="16806" y="9077"/>
                </a:lnTo>
                <a:lnTo>
                  <a:pt x="17047" y="9931"/>
                </a:lnTo>
                <a:lnTo>
                  <a:pt x="17178" y="10373"/>
                </a:lnTo>
                <a:lnTo>
                  <a:pt x="17318" y="10835"/>
                </a:lnTo>
                <a:lnTo>
                  <a:pt x="17479" y="11308"/>
                </a:lnTo>
                <a:lnTo>
                  <a:pt x="17650" y="11780"/>
                </a:lnTo>
                <a:lnTo>
                  <a:pt x="17821" y="12263"/>
                </a:lnTo>
                <a:lnTo>
                  <a:pt x="18012" y="12745"/>
                </a:lnTo>
                <a:lnTo>
                  <a:pt x="18213" y="13227"/>
                </a:lnTo>
                <a:lnTo>
                  <a:pt x="18434" y="13710"/>
                </a:lnTo>
                <a:lnTo>
                  <a:pt x="18655" y="14182"/>
                </a:lnTo>
                <a:lnTo>
                  <a:pt x="18896" y="14645"/>
                </a:lnTo>
                <a:lnTo>
                  <a:pt x="19148" y="15107"/>
                </a:lnTo>
                <a:lnTo>
                  <a:pt x="19419" y="15549"/>
                </a:lnTo>
                <a:lnTo>
                  <a:pt x="19700" y="15971"/>
                </a:lnTo>
                <a:lnTo>
                  <a:pt x="19992" y="16383"/>
                </a:lnTo>
                <a:lnTo>
                  <a:pt x="20143" y="16584"/>
                </a:lnTo>
                <a:lnTo>
                  <a:pt x="20293" y="16775"/>
                </a:lnTo>
                <a:lnTo>
                  <a:pt x="20454" y="16966"/>
                </a:lnTo>
                <a:lnTo>
                  <a:pt x="20615" y="17147"/>
                </a:lnTo>
                <a:lnTo>
                  <a:pt x="20776" y="17318"/>
                </a:lnTo>
                <a:lnTo>
                  <a:pt x="20947" y="17489"/>
                </a:lnTo>
                <a:lnTo>
                  <a:pt x="21118" y="17650"/>
                </a:lnTo>
                <a:lnTo>
                  <a:pt x="21299" y="17801"/>
                </a:lnTo>
                <a:lnTo>
                  <a:pt x="21650" y="18102"/>
                </a:lnTo>
                <a:lnTo>
                  <a:pt x="22002" y="18374"/>
                </a:lnTo>
                <a:lnTo>
                  <a:pt x="22344" y="18645"/>
                </a:lnTo>
                <a:lnTo>
                  <a:pt x="22686" y="18896"/>
                </a:lnTo>
                <a:lnTo>
                  <a:pt x="23027" y="19137"/>
                </a:lnTo>
                <a:lnTo>
                  <a:pt x="23349" y="19359"/>
                </a:lnTo>
                <a:lnTo>
                  <a:pt x="23681" y="19570"/>
                </a:lnTo>
                <a:lnTo>
                  <a:pt x="23992" y="19771"/>
                </a:lnTo>
                <a:lnTo>
                  <a:pt x="24304" y="19962"/>
                </a:lnTo>
                <a:lnTo>
                  <a:pt x="24605" y="20142"/>
                </a:lnTo>
                <a:lnTo>
                  <a:pt x="25178" y="20464"/>
                </a:lnTo>
                <a:lnTo>
                  <a:pt x="25721" y="20735"/>
                </a:lnTo>
                <a:lnTo>
                  <a:pt x="26223" y="20977"/>
                </a:lnTo>
                <a:lnTo>
                  <a:pt x="26676" y="21178"/>
                </a:lnTo>
                <a:lnTo>
                  <a:pt x="27088" y="21339"/>
                </a:lnTo>
                <a:lnTo>
                  <a:pt x="27440" y="21479"/>
                </a:lnTo>
                <a:lnTo>
                  <a:pt x="27741" y="21580"/>
                </a:lnTo>
                <a:lnTo>
                  <a:pt x="27982" y="21650"/>
                </a:lnTo>
                <a:lnTo>
                  <a:pt x="28153" y="21700"/>
                </a:lnTo>
                <a:lnTo>
                  <a:pt x="28304" y="21741"/>
                </a:lnTo>
                <a:lnTo>
                  <a:pt x="31651" y="25680"/>
                </a:lnTo>
                <a:lnTo>
                  <a:pt x="31219" y="28746"/>
                </a:lnTo>
                <a:lnTo>
                  <a:pt x="30706" y="28746"/>
                </a:lnTo>
                <a:lnTo>
                  <a:pt x="30344" y="28716"/>
                </a:lnTo>
                <a:lnTo>
                  <a:pt x="29892" y="28676"/>
                </a:lnTo>
                <a:lnTo>
                  <a:pt x="29631" y="28645"/>
                </a:lnTo>
                <a:lnTo>
                  <a:pt x="29359" y="28595"/>
                </a:lnTo>
                <a:lnTo>
                  <a:pt x="29078" y="28545"/>
                </a:lnTo>
                <a:lnTo>
                  <a:pt x="28776" y="28485"/>
                </a:lnTo>
                <a:lnTo>
                  <a:pt x="28465" y="28414"/>
                </a:lnTo>
                <a:lnTo>
                  <a:pt x="28133" y="28324"/>
                </a:lnTo>
                <a:lnTo>
                  <a:pt x="27801" y="28223"/>
                </a:lnTo>
                <a:lnTo>
                  <a:pt x="27450" y="28113"/>
                </a:lnTo>
                <a:lnTo>
                  <a:pt x="27098" y="27982"/>
                </a:lnTo>
                <a:lnTo>
                  <a:pt x="26736" y="27841"/>
                </a:lnTo>
                <a:lnTo>
                  <a:pt x="26374" y="27681"/>
                </a:lnTo>
                <a:lnTo>
                  <a:pt x="26002" y="27500"/>
                </a:lnTo>
                <a:lnTo>
                  <a:pt x="25620" y="27299"/>
                </a:lnTo>
                <a:lnTo>
                  <a:pt x="25249" y="27088"/>
                </a:lnTo>
                <a:lnTo>
                  <a:pt x="24867" y="26846"/>
                </a:lnTo>
                <a:lnTo>
                  <a:pt x="24495" y="26585"/>
                </a:lnTo>
                <a:lnTo>
                  <a:pt x="24123" y="26304"/>
                </a:lnTo>
                <a:lnTo>
                  <a:pt x="23751" y="25992"/>
                </a:lnTo>
                <a:lnTo>
                  <a:pt x="23379" y="25660"/>
                </a:lnTo>
                <a:lnTo>
                  <a:pt x="23017" y="25309"/>
                </a:lnTo>
                <a:lnTo>
                  <a:pt x="22665" y="24927"/>
                </a:lnTo>
                <a:lnTo>
                  <a:pt x="22495" y="24726"/>
                </a:lnTo>
                <a:lnTo>
                  <a:pt x="22324" y="24515"/>
                </a:lnTo>
                <a:lnTo>
                  <a:pt x="21972" y="24072"/>
                </a:lnTo>
                <a:lnTo>
                  <a:pt x="21630" y="23620"/>
                </a:lnTo>
                <a:lnTo>
                  <a:pt x="21278" y="23128"/>
                </a:lnTo>
                <a:lnTo>
                  <a:pt x="20917" y="22625"/>
                </a:lnTo>
                <a:lnTo>
                  <a:pt x="20565" y="22102"/>
                </a:lnTo>
                <a:lnTo>
                  <a:pt x="20213" y="21570"/>
                </a:lnTo>
                <a:lnTo>
                  <a:pt x="19851" y="21017"/>
                </a:lnTo>
                <a:lnTo>
                  <a:pt x="19499" y="20464"/>
                </a:lnTo>
                <a:lnTo>
                  <a:pt x="18806" y="19328"/>
                </a:lnTo>
                <a:lnTo>
                  <a:pt x="18133" y="18193"/>
                </a:lnTo>
                <a:lnTo>
                  <a:pt x="17479" y="17057"/>
                </a:lnTo>
                <a:lnTo>
                  <a:pt x="16866" y="15961"/>
                </a:lnTo>
                <a:lnTo>
                  <a:pt x="16293" y="14916"/>
                </a:lnTo>
                <a:lnTo>
                  <a:pt x="15771" y="13951"/>
                </a:lnTo>
                <a:lnTo>
                  <a:pt x="15308" y="13067"/>
                </a:lnTo>
                <a:lnTo>
                  <a:pt x="14916" y="12303"/>
                </a:lnTo>
                <a:lnTo>
                  <a:pt x="14353" y="11207"/>
                </a:lnTo>
                <a:lnTo>
                  <a:pt x="14152" y="10805"/>
                </a:lnTo>
                <a:lnTo>
                  <a:pt x="14183" y="11087"/>
                </a:lnTo>
                <a:lnTo>
                  <a:pt x="14273" y="11871"/>
                </a:lnTo>
                <a:lnTo>
                  <a:pt x="14353" y="12413"/>
                </a:lnTo>
                <a:lnTo>
                  <a:pt x="14454" y="13037"/>
                </a:lnTo>
                <a:lnTo>
                  <a:pt x="14575" y="13720"/>
                </a:lnTo>
                <a:lnTo>
                  <a:pt x="14715" y="14444"/>
                </a:lnTo>
                <a:lnTo>
                  <a:pt x="14886" y="15218"/>
                </a:lnTo>
                <a:lnTo>
                  <a:pt x="14977" y="15610"/>
                </a:lnTo>
                <a:lnTo>
                  <a:pt x="15087" y="16002"/>
                </a:lnTo>
                <a:lnTo>
                  <a:pt x="15188" y="16394"/>
                </a:lnTo>
                <a:lnTo>
                  <a:pt x="15308" y="16796"/>
                </a:lnTo>
                <a:lnTo>
                  <a:pt x="15429" y="17188"/>
                </a:lnTo>
                <a:lnTo>
                  <a:pt x="15570" y="17569"/>
                </a:lnTo>
                <a:lnTo>
                  <a:pt x="15700" y="17951"/>
                </a:lnTo>
                <a:lnTo>
                  <a:pt x="15851" y="18323"/>
                </a:lnTo>
                <a:lnTo>
                  <a:pt x="16012" y="18685"/>
                </a:lnTo>
                <a:lnTo>
                  <a:pt x="16173" y="19037"/>
                </a:lnTo>
                <a:lnTo>
                  <a:pt x="16343" y="19379"/>
                </a:lnTo>
                <a:lnTo>
                  <a:pt x="16524" y="19700"/>
                </a:lnTo>
                <a:lnTo>
                  <a:pt x="16725" y="20002"/>
                </a:lnTo>
                <a:lnTo>
                  <a:pt x="16916" y="20283"/>
                </a:lnTo>
                <a:lnTo>
                  <a:pt x="17328" y="20826"/>
                </a:lnTo>
                <a:lnTo>
                  <a:pt x="17710" y="21369"/>
                </a:lnTo>
                <a:lnTo>
                  <a:pt x="18082" y="21891"/>
                </a:lnTo>
                <a:lnTo>
                  <a:pt x="18434" y="22404"/>
                </a:lnTo>
                <a:lnTo>
                  <a:pt x="19087" y="23369"/>
                </a:lnTo>
                <a:lnTo>
                  <a:pt x="19640" y="24223"/>
                </a:lnTo>
                <a:lnTo>
                  <a:pt x="20092" y="24947"/>
                </a:lnTo>
                <a:lnTo>
                  <a:pt x="20424" y="25500"/>
                </a:lnTo>
                <a:lnTo>
                  <a:pt x="20716" y="25972"/>
                </a:lnTo>
                <a:lnTo>
                  <a:pt x="5690" y="18534"/>
                </a:lnTo>
                <a:lnTo>
                  <a:pt x="13710" y="24665"/>
                </a:lnTo>
                <a:lnTo>
                  <a:pt x="1" y="24072"/>
                </a:lnTo>
                <a:lnTo>
                  <a:pt x="353" y="24243"/>
                </a:lnTo>
                <a:lnTo>
                  <a:pt x="765" y="24434"/>
                </a:lnTo>
                <a:lnTo>
                  <a:pt x="1318" y="24685"/>
                </a:lnTo>
                <a:lnTo>
                  <a:pt x="1981" y="24977"/>
                </a:lnTo>
                <a:lnTo>
                  <a:pt x="2745" y="25289"/>
                </a:lnTo>
                <a:lnTo>
                  <a:pt x="3589" y="25630"/>
                </a:lnTo>
                <a:lnTo>
                  <a:pt x="4504" y="25972"/>
                </a:lnTo>
                <a:lnTo>
                  <a:pt x="4976" y="26143"/>
                </a:lnTo>
                <a:lnTo>
                  <a:pt x="5458" y="26314"/>
                </a:lnTo>
                <a:lnTo>
                  <a:pt x="5951" y="26475"/>
                </a:lnTo>
                <a:lnTo>
                  <a:pt x="6443" y="26625"/>
                </a:lnTo>
                <a:lnTo>
                  <a:pt x="6946" y="26776"/>
                </a:lnTo>
                <a:lnTo>
                  <a:pt x="7438" y="26917"/>
                </a:lnTo>
                <a:lnTo>
                  <a:pt x="7941" y="27037"/>
                </a:lnTo>
                <a:lnTo>
                  <a:pt x="8434" y="27158"/>
                </a:lnTo>
                <a:lnTo>
                  <a:pt x="8916" y="27258"/>
                </a:lnTo>
                <a:lnTo>
                  <a:pt x="9398" y="27339"/>
                </a:lnTo>
                <a:lnTo>
                  <a:pt x="9861" y="27409"/>
                </a:lnTo>
                <a:lnTo>
                  <a:pt x="10313" y="27459"/>
                </a:lnTo>
                <a:lnTo>
                  <a:pt x="10755" y="27480"/>
                </a:lnTo>
                <a:lnTo>
                  <a:pt x="11177" y="27490"/>
                </a:lnTo>
                <a:lnTo>
                  <a:pt x="11378" y="27490"/>
                </a:lnTo>
                <a:lnTo>
                  <a:pt x="11579" y="27470"/>
                </a:lnTo>
                <a:lnTo>
                  <a:pt x="11770" y="27459"/>
                </a:lnTo>
                <a:lnTo>
                  <a:pt x="11961" y="27429"/>
                </a:lnTo>
                <a:lnTo>
                  <a:pt x="13288" y="27228"/>
                </a:lnTo>
                <a:lnTo>
                  <a:pt x="14353" y="27047"/>
                </a:lnTo>
                <a:lnTo>
                  <a:pt x="15168" y="26897"/>
                </a:lnTo>
                <a:lnTo>
                  <a:pt x="15771" y="26776"/>
                </a:lnTo>
                <a:lnTo>
                  <a:pt x="16193" y="26676"/>
                </a:lnTo>
                <a:lnTo>
                  <a:pt x="16454" y="26615"/>
                </a:lnTo>
                <a:lnTo>
                  <a:pt x="16625" y="26555"/>
                </a:lnTo>
                <a:lnTo>
                  <a:pt x="21299" y="28887"/>
                </a:lnTo>
                <a:lnTo>
                  <a:pt x="8755" y="30937"/>
                </a:lnTo>
                <a:lnTo>
                  <a:pt x="9147" y="30957"/>
                </a:lnTo>
                <a:lnTo>
                  <a:pt x="10223" y="31017"/>
                </a:lnTo>
                <a:lnTo>
                  <a:pt x="11790" y="31088"/>
                </a:lnTo>
                <a:lnTo>
                  <a:pt x="12695" y="31118"/>
                </a:lnTo>
                <a:lnTo>
                  <a:pt x="13660" y="31148"/>
                </a:lnTo>
                <a:lnTo>
                  <a:pt x="14645" y="31178"/>
                </a:lnTo>
                <a:lnTo>
                  <a:pt x="15640" y="31188"/>
                </a:lnTo>
                <a:lnTo>
                  <a:pt x="16615" y="31188"/>
                </a:lnTo>
                <a:lnTo>
                  <a:pt x="17550" y="31178"/>
                </a:lnTo>
                <a:lnTo>
                  <a:pt x="18424" y="31148"/>
                </a:lnTo>
                <a:lnTo>
                  <a:pt x="18826" y="31128"/>
                </a:lnTo>
                <a:lnTo>
                  <a:pt x="19208" y="31098"/>
                </a:lnTo>
                <a:lnTo>
                  <a:pt x="19560" y="31068"/>
                </a:lnTo>
                <a:lnTo>
                  <a:pt x="19881" y="31028"/>
                </a:lnTo>
                <a:lnTo>
                  <a:pt x="20173" y="30987"/>
                </a:lnTo>
                <a:lnTo>
                  <a:pt x="20424" y="30937"/>
                </a:lnTo>
                <a:lnTo>
                  <a:pt x="21309" y="30716"/>
                </a:lnTo>
                <a:lnTo>
                  <a:pt x="22103" y="30505"/>
                </a:lnTo>
                <a:lnTo>
                  <a:pt x="22806" y="30304"/>
                </a:lnTo>
                <a:lnTo>
                  <a:pt x="23399" y="30133"/>
                </a:lnTo>
                <a:lnTo>
                  <a:pt x="23872" y="29982"/>
                </a:lnTo>
                <a:lnTo>
                  <a:pt x="24213" y="29872"/>
                </a:lnTo>
                <a:lnTo>
                  <a:pt x="24505" y="29771"/>
                </a:lnTo>
                <a:lnTo>
                  <a:pt x="24605" y="29821"/>
                </a:lnTo>
                <a:lnTo>
                  <a:pt x="24877" y="29952"/>
                </a:lnTo>
                <a:lnTo>
                  <a:pt x="25289" y="30133"/>
                </a:lnTo>
                <a:lnTo>
                  <a:pt x="25530" y="30244"/>
                </a:lnTo>
                <a:lnTo>
                  <a:pt x="25801" y="30354"/>
                </a:lnTo>
                <a:lnTo>
                  <a:pt x="26093" y="30455"/>
                </a:lnTo>
                <a:lnTo>
                  <a:pt x="26394" y="30565"/>
                </a:lnTo>
                <a:lnTo>
                  <a:pt x="26706" y="30666"/>
                </a:lnTo>
                <a:lnTo>
                  <a:pt x="27027" y="30756"/>
                </a:lnTo>
                <a:lnTo>
                  <a:pt x="27359" y="30827"/>
                </a:lnTo>
                <a:lnTo>
                  <a:pt x="27681" y="30887"/>
                </a:lnTo>
                <a:lnTo>
                  <a:pt x="27992" y="30917"/>
                </a:lnTo>
                <a:lnTo>
                  <a:pt x="28153" y="30927"/>
                </a:lnTo>
                <a:lnTo>
                  <a:pt x="28304" y="30937"/>
                </a:lnTo>
                <a:lnTo>
                  <a:pt x="28897" y="30927"/>
                </a:lnTo>
                <a:lnTo>
                  <a:pt x="29460" y="30907"/>
                </a:lnTo>
                <a:lnTo>
                  <a:pt x="29972" y="30887"/>
                </a:lnTo>
                <a:lnTo>
                  <a:pt x="30435" y="30857"/>
                </a:lnTo>
                <a:lnTo>
                  <a:pt x="31108" y="30806"/>
                </a:lnTo>
                <a:lnTo>
                  <a:pt x="31359" y="30786"/>
                </a:lnTo>
                <a:lnTo>
                  <a:pt x="31651" y="34586"/>
                </a:lnTo>
                <a:lnTo>
                  <a:pt x="29470" y="37641"/>
                </a:lnTo>
                <a:lnTo>
                  <a:pt x="23198" y="36184"/>
                </a:lnTo>
                <a:lnTo>
                  <a:pt x="23198" y="36184"/>
                </a:lnTo>
                <a:lnTo>
                  <a:pt x="28153" y="42315"/>
                </a:lnTo>
                <a:lnTo>
                  <a:pt x="29902" y="51501"/>
                </a:lnTo>
                <a:lnTo>
                  <a:pt x="33118" y="45812"/>
                </a:lnTo>
                <a:lnTo>
                  <a:pt x="35742" y="46978"/>
                </a:lnTo>
                <a:lnTo>
                  <a:pt x="35852" y="47179"/>
                </a:lnTo>
                <a:lnTo>
                  <a:pt x="36154" y="47722"/>
                </a:lnTo>
                <a:lnTo>
                  <a:pt x="36365" y="48114"/>
                </a:lnTo>
                <a:lnTo>
                  <a:pt x="36596" y="48566"/>
                </a:lnTo>
                <a:lnTo>
                  <a:pt x="36847" y="49079"/>
                </a:lnTo>
                <a:lnTo>
                  <a:pt x="37108" y="49642"/>
                </a:lnTo>
                <a:lnTo>
                  <a:pt x="37380" y="50255"/>
                </a:lnTo>
                <a:lnTo>
                  <a:pt x="37641" y="50898"/>
                </a:lnTo>
                <a:lnTo>
                  <a:pt x="37902" y="51571"/>
                </a:lnTo>
                <a:lnTo>
                  <a:pt x="38023" y="51923"/>
                </a:lnTo>
                <a:lnTo>
                  <a:pt x="38144" y="52275"/>
                </a:lnTo>
                <a:lnTo>
                  <a:pt x="38254" y="52627"/>
                </a:lnTo>
                <a:lnTo>
                  <a:pt x="38355" y="52989"/>
                </a:lnTo>
                <a:lnTo>
                  <a:pt x="38455" y="53350"/>
                </a:lnTo>
                <a:lnTo>
                  <a:pt x="38546" y="53712"/>
                </a:lnTo>
                <a:lnTo>
                  <a:pt x="38626" y="54074"/>
                </a:lnTo>
                <a:lnTo>
                  <a:pt x="38696" y="54436"/>
                </a:lnTo>
                <a:lnTo>
                  <a:pt x="38757" y="54798"/>
                </a:lnTo>
                <a:lnTo>
                  <a:pt x="38807" y="55150"/>
                </a:lnTo>
                <a:lnTo>
                  <a:pt x="38837" y="55501"/>
                </a:lnTo>
                <a:lnTo>
                  <a:pt x="38867" y="55843"/>
                </a:lnTo>
                <a:lnTo>
                  <a:pt x="38897" y="56185"/>
                </a:lnTo>
                <a:lnTo>
                  <a:pt x="38908" y="56506"/>
                </a:lnTo>
                <a:lnTo>
                  <a:pt x="38928" y="57140"/>
                </a:lnTo>
                <a:lnTo>
                  <a:pt x="38918" y="57733"/>
                </a:lnTo>
                <a:lnTo>
                  <a:pt x="38897" y="58285"/>
                </a:lnTo>
                <a:lnTo>
                  <a:pt x="38857" y="58808"/>
                </a:lnTo>
                <a:lnTo>
                  <a:pt x="38807" y="59280"/>
                </a:lnTo>
                <a:lnTo>
                  <a:pt x="38747" y="59713"/>
                </a:lnTo>
                <a:lnTo>
                  <a:pt x="38686" y="60095"/>
                </a:lnTo>
                <a:lnTo>
                  <a:pt x="38616" y="60436"/>
                </a:lnTo>
                <a:lnTo>
                  <a:pt x="38556" y="60738"/>
                </a:lnTo>
                <a:lnTo>
                  <a:pt x="38495" y="60979"/>
                </a:lnTo>
                <a:lnTo>
                  <a:pt x="38405" y="61311"/>
                </a:lnTo>
                <a:lnTo>
                  <a:pt x="38365" y="61421"/>
                </a:lnTo>
                <a:lnTo>
                  <a:pt x="38134" y="61502"/>
                </a:lnTo>
                <a:lnTo>
                  <a:pt x="37862" y="61582"/>
                </a:lnTo>
                <a:lnTo>
                  <a:pt x="37510" y="61683"/>
                </a:lnTo>
                <a:lnTo>
                  <a:pt x="37088" y="61773"/>
                </a:lnTo>
                <a:lnTo>
                  <a:pt x="36857" y="61813"/>
                </a:lnTo>
                <a:lnTo>
                  <a:pt x="36616" y="61853"/>
                </a:lnTo>
                <a:lnTo>
                  <a:pt x="36365" y="61884"/>
                </a:lnTo>
                <a:lnTo>
                  <a:pt x="36113" y="61914"/>
                </a:lnTo>
                <a:lnTo>
                  <a:pt x="35842" y="61934"/>
                </a:lnTo>
                <a:lnTo>
                  <a:pt x="35309" y="61934"/>
                </a:lnTo>
                <a:lnTo>
                  <a:pt x="35038" y="61914"/>
                </a:lnTo>
                <a:lnTo>
                  <a:pt x="34767" y="61874"/>
                </a:lnTo>
                <a:lnTo>
                  <a:pt x="34495" y="61823"/>
                </a:lnTo>
                <a:lnTo>
                  <a:pt x="34234" y="61753"/>
                </a:lnTo>
                <a:lnTo>
                  <a:pt x="33983" y="61663"/>
                </a:lnTo>
                <a:lnTo>
                  <a:pt x="33862" y="61612"/>
                </a:lnTo>
                <a:lnTo>
                  <a:pt x="33741" y="61552"/>
                </a:lnTo>
                <a:lnTo>
                  <a:pt x="33621" y="61492"/>
                </a:lnTo>
                <a:lnTo>
                  <a:pt x="33500" y="61421"/>
                </a:lnTo>
                <a:lnTo>
                  <a:pt x="33390" y="61351"/>
                </a:lnTo>
                <a:lnTo>
                  <a:pt x="33279" y="61271"/>
                </a:lnTo>
                <a:lnTo>
                  <a:pt x="33179" y="61180"/>
                </a:lnTo>
                <a:lnTo>
                  <a:pt x="33078" y="61090"/>
                </a:lnTo>
                <a:lnTo>
                  <a:pt x="32978" y="60989"/>
                </a:lnTo>
                <a:lnTo>
                  <a:pt x="32887" y="60879"/>
                </a:lnTo>
                <a:lnTo>
                  <a:pt x="32797" y="60768"/>
                </a:lnTo>
                <a:lnTo>
                  <a:pt x="32716" y="60647"/>
                </a:lnTo>
                <a:lnTo>
                  <a:pt x="32636" y="60517"/>
                </a:lnTo>
                <a:lnTo>
                  <a:pt x="32555" y="60376"/>
                </a:lnTo>
                <a:lnTo>
                  <a:pt x="32495" y="60235"/>
                </a:lnTo>
                <a:lnTo>
                  <a:pt x="32425" y="60074"/>
                </a:lnTo>
                <a:lnTo>
                  <a:pt x="32375" y="59914"/>
                </a:lnTo>
                <a:lnTo>
                  <a:pt x="32324" y="59743"/>
                </a:lnTo>
                <a:lnTo>
                  <a:pt x="32274" y="59572"/>
                </a:lnTo>
                <a:lnTo>
                  <a:pt x="32244" y="59381"/>
                </a:lnTo>
                <a:lnTo>
                  <a:pt x="32113" y="58637"/>
                </a:lnTo>
                <a:lnTo>
                  <a:pt x="32013" y="57944"/>
                </a:lnTo>
                <a:lnTo>
                  <a:pt x="31932" y="57300"/>
                </a:lnTo>
                <a:lnTo>
                  <a:pt x="31862" y="56697"/>
                </a:lnTo>
                <a:lnTo>
                  <a:pt x="31812" y="56155"/>
                </a:lnTo>
                <a:lnTo>
                  <a:pt x="31782" y="55652"/>
                </a:lnTo>
                <a:lnTo>
                  <a:pt x="31761" y="55190"/>
                </a:lnTo>
                <a:lnTo>
                  <a:pt x="31751" y="54788"/>
                </a:lnTo>
                <a:lnTo>
                  <a:pt x="31741" y="54426"/>
                </a:lnTo>
                <a:lnTo>
                  <a:pt x="31751" y="54114"/>
                </a:lnTo>
                <a:lnTo>
                  <a:pt x="31771" y="53642"/>
                </a:lnTo>
                <a:lnTo>
                  <a:pt x="31792" y="53350"/>
                </a:lnTo>
                <a:lnTo>
                  <a:pt x="31802" y="53260"/>
                </a:lnTo>
                <a:lnTo>
                  <a:pt x="30636" y="58507"/>
                </a:lnTo>
                <a:lnTo>
                  <a:pt x="21590" y="51210"/>
                </a:lnTo>
                <a:lnTo>
                  <a:pt x="23922" y="55883"/>
                </a:lnTo>
                <a:lnTo>
                  <a:pt x="23922" y="55883"/>
                </a:lnTo>
                <a:lnTo>
                  <a:pt x="17067" y="51793"/>
                </a:lnTo>
                <a:lnTo>
                  <a:pt x="20716" y="56607"/>
                </a:lnTo>
                <a:lnTo>
                  <a:pt x="13569" y="57049"/>
                </a:lnTo>
                <a:lnTo>
                  <a:pt x="13730" y="57200"/>
                </a:lnTo>
                <a:lnTo>
                  <a:pt x="13921" y="57371"/>
                </a:lnTo>
                <a:lnTo>
                  <a:pt x="14173" y="57592"/>
                </a:lnTo>
                <a:lnTo>
                  <a:pt x="14484" y="57853"/>
                </a:lnTo>
                <a:lnTo>
                  <a:pt x="14846" y="58125"/>
                </a:lnTo>
                <a:lnTo>
                  <a:pt x="15258" y="58406"/>
                </a:lnTo>
                <a:lnTo>
                  <a:pt x="15469" y="58547"/>
                </a:lnTo>
                <a:lnTo>
                  <a:pt x="15700" y="58687"/>
                </a:lnTo>
                <a:lnTo>
                  <a:pt x="15931" y="58828"/>
                </a:lnTo>
                <a:lnTo>
                  <a:pt x="16173" y="58949"/>
                </a:lnTo>
                <a:lnTo>
                  <a:pt x="16414" y="59069"/>
                </a:lnTo>
                <a:lnTo>
                  <a:pt x="16665" y="59190"/>
                </a:lnTo>
                <a:lnTo>
                  <a:pt x="16916" y="59291"/>
                </a:lnTo>
                <a:lnTo>
                  <a:pt x="17178" y="59371"/>
                </a:lnTo>
                <a:lnTo>
                  <a:pt x="17429" y="59451"/>
                </a:lnTo>
                <a:lnTo>
                  <a:pt x="17690" y="59512"/>
                </a:lnTo>
                <a:lnTo>
                  <a:pt x="17952" y="59552"/>
                </a:lnTo>
                <a:lnTo>
                  <a:pt x="18203" y="59572"/>
                </a:lnTo>
                <a:lnTo>
                  <a:pt x="18464" y="59582"/>
                </a:lnTo>
                <a:lnTo>
                  <a:pt x="18715" y="59562"/>
                </a:lnTo>
                <a:lnTo>
                  <a:pt x="18846" y="59542"/>
                </a:lnTo>
                <a:lnTo>
                  <a:pt x="18967" y="59522"/>
                </a:lnTo>
                <a:lnTo>
                  <a:pt x="19097" y="59492"/>
                </a:lnTo>
                <a:lnTo>
                  <a:pt x="19218" y="59451"/>
                </a:lnTo>
                <a:lnTo>
                  <a:pt x="19339" y="59411"/>
                </a:lnTo>
                <a:lnTo>
                  <a:pt x="19459" y="59361"/>
                </a:lnTo>
                <a:lnTo>
                  <a:pt x="19580" y="59301"/>
                </a:lnTo>
                <a:lnTo>
                  <a:pt x="19690" y="59240"/>
                </a:lnTo>
                <a:lnTo>
                  <a:pt x="20143" y="58979"/>
                </a:lnTo>
                <a:lnTo>
                  <a:pt x="20565" y="58738"/>
                </a:lnTo>
                <a:lnTo>
                  <a:pt x="20947" y="58537"/>
                </a:lnTo>
                <a:lnTo>
                  <a:pt x="21309" y="58346"/>
                </a:lnTo>
                <a:lnTo>
                  <a:pt x="21640" y="58185"/>
                </a:lnTo>
                <a:lnTo>
                  <a:pt x="21942" y="58044"/>
                </a:lnTo>
                <a:lnTo>
                  <a:pt x="22444" y="57813"/>
                </a:lnTo>
                <a:lnTo>
                  <a:pt x="22836" y="57652"/>
                </a:lnTo>
                <a:lnTo>
                  <a:pt x="23118" y="57552"/>
                </a:lnTo>
                <a:lnTo>
                  <a:pt x="23289" y="57501"/>
                </a:lnTo>
                <a:lnTo>
                  <a:pt x="23339" y="57481"/>
                </a:lnTo>
                <a:lnTo>
                  <a:pt x="26696" y="57924"/>
                </a:lnTo>
                <a:lnTo>
                  <a:pt x="31952" y="61572"/>
                </a:lnTo>
                <a:lnTo>
                  <a:pt x="25962" y="61421"/>
                </a:lnTo>
                <a:lnTo>
                  <a:pt x="26063" y="61532"/>
                </a:lnTo>
                <a:lnTo>
                  <a:pt x="26324" y="61813"/>
                </a:lnTo>
                <a:lnTo>
                  <a:pt x="26515" y="62004"/>
                </a:lnTo>
                <a:lnTo>
                  <a:pt x="26746" y="62205"/>
                </a:lnTo>
                <a:lnTo>
                  <a:pt x="27007" y="62436"/>
                </a:lnTo>
                <a:lnTo>
                  <a:pt x="27299" y="62668"/>
                </a:lnTo>
                <a:lnTo>
                  <a:pt x="27620" y="62899"/>
                </a:lnTo>
                <a:lnTo>
                  <a:pt x="27972" y="63120"/>
                </a:lnTo>
                <a:lnTo>
                  <a:pt x="28153" y="63230"/>
                </a:lnTo>
                <a:lnTo>
                  <a:pt x="28344" y="63331"/>
                </a:lnTo>
                <a:lnTo>
                  <a:pt x="28535" y="63431"/>
                </a:lnTo>
                <a:lnTo>
                  <a:pt x="28736" y="63522"/>
                </a:lnTo>
                <a:lnTo>
                  <a:pt x="28937" y="63602"/>
                </a:lnTo>
                <a:lnTo>
                  <a:pt x="29148" y="63673"/>
                </a:lnTo>
                <a:lnTo>
                  <a:pt x="29369" y="63743"/>
                </a:lnTo>
                <a:lnTo>
                  <a:pt x="29580" y="63803"/>
                </a:lnTo>
                <a:lnTo>
                  <a:pt x="29802" y="63844"/>
                </a:lnTo>
                <a:lnTo>
                  <a:pt x="30033" y="63874"/>
                </a:lnTo>
                <a:lnTo>
                  <a:pt x="30254" y="63894"/>
                </a:lnTo>
                <a:lnTo>
                  <a:pt x="30485" y="63904"/>
                </a:lnTo>
                <a:lnTo>
                  <a:pt x="30988" y="63894"/>
                </a:lnTo>
                <a:lnTo>
                  <a:pt x="31540" y="63884"/>
                </a:lnTo>
                <a:lnTo>
                  <a:pt x="32133" y="63854"/>
                </a:lnTo>
                <a:lnTo>
                  <a:pt x="32766" y="63813"/>
                </a:lnTo>
                <a:lnTo>
                  <a:pt x="34073" y="63723"/>
                </a:lnTo>
                <a:lnTo>
                  <a:pt x="35360" y="63612"/>
                </a:lnTo>
                <a:lnTo>
                  <a:pt x="36525" y="63502"/>
                </a:lnTo>
                <a:lnTo>
                  <a:pt x="37480" y="63411"/>
                </a:lnTo>
                <a:lnTo>
                  <a:pt x="38365" y="63321"/>
                </a:lnTo>
                <a:lnTo>
                  <a:pt x="36174" y="73241"/>
                </a:lnTo>
                <a:lnTo>
                  <a:pt x="38656" y="73533"/>
                </a:lnTo>
                <a:lnTo>
                  <a:pt x="38757" y="73050"/>
                </a:lnTo>
                <a:lnTo>
                  <a:pt x="39028" y="71754"/>
                </a:lnTo>
                <a:lnTo>
                  <a:pt x="39400" y="69854"/>
                </a:lnTo>
                <a:lnTo>
                  <a:pt x="39822" y="67593"/>
                </a:lnTo>
                <a:lnTo>
                  <a:pt x="40043" y="66386"/>
                </a:lnTo>
                <a:lnTo>
                  <a:pt x="40254" y="65170"/>
                </a:lnTo>
                <a:lnTo>
                  <a:pt x="40455" y="63974"/>
                </a:lnTo>
                <a:lnTo>
                  <a:pt x="40626" y="62828"/>
                </a:lnTo>
                <a:lnTo>
                  <a:pt x="40777" y="61743"/>
                </a:lnTo>
                <a:lnTo>
                  <a:pt x="40837" y="61250"/>
                </a:lnTo>
                <a:lnTo>
                  <a:pt x="40888" y="60768"/>
                </a:lnTo>
                <a:lnTo>
                  <a:pt x="40938" y="60336"/>
                </a:lnTo>
                <a:lnTo>
                  <a:pt x="40968" y="59924"/>
                </a:lnTo>
                <a:lnTo>
                  <a:pt x="40988" y="59562"/>
                </a:lnTo>
                <a:lnTo>
                  <a:pt x="40988" y="59240"/>
                </a:lnTo>
                <a:lnTo>
                  <a:pt x="40988" y="56024"/>
                </a:lnTo>
                <a:lnTo>
                  <a:pt x="45370" y="55150"/>
                </a:lnTo>
                <a:lnTo>
                  <a:pt x="45410" y="55250"/>
                </a:lnTo>
                <a:lnTo>
                  <a:pt x="45481" y="55351"/>
                </a:lnTo>
                <a:lnTo>
                  <a:pt x="45571" y="55491"/>
                </a:lnTo>
                <a:lnTo>
                  <a:pt x="45702" y="55652"/>
                </a:lnTo>
                <a:lnTo>
                  <a:pt x="45863" y="55833"/>
                </a:lnTo>
                <a:lnTo>
                  <a:pt x="45963" y="55934"/>
                </a:lnTo>
                <a:lnTo>
                  <a:pt x="46064" y="56034"/>
                </a:lnTo>
                <a:lnTo>
                  <a:pt x="46184" y="56124"/>
                </a:lnTo>
                <a:lnTo>
                  <a:pt x="46315" y="56225"/>
                </a:lnTo>
                <a:lnTo>
                  <a:pt x="46456" y="56326"/>
                </a:lnTo>
                <a:lnTo>
                  <a:pt x="46617" y="56426"/>
                </a:lnTo>
                <a:lnTo>
                  <a:pt x="46787" y="56516"/>
                </a:lnTo>
                <a:lnTo>
                  <a:pt x="46968" y="56617"/>
                </a:lnTo>
                <a:lnTo>
                  <a:pt x="47159" y="56697"/>
                </a:lnTo>
                <a:lnTo>
                  <a:pt x="47370" y="56788"/>
                </a:lnTo>
                <a:lnTo>
                  <a:pt x="47591" y="56868"/>
                </a:lnTo>
                <a:lnTo>
                  <a:pt x="47833" y="56939"/>
                </a:lnTo>
                <a:lnTo>
                  <a:pt x="48084" y="56999"/>
                </a:lnTo>
                <a:lnTo>
                  <a:pt x="48355" y="57059"/>
                </a:lnTo>
                <a:lnTo>
                  <a:pt x="48637" y="57109"/>
                </a:lnTo>
                <a:lnTo>
                  <a:pt x="48948" y="57150"/>
                </a:lnTo>
                <a:lnTo>
                  <a:pt x="49260" y="57180"/>
                </a:lnTo>
                <a:lnTo>
                  <a:pt x="49602" y="57200"/>
                </a:lnTo>
                <a:lnTo>
                  <a:pt x="49953" y="57200"/>
                </a:lnTo>
                <a:lnTo>
                  <a:pt x="50325" y="57190"/>
                </a:lnTo>
                <a:lnTo>
                  <a:pt x="50707" y="57180"/>
                </a:lnTo>
                <a:lnTo>
                  <a:pt x="51079" y="57150"/>
                </a:lnTo>
                <a:lnTo>
                  <a:pt x="51431" y="57109"/>
                </a:lnTo>
                <a:lnTo>
                  <a:pt x="51783" y="57059"/>
                </a:lnTo>
                <a:lnTo>
                  <a:pt x="52124" y="56999"/>
                </a:lnTo>
                <a:lnTo>
                  <a:pt x="52456" y="56939"/>
                </a:lnTo>
                <a:lnTo>
                  <a:pt x="52768" y="56868"/>
                </a:lnTo>
                <a:lnTo>
                  <a:pt x="53079" y="56788"/>
                </a:lnTo>
                <a:lnTo>
                  <a:pt x="53381" y="56707"/>
                </a:lnTo>
                <a:lnTo>
                  <a:pt x="53662" y="56617"/>
                </a:lnTo>
                <a:lnTo>
                  <a:pt x="53933" y="56527"/>
                </a:lnTo>
                <a:lnTo>
                  <a:pt x="54205" y="56436"/>
                </a:lnTo>
                <a:lnTo>
                  <a:pt x="54697" y="56245"/>
                </a:lnTo>
                <a:lnTo>
                  <a:pt x="55140" y="56044"/>
                </a:lnTo>
                <a:lnTo>
                  <a:pt x="55542" y="55853"/>
                </a:lnTo>
                <a:lnTo>
                  <a:pt x="55893" y="55662"/>
                </a:lnTo>
                <a:lnTo>
                  <a:pt x="56195" y="55481"/>
                </a:lnTo>
                <a:lnTo>
                  <a:pt x="56446" y="55330"/>
                </a:lnTo>
                <a:lnTo>
                  <a:pt x="56637" y="55200"/>
                </a:lnTo>
                <a:lnTo>
                  <a:pt x="56778" y="55089"/>
                </a:lnTo>
                <a:lnTo>
                  <a:pt x="56898" y="55009"/>
                </a:lnTo>
                <a:lnTo>
                  <a:pt x="56547" y="55039"/>
                </a:lnTo>
                <a:lnTo>
                  <a:pt x="55632" y="55129"/>
                </a:lnTo>
                <a:lnTo>
                  <a:pt x="54305" y="55240"/>
                </a:lnTo>
                <a:lnTo>
                  <a:pt x="53562" y="55300"/>
                </a:lnTo>
                <a:lnTo>
                  <a:pt x="52778" y="55351"/>
                </a:lnTo>
                <a:lnTo>
                  <a:pt x="51984" y="55391"/>
                </a:lnTo>
                <a:lnTo>
                  <a:pt x="51200" y="55431"/>
                </a:lnTo>
                <a:lnTo>
                  <a:pt x="50446" y="55441"/>
                </a:lnTo>
                <a:lnTo>
                  <a:pt x="49752" y="55441"/>
                </a:lnTo>
                <a:lnTo>
                  <a:pt x="49441" y="55421"/>
                </a:lnTo>
                <a:lnTo>
                  <a:pt x="49139" y="55411"/>
                </a:lnTo>
                <a:lnTo>
                  <a:pt x="48868" y="55381"/>
                </a:lnTo>
                <a:lnTo>
                  <a:pt x="48627" y="55351"/>
                </a:lnTo>
                <a:lnTo>
                  <a:pt x="48416" y="55320"/>
                </a:lnTo>
                <a:lnTo>
                  <a:pt x="48245" y="55270"/>
                </a:lnTo>
                <a:lnTo>
                  <a:pt x="48094" y="55220"/>
                </a:lnTo>
                <a:lnTo>
                  <a:pt x="48044" y="55180"/>
                </a:lnTo>
                <a:lnTo>
                  <a:pt x="47993" y="55150"/>
                </a:lnTo>
                <a:lnTo>
                  <a:pt x="47963" y="55119"/>
                </a:lnTo>
                <a:lnTo>
                  <a:pt x="47933" y="55079"/>
                </a:lnTo>
                <a:lnTo>
                  <a:pt x="47903" y="55039"/>
                </a:lnTo>
                <a:lnTo>
                  <a:pt x="47893" y="54999"/>
                </a:lnTo>
                <a:lnTo>
                  <a:pt x="47883" y="54949"/>
                </a:lnTo>
                <a:lnTo>
                  <a:pt x="47883" y="54908"/>
                </a:lnTo>
                <a:lnTo>
                  <a:pt x="47903" y="54808"/>
                </a:lnTo>
                <a:lnTo>
                  <a:pt x="47943" y="54697"/>
                </a:lnTo>
                <a:lnTo>
                  <a:pt x="48004" y="54587"/>
                </a:lnTo>
                <a:lnTo>
                  <a:pt x="48094" y="54466"/>
                </a:lnTo>
                <a:lnTo>
                  <a:pt x="48194" y="54345"/>
                </a:lnTo>
                <a:lnTo>
                  <a:pt x="48315" y="54215"/>
                </a:lnTo>
                <a:lnTo>
                  <a:pt x="48456" y="54084"/>
                </a:lnTo>
                <a:lnTo>
                  <a:pt x="48607" y="53954"/>
                </a:lnTo>
                <a:lnTo>
                  <a:pt x="48767" y="53813"/>
                </a:lnTo>
                <a:lnTo>
                  <a:pt x="49119" y="53541"/>
                </a:lnTo>
                <a:lnTo>
                  <a:pt x="49491" y="53270"/>
                </a:lnTo>
                <a:lnTo>
                  <a:pt x="49873" y="53009"/>
                </a:lnTo>
                <a:lnTo>
                  <a:pt x="50255" y="52768"/>
                </a:lnTo>
                <a:lnTo>
                  <a:pt x="50617" y="52536"/>
                </a:lnTo>
                <a:lnTo>
                  <a:pt x="50948" y="52345"/>
                </a:lnTo>
                <a:lnTo>
                  <a:pt x="51451" y="52054"/>
                </a:lnTo>
                <a:lnTo>
                  <a:pt x="51642" y="51943"/>
                </a:lnTo>
                <a:lnTo>
                  <a:pt x="51994" y="51943"/>
                </a:lnTo>
                <a:lnTo>
                  <a:pt x="52406" y="51933"/>
                </a:lnTo>
                <a:lnTo>
                  <a:pt x="52959" y="51903"/>
                </a:lnTo>
                <a:lnTo>
                  <a:pt x="53270" y="51883"/>
                </a:lnTo>
                <a:lnTo>
                  <a:pt x="53612" y="51843"/>
                </a:lnTo>
                <a:lnTo>
                  <a:pt x="53984" y="51803"/>
                </a:lnTo>
                <a:lnTo>
                  <a:pt x="54376" y="51752"/>
                </a:lnTo>
                <a:lnTo>
                  <a:pt x="54788" y="51682"/>
                </a:lnTo>
                <a:lnTo>
                  <a:pt x="55210" y="51612"/>
                </a:lnTo>
                <a:lnTo>
                  <a:pt x="55652" y="51521"/>
                </a:lnTo>
                <a:lnTo>
                  <a:pt x="56115" y="51411"/>
                </a:lnTo>
                <a:lnTo>
                  <a:pt x="56577" y="51290"/>
                </a:lnTo>
                <a:lnTo>
                  <a:pt x="57049" y="51159"/>
                </a:lnTo>
                <a:lnTo>
                  <a:pt x="57532" y="50999"/>
                </a:lnTo>
                <a:lnTo>
                  <a:pt x="58014" y="50828"/>
                </a:lnTo>
                <a:lnTo>
                  <a:pt x="58507" y="50627"/>
                </a:lnTo>
                <a:lnTo>
                  <a:pt x="58989" y="50416"/>
                </a:lnTo>
                <a:lnTo>
                  <a:pt x="59471" y="50174"/>
                </a:lnTo>
                <a:lnTo>
                  <a:pt x="59713" y="50044"/>
                </a:lnTo>
                <a:lnTo>
                  <a:pt x="59954" y="49913"/>
                </a:lnTo>
                <a:lnTo>
                  <a:pt x="60185" y="49772"/>
                </a:lnTo>
                <a:lnTo>
                  <a:pt x="60426" y="49622"/>
                </a:lnTo>
                <a:lnTo>
                  <a:pt x="60657" y="49471"/>
                </a:lnTo>
                <a:lnTo>
                  <a:pt x="60879" y="49310"/>
                </a:lnTo>
                <a:lnTo>
                  <a:pt x="61110" y="49149"/>
                </a:lnTo>
                <a:lnTo>
                  <a:pt x="61331" y="48968"/>
                </a:lnTo>
                <a:lnTo>
                  <a:pt x="61552" y="48787"/>
                </a:lnTo>
                <a:lnTo>
                  <a:pt x="61763" y="48606"/>
                </a:lnTo>
                <a:lnTo>
                  <a:pt x="61974" y="48415"/>
                </a:lnTo>
                <a:lnTo>
                  <a:pt x="62185" y="48204"/>
                </a:lnTo>
                <a:lnTo>
                  <a:pt x="62386" y="48003"/>
                </a:lnTo>
                <a:lnTo>
                  <a:pt x="62577" y="47782"/>
                </a:lnTo>
                <a:lnTo>
                  <a:pt x="62778" y="47561"/>
                </a:lnTo>
                <a:lnTo>
                  <a:pt x="62959" y="47330"/>
                </a:lnTo>
                <a:lnTo>
                  <a:pt x="63140" y="47089"/>
                </a:lnTo>
                <a:lnTo>
                  <a:pt x="63311" y="46838"/>
                </a:lnTo>
                <a:lnTo>
                  <a:pt x="63964" y="45873"/>
                </a:lnTo>
                <a:lnTo>
                  <a:pt x="64547" y="44988"/>
                </a:lnTo>
                <a:lnTo>
                  <a:pt x="65060" y="44184"/>
                </a:lnTo>
                <a:lnTo>
                  <a:pt x="65512" y="43460"/>
                </a:lnTo>
                <a:lnTo>
                  <a:pt x="65914" y="42817"/>
                </a:lnTo>
                <a:lnTo>
                  <a:pt x="66256" y="42244"/>
                </a:lnTo>
                <a:lnTo>
                  <a:pt x="66547" y="41742"/>
                </a:lnTo>
                <a:lnTo>
                  <a:pt x="66799" y="41310"/>
                </a:lnTo>
                <a:lnTo>
                  <a:pt x="67000" y="40938"/>
                </a:lnTo>
                <a:lnTo>
                  <a:pt x="67170" y="40626"/>
                </a:lnTo>
                <a:lnTo>
                  <a:pt x="67402" y="40164"/>
                </a:lnTo>
                <a:lnTo>
                  <a:pt x="67512" y="39912"/>
                </a:lnTo>
                <a:lnTo>
                  <a:pt x="67542" y="39832"/>
                </a:lnTo>
                <a:lnTo>
                  <a:pt x="67392" y="40053"/>
                </a:lnTo>
                <a:lnTo>
                  <a:pt x="66949" y="40636"/>
                </a:lnTo>
                <a:lnTo>
                  <a:pt x="66638" y="41028"/>
                </a:lnTo>
                <a:lnTo>
                  <a:pt x="66266" y="41490"/>
                </a:lnTo>
                <a:lnTo>
                  <a:pt x="65854" y="41983"/>
                </a:lnTo>
                <a:lnTo>
                  <a:pt x="65391" y="42516"/>
                </a:lnTo>
                <a:lnTo>
                  <a:pt x="64899" y="43058"/>
                </a:lnTo>
                <a:lnTo>
                  <a:pt x="64366" y="43611"/>
                </a:lnTo>
                <a:lnTo>
                  <a:pt x="64095" y="43893"/>
                </a:lnTo>
                <a:lnTo>
                  <a:pt x="63813" y="44164"/>
                </a:lnTo>
                <a:lnTo>
                  <a:pt x="63522" y="44435"/>
                </a:lnTo>
                <a:lnTo>
                  <a:pt x="63241" y="44697"/>
                </a:lnTo>
                <a:lnTo>
                  <a:pt x="62939" y="44948"/>
                </a:lnTo>
                <a:lnTo>
                  <a:pt x="62648" y="45199"/>
                </a:lnTo>
                <a:lnTo>
                  <a:pt x="62346" y="45430"/>
                </a:lnTo>
                <a:lnTo>
                  <a:pt x="62044" y="45652"/>
                </a:lnTo>
                <a:lnTo>
                  <a:pt x="61743" y="45863"/>
                </a:lnTo>
                <a:lnTo>
                  <a:pt x="61441" y="46064"/>
                </a:lnTo>
                <a:lnTo>
                  <a:pt x="61140" y="46234"/>
                </a:lnTo>
                <a:lnTo>
                  <a:pt x="60838" y="46395"/>
                </a:lnTo>
                <a:lnTo>
                  <a:pt x="59652" y="46978"/>
                </a:lnTo>
                <a:lnTo>
                  <a:pt x="58547" y="47511"/>
                </a:lnTo>
                <a:lnTo>
                  <a:pt x="57532" y="47983"/>
                </a:lnTo>
                <a:lnTo>
                  <a:pt x="56637" y="48385"/>
                </a:lnTo>
                <a:lnTo>
                  <a:pt x="55341" y="48958"/>
                </a:lnTo>
                <a:lnTo>
                  <a:pt x="54848" y="49169"/>
                </a:lnTo>
                <a:lnTo>
                  <a:pt x="61713" y="37792"/>
                </a:lnTo>
                <a:lnTo>
                  <a:pt x="55140" y="45521"/>
                </a:lnTo>
                <a:lnTo>
                  <a:pt x="54848" y="36917"/>
                </a:lnTo>
                <a:lnTo>
                  <a:pt x="54778" y="37390"/>
                </a:lnTo>
                <a:lnTo>
                  <a:pt x="54567" y="38666"/>
                </a:lnTo>
                <a:lnTo>
                  <a:pt x="54255" y="40465"/>
                </a:lnTo>
                <a:lnTo>
                  <a:pt x="54064" y="41501"/>
                </a:lnTo>
                <a:lnTo>
                  <a:pt x="53863" y="42566"/>
                </a:lnTo>
                <a:lnTo>
                  <a:pt x="53662" y="43651"/>
                </a:lnTo>
                <a:lnTo>
                  <a:pt x="53441" y="44707"/>
                </a:lnTo>
                <a:lnTo>
                  <a:pt x="53220" y="45712"/>
                </a:lnTo>
                <a:lnTo>
                  <a:pt x="53009" y="46636"/>
                </a:lnTo>
                <a:lnTo>
                  <a:pt x="52898" y="47059"/>
                </a:lnTo>
                <a:lnTo>
                  <a:pt x="52798" y="47451"/>
                </a:lnTo>
                <a:lnTo>
                  <a:pt x="52687" y="47802"/>
                </a:lnTo>
                <a:lnTo>
                  <a:pt x="52587" y="48114"/>
                </a:lnTo>
                <a:lnTo>
                  <a:pt x="52496" y="48385"/>
                </a:lnTo>
                <a:lnTo>
                  <a:pt x="52396" y="48596"/>
                </a:lnTo>
                <a:lnTo>
                  <a:pt x="52315" y="48767"/>
                </a:lnTo>
                <a:lnTo>
                  <a:pt x="52265" y="48828"/>
                </a:lnTo>
                <a:lnTo>
                  <a:pt x="52225" y="48878"/>
                </a:lnTo>
                <a:lnTo>
                  <a:pt x="52014" y="49069"/>
                </a:lnTo>
                <a:lnTo>
                  <a:pt x="51732" y="49310"/>
                </a:lnTo>
                <a:lnTo>
                  <a:pt x="51381" y="49581"/>
                </a:lnTo>
                <a:lnTo>
                  <a:pt x="50968" y="49883"/>
                </a:lnTo>
                <a:lnTo>
                  <a:pt x="50044" y="50556"/>
                </a:lnTo>
                <a:lnTo>
                  <a:pt x="49049" y="51250"/>
                </a:lnTo>
                <a:lnTo>
                  <a:pt x="48104" y="51903"/>
                </a:lnTo>
                <a:lnTo>
                  <a:pt x="47300" y="52446"/>
                </a:lnTo>
                <a:lnTo>
                  <a:pt x="46536" y="52958"/>
                </a:lnTo>
                <a:lnTo>
                  <a:pt x="49019" y="43621"/>
                </a:lnTo>
                <a:lnTo>
                  <a:pt x="48858" y="44033"/>
                </a:lnTo>
                <a:lnTo>
                  <a:pt x="48416" y="45119"/>
                </a:lnTo>
                <a:lnTo>
                  <a:pt x="48114" y="45842"/>
                </a:lnTo>
                <a:lnTo>
                  <a:pt x="47762" y="46657"/>
                </a:lnTo>
                <a:lnTo>
                  <a:pt x="47370" y="47531"/>
                </a:lnTo>
                <a:lnTo>
                  <a:pt x="46958" y="48446"/>
                </a:lnTo>
                <a:lnTo>
                  <a:pt x="46516" y="49360"/>
                </a:lnTo>
                <a:lnTo>
                  <a:pt x="46285" y="49813"/>
                </a:lnTo>
                <a:lnTo>
                  <a:pt x="46064" y="50255"/>
                </a:lnTo>
                <a:lnTo>
                  <a:pt x="45833" y="50687"/>
                </a:lnTo>
                <a:lnTo>
                  <a:pt x="45601" y="51099"/>
                </a:lnTo>
                <a:lnTo>
                  <a:pt x="45370" y="51501"/>
                </a:lnTo>
                <a:lnTo>
                  <a:pt x="45139" y="51873"/>
                </a:lnTo>
                <a:lnTo>
                  <a:pt x="44908" y="52225"/>
                </a:lnTo>
                <a:lnTo>
                  <a:pt x="44687" y="52546"/>
                </a:lnTo>
                <a:lnTo>
                  <a:pt x="44466" y="52838"/>
                </a:lnTo>
                <a:lnTo>
                  <a:pt x="44255" y="53089"/>
                </a:lnTo>
                <a:lnTo>
                  <a:pt x="44043" y="53310"/>
                </a:lnTo>
                <a:lnTo>
                  <a:pt x="43943" y="53401"/>
                </a:lnTo>
                <a:lnTo>
                  <a:pt x="43853" y="53481"/>
                </a:lnTo>
                <a:lnTo>
                  <a:pt x="43752" y="53551"/>
                </a:lnTo>
                <a:lnTo>
                  <a:pt x="43652" y="53612"/>
                </a:lnTo>
                <a:lnTo>
                  <a:pt x="43561" y="53662"/>
                </a:lnTo>
                <a:lnTo>
                  <a:pt x="43471" y="53692"/>
                </a:lnTo>
                <a:lnTo>
                  <a:pt x="41581" y="54275"/>
                </a:lnTo>
                <a:lnTo>
                  <a:pt x="37782" y="43621"/>
                </a:lnTo>
                <a:lnTo>
                  <a:pt x="43621" y="43189"/>
                </a:lnTo>
                <a:lnTo>
                  <a:pt x="38516" y="37932"/>
                </a:lnTo>
                <a:lnTo>
                  <a:pt x="39681" y="31661"/>
                </a:lnTo>
                <a:lnTo>
                  <a:pt x="35299" y="35751"/>
                </a:lnTo>
                <a:lnTo>
                  <a:pt x="33842" y="34294"/>
                </a:lnTo>
                <a:lnTo>
                  <a:pt x="33842" y="29771"/>
                </a:lnTo>
                <a:lnTo>
                  <a:pt x="34164" y="29731"/>
                </a:lnTo>
                <a:lnTo>
                  <a:pt x="35008" y="29641"/>
                </a:lnTo>
                <a:lnTo>
                  <a:pt x="36244" y="29480"/>
                </a:lnTo>
                <a:lnTo>
                  <a:pt x="36958" y="29389"/>
                </a:lnTo>
                <a:lnTo>
                  <a:pt x="37711" y="29279"/>
                </a:lnTo>
                <a:lnTo>
                  <a:pt x="38485" y="29148"/>
                </a:lnTo>
                <a:lnTo>
                  <a:pt x="39259" y="29017"/>
                </a:lnTo>
                <a:lnTo>
                  <a:pt x="40013" y="28877"/>
                </a:lnTo>
                <a:lnTo>
                  <a:pt x="40737" y="28716"/>
                </a:lnTo>
                <a:lnTo>
                  <a:pt x="41079" y="28635"/>
                </a:lnTo>
                <a:lnTo>
                  <a:pt x="41400" y="28555"/>
                </a:lnTo>
                <a:lnTo>
                  <a:pt x="41712" y="28475"/>
                </a:lnTo>
                <a:lnTo>
                  <a:pt x="41993" y="28384"/>
                </a:lnTo>
                <a:lnTo>
                  <a:pt x="42265" y="28294"/>
                </a:lnTo>
                <a:lnTo>
                  <a:pt x="42496" y="28203"/>
                </a:lnTo>
                <a:lnTo>
                  <a:pt x="42707" y="28113"/>
                </a:lnTo>
                <a:lnTo>
                  <a:pt x="42888" y="28012"/>
                </a:lnTo>
                <a:lnTo>
                  <a:pt x="44033" y="27339"/>
                </a:lnTo>
                <a:lnTo>
                  <a:pt x="44858" y="26826"/>
                </a:lnTo>
                <a:lnTo>
                  <a:pt x="45350" y="26515"/>
                </a:lnTo>
                <a:lnTo>
                  <a:pt x="45511" y="26414"/>
                </a:lnTo>
                <a:lnTo>
                  <a:pt x="45662" y="26424"/>
                </a:lnTo>
                <a:lnTo>
                  <a:pt x="45833" y="26434"/>
                </a:lnTo>
                <a:lnTo>
                  <a:pt x="46074" y="26454"/>
                </a:lnTo>
                <a:lnTo>
                  <a:pt x="46707" y="26454"/>
                </a:lnTo>
                <a:lnTo>
                  <a:pt x="47099" y="26434"/>
                </a:lnTo>
                <a:lnTo>
                  <a:pt x="47541" y="26394"/>
                </a:lnTo>
                <a:lnTo>
                  <a:pt x="48014" y="26334"/>
                </a:lnTo>
                <a:lnTo>
                  <a:pt x="48526" y="26243"/>
                </a:lnTo>
                <a:lnTo>
                  <a:pt x="48798" y="26193"/>
                </a:lnTo>
                <a:lnTo>
                  <a:pt x="49069" y="26133"/>
                </a:lnTo>
                <a:lnTo>
                  <a:pt x="49350" y="26062"/>
                </a:lnTo>
                <a:lnTo>
                  <a:pt x="49642" y="25982"/>
                </a:lnTo>
                <a:lnTo>
                  <a:pt x="49933" y="25892"/>
                </a:lnTo>
                <a:lnTo>
                  <a:pt x="50225" y="25791"/>
                </a:lnTo>
                <a:lnTo>
                  <a:pt x="50526" y="25680"/>
                </a:lnTo>
                <a:lnTo>
                  <a:pt x="50838" y="25560"/>
                </a:lnTo>
                <a:lnTo>
                  <a:pt x="51139" y="25429"/>
                </a:lnTo>
                <a:lnTo>
                  <a:pt x="51451" y="25278"/>
                </a:lnTo>
                <a:lnTo>
                  <a:pt x="51763" y="25128"/>
                </a:lnTo>
                <a:lnTo>
                  <a:pt x="52084" y="24957"/>
                </a:lnTo>
                <a:lnTo>
                  <a:pt x="52386" y="24776"/>
                </a:lnTo>
                <a:lnTo>
                  <a:pt x="52687" y="24595"/>
                </a:lnTo>
                <a:lnTo>
                  <a:pt x="52979" y="24414"/>
                </a:lnTo>
                <a:lnTo>
                  <a:pt x="53250" y="24233"/>
                </a:lnTo>
                <a:lnTo>
                  <a:pt x="53773" y="23871"/>
                </a:lnTo>
                <a:lnTo>
                  <a:pt x="54245" y="23510"/>
                </a:lnTo>
                <a:lnTo>
                  <a:pt x="54687" y="23168"/>
                </a:lnTo>
                <a:lnTo>
                  <a:pt x="55079" y="22826"/>
                </a:lnTo>
                <a:lnTo>
                  <a:pt x="55431" y="22504"/>
                </a:lnTo>
                <a:lnTo>
                  <a:pt x="55743" y="22203"/>
                </a:lnTo>
                <a:lnTo>
                  <a:pt x="56024" y="21911"/>
                </a:lnTo>
                <a:lnTo>
                  <a:pt x="56255" y="21660"/>
                </a:lnTo>
                <a:lnTo>
                  <a:pt x="56456" y="21429"/>
                </a:lnTo>
                <a:lnTo>
                  <a:pt x="56617" y="21238"/>
                </a:lnTo>
                <a:lnTo>
                  <a:pt x="56828" y="20967"/>
                </a:lnTo>
                <a:lnTo>
                  <a:pt x="56898" y="20866"/>
                </a:lnTo>
                <a:lnTo>
                  <a:pt x="56898" y="20866"/>
                </a:lnTo>
                <a:lnTo>
                  <a:pt x="48727" y="24223"/>
                </a:lnTo>
                <a:lnTo>
                  <a:pt x="48918" y="24002"/>
                </a:lnTo>
                <a:lnTo>
                  <a:pt x="49441" y="23379"/>
                </a:lnTo>
                <a:lnTo>
                  <a:pt x="49793" y="22957"/>
                </a:lnTo>
                <a:lnTo>
                  <a:pt x="50185" y="22464"/>
                </a:lnTo>
                <a:lnTo>
                  <a:pt x="50617" y="21911"/>
                </a:lnTo>
                <a:lnTo>
                  <a:pt x="51059" y="21318"/>
                </a:lnTo>
                <a:lnTo>
                  <a:pt x="51511" y="20695"/>
                </a:lnTo>
                <a:lnTo>
                  <a:pt x="51964" y="20052"/>
                </a:lnTo>
                <a:lnTo>
                  <a:pt x="52386" y="19399"/>
                </a:lnTo>
                <a:lnTo>
                  <a:pt x="52597" y="19067"/>
                </a:lnTo>
                <a:lnTo>
                  <a:pt x="52788" y="18745"/>
                </a:lnTo>
                <a:lnTo>
                  <a:pt x="52969" y="18424"/>
                </a:lnTo>
                <a:lnTo>
                  <a:pt x="53139" y="18102"/>
                </a:lnTo>
                <a:lnTo>
                  <a:pt x="53300" y="17791"/>
                </a:lnTo>
                <a:lnTo>
                  <a:pt x="53441" y="17479"/>
                </a:lnTo>
                <a:lnTo>
                  <a:pt x="53572" y="17177"/>
                </a:lnTo>
                <a:lnTo>
                  <a:pt x="53682" y="16886"/>
                </a:lnTo>
                <a:lnTo>
                  <a:pt x="53763" y="16615"/>
                </a:lnTo>
                <a:lnTo>
                  <a:pt x="53833" y="16343"/>
                </a:lnTo>
                <a:lnTo>
                  <a:pt x="53923" y="15841"/>
                </a:lnTo>
                <a:lnTo>
                  <a:pt x="53994" y="15378"/>
                </a:lnTo>
                <a:lnTo>
                  <a:pt x="54044" y="14956"/>
                </a:lnTo>
                <a:lnTo>
                  <a:pt x="54074" y="14564"/>
                </a:lnTo>
                <a:lnTo>
                  <a:pt x="54094" y="14202"/>
                </a:lnTo>
                <a:lnTo>
                  <a:pt x="54084" y="13881"/>
                </a:lnTo>
                <a:lnTo>
                  <a:pt x="54074" y="13589"/>
                </a:lnTo>
                <a:lnTo>
                  <a:pt x="54054" y="13338"/>
                </a:lnTo>
                <a:lnTo>
                  <a:pt x="54024" y="13117"/>
                </a:lnTo>
                <a:lnTo>
                  <a:pt x="53984" y="12926"/>
                </a:lnTo>
                <a:lnTo>
                  <a:pt x="53954" y="12765"/>
                </a:lnTo>
                <a:lnTo>
                  <a:pt x="53913" y="12634"/>
                </a:lnTo>
                <a:lnTo>
                  <a:pt x="53853" y="12464"/>
                </a:lnTo>
                <a:lnTo>
                  <a:pt x="53833" y="12403"/>
                </a:lnTo>
                <a:lnTo>
                  <a:pt x="53712" y="12675"/>
                </a:lnTo>
                <a:lnTo>
                  <a:pt x="53401" y="13408"/>
                </a:lnTo>
                <a:lnTo>
                  <a:pt x="52918" y="14484"/>
                </a:lnTo>
                <a:lnTo>
                  <a:pt x="52335" y="15760"/>
                </a:lnTo>
                <a:lnTo>
                  <a:pt x="52014" y="16444"/>
                </a:lnTo>
                <a:lnTo>
                  <a:pt x="51682" y="17117"/>
                </a:lnTo>
                <a:lnTo>
                  <a:pt x="51340" y="17791"/>
                </a:lnTo>
                <a:lnTo>
                  <a:pt x="50999" y="18434"/>
                </a:lnTo>
                <a:lnTo>
                  <a:pt x="50667" y="19037"/>
                </a:lnTo>
                <a:lnTo>
                  <a:pt x="50345" y="19580"/>
                </a:lnTo>
                <a:lnTo>
                  <a:pt x="50185" y="19831"/>
                </a:lnTo>
                <a:lnTo>
                  <a:pt x="50034" y="20052"/>
                </a:lnTo>
                <a:lnTo>
                  <a:pt x="49883" y="20253"/>
                </a:lnTo>
                <a:lnTo>
                  <a:pt x="49742" y="20434"/>
                </a:lnTo>
                <a:lnTo>
                  <a:pt x="49602" y="20595"/>
                </a:lnTo>
                <a:lnTo>
                  <a:pt x="49421" y="20776"/>
                </a:lnTo>
                <a:lnTo>
                  <a:pt x="49230" y="20967"/>
                </a:lnTo>
                <a:lnTo>
                  <a:pt x="49019" y="21158"/>
                </a:lnTo>
                <a:lnTo>
                  <a:pt x="48777" y="21359"/>
                </a:lnTo>
                <a:lnTo>
                  <a:pt x="48536" y="21560"/>
                </a:lnTo>
                <a:lnTo>
                  <a:pt x="47993" y="21992"/>
                </a:lnTo>
                <a:lnTo>
                  <a:pt x="47411" y="22424"/>
                </a:lnTo>
                <a:lnTo>
                  <a:pt x="46797" y="22856"/>
                </a:lnTo>
                <a:lnTo>
                  <a:pt x="46174" y="23288"/>
                </a:lnTo>
                <a:lnTo>
                  <a:pt x="45551" y="23711"/>
                </a:lnTo>
                <a:lnTo>
                  <a:pt x="44948" y="24113"/>
                </a:lnTo>
                <a:lnTo>
                  <a:pt x="44375" y="24484"/>
                </a:lnTo>
                <a:lnTo>
                  <a:pt x="43390" y="25108"/>
                </a:lnTo>
                <a:lnTo>
                  <a:pt x="42707" y="25530"/>
                </a:lnTo>
                <a:lnTo>
                  <a:pt x="42455" y="25680"/>
                </a:lnTo>
                <a:lnTo>
                  <a:pt x="42636" y="25459"/>
                </a:lnTo>
                <a:lnTo>
                  <a:pt x="43129" y="24836"/>
                </a:lnTo>
                <a:lnTo>
                  <a:pt x="43451" y="24404"/>
                </a:lnTo>
                <a:lnTo>
                  <a:pt x="43832" y="23901"/>
                </a:lnTo>
                <a:lnTo>
                  <a:pt x="44234" y="23349"/>
                </a:lnTo>
                <a:lnTo>
                  <a:pt x="44657" y="22746"/>
                </a:lnTo>
                <a:lnTo>
                  <a:pt x="45089" y="22102"/>
                </a:lnTo>
                <a:lnTo>
                  <a:pt x="45521" y="21439"/>
                </a:lnTo>
                <a:lnTo>
                  <a:pt x="45943" y="20766"/>
                </a:lnTo>
                <a:lnTo>
                  <a:pt x="46134" y="20424"/>
                </a:lnTo>
                <a:lnTo>
                  <a:pt x="46325" y="20082"/>
                </a:lnTo>
                <a:lnTo>
                  <a:pt x="46516" y="19740"/>
                </a:lnTo>
                <a:lnTo>
                  <a:pt x="46687" y="19399"/>
                </a:lnTo>
                <a:lnTo>
                  <a:pt x="46848" y="19067"/>
                </a:lnTo>
                <a:lnTo>
                  <a:pt x="46988" y="18745"/>
                </a:lnTo>
                <a:lnTo>
                  <a:pt x="47119" y="18424"/>
                </a:lnTo>
                <a:lnTo>
                  <a:pt x="47240" y="18112"/>
                </a:lnTo>
                <a:lnTo>
                  <a:pt x="47330" y="17801"/>
                </a:lnTo>
                <a:lnTo>
                  <a:pt x="47411" y="17509"/>
                </a:lnTo>
                <a:lnTo>
                  <a:pt x="47541" y="16946"/>
                </a:lnTo>
                <a:lnTo>
                  <a:pt x="47642" y="16404"/>
                </a:lnTo>
                <a:lnTo>
                  <a:pt x="47722" y="15891"/>
                </a:lnTo>
                <a:lnTo>
                  <a:pt x="47792" y="15398"/>
                </a:lnTo>
                <a:lnTo>
                  <a:pt x="47833" y="14936"/>
                </a:lnTo>
                <a:lnTo>
                  <a:pt x="47873" y="14504"/>
                </a:lnTo>
                <a:lnTo>
                  <a:pt x="47893" y="14102"/>
                </a:lnTo>
                <a:lnTo>
                  <a:pt x="47903" y="13740"/>
                </a:lnTo>
                <a:lnTo>
                  <a:pt x="47903" y="13408"/>
                </a:lnTo>
                <a:lnTo>
                  <a:pt x="47903" y="13117"/>
                </a:lnTo>
                <a:lnTo>
                  <a:pt x="47883" y="12645"/>
                </a:lnTo>
                <a:lnTo>
                  <a:pt x="47863" y="12363"/>
                </a:lnTo>
                <a:lnTo>
                  <a:pt x="47853" y="12263"/>
                </a:lnTo>
                <a:lnTo>
                  <a:pt x="47712" y="12675"/>
                </a:lnTo>
                <a:lnTo>
                  <a:pt x="47320" y="13770"/>
                </a:lnTo>
                <a:lnTo>
                  <a:pt x="47049" y="14504"/>
                </a:lnTo>
                <a:lnTo>
                  <a:pt x="46737" y="15348"/>
                </a:lnTo>
                <a:lnTo>
                  <a:pt x="46395" y="16253"/>
                </a:lnTo>
                <a:lnTo>
                  <a:pt x="46024" y="17198"/>
                </a:lnTo>
                <a:lnTo>
                  <a:pt x="45632" y="18173"/>
                </a:lnTo>
                <a:lnTo>
                  <a:pt x="45229" y="19137"/>
                </a:lnTo>
                <a:lnTo>
                  <a:pt x="44817" y="20062"/>
                </a:lnTo>
                <a:lnTo>
                  <a:pt x="44606" y="20514"/>
                </a:lnTo>
                <a:lnTo>
                  <a:pt x="44405" y="20936"/>
                </a:lnTo>
                <a:lnTo>
                  <a:pt x="44194" y="21349"/>
                </a:lnTo>
                <a:lnTo>
                  <a:pt x="43993" y="21731"/>
                </a:lnTo>
                <a:lnTo>
                  <a:pt x="43802" y="22082"/>
                </a:lnTo>
                <a:lnTo>
                  <a:pt x="43601" y="22414"/>
                </a:lnTo>
                <a:lnTo>
                  <a:pt x="43420" y="22705"/>
                </a:lnTo>
                <a:lnTo>
                  <a:pt x="43229" y="22957"/>
                </a:lnTo>
                <a:lnTo>
                  <a:pt x="43059" y="23178"/>
                </a:lnTo>
                <a:lnTo>
                  <a:pt x="42968" y="23268"/>
                </a:lnTo>
                <a:lnTo>
                  <a:pt x="42888" y="23349"/>
                </a:lnTo>
                <a:lnTo>
                  <a:pt x="41440" y="24685"/>
                </a:lnTo>
                <a:lnTo>
                  <a:pt x="40656" y="25409"/>
                </a:lnTo>
                <a:lnTo>
                  <a:pt x="40264" y="25761"/>
                </a:lnTo>
                <a:lnTo>
                  <a:pt x="39862" y="26103"/>
                </a:lnTo>
                <a:lnTo>
                  <a:pt x="39470" y="26424"/>
                </a:lnTo>
                <a:lnTo>
                  <a:pt x="39078" y="26736"/>
                </a:lnTo>
                <a:lnTo>
                  <a:pt x="38696" y="27017"/>
                </a:lnTo>
                <a:lnTo>
                  <a:pt x="38335" y="27269"/>
                </a:lnTo>
                <a:lnTo>
                  <a:pt x="37983" y="27480"/>
                </a:lnTo>
                <a:lnTo>
                  <a:pt x="37812" y="27580"/>
                </a:lnTo>
                <a:lnTo>
                  <a:pt x="37651" y="27661"/>
                </a:lnTo>
                <a:lnTo>
                  <a:pt x="37490" y="27731"/>
                </a:lnTo>
                <a:lnTo>
                  <a:pt x="37340" y="27791"/>
                </a:lnTo>
                <a:lnTo>
                  <a:pt x="37199" y="27831"/>
                </a:lnTo>
                <a:lnTo>
                  <a:pt x="37058" y="27872"/>
                </a:lnTo>
                <a:lnTo>
                  <a:pt x="36777" y="27922"/>
                </a:lnTo>
                <a:lnTo>
                  <a:pt x="36495" y="27962"/>
                </a:lnTo>
                <a:lnTo>
                  <a:pt x="35912" y="28042"/>
                </a:lnTo>
                <a:lnTo>
                  <a:pt x="35350" y="28093"/>
                </a:lnTo>
                <a:lnTo>
                  <a:pt x="34827" y="28123"/>
                </a:lnTo>
                <a:lnTo>
                  <a:pt x="34375" y="28143"/>
                </a:lnTo>
                <a:lnTo>
                  <a:pt x="34013" y="28153"/>
                </a:lnTo>
                <a:lnTo>
                  <a:pt x="33701" y="28163"/>
                </a:lnTo>
                <a:lnTo>
                  <a:pt x="33691" y="27841"/>
                </a:lnTo>
                <a:lnTo>
                  <a:pt x="33681" y="27470"/>
                </a:lnTo>
                <a:lnTo>
                  <a:pt x="33691" y="26967"/>
                </a:lnTo>
                <a:lnTo>
                  <a:pt x="33711" y="26344"/>
                </a:lnTo>
                <a:lnTo>
                  <a:pt x="33762" y="25620"/>
                </a:lnTo>
                <a:lnTo>
                  <a:pt x="33792" y="25228"/>
                </a:lnTo>
                <a:lnTo>
                  <a:pt x="33842" y="24816"/>
                </a:lnTo>
                <a:lnTo>
                  <a:pt x="33892" y="24384"/>
                </a:lnTo>
                <a:lnTo>
                  <a:pt x="33952" y="23932"/>
                </a:lnTo>
                <a:lnTo>
                  <a:pt x="34023" y="23469"/>
                </a:lnTo>
                <a:lnTo>
                  <a:pt x="34113" y="22987"/>
                </a:lnTo>
                <a:lnTo>
                  <a:pt x="34214" y="22494"/>
                </a:lnTo>
                <a:lnTo>
                  <a:pt x="34324" y="21992"/>
                </a:lnTo>
                <a:lnTo>
                  <a:pt x="34455" y="21479"/>
                </a:lnTo>
                <a:lnTo>
                  <a:pt x="34596" y="20967"/>
                </a:lnTo>
                <a:lnTo>
                  <a:pt x="34757" y="20444"/>
                </a:lnTo>
                <a:lnTo>
                  <a:pt x="34927" y="19911"/>
                </a:lnTo>
                <a:lnTo>
                  <a:pt x="35118" y="19389"/>
                </a:lnTo>
                <a:lnTo>
                  <a:pt x="35340" y="18856"/>
                </a:lnTo>
                <a:lnTo>
                  <a:pt x="35571" y="18323"/>
                </a:lnTo>
                <a:lnTo>
                  <a:pt x="35822" y="17801"/>
                </a:lnTo>
                <a:lnTo>
                  <a:pt x="36093" y="17278"/>
                </a:lnTo>
                <a:lnTo>
                  <a:pt x="36395" y="16765"/>
                </a:lnTo>
                <a:lnTo>
                  <a:pt x="36546" y="16514"/>
                </a:lnTo>
                <a:lnTo>
                  <a:pt x="36706" y="16263"/>
                </a:lnTo>
                <a:lnTo>
                  <a:pt x="36877" y="16012"/>
                </a:lnTo>
                <a:lnTo>
                  <a:pt x="37058" y="15760"/>
                </a:lnTo>
                <a:lnTo>
                  <a:pt x="38375" y="13941"/>
                </a:lnTo>
                <a:lnTo>
                  <a:pt x="39501" y="12423"/>
                </a:lnTo>
                <a:lnTo>
                  <a:pt x="40425" y="11187"/>
                </a:lnTo>
                <a:lnTo>
                  <a:pt x="41179" y="10212"/>
                </a:lnTo>
                <a:lnTo>
                  <a:pt x="41742" y="9489"/>
                </a:lnTo>
                <a:lnTo>
                  <a:pt x="42144" y="8986"/>
                </a:lnTo>
                <a:lnTo>
                  <a:pt x="42455" y="8614"/>
                </a:lnTo>
                <a:lnTo>
                  <a:pt x="50325" y="7157"/>
                </a:lnTo>
                <a:lnTo>
                  <a:pt x="44204" y="6423"/>
                </a:lnTo>
                <a:lnTo>
                  <a:pt x="50476" y="1609"/>
                </a:lnTo>
                <a:lnTo>
                  <a:pt x="42747" y="5699"/>
                </a:lnTo>
                <a:lnTo>
                  <a:pt x="43621" y="443"/>
                </a:lnTo>
                <a:lnTo>
                  <a:pt x="40697" y="7298"/>
                </a:lnTo>
                <a:lnTo>
                  <a:pt x="35008" y="14152"/>
                </a:lnTo>
                <a:lnTo>
                  <a:pt x="34425" y="9338"/>
                </a:lnTo>
                <a:lnTo>
                  <a:pt x="37933" y="3066"/>
                </a:lnTo>
                <a:lnTo>
                  <a:pt x="34425" y="5991"/>
                </a:lnTo>
                <a:lnTo>
                  <a:pt x="3515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3" name="Google Shape;473;p22">
            <a:extLst>
              <a:ext uri="{FF2B5EF4-FFF2-40B4-BE49-F238E27FC236}">
                <a16:creationId xmlns:a16="http://schemas.microsoft.com/office/drawing/2014/main" id="{B2B41D80-9307-A569-1D91-B8EB37F543D4}"/>
              </a:ext>
            </a:extLst>
          </p:cNvPr>
          <p:cNvGrpSpPr/>
          <p:nvPr/>
        </p:nvGrpSpPr>
        <p:grpSpPr>
          <a:xfrm>
            <a:off x="1904460" y="2907472"/>
            <a:ext cx="2387653" cy="1206358"/>
            <a:chOff x="515367" y="3978557"/>
            <a:chExt cx="2387653" cy="1206358"/>
          </a:xfrm>
        </p:grpSpPr>
        <p:grpSp>
          <p:nvGrpSpPr>
            <p:cNvPr id="474" name="Google Shape;474;p22">
              <a:extLst>
                <a:ext uri="{FF2B5EF4-FFF2-40B4-BE49-F238E27FC236}">
                  <a16:creationId xmlns:a16="http://schemas.microsoft.com/office/drawing/2014/main" id="{D1DB62D1-AD74-033C-CBC3-AA5B3C179157}"/>
                </a:ext>
              </a:extLst>
            </p:cNvPr>
            <p:cNvGrpSpPr/>
            <p:nvPr/>
          </p:nvGrpSpPr>
          <p:grpSpPr>
            <a:xfrm>
              <a:off x="515367" y="4181957"/>
              <a:ext cx="2387653" cy="1002958"/>
              <a:chOff x="1487667" y="1204152"/>
              <a:chExt cx="2387653" cy="1002958"/>
            </a:xfrm>
          </p:grpSpPr>
          <p:sp>
            <p:nvSpPr>
              <p:cNvPr id="475" name="Google Shape;475;p22">
                <a:extLst>
                  <a:ext uri="{FF2B5EF4-FFF2-40B4-BE49-F238E27FC236}">
                    <a16:creationId xmlns:a16="http://schemas.microsoft.com/office/drawing/2014/main" id="{DF7FD231-806E-A15C-2CA1-E5C9AD7F6C04}"/>
                  </a:ext>
                </a:extLst>
              </p:cNvPr>
              <p:cNvSpPr txBox="1"/>
              <p:nvPr/>
            </p:nvSpPr>
            <p:spPr>
              <a:xfrm>
                <a:off x="1814320" y="1204152"/>
                <a:ext cx="2061000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MODEL 1</a:t>
                </a:r>
                <a:endParaRPr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476" name="Google Shape;476;p22">
                <a:extLst>
                  <a:ext uri="{FF2B5EF4-FFF2-40B4-BE49-F238E27FC236}">
                    <a16:creationId xmlns:a16="http://schemas.microsoft.com/office/drawing/2014/main" id="{CD0B64FF-26FD-3909-46B1-94FFA81EFB75}"/>
                  </a:ext>
                </a:extLst>
              </p:cNvPr>
              <p:cNvSpPr txBox="1"/>
              <p:nvPr/>
            </p:nvSpPr>
            <p:spPr>
              <a:xfrm>
                <a:off x="1487667" y="1808410"/>
                <a:ext cx="2061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n-US" dirty="0"/>
                  <a:t>Maximizes the accuracy score</a:t>
                </a:r>
                <a:endParaRPr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477" name="Google Shape;477;p22">
              <a:extLst>
                <a:ext uri="{FF2B5EF4-FFF2-40B4-BE49-F238E27FC236}">
                  <a16:creationId xmlns:a16="http://schemas.microsoft.com/office/drawing/2014/main" id="{E11D682B-AEE8-055E-131D-745274D16BF8}"/>
                </a:ext>
              </a:extLst>
            </p:cNvPr>
            <p:cNvSpPr/>
            <p:nvPr/>
          </p:nvSpPr>
          <p:spPr>
            <a:xfrm>
              <a:off x="657023" y="3978557"/>
              <a:ext cx="680700" cy="6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78" name="Google Shape;478;p22">
            <a:extLst>
              <a:ext uri="{FF2B5EF4-FFF2-40B4-BE49-F238E27FC236}">
                <a16:creationId xmlns:a16="http://schemas.microsoft.com/office/drawing/2014/main" id="{B66443FB-B5FD-8AAA-CF61-C573C878E661}"/>
              </a:ext>
            </a:extLst>
          </p:cNvPr>
          <p:cNvGrpSpPr/>
          <p:nvPr/>
        </p:nvGrpSpPr>
        <p:grpSpPr>
          <a:xfrm>
            <a:off x="5850884" y="2914417"/>
            <a:ext cx="2585778" cy="1203090"/>
            <a:chOff x="4606324" y="3515990"/>
            <a:chExt cx="2585778" cy="1203090"/>
          </a:xfrm>
        </p:grpSpPr>
        <p:grpSp>
          <p:nvGrpSpPr>
            <p:cNvPr id="479" name="Google Shape;479;p22">
              <a:extLst>
                <a:ext uri="{FF2B5EF4-FFF2-40B4-BE49-F238E27FC236}">
                  <a16:creationId xmlns:a16="http://schemas.microsoft.com/office/drawing/2014/main" id="{357450E0-96F4-9B16-FA6A-972EFFF742AB}"/>
                </a:ext>
              </a:extLst>
            </p:cNvPr>
            <p:cNvGrpSpPr/>
            <p:nvPr/>
          </p:nvGrpSpPr>
          <p:grpSpPr>
            <a:xfrm>
              <a:off x="4606324" y="3717740"/>
              <a:ext cx="2585778" cy="1001340"/>
              <a:chOff x="2494324" y="1700518"/>
              <a:chExt cx="2585778" cy="1001340"/>
            </a:xfrm>
          </p:grpSpPr>
          <p:sp>
            <p:nvSpPr>
              <p:cNvPr id="480" name="Google Shape;480;p22">
                <a:extLst>
                  <a:ext uri="{FF2B5EF4-FFF2-40B4-BE49-F238E27FC236}">
                    <a16:creationId xmlns:a16="http://schemas.microsoft.com/office/drawing/2014/main" id="{FD0BFBCD-4C41-5C9D-BA6F-B841FA353727}"/>
                  </a:ext>
                </a:extLst>
              </p:cNvPr>
              <p:cNvSpPr txBox="1"/>
              <p:nvPr/>
            </p:nvSpPr>
            <p:spPr>
              <a:xfrm>
                <a:off x="3019102" y="1700518"/>
                <a:ext cx="2061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MODEL 2</a:t>
                </a:r>
                <a:endParaRPr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481" name="Google Shape;481;p22">
                <a:extLst>
                  <a:ext uri="{FF2B5EF4-FFF2-40B4-BE49-F238E27FC236}">
                    <a16:creationId xmlns:a16="http://schemas.microsoft.com/office/drawing/2014/main" id="{F0B87584-B0B3-F0D9-9210-F2FCC5392FB3}"/>
                  </a:ext>
                </a:extLst>
              </p:cNvPr>
              <p:cNvSpPr txBox="1"/>
              <p:nvPr/>
            </p:nvSpPr>
            <p:spPr>
              <a:xfrm>
                <a:off x="2494324" y="2298358"/>
                <a:ext cx="2585778" cy="40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Maximazes the sensitivity score</a:t>
                </a:r>
                <a:endParaRPr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482" name="Google Shape;482;p22">
              <a:extLst>
                <a:ext uri="{FF2B5EF4-FFF2-40B4-BE49-F238E27FC236}">
                  <a16:creationId xmlns:a16="http://schemas.microsoft.com/office/drawing/2014/main" id="{AD4E624C-9637-58F6-C0E5-9CE85B352394}"/>
                </a:ext>
              </a:extLst>
            </p:cNvPr>
            <p:cNvSpPr/>
            <p:nvPr/>
          </p:nvSpPr>
          <p:spPr>
            <a:xfrm>
              <a:off x="4790752" y="3515990"/>
              <a:ext cx="680700" cy="68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6" name="Google Shape;1444;p41">
            <a:extLst>
              <a:ext uri="{FF2B5EF4-FFF2-40B4-BE49-F238E27FC236}">
                <a16:creationId xmlns:a16="http://schemas.microsoft.com/office/drawing/2014/main" id="{6BAE83E9-2359-739E-9870-DABA86A86972}"/>
              </a:ext>
            </a:extLst>
          </p:cNvPr>
          <p:cNvGrpSpPr/>
          <p:nvPr/>
        </p:nvGrpSpPr>
        <p:grpSpPr>
          <a:xfrm>
            <a:off x="457198" y="1220447"/>
            <a:ext cx="8229601" cy="636536"/>
            <a:chOff x="2955001" y="4154075"/>
            <a:chExt cx="5010397" cy="575700"/>
          </a:xfrm>
        </p:grpSpPr>
        <p:sp>
          <p:nvSpPr>
            <p:cNvPr id="7" name="Google Shape;1445;p41">
              <a:extLst>
                <a:ext uri="{FF2B5EF4-FFF2-40B4-BE49-F238E27FC236}">
                  <a16:creationId xmlns:a16="http://schemas.microsoft.com/office/drawing/2014/main" id="{A02A9538-A8D2-1B23-16F6-8A7AF2FB9F9B}"/>
                </a:ext>
              </a:extLst>
            </p:cNvPr>
            <p:cNvSpPr txBox="1"/>
            <p:nvPr/>
          </p:nvSpPr>
          <p:spPr>
            <a:xfrm>
              <a:off x="2955001" y="4154075"/>
              <a:ext cx="70155" cy="575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" name="Google Shape;1446;p41">
              <a:extLst>
                <a:ext uri="{FF2B5EF4-FFF2-40B4-BE49-F238E27FC236}">
                  <a16:creationId xmlns:a16="http://schemas.microsoft.com/office/drawing/2014/main" id="{495EB1D8-208F-80FB-BB38-4089938DC764}"/>
                </a:ext>
              </a:extLst>
            </p:cNvPr>
            <p:cNvSpPr txBox="1"/>
            <p:nvPr/>
          </p:nvSpPr>
          <p:spPr>
            <a:xfrm>
              <a:off x="3025156" y="4154077"/>
              <a:ext cx="4940242" cy="573600"/>
            </a:xfrm>
            <a:prstGeom prst="rect">
              <a:avLst/>
            </a:prstGeom>
            <a:solidFill>
              <a:srgbClr val="2F809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sz="1600" dirty="0"/>
                <a:t>In this project </a:t>
              </a:r>
              <a:r>
                <a:rPr lang="en-US" sz="1600" b="1" dirty="0"/>
                <a:t>two reliable predictive models with subtle differences </a:t>
              </a:r>
              <a:r>
                <a:rPr lang="en-US" sz="1600" dirty="0"/>
                <a:t>were developed</a:t>
              </a:r>
              <a:endParaRPr lang="en-GB" sz="1600" dirty="0"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9016AA12-C2BC-B475-9D12-1AD40362B6BD}"/>
              </a:ext>
            </a:extLst>
          </p:cNvPr>
          <p:cNvSpPr/>
          <p:nvPr/>
        </p:nvSpPr>
        <p:spPr>
          <a:xfrm>
            <a:off x="354367" y="2200507"/>
            <a:ext cx="3474217" cy="2776768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8984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7E2F6717-24B7-2219-A498-12419ABA2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02AE8D72-5459-29D0-CFA6-5E68240221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C016FA17-25BE-886F-A629-F5A3F81B1D74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4262175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A6E31286-2AC2-5E96-FCA8-175E8DD2E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1234E36F-C1CD-20F5-57BA-82D376E795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2795859E-98B1-CF85-0BF0-E69C85C8F934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" name="Google Shape;1166;p37">
            <a:extLst>
              <a:ext uri="{FF2B5EF4-FFF2-40B4-BE49-F238E27FC236}">
                <a16:creationId xmlns:a16="http://schemas.microsoft.com/office/drawing/2014/main" id="{2D973E65-4CDC-F913-09C4-4CB10EAF635D}"/>
              </a:ext>
            </a:extLst>
          </p:cNvPr>
          <p:cNvSpPr/>
          <p:nvPr/>
        </p:nvSpPr>
        <p:spPr>
          <a:xfrm>
            <a:off x="928174" y="1125330"/>
            <a:ext cx="1889400" cy="1888800"/>
          </a:xfrm>
          <a:prstGeom prst="ellipse">
            <a:avLst/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167;p37">
            <a:extLst>
              <a:ext uri="{FF2B5EF4-FFF2-40B4-BE49-F238E27FC236}">
                <a16:creationId xmlns:a16="http://schemas.microsoft.com/office/drawing/2014/main" id="{D7938ED5-51EE-3EEF-E910-6488032B1684}"/>
              </a:ext>
            </a:extLst>
          </p:cNvPr>
          <p:cNvSpPr/>
          <p:nvPr/>
        </p:nvSpPr>
        <p:spPr>
          <a:xfrm>
            <a:off x="928219" y="1125330"/>
            <a:ext cx="1889400" cy="1888800"/>
          </a:xfrm>
          <a:prstGeom prst="pie">
            <a:avLst>
              <a:gd name="adj1" fmla="val 16261269"/>
              <a:gd name="adj2" fmla="val 15855017"/>
            </a:avLst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8;p37">
            <a:extLst>
              <a:ext uri="{FF2B5EF4-FFF2-40B4-BE49-F238E27FC236}">
                <a16:creationId xmlns:a16="http://schemas.microsoft.com/office/drawing/2014/main" id="{DF70789C-82EA-ADA0-D01D-B7500AF117B4}"/>
              </a:ext>
            </a:extLst>
          </p:cNvPr>
          <p:cNvSpPr/>
          <p:nvPr/>
        </p:nvSpPr>
        <p:spPr>
          <a:xfrm>
            <a:off x="1322485" y="1520158"/>
            <a:ext cx="1099500" cy="109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75;p37">
            <a:extLst>
              <a:ext uri="{FF2B5EF4-FFF2-40B4-BE49-F238E27FC236}">
                <a16:creationId xmlns:a16="http://schemas.microsoft.com/office/drawing/2014/main" id="{DE6A6F1D-09F3-B43B-A3C3-34F29D6A9BE2}"/>
              </a:ext>
            </a:extLst>
          </p:cNvPr>
          <p:cNvGrpSpPr/>
          <p:nvPr/>
        </p:nvGrpSpPr>
        <p:grpSpPr>
          <a:xfrm>
            <a:off x="886924" y="3293495"/>
            <a:ext cx="1970622" cy="1133500"/>
            <a:chOff x="1022175" y="3256963"/>
            <a:chExt cx="1970622" cy="1133500"/>
          </a:xfrm>
        </p:grpSpPr>
        <p:sp>
          <p:nvSpPr>
            <p:cNvPr id="12" name="Google Shape;1176;p37">
              <a:extLst>
                <a:ext uri="{FF2B5EF4-FFF2-40B4-BE49-F238E27FC236}">
                  <a16:creationId xmlns:a16="http://schemas.microsoft.com/office/drawing/2014/main" id="{5829C352-50B8-0AA5-5022-7441E47BE41D}"/>
                </a:ext>
              </a:extLst>
            </p:cNvPr>
            <p:cNvSpPr txBox="1"/>
            <p:nvPr/>
          </p:nvSpPr>
          <p:spPr>
            <a:xfrm>
              <a:off x="1640688" y="3256963"/>
              <a:ext cx="734700" cy="37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96.9% 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" name="Google Shape;1179;p37">
              <a:extLst>
                <a:ext uri="{FF2B5EF4-FFF2-40B4-BE49-F238E27FC236}">
                  <a16:creationId xmlns:a16="http://schemas.microsoft.com/office/drawing/2014/main" id="{60235789-44E7-FDBE-82DD-B383946D4019}"/>
                </a:ext>
              </a:extLst>
            </p:cNvPr>
            <p:cNvSpPr txBox="1"/>
            <p:nvPr/>
          </p:nvSpPr>
          <p:spPr>
            <a:xfrm>
              <a:off x="1022175" y="3907463"/>
              <a:ext cx="1970622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This model predicted correctly 408 of 421 patients’ diagnosis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8" name="Google Shape;1192;p37">
            <a:extLst>
              <a:ext uri="{FF2B5EF4-FFF2-40B4-BE49-F238E27FC236}">
                <a16:creationId xmlns:a16="http://schemas.microsoft.com/office/drawing/2014/main" id="{9985029A-E995-5EAB-F355-D83ECECC88E8}"/>
              </a:ext>
            </a:extLst>
          </p:cNvPr>
          <p:cNvSpPr/>
          <p:nvPr/>
        </p:nvSpPr>
        <p:spPr>
          <a:xfrm rot="-1809306">
            <a:off x="1546653" y="1656782"/>
            <a:ext cx="651447" cy="826069"/>
          </a:xfrm>
          <a:custGeom>
            <a:avLst/>
            <a:gdLst/>
            <a:ahLst/>
            <a:cxnLst/>
            <a:rect l="l" t="t" r="r" b="b"/>
            <a:pathLst>
              <a:path w="60406" h="76598" extrusionOk="0">
                <a:moveTo>
                  <a:pt x="34032" y="36766"/>
                </a:moveTo>
                <a:lnTo>
                  <a:pt x="34264" y="36776"/>
                </a:lnTo>
                <a:lnTo>
                  <a:pt x="34495" y="36806"/>
                </a:lnTo>
                <a:lnTo>
                  <a:pt x="34716" y="36857"/>
                </a:lnTo>
                <a:lnTo>
                  <a:pt x="34927" y="36917"/>
                </a:lnTo>
                <a:lnTo>
                  <a:pt x="35128" y="37007"/>
                </a:lnTo>
                <a:lnTo>
                  <a:pt x="35319" y="37098"/>
                </a:lnTo>
                <a:lnTo>
                  <a:pt x="35490" y="37218"/>
                </a:lnTo>
                <a:lnTo>
                  <a:pt x="35661" y="37339"/>
                </a:lnTo>
                <a:lnTo>
                  <a:pt x="35801" y="37480"/>
                </a:lnTo>
                <a:lnTo>
                  <a:pt x="35942" y="37631"/>
                </a:lnTo>
                <a:lnTo>
                  <a:pt x="36053" y="37801"/>
                </a:lnTo>
                <a:lnTo>
                  <a:pt x="36153" y="37972"/>
                </a:lnTo>
                <a:lnTo>
                  <a:pt x="36224" y="38153"/>
                </a:lnTo>
                <a:lnTo>
                  <a:pt x="36284" y="38334"/>
                </a:lnTo>
                <a:lnTo>
                  <a:pt x="36314" y="38535"/>
                </a:lnTo>
                <a:lnTo>
                  <a:pt x="36334" y="38736"/>
                </a:lnTo>
                <a:lnTo>
                  <a:pt x="36314" y="38937"/>
                </a:lnTo>
                <a:lnTo>
                  <a:pt x="36284" y="39128"/>
                </a:lnTo>
                <a:lnTo>
                  <a:pt x="36224" y="39319"/>
                </a:lnTo>
                <a:lnTo>
                  <a:pt x="36153" y="39500"/>
                </a:lnTo>
                <a:lnTo>
                  <a:pt x="36053" y="39671"/>
                </a:lnTo>
                <a:lnTo>
                  <a:pt x="35942" y="39832"/>
                </a:lnTo>
                <a:lnTo>
                  <a:pt x="35801" y="39992"/>
                </a:lnTo>
                <a:lnTo>
                  <a:pt x="35661" y="40123"/>
                </a:lnTo>
                <a:lnTo>
                  <a:pt x="35490" y="40254"/>
                </a:lnTo>
                <a:lnTo>
                  <a:pt x="35319" y="40364"/>
                </a:lnTo>
                <a:lnTo>
                  <a:pt x="35128" y="40465"/>
                </a:lnTo>
                <a:lnTo>
                  <a:pt x="34927" y="40545"/>
                </a:lnTo>
                <a:lnTo>
                  <a:pt x="34716" y="40616"/>
                </a:lnTo>
                <a:lnTo>
                  <a:pt x="34495" y="40666"/>
                </a:lnTo>
                <a:lnTo>
                  <a:pt x="34264" y="40696"/>
                </a:lnTo>
                <a:lnTo>
                  <a:pt x="34032" y="40706"/>
                </a:lnTo>
                <a:lnTo>
                  <a:pt x="33801" y="40696"/>
                </a:lnTo>
                <a:lnTo>
                  <a:pt x="33570" y="40666"/>
                </a:lnTo>
                <a:lnTo>
                  <a:pt x="33349" y="40616"/>
                </a:lnTo>
                <a:lnTo>
                  <a:pt x="33138" y="40545"/>
                </a:lnTo>
                <a:lnTo>
                  <a:pt x="32937" y="40465"/>
                </a:lnTo>
                <a:lnTo>
                  <a:pt x="32746" y="40364"/>
                </a:lnTo>
                <a:lnTo>
                  <a:pt x="32575" y="40254"/>
                </a:lnTo>
                <a:lnTo>
                  <a:pt x="32404" y="40123"/>
                </a:lnTo>
                <a:lnTo>
                  <a:pt x="32264" y="39992"/>
                </a:lnTo>
                <a:lnTo>
                  <a:pt x="32123" y="39832"/>
                </a:lnTo>
                <a:lnTo>
                  <a:pt x="32012" y="39671"/>
                </a:lnTo>
                <a:lnTo>
                  <a:pt x="31912" y="39500"/>
                </a:lnTo>
                <a:lnTo>
                  <a:pt x="31841" y="39319"/>
                </a:lnTo>
                <a:lnTo>
                  <a:pt x="31781" y="39128"/>
                </a:lnTo>
                <a:lnTo>
                  <a:pt x="31751" y="38937"/>
                </a:lnTo>
                <a:lnTo>
                  <a:pt x="31731" y="38736"/>
                </a:lnTo>
                <a:lnTo>
                  <a:pt x="31751" y="38535"/>
                </a:lnTo>
                <a:lnTo>
                  <a:pt x="31781" y="38334"/>
                </a:lnTo>
                <a:lnTo>
                  <a:pt x="31841" y="38153"/>
                </a:lnTo>
                <a:lnTo>
                  <a:pt x="31912" y="37972"/>
                </a:lnTo>
                <a:lnTo>
                  <a:pt x="32012" y="37801"/>
                </a:lnTo>
                <a:lnTo>
                  <a:pt x="32123" y="37631"/>
                </a:lnTo>
                <a:lnTo>
                  <a:pt x="32264" y="37480"/>
                </a:lnTo>
                <a:lnTo>
                  <a:pt x="32404" y="37339"/>
                </a:lnTo>
                <a:lnTo>
                  <a:pt x="32575" y="37218"/>
                </a:lnTo>
                <a:lnTo>
                  <a:pt x="32746" y="37098"/>
                </a:lnTo>
                <a:lnTo>
                  <a:pt x="32937" y="37007"/>
                </a:lnTo>
                <a:lnTo>
                  <a:pt x="33138" y="36917"/>
                </a:lnTo>
                <a:lnTo>
                  <a:pt x="33349" y="36857"/>
                </a:lnTo>
                <a:lnTo>
                  <a:pt x="33570" y="36806"/>
                </a:lnTo>
                <a:lnTo>
                  <a:pt x="33801" y="36776"/>
                </a:lnTo>
                <a:lnTo>
                  <a:pt x="34032" y="36766"/>
                </a:lnTo>
                <a:close/>
                <a:moveTo>
                  <a:pt x="34143" y="0"/>
                </a:moveTo>
                <a:lnTo>
                  <a:pt x="31731" y="5036"/>
                </a:lnTo>
                <a:lnTo>
                  <a:pt x="29108" y="3719"/>
                </a:lnTo>
                <a:lnTo>
                  <a:pt x="29108" y="3719"/>
                </a:lnTo>
                <a:lnTo>
                  <a:pt x="33731" y="15478"/>
                </a:lnTo>
                <a:lnTo>
                  <a:pt x="33600" y="16001"/>
                </a:lnTo>
                <a:lnTo>
                  <a:pt x="33470" y="16574"/>
                </a:lnTo>
                <a:lnTo>
                  <a:pt x="33339" y="17177"/>
                </a:lnTo>
                <a:lnTo>
                  <a:pt x="33218" y="17820"/>
                </a:lnTo>
                <a:lnTo>
                  <a:pt x="33088" y="18504"/>
                </a:lnTo>
                <a:lnTo>
                  <a:pt x="32957" y="19237"/>
                </a:lnTo>
                <a:lnTo>
                  <a:pt x="32826" y="20021"/>
                </a:lnTo>
                <a:lnTo>
                  <a:pt x="32696" y="20866"/>
                </a:lnTo>
                <a:lnTo>
                  <a:pt x="32424" y="22705"/>
                </a:lnTo>
                <a:lnTo>
                  <a:pt x="32143" y="24786"/>
                </a:lnTo>
                <a:lnTo>
                  <a:pt x="31841" y="27127"/>
                </a:lnTo>
                <a:lnTo>
                  <a:pt x="31520" y="29761"/>
                </a:lnTo>
                <a:lnTo>
                  <a:pt x="31409" y="30746"/>
                </a:lnTo>
                <a:lnTo>
                  <a:pt x="31319" y="31701"/>
                </a:lnTo>
                <a:lnTo>
                  <a:pt x="31258" y="32625"/>
                </a:lnTo>
                <a:lnTo>
                  <a:pt x="31218" y="33510"/>
                </a:lnTo>
                <a:lnTo>
                  <a:pt x="28886" y="34354"/>
                </a:lnTo>
                <a:lnTo>
                  <a:pt x="25168" y="33701"/>
                </a:lnTo>
                <a:lnTo>
                  <a:pt x="29108" y="40706"/>
                </a:lnTo>
                <a:lnTo>
                  <a:pt x="26042" y="41580"/>
                </a:lnTo>
                <a:lnTo>
                  <a:pt x="22323" y="35238"/>
                </a:lnTo>
                <a:lnTo>
                  <a:pt x="23851" y="41802"/>
                </a:lnTo>
                <a:lnTo>
                  <a:pt x="23549" y="41832"/>
                </a:lnTo>
                <a:lnTo>
                  <a:pt x="23168" y="41862"/>
                </a:lnTo>
                <a:lnTo>
                  <a:pt x="22595" y="41882"/>
                </a:lnTo>
                <a:lnTo>
                  <a:pt x="21851" y="41892"/>
                </a:lnTo>
                <a:lnTo>
                  <a:pt x="20896" y="41892"/>
                </a:lnTo>
                <a:lnTo>
                  <a:pt x="20353" y="41882"/>
                </a:lnTo>
                <a:lnTo>
                  <a:pt x="19750" y="41862"/>
                </a:lnTo>
                <a:lnTo>
                  <a:pt x="19097" y="41832"/>
                </a:lnTo>
                <a:lnTo>
                  <a:pt x="18383" y="41802"/>
                </a:lnTo>
                <a:lnTo>
                  <a:pt x="18001" y="41771"/>
                </a:lnTo>
                <a:lnTo>
                  <a:pt x="17589" y="41711"/>
                </a:lnTo>
                <a:lnTo>
                  <a:pt x="17147" y="41641"/>
                </a:lnTo>
                <a:lnTo>
                  <a:pt x="16675" y="41550"/>
                </a:lnTo>
                <a:lnTo>
                  <a:pt x="16192" y="41440"/>
                </a:lnTo>
                <a:lnTo>
                  <a:pt x="15690" y="41309"/>
                </a:lnTo>
                <a:lnTo>
                  <a:pt x="15167" y="41178"/>
                </a:lnTo>
                <a:lnTo>
                  <a:pt x="14634" y="41028"/>
                </a:lnTo>
                <a:lnTo>
                  <a:pt x="14092" y="40857"/>
                </a:lnTo>
                <a:lnTo>
                  <a:pt x="13539" y="40686"/>
                </a:lnTo>
                <a:lnTo>
                  <a:pt x="12433" y="40314"/>
                </a:lnTo>
                <a:lnTo>
                  <a:pt x="11318" y="39932"/>
                </a:lnTo>
                <a:lnTo>
                  <a:pt x="10232" y="39530"/>
                </a:lnTo>
                <a:lnTo>
                  <a:pt x="9187" y="39128"/>
                </a:lnTo>
                <a:lnTo>
                  <a:pt x="8222" y="38746"/>
                </a:lnTo>
                <a:lnTo>
                  <a:pt x="7338" y="38394"/>
                </a:lnTo>
                <a:lnTo>
                  <a:pt x="6564" y="38073"/>
                </a:lnTo>
                <a:lnTo>
                  <a:pt x="5448" y="37600"/>
                </a:lnTo>
                <a:lnTo>
                  <a:pt x="5036" y="37419"/>
                </a:lnTo>
                <a:lnTo>
                  <a:pt x="9197" y="42897"/>
                </a:lnTo>
                <a:lnTo>
                  <a:pt x="0" y="43329"/>
                </a:lnTo>
                <a:lnTo>
                  <a:pt x="121" y="43400"/>
                </a:lnTo>
                <a:lnTo>
                  <a:pt x="473" y="43571"/>
                </a:lnTo>
                <a:lnTo>
                  <a:pt x="724" y="43691"/>
                </a:lnTo>
                <a:lnTo>
                  <a:pt x="1026" y="43832"/>
                </a:lnTo>
                <a:lnTo>
                  <a:pt x="1377" y="43973"/>
                </a:lnTo>
                <a:lnTo>
                  <a:pt x="1779" y="44123"/>
                </a:lnTo>
                <a:lnTo>
                  <a:pt x="2222" y="44274"/>
                </a:lnTo>
                <a:lnTo>
                  <a:pt x="2704" y="44435"/>
                </a:lnTo>
                <a:lnTo>
                  <a:pt x="3227" y="44576"/>
                </a:lnTo>
                <a:lnTo>
                  <a:pt x="3790" y="44716"/>
                </a:lnTo>
                <a:lnTo>
                  <a:pt x="4383" y="44837"/>
                </a:lnTo>
                <a:lnTo>
                  <a:pt x="4684" y="44897"/>
                </a:lnTo>
                <a:lnTo>
                  <a:pt x="5006" y="44948"/>
                </a:lnTo>
                <a:lnTo>
                  <a:pt x="5327" y="44988"/>
                </a:lnTo>
                <a:lnTo>
                  <a:pt x="5659" y="45028"/>
                </a:lnTo>
                <a:lnTo>
                  <a:pt x="6001" y="45058"/>
                </a:lnTo>
                <a:lnTo>
                  <a:pt x="6342" y="45078"/>
                </a:lnTo>
                <a:lnTo>
                  <a:pt x="6704" y="45098"/>
                </a:lnTo>
                <a:lnTo>
                  <a:pt x="7066" y="45098"/>
                </a:lnTo>
                <a:lnTo>
                  <a:pt x="7448" y="45088"/>
                </a:lnTo>
                <a:lnTo>
                  <a:pt x="7840" y="45058"/>
                </a:lnTo>
                <a:lnTo>
                  <a:pt x="8232" y="45028"/>
                </a:lnTo>
                <a:lnTo>
                  <a:pt x="8634" y="44978"/>
                </a:lnTo>
                <a:lnTo>
                  <a:pt x="9046" y="44927"/>
                </a:lnTo>
                <a:lnTo>
                  <a:pt x="9458" y="44867"/>
                </a:lnTo>
                <a:lnTo>
                  <a:pt x="9870" y="44797"/>
                </a:lnTo>
                <a:lnTo>
                  <a:pt x="10282" y="44726"/>
                </a:lnTo>
                <a:lnTo>
                  <a:pt x="11097" y="44556"/>
                </a:lnTo>
                <a:lnTo>
                  <a:pt x="11901" y="44375"/>
                </a:lnTo>
                <a:lnTo>
                  <a:pt x="12664" y="44184"/>
                </a:lnTo>
                <a:lnTo>
                  <a:pt x="13388" y="43983"/>
                </a:lnTo>
                <a:lnTo>
                  <a:pt x="14062" y="43792"/>
                </a:lnTo>
                <a:lnTo>
                  <a:pt x="14665" y="43611"/>
                </a:lnTo>
                <a:lnTo>
                  <a:pt x="15177" y="43450"/>
                </a:lnTo>
                <a:lnTo>
                  <a:pt x="15921" y="43209"/>
                </a:lnTo>
                <a:lnTo>
                  <a:pt x="16192" y="43108"/>
                </a:lnTo>
                <a:lnTo>
                  <a:pt x="24947" y="43993"/>
                </a:lnTo>
                <a:lnTo>
                  <a:pt x="19700" y="45953"/>
                </a:lnTo>
                <a:lnTo>
                  <a:pt x="19801" y="45993"/>
                </a:lnTo>
                <a:lnTo>
                  <a:pt x="20082" y="46083"/>
                </a:lnTo>
                <a:lnTo>
                  <a:pt x="20303" y="46144"/>
                </a:lnTo>
                <a:lnTo>
                  <a:pt x="20554" y="46204"/>
                </a:lnTo>
                <a:lnTo>
                  <a:pt x="20846" y="46254"/>
                </a:lnTo>
                <a:lnTo>
                  <a:pt x="21177" y="46314"/>
                </a:lnTo>
                <a:lnTo>
                  <a:pt x="21539" y="46365"/>
                </a:lnTo>
                <a:lnTo>
                  <a:pt x="21941" y="46395"/>
                </a:lnTo>
                <a:lnTo>
                  <a:pt x="22374" y="46415"/>
                </a:lnTo>
                <a:lnTo>
                  <a:pt x="22836" y="46415"/>
                </a:lnTo>
                <a:lnTo>
                  <a:pt x="23328" y="46405"/>
                </a:lnTo>
                <a:lnTo>
                  <a:pt x="23580" y="46385"/>
                </a:lnTo>
                <a:lnTo>
                  <a:pt x="23841" y="46355"/>
                </a:lnTo>
                <a:lnTo>
                  <a:pt x="24112" y="46324"/>
                </a:lnTo>
                <a:lnTo>
                  <a:pt x="24384" y="46284"/>
                </a:lnTo>
                <a:lnTo>
                  <a:pt x="24665" y="46234"/>
                </a:lnTo>
                <a:lnTo>
                  <a:pt x="24947" y="46174"/>
                </a:lnTo>
                <a:lnTo>
                  <a:pt x="25228" y="46103"/>
                </a:lnTo>
                <a:lnTo>
                  <a:pt x="25499" y="46023"/>
                </a:lnTo>
                <a:lnTo>
                  <a:pt x="25761" y="45933"/>
                </a:lnTo>
                <a:lnTo>
                  <a:pt x="26012" y="45832"/>
                </a:lnTo>
                <a:lnTo>
                  <a:pt x="26243" y="45711"/>
                </a:lnTo>
                <a:lnTo>
                  <a:pt x="26474" y="45591"/>
                </a:lnTo>
                <a:lnTo>
                  <a:pt x="26685" y="45460"/>
                </a:lnTo>
                <a:lnTo>
                  <a:pt x="26896" y="45319"/>
                </a:lnTo>
                <a:lnTo>
                  <a:pt x="27087" y="45169"/>
                </a:lnTo>
                <a:lnTo>
                  <a:pt x="27268" y="45018"/>
                </a:lnTo>
                <a:lnTo>
                  <a:pt x="27449" y="44867"/>
                </a:lnTo>
                <a:lnTo>
                  <a:pt x="27610" y="44706"/>
                </a:lnTo>
                <a:lnTo>
                  <a:pt x="27771" y="44556"/>
                </a:lnTo>
                <a:lnTo>
                  <a:pt x="27912" y="44395"/>
                </a:lnTo>
                <a:lnTo>
                  <a:pt x="28052" y="44234"/>
                </a:lnTo>
                <a:lnTo>
                  <a:pt x="28173" y="44073"/>
                </a:lnTo>
                <a:lnTo>
                  <a:pt x="28404" y="43762"/>
                </a:lnTo>
                <a:lnTo>
                  <a:pt x="28605" y="43460"/>
                </a:lnTo>
                <a:lnTo>
                  <a:pt x="28756" y="43189"/>
                </a:lnTo>
                <a:lnTo>
                  <a:pt x="28886" y="42947"/>
                </a:lnTo>
                <a:lnTo>
                  <a:pt x="28987" y="42746"/>
                </a:lnTo>
                <a:lnTo>
                  <a:pt x="29057" y="42586"/>
                </a:lnTo>
                <a:lnTo>
                  <a:pt x="29108" y="42455"/>
                </a:lnTo>
                <a:lnTo>
                  <a:pt x="33269" y="45078"/>
                </a:lnTo>
                <a:lnTo>
                  <a:pt x="33319" y="45078"/>
                </a:lnTo>
                <a:lnTo>
                  <a:pt x="33580" y="45601"/>
                </a:lnTo>
                <a:lnTo>
                  <a:pt x="33841" y="46103"/>
                </a:lnTo>
                <a:lnTo>
                  <a:pt x="34113" y="46576"/>
                </a:lnTo>
                <a:lnTo>
                  <a:pt x="34384" y="47028"/>
                </a:lnTo>
                <a:lnTo>
                  <a:pt x="34656" y="47460"/>
                </a:lnTo>
                <a:lnTo>
                  <a:pt x="34917" y="47882"/>
                </a:lnTo>
                <a:lnTo>
                  <a:pt x="35440" y="48666"/>
                </a:lnTo>
                <a:lnTo>
                  <a:pt x="35912" y="49400"/>
                </a:lnTo>
                <a:lnTo>
                  <a:pt x="36133" y="49752"/>
                </a:lnTo>
                <a:lnTo>
                  <a:pt x="36344" y="50094"/>
                </a:lnTo>
                <a:lnTo>
                  <a:pt x="36535" y="50435"/>
                </a:lnTo>
                <a:lnTo>
                  <a:pt x="36706" y="50767"/>
                </a:lnTo>
                <a:lnTo>
                  <a:pt x="36857" y="51099"/>
                </a:lnTo>
                <a:lnTo>
                  <a:pt x="36987" y="51430"/>
                </a:lnTo>
                <a:lnTo>
                  <a:pt x="37038" y="51581"/>
                </a:lnTo>
                <a:lnTo>
                  <a:pt x="37078" y="51762"/>
                </a:lnTo>
                <a:lnTo>
                  <a:pt x="37128" y="51953"/>
                </a:lnTo>
                <a:lnTo>
                  <a:pt x="37168" y="52154"/>
                </a:lnTo>
                <a:lnTo>
                  <a:pt x="37229" y="52616"/>
                </a:lnTo>
                <a:lnTo>
                  <a:pt x="37289" y="53149"/>
                </a:lnTo>
                <a:lnTo>
                  <a:pt x="37329" y="53722"/>
                </a:lnTo>
                <a:lnTo>
                  <a:pt x="37359" y="54355"/>
                </a:lnTo>
                <a:lnTo>
                  <a:pt x="37369" y="55039"/>
                </a:lnTo>
                <a:lnTo>
                  <a:pt x="37379" y="55762"/>
                </a:lnTo>
                <a:lnTo>
                  <a:pt x="37269" y="55672"/>
                </a:lnTo>
                <a:lnTo>
                  <a:pt x="37098" y="55531"/>
                </a:lnTo>
                <a:lnTo>
                  <a:pt x="36857" y="55370"/>
                </a:lnTo>
                <a:lnTo>
                  <a:pt x="36716" y="55290"/>
                </a:lnTo>
                <a:lnTo>
                  <a:pt x="36565" y="55199"/>
                </a:lnTo>
                <a:lnTo>
                  <a:pt x="36394" y="55109"/>
                </a:lnTo>
                <a:lnTo>
                  <a:pt x="36213" y="55018"/>
                </a:lnTo>
                <a:lnTo>
                  <a:pt x="36012" y="54938"/>
                </a:lnTo>
                <a:lnTo>
                  <a:pt x="35801" y="54858"/>
                </a:lnTo>
                <a:lnTo>
                  <a:pt x="35570" y="54777"/>
                </a:lnTo>
                <a:lnTo>
                  <a:pt x="35339" y="54707"/>
                </a:lnTo>
                <a:lnTo>
                  <a:pt x="35078" y="54647"/>
                </a:lnTo>
                <a:lnTo>
                  <a:pt x="34816" y="54596"/>
                </a:lnTo>
                <a:lnTo>
                  <a:pt x="34535" y="54556"/>
                </a:lnTo>
                <a:lnTo>
                  <a:pt x="34244" y="54536"/>
                </a:lnTo>
                <a:lnTo>
                  <a:pt x="33932" y="54526"/>
                </a:lnTo>
                <a:lnTo>
                  <a:pt x="33620" y="54526"/>
                </a:lnTo>
                <a:lnTo>
                  <a:pt x="33289" y="54556"/>
                </a:lnTo>
                <a:lnTo>
                  <a:pt x="32947" y="54596"/>
                </a:lnTo>
                <a:lnTo>
                  <a:pt x="32585" y="54667"/>
                </a:lnTo>
                <a:lnTo>
                  <a:pt x="32223" y="54757"/>
                </a:lnTo>
                <a:lnTo>
                  <a:pt x="31841" y="54868"/>
                </a:lnTo>
                <a:lnTo>
                  <a:pt x="31449" y="55008"/>
                </a:lnTo>
                <a:lnTo>
                  <a:pt x="31057" y="55169"/>
                </a:lnTo>
                <a:lnTo>
                  <a:pt x="30645" y="55360"/>
                </a:lnTo>
                <a:lnTo>
                  <a:pt x="30223" y="55591"/>
                </a:lnTo>
                <a:lnTo>
                  <a:pt x="29791" y="55843"/>
                </a:lnTo>
                <a:lnTo>
                  <a:pt x="29339" y="56134"/>
                </a:lnTo>
                <a:lnTo>
                  <a:pt x="28886" y="56466"/>
                </a:lnTo>
                <a:lnTo>
                  <a:pt x="28414" y="56828"/>
                </a:lnTo>
                <a:lnTo>
                  <a:pt x="27992" y="57169"/>
                </a:lnTo>
                <a:lnTo>
                  <a:pt x="27600" y="57511"/>
                </a:lnTo>
                <a:lnTo>
                  <a:pt x="27248" y="57833"/>
                </a:lnTo>
                <a:lnTo>
                  <a:pt x="26937" y="58144"/>
                </a:lnTo>
                <a:lnTo>
                  <a:pt x="26645" y="58436"/>
                </a:lnTo>
                <a:lnTo>
                  <a:pt x="26394" y="58727"/>
                </a:lnTo>
                <a:lnTo>
                  <a:pt x="26163" y="58999"/>
                </a:lnTo>
                <a:lnTo>
                  <a:pt x="25962" y="59270"/>
                </a:lnTo>
                <a:lnTo>
                  <a:pt x="25771" y="59521"/>
                </a:lnTo>
                <a:lnTo>
                  <a:pt x="25610" y="59773"/>
                </a:lnTo>
                <a:lnTo>
                  <a:pt x="25459" y="60004"/>
                </a:lnTo>
                <a:lnTo>
                  <a:pt x="25198" y="60456"/>
                </a:lnTo>
                <a:lnTo>
                  <a:pt x="24977" y="60868"/>
                </a:lnTo>
                <a:lnTo>
                  <a:pt x="24766" y="61250"/>
                </a:lnTo>
                <a:lnTo>
                  <a:pt x="24655" y="61441"/>
                </a:lnTo>
                <a:lnTo>
                  <a:pt x="24544" y="61612"/>
                </a:lnTo>
                <a:lnTo>
                  <a:pt x="24424" y="61793"/>
                </a:lnTo>
                <a:lnTo>
                  <a:pt x="24293" y="61954"/>
                </a:lnTo>
                <a:lnTo>
                  <a:pt x="24153" y="62124"/>
                </a:lnTo>
                <a:lnTo>
                  <a:pt x="23992" y="62275"/>
                </a:lnTo>
                <a:lnTo>
                  <a:pt x="23821" y="62436"/>
                </a:lnTo>
                <a:lnTo>
                  <a:pt x="23630" y="62587"/>
                </a:lnTo>
                <a:lnTo>
                  <a:pt x="23409" y="62738"/>
                </a:lnTo>
                <a:lnTo>
                  <a:pt x="23168" y="62888"/>
                </a:lnTo>
                <a:lnTo>
                  <a:pt x="22896" y="63029"/>
                </a:lnTo>
                <a:lnTo>
                  <a:pt x="22595" y="63180"/>
                </a:lnTo>
                <a:lnTo>
                  <a:pt x="22253" y="63320"/>
                </a:lnTo>
                <a:lnTo>
                  <a:pt x="21881" y="63471"/>
                </a:lnTo>
                <a:lnTo>
                  <a:pt x="21127" y="63753"/>
                </a:lnTo>
                <a:lnTo>
                  <a:pt x="20424" y="64024"/>
                </a:lnTo>
                <a:lnTo>
                  <a:pt x="19780" y="64295"/>
                </a:lnTo>
                <a:lnTo>
                  <a:pt x="19177" y="64557"/>
                </a:lnTo>
                <a:lnTo>
                  <a:pt x="18625" y="64808"/>
                </a:lnTo>
                <a:lnTo>
                  <a:pt x="18122" y="65039"/>
                </a:lnTo>
                <a:lnTo>
                  <a:pt x="17670" y="65260"/>
                </a:lnTo>
                <a:lnTo>
                  <a:pt x="17258" y="65461"/>
                </a:lnTo>
                <a:lnTo>
                  <a:pt x="16604" y="65813"/>
                </a:lnTo>
                <a:lnTo>
                  <a:pt x="16132" y="66084"/>
                </a:lnTo>
                <a:lnTo>
                  <a:pt x="15851" y="66255"/>
                </a:lnTo>
                <a:lnTo>
                  <a:pt x="15760" y="66316"/>
                </a:lnTo>
                <a:lnTo>
                  <a:pt x="15760" y="66316"/>
                </a:lnTo>
                <a:lnTo>
                  <a:pt x="16011" y="66306"/>
                </a:lnTo>
                <a:lnTo>
                  <a:pt x="16685" y="66285"/>
                </a:lnTo>
                <a:lnTo>
                  <a:pt x="17147" y="66255"/>
                </a:lnTo>
                <a:lnTo>
                  <a:pt x="17690" y="66215"/>
                </a:lnTo>
                <a:lnTo>
                  <a:pt x="18273" y="66165"/>
                </a:lnTo>
                <a:lnTo>
                  <a:pt x="18906" y="66094"/>
                </a:lnTo>
                <a:lnTo>
                  <a:pt x="19559" y="66004"/>
                </a:lnTo>
                <a:lnTo>
                  <a:pt x="20233" y="65883"/>
                </a:lnTo>
                <a:lnTo>
                  <a:pt x="20574" y="65813"/>
                </a:lnTo>
                <a:lnTo>
                  <a:pt x="20906" y="65743"/>
                </a:lnTo>
                <a:lnTo>
                  <a:pt x="21248" y="65662"/>
                </a:lnTo>
                <a:lnTo>
                  <a:pt x="21569" y="65572"/>
                </a:lnTo>
                <a:lnTo>
                  <a:pt x="21901" y="65481"/>
                </a:lnTo>
                <a:lnTo>
                  <a:pt x="22213" y="65371"/>
                </a:lnTo>
                <a:lnTo>
                  <a:pt x="22524" y="65260"/>
                </a:lnTo>
                <a:lnTo>
                  <a:pt x="22816" y="65140"/>
                </a:lnTo>
                <a:lnTo>
                  <a:pt x="23097" y="65009"/>
                </a:lnTo>
                <a:lnTo>
                  <a:pt x="23369" y="64868"/>
                </a:lnTo>
                <a:lnTo>
                  <a:pt x="23620" y="64718"/>
                </a:lnTo>
                <a:lnTo>
                  <a:pt x="23851" y="64557"/>
                </a:lnTo>
                <a:lnTo>
                  <a:pt x="24313" y="64215"/>
                </a:lnTo>
                <a:lnTo>
                  <a:pt x="24776" y="63843"/>
                </a:lnTo>
                <a:lnTo>
                  <a:pt x="25238" y="63441"/>
                </a:lnTo>
                <a:lnTo>
                  <a:pt x="25690" y="63039"/>
                </a:lnTo>
                <a:lnTo>
                  <a:pt x="26143" y="62617"/>
                </a:lnTo>
                <a:lnTo>
                  <a:pt x="26575" y="62195"/>
                </a:lnTo>
                <a:lnTo>
                  <a:pt x="26987" y="61783"/>
                </a:lnTo>
                <a:lnTo>
                  <a:pt x="27389" y="61391"/>
                </a:lnTo>
                <a:lnTo>
                  <a:pt x="28082" y="60657"/>
                </a:lnTo>
                <a:lnTo>
                  <a:pt x="28625" y="60064"/>
                </a:lnTo>
                <a:lnTo>
                  <a:pt x="29108" y="59531"/>
                </a:lnTo>
                <a:lnTo>
                  <a:pt x="29158" y="59612"/>
                </a:lnTo>
                <a:lnTo>
                  <a:pt x="29218" y="59702"/>
                </a:lnTo>
                <a:lnTo>
                  <a:pt x="29288" y="59843"/>
                </a:lnTo>
                <a:lnTo>
                  <a:pt x="29369" y="60004"/>
                </a:lnTo>
                <a:lnTo>
                  <a:pt x="29439" y="60205"/>
                </a:lnTo>
                <a:lnTo>
                  <a:pt x="29510" y="60436"/>
                </a:lnTo>
                <a:lnTo>
                  <a:pt x="29570" y="60707"/>
                </a:lnTo>
                <a:lnTo>
                  <a:pt x="29600" y="60848"/>
                </a:lnTo>
                <a:lnTo>
                  <a:pt x="29610" y="60999"/>
                </a:lnTo>
                <a:lnTo>
                  <a:pt x="29630" y="61149"/>
                </a:lnTo>
                <a:lnTo>
                  <a:pt x="29630" y="61310"/>
                </a:lnTo>
                <a:lnTo>
                  <a:pt x="29630" y="61481"/>
                </a:lnTo>
                <a:lnTo>
                  <a:pt x="29620" y="61652"/>
                </a:lnTo>
                <a:lnTo>
                  <a:pt x="29600" y="61833"/>
                </a:lnTo>
                <a:lnTo>
                  <a:pt x="29570" y="62024"/>
                </a:lnTo>
                <a:lnTo>
                  <a:pt x="29530" y="62215"/>
                </a:lnTo>
                <a:lnTo>
                  <a:pt x="29479" y="62406"/>
                </a:lnTo>
                <a:lnTo>
                  <a:pt x="29419" y="62607"/>
                </a:lnTo>
                <a:lnTo>
                  <a:pt x="29339" y="62818"/>
                </a:lnTo>
                <a:lnTo>
                  <a:pt x="29248" y="63029"/>
                </a:lnTo>
                <a:lnTo>
                  <a:pt x="29148" y="63240"/>
                </a:lnTo>
                <a:lnTo>
                  <a:pt x="29027" y="63461"/>
                </a:lnTo>
                <a:lnTo>
                  <a:pt x="28886" y="63682"/>
                </a:lnTo>
                <a:lnTo>
                  <a:pt x="28746" y="63913"/>
                </a:lnTo>
                <a:lnTo>
                  <a:pt x="28585" y="64135"/>
                </a:lnTo>
                <a:lnTo>
                  <a:pt x="28424" y="64346"/>
                </a:lnTo>
                <a:lnTo>
                  <a:pt x="28253" y="64567"/>
                </a:lnTo>
                <a:lnTo>
                  <a:pt x="28072" y="64778"/>
                </a:lnTo>
                <a:lnTo>
                  <a:pt x="27891" y="64979"/>
                </a:lnTo>
                <a:lnTo>
                  <a:pt x="27530" y="65381"/>
                </a:lnTo>
                <a:lnTo>
                  <a:pt x="27148" y="65763"/>
                </a:lnTo>
                <a:lnTo>
                  <a:pt x="26766" y="66125"/>
                </a:lnTo>
                <a:lnTo>
                  <a:pt x="26384" y="66466"/>
                </a:lnTo>
                <a:lnTo>
                  <a:pt x="26012" y="66778"/>
                </a:lnTo>
                <a:lnTo>
                  <a:pt x="25670" y="67059"/>
                </a:lnTo>
                <a:lnTo>
                  <a:pt x="25339" y="67311"/>
                </a:lnTo>
                <a:lnTo>
                  <a:pt x="25047" y="67532"/>
                </a:lnTo>
                <a:lnTo>
                  <a:pt x="24796" y="67713"/>
                </a:lnTo>
                <a:lnTo>
                  <a:pt x="24424" y="67974"/>
                </a:lnTo>
                <a:lnTo>
                  <a:pt x="24293" y="68064"/>
                </a:lnTo>
                <a:lnTo>
                  <a:pt x="24293" y="68064"/>
                </a:lnTo>
                <a:lnTo>
                  <a:pt x="24424" y="68034"/>
                </a:lnTo>
                <a:lnTo>
                  <a:pt x="24796" y="67964"/>
                </a:lnTo>
                <a:lnTo>
                  <a:pt x="25057" y="67894"/>
                </a:lnTo>
                <a:lnTo>
                  <a:pt x="25359" y="67813"/>
                </a:lnTo>
                <a:lnTo>
                  <a:pt x="25690" y="67703"/>
                </a:lnTo>
                <a:lnTo>
                  <a:pt x="26042" y="67572"/>
                </a:lnTo>
                <a:lnTo>
                  <a:pt x="26424" y="67411"/>
                </a:lnTo>
                <a:lnTo>
                  <a:pt x="26816" y="67230"/>
                </a:lnTo>
                <a:lnTo>
                  <a:pt x="27017" y="67130"/>
                </a:lnTo>
                <a:lnTo>
                  <a:pt x="27218" y="67019"/>
                </a:lnTo>
                <a:lnTo>
                  <a:pt x="27419" y="66899"/>
                </a:lnTo>
                <a:lnTo>
                  <a:pt x="27620" y="66768"/>
                </a:lnTo>
                <a:lnTo>
                  <a:pt x="27821" y="66637"/>
                </a:lnTo>
                <a:lnTo>
                  <a:pt x="28012" y="66486"/>
                </a:lnTo>
                <a:lnTo>
                  <a:pt x="28203" y="66336"/>
                </a:lnTo>
                <a:lnTo>
                  <a:pt x="28394" y="66175"/>
                </a:lnTo>
                <a:lnTo>
                  <a:pt x="28585" y="66004"/>
                </a:lnTo>
                <a:lnTo>
                  <a:pt x="28766" y="65823"/>
                </a:lnTo>
                <a:lnTo>
                  <a:pt x="28937" y="65632"/>
                </a:lnTo>
                <a:lnTo>
                  <a:pt x="29108" y="65431"/>
                </a:lnTo>
                <a:lnTo>
                  <a:pt x="29268" y="65230"/>
                </a:lnTo>
                <a:lnTo>
                  <a:pt x="29409" y="65019"/>
                </a:lnTo>
                <a:lnTo>
                  <a:pt x="29550" y="64798"/>
                </a:lnTo>
                <a:lnTo>
                  <a:pt x="29680" y="64577"/>
                </a:lnTo>
                <a:lnTo>
                  <a:pt x="29801" y="64356"/>
                </a:lnTo>
                <a:lnTo>
                  <a:pt x="29912" y="64125"/>
                </a:lnTo>
                <a:lnTo>
                  <a:pt x="30012" y="63903"/>
                </a:lnTo>
                <a:lnTo>
                  <a:pt x="30103" y="63672"/>
                </a:lnTo>
                <a:lnTo>
                  <a:pt x="30193" y="63431"/>
                </a:lnTo>
                <a:lnTo>
                  <a:pt x="30273" y="63200"/>
                </a:lnTo>
                <a:lnTo>
                  <a:pt x="30424" y="62727"/>
                </a:lnTo>
                <a:lnTo>
                  <a:pt x="30545" y="62265"/>
                </a:lnTo>
                <a:lnTo>
                  <a:pt x="30665" y="61793"/>
                </a:lnTo>
                <a:lnTo>
                  <a:pt x="30887" y="60898"/>
                </a:lnTo>
                <a:lnTo>
                  <a:pt x="30997" y="60466"/>
                </a:lnTo>
                <a:lnTo>
                  <a:pt x="31108" y="60054"/>
                </a:lnTo>
                <a:lnTo>
                  <a:pt x="31238" y="59662"/>
                </a:lnTo>
                <a:lnTo>
                  <a:pt x="31309" y="59471"/>
                </a:lnTo>
                <a:lnTo>
                  <a:pt x="31379" y="59290"/>
                </a:lnTo>
                <a:lnTo>
                  <a:pt x="31459" y="59119"/>
                </a:lnTo>
                <a:lnTo>
                  <a:pt x="31540" y="58958"/>
                </a:lnTo>
                <a:lnTo>
                  <a:pt x="31640" y="58798"/>
                </a:lnTo>
                <a:lnTo>
                  <a:pt x="31731" y="58647"/>
                </a:lnTo>
                <a:lnTo>
                  <a:pt x="31932" y="58365"/>
                </a:lnTo>
                <a:lnTo>
                  <a:pt x="32113" y="58084"/>
                </a:lnTo>
                <a:lnTo>
                  <a:pt x="32424" y="57541"/>
                </a:lnTo>
                <a:lnTo>
                  <a:pt x="32575" y="57280"/>
                </a:lnTo>
                <a:lnTo>
                  <a:pt x="32726" y="57039"/>
                </a:lnTo>
                <a:lnTo>
                  <a:pt x="32867" y="56828"/>
                </a:lnTo>
                <a:lnTo>
                  <a:pt x="33017" y="56627"/>
                </a:lnTo>
                <a:lnTo>
                  <a:pt x="33098" y="56536"/>
                </a:lnTo>
                <a:lnTo>
                  <a:pt x="33178" y="56456"/>
                </a:lnTo>
                <a:lnTo>
                  <a:pt x="33259" y="56385"/>
                </a:lnTo>
                <a:lnTo>
                  <a:pt x="33349" y="56315"/>
                </a:lnTo>
                <a:lnTo>
                  <a:pt x="33439" y="56255"/>
                </a:lnTo>
                <a:lnTo>
                  <a:pt x="33530" y="56204"/>
                </a:lnTo>
                <a:lnTo>
                  <a:pt x="33630" y="56164"/>
                </a:lnTo>
                <a:lnTo>
                  <a:pt x="33731" y="56124"/>
                </a:lnTo>
                <a:lnTo>
                  <a:pt x="33841" y="56104"/>
                </a:lnTo>
                <a:lnTo>
                  <a:pt x="33962" y="56094"/>
                </a:lnTo>
                <a:lnTo>
                  <a:pt x="34083" y="56084"/>
                </a:lnTo>
                <a:lnTo>
                  <a:pt x="34213" y="56094"/>
                </a:lnTo>
                <a:lnTo>
                  <a:pt x="34344" y="56114"/>
                </a:lnTo>
                <a:lnTo>
                  <a:pt x="34485" y="56144"/>
                </a:lnTo>
                <a:lnTo>
                  <a:pt x="34636" y="56184"/>
                </a:lnTo>
                <a:lnTo>
                  <a:pt x="34796" y="56245"/>
                </a:lnTo>
                <a:lnTo>
                  <a:pt x="35198" y="56405"/>
                </a:lnTo>
                <a:lnTo>
                  <a:pt x="35590" y="56566"/>
                </a:lnTo>
                <a:lnTo>
                  <a:pt x="35952" y="56727"/>
                </a:lnTo>
                <a:lnTo>
                  <a:pt x="36284" y="56888"/>
                </a:lnTo>
                <a:lnTo>
                  <a:pt x="36605" y="57049"/>
                </a:lnTo>
                <a:lnTo>
                  <a:pt x="36887" y="57200"/>
                </a:lnTo>
                <a:lnTo>
                  <a:pt x="37359" y="57471"/>
                </a:lnTo>
                <a:lnTo>
                  <a:pt x="37309" y="58938"/>
                </a:lnTo>
                <a:lnTo>
                  <a:pt x="37249" y="60476"/>
                </a:lnTo>
                <a:lnTo>
                  <a:pt x="37158" y="62064"/>
                </a:lnTo>
                <a:lnTo>
                  <a:pt x="37058" y="63672"/>
                </a:lnTo>
                <a:lnTo>
                  <a:pt x="36937" y="65280"/>
                </a:lnTo>
                <a:lnTo>
                  <a:pt x="36817" y="66868"/>
                </a:lnTo>
                <a:lnTo>
                  <a:pt x="36686" y="68416"/>
                </a:lnTo>
                <a:lnTo>
                  <a:pt x="36565" y="69894"/>
                </a:lnTo>
                <a:lnTo>
                  <a:pt x="36314" y="72557"/>
                </a:lnTo>
                <a:lnTo>
                  <a:pt x="36093" y="74678"/>
                </a:lnTo>
                <a:lnTo>
                  <a:pt x="35892" y="76598"/>
                </a:lnTo>
                <a:lnTo>
                  <a:pt x="36103" y="76145"/>
                </a:lnTo>
                <a:lnTo>
                  <a:pt x="36344" y="75613"/>
                </a:lnTo>
                <a:lnTo>
                  <a:pt x="36636" y="74929"/>
                </a:lnTo>
                <a:lnTo>
                  <a:pt x="36786" y="74537"/>
                </a:lnTo>
                <a:lnTo>
                  <a:pt x="36947" y="74105"/>
                </a:lnTo>
                <a:lnTo>
                  <a:pt x="37118" y="73653"/>
                </a:lnTo>
                <a:lnTo>
                  <a:pt x="37279" y="73180"/>
                </a:lnTo>
                <a:lnTo>
                  <a:pt x="37440" y="72688"/>
                </a:lnTo>
                <a:lnTo>
                  <a:pt x="37590" y="72175"/>
                </a:lnTo>
                <a:lnTo>
                  <a:pt x="37731" y="71653"/>
                </a:lnTo>
                <a:lnTo>
                  <a:pt x="37862" y="71130"/>
                </a:lnTo>
                <a:lnTo>
                  <a:pt x="37932" y="70768"/>
                </a:lnTo>
                <a:lnTo>
                  <a:pt x="38013" y="70346"/>
                </a:lnTo>
                <a:lnTo>
                  <a:pt x="38083" y="69843"/>
                </a:lnTo>
                <a:lnTo>
                  <a:pt x="38153" y="69281"/>
                </a:lnTo>
                <a:lnTo>
                  <a:pt x="38224" y="68668"/>
                </a:lnTo>
                <a:lnTo>
                  <a:pt x="38294" y="67994"/>
                </a:lnTo>
                <a:lnTo>
                  <a:pt x="38425" y="66527"/>
                </a:lnTo>
                <a:lnTo>
                  <a:pt x="38545" y="64898"/>
                </a:lnTo>
                <a:lnTo>
                  <a:pt x="38656" y="63180"/>
                </a:lnTo>
                <a:lnTo>
                  <a:pt x="38766" y="61401"/>
                </a:lnTo>
                <a:lnTo>
                  <a:pt x="38847" y="59612"/>
                </a:lnTo>
                <a:lnTo>
                  <a:pt x="39309" y="59501"/>
                </a:lnTo>
                <a:lnTo>
                  <a:pt x="39792" y="59411"/>
                </a:lnTo>
                <a:lnTo>
                  <a:pt x="40043" y="59370"/>
                </a:lnTo>
                <a:lnTo>
                  <a:pt x="40284" y="59340"/>
                </a:lnTo>
                <a:lnTo>
                  <a:pt x="40535" y="59320"/>
                </a:lnTo>
                <a:lnTo>
                  <a:pt x="40777" y="59310"/>
                </a:lnTo>
                <a:lnTo>
                  <a:pt x="41008" y="59310"/>
                </a:lnTo>
                <a:lnTo>
                  <a:pt x="41229" y="59320"/>
                </a:lnTo>
                <a:lnTo>
                  <a:pt x="41440" y="59350"/>
                </a:lnTo>
                <a:lnTo>
                  <a:pt x="41641" y="59391"/>
                </a:lnTo>
                <a:lnTo>
                  <a:pt x="41822" y="59451"/>
                </a:lnTo>
                <a:lnTo>
                  <a:pt x="41902" y="59491"/>
                </a:lnTo>
                <a:lnTo>
                  <a:pt x="41983" y="59531"/>
                </a:lnTo>
                <a:lnTo>
                  <a:pt x="42053" y="59572"/>
                </a:lnTo>
                <a:lnTo>
                  <a:pt x="42123" y="59632"/>
                </a:lnTo>
                <a:lnTo>
                  <a:pt x="42184" y="59682"/>
                </a:lnTo>
                <a:lnTo>
                  <a:pt x="42244" y="59742"/>
                </a:lnTo>
                <a:lnTo>
                  <a:pt x="42626" y="60235"/>
                </a:lnTo>
                <a:lnTo>
                  <a:pt x="43118" y="60868"/>
                </a:lnTo>
                <a:lnTo>
                  <a:pt x="43400" y="61210"/>
                </a:lnTo>
                <a:lnTo>
                  <a:pt x="43701" y="61562"/>
                </a:lnTo>
                <a:lnTo>
                  <a:pt x="44013" y="61923"/>
                </a:lnTo>
                <a:lnTo>
                  <a:pt x="44345" y="62285"/>
                </a:lnTo>
                <a:lnTo>
                  <a:pt x="44686" y="62647"/>
                </a:lnTo>
                <a:lnTo>
                  <a:pt x="45048" y="62979"/>
                </a:lnTo>
                <a:lnTo>
                  <a:pt x="45410" y="63300"/>
                </a:lnTo>
                <a:lnTo>
                  <a:pt x="45591" y="63451"/>
                </a:lnTo>
                <a:lnTo>
                  <a:pt x="45782" y="63592"/>
                </a:lnTo>
                <a:lnTo>
                  <a:pt x="45963" y="63722"/>
                </a:lnTo>
                <a:lnTo>
                  <a:pt x="46154" y="63853"/>
                </a:lnTo>
                <a:lnTo>
                  <a:pt x="46335" y="63964"/>
                </a:lnTo>
                <a:lnTo>
                  <a:pt x="46526" y="64064"/>
                </a:lnTo>
                <a:lnTo>
                  <a:pt x="46717" y="64155"/>
                </a:lnTo>
                <a:lnTo>
                  <a:pt x="46897" y="64225"/>
                </a:lnTo>
                <a:lnTo>
                  <a:pt x="47088" y="64295"/>
                </a:lnTo>
                <a:lnTo>
                  <a:pt x="47269" y="64346"/>
                </a:lnTo>
                <a:lnTo>
                  <a:pt x="47450" y="64366"/>
                </a:lnTo>
                <a:lnTo>
                  <a:pt x="47631" y="64376"/>
                </a:lnTo>
                <a:lnTo>
                  <a:pt x="47802" y="64366"/>
                </a:lnTo>
                <a:lnTo>
                  <a:pt x="47973" y="64326"/>
                </a:lnTo>
                <a:lnTo>
                  <a:pt x="48134" y="64275"/>
                </a:lnTo>
                <a:lnTo>
                  <a:pt x="48284" y="64205"/>
                </a:lnTo>
                <a:lnTo>
                  <a:pt x="48435" y="64114"/>
                </a:lnTo>
                <a:lnTo>
                  <a:pt x="48586" y="64014"/>
                </a:lnTo>
                <a:lnTo>
                  <a:pt x="48727" y="63903"/>
                </a:lnTo>
                <a:lnTo>
                  <a:pt x="48857" y="63773"/>
                </a:lnTo>
                <a:lnTo>
                  <a:pt x="48988" y="63642"/>
                </a:lnTo>
                <a:lnTo>
                  <a:pt x="49109" y="63491"/>
                </a:lnTo>
                <a:lnTo>
                  <a:pt x="49229" y="63341"/>
                </a:lnTo>
                <a:lnTo>
                  <a:pt x="49340" y="63190"/>
                </a:lnTo>
                <a:lnTo>
                  <a:pt x="49440" y="63029"/>
                </a:lnTo>
                <a:lnTo>
                  <a:pt x="49541" y="62868"/>
                </a:lnTo>
                <a:lnTo>
                  <a:pt x="49732" y="62536"/>
                </a:lnTo>
                <a:lnTo>
                  <a:pt x="49883" y="62215"/>
                </a:lnTo>
                <a:lnTo>
                  <a:pt x="50023" y="61913"/>
                </a:lnTo>
                <a:lnTo>
                  <a:pt x="50134" y="61632"/>
                </a:lnTo>
                <a:lnTo>
                  <a:pt x="50224" y="61401"/>
                </a:lnTo>
                <a:lnTo>
                  <a:pt x="50285" y="61220"/>
                </a:lnTo>
                <a:lnTo>
                  <a:pt x="50335" y="61059"/>
                </a:lnTo>
                <a:lnTo>
                  <a:pt x="50335" y="61059"/>
                </a:lnTo>
                <a:lnTo>
                  <a:pt x="50254" y="61119"/>
                </a:lnTo>
                <a:lnTo>
                  <a:pt x="50033" y="61290"/>
                </a:lnTo>
                <a:lnTo>
                  <a:pt x="49862" y="61411"/>
                </a:lnTo>
                <a:lnTo>
                  <a:pt x="49672" y="61531"/>
                </a:lnTo>
                <a:lnTo>
                  <a:pt x="49440" y="61662"/>
                </a:lnTo>
                <a:lnTo>
                  <a:pt x="49189" y="61793"/>
                </a:lnTo>
                <a:lnTo>
                  <a:pt x="48908" y="61933"/>
                </a:lnTo>
                <a:lnTo>
                  <a:pt x="48606" y="62054"/>
                </a:lnTo>
                <a:lnTo>
                  <a:pt x="48284" y="62165"/>
                </a:lnTo>
                <a:lnTo>
                  <a:pt x="48114" y="62215"/>
                </a:lnTo>
                <a:lnTo>
                  <a:pt x="47933" y="62255"/>
                </a:lnTo>
                <a:lnTo>
                  <a:pt x="47762" y="62295"/>
                </a:lnTo>
                <a:lnTo>
                  <a:pt x="47571" y="62335"/>
                </a:lnTo>
                <a:lnTo>
                  <a:pt x="47390" y="62356"/>
                </a:lnTo>
                <a:lnTo>
                  <a:pt x="47199" y="62376"/>
                </a:lnTo>
                <a:lnTo>
                  <a:pt x="46998" y="62386"/>
                </a:lnTo>
                <a:lnTo>
                  <a:pt x="46807" y="62396"/>
                </a:lnTo>
                <a:lnTo>
                  <a:pt x="46606" y="62386"/>
                </a:lnTo>
                <a:lnTo>
                  <a:pt x="46395" y="62376"/>
                </a:lnTo>
                <a:lnTo>
                  <a:pt x="46204" y="62346"/>
                </a:lnTo>
                <a:lnTo>
                  <a:pt x="46013" y="62295"/>
                </a:lnTo>
                <a:lnTo>
                  <a:pt x="45842" y="62225"/>
                </a:lnTo>
                <a:lnTo>
                  <a:pt x="45691" y="62134"/>
                </a:lnTo>
                <a:lnTo>
                  <a:pt x="45541" y="62034"/>
                </a:lnTo>
                <a:lnTo>
                  <a:pt x="45410" y="61923"/>
                </a:lnTo>
                <a:lnTo>
                  <a:pt x="45279" y="61793"/>
                </a:lnTo>
                <a:lnTo>
                  <a:pt x="45159" y="61642"/>
                </a:lnTo>
                <a:lnTo>
                  <a:pt x="45048" y="61491"/>
                </a:lnTo>
                <a:lnTo>
                  <a:pt x="44948" y="61330"/>
                </a:lnTo>
                <a:lnTo>
                  <a:pt x="44847" y="61149"/>
                </a:lnTo>
                <a:lnTo>
                  <a:pt x="44757" y="60969"/>
                </a:lnTo>
                <a:lnTo>
                  <a:pt x="44576" y="60587"/>
                </a:lnTo>
                <a:lnTo>
                  <a:pt x="44405" y="60185"/>
                </a:lnTo>
                <a:lnTo>
                  <a:pt x="44224" y="59773"/>
                </a:lnTo>
                <a:lnTo>
                  <a:pt x="44033" y="59350"/>
                </a:lnTo>
                <a:lnTo>
                  <a:pt x="43932" y="59149"/>
                </a:lnTo>
                <a:lnTo>
                  <a:pt x="43832" y="58948"/>
                </a:lnTo>
                <a:lnTo>
                  <a:pt x="43721" y="58747"/>
                </a:lnTo>
                <a:lnTo>
                  <a:pt x="43601" y="58556"/>
                </a:lnTo>
                <a:lnTo>
                  <a:pt x="43470" y="58365"/>
                </a:lnTo>
                <a:lnTo>
                  <a:pt x="43329" y="58195"/>
                </a:lnTo>
                <a:lnTo>
                  <a:pt x="43179" y="58024"/>
                </a:lnTo>
                <a:lnTo>
                  <a:pt x="43018" y="57863"/>
                </a:lnTo>
                <a:lnTo>
                  <a:pt x="42847" y="57712"/>
                </a:lnTo>
                <a:lnTo>
                  <a:pt x="42656" y="57571"/>
                </a:lnTo>
                <a:lnTo>
                  <a:pt x="42455" y="57451"/>
                </a:lnTo>
                <a:lnTo>
                  <a:pt x="42244" y="57340"/>
                </a:lnTo>
                <a:lnTo>
                  <a:pt x="42123" y="57290"/>
                </a:lnTo>
                <a:lnTo>
                  <a:pt x="42003" y="57250"/>
                </a:lnTo>
                <a:lnTo>
                  <a:pt x="41882" y="57210"/>
                </a:lnTo>
                <a:lnTo>
                  <a:pt x="41762" y="57179"/>
                </a:lnTo>
                <a:lnTo>
                  <a:pt x="41651" y="57159"/>
                </a:lnTo>
                <a:lnTo>
                  <a:pt x="41530" y="57149"/>
                </a:lnTo>
                <a:lnTo>
                  <a:pt x="41420" y="57139"/>
                </a:lnTo>
                <a:lnTo>
                  <a:pt x="41299" y="57139"/>
                </a:lnTo>
                <a:lnTo>
                  <a:pt x="41078" y="57149"/>
                </a:lnTo>
                <a:lnTo>
                  <a:pt x="40847" y="57189"/>
                </a:lnTo>
                <a:lnTo>
                  <a:pt x="40626" y="57250"/>
                </a:lnTo>
                <a:lnTo>
                  <a:pt x="40415" y="57320"/>
                </a:lnTo>
                <a:lnTo>
                  <a:pt x="40204" y="57411"/>
                </a:lnTo>
                <a:lnTo>
                  <a:pt x="39993" y="57521"/>
                </a:lnTo>
                <a:lnTo>
                  <a:pt x="39802" y="57642"/>
                </a:lnTo>
                <a:lnTo>
                  <a:pt x="39601" y="57772"/>
                </a:lnTo>
                <a:lnTo>
                  <a:pt x="39420" y="57913"/>
                </a:lnTo>
                <a:lnTo>
                  <a:pt x="39239" y="58064"/>
                </a:lnTo>
                <a:lnTo>
                  <a:pt x="39058" y="58215"/>
                </a:lnTo>
                <a:lnTo>
                  <a:pt x="38897" y="58375"/>
                </a:lnTo>
                <a:lnTo>
                  <a:pt x="38937" y="57340"/>
                </a:lnTo>
                <a:lnTo>
                  <a:pt x="38957" y="56325"/>
                </a:lnTo>
                <a:lnTo>
                  <a:pt x="38977" y="55350"/>
                </a:lnTo>
                <a:lnTo>
                  <a:pt x="38998" y="54436"/>
                </a:lnTo>
                <a:lnTo>
                  <a:pt x="38998" y="53571"/>
                </a:lnTo>
                <a:lnTo>
                  <a:pt x="38998" y="52777"/>
                </a:lnTo>
                <a:lnTo>
                  <a:pt x="38977" y="52064"/>
                </a:lnTo>
                <a:lnTo>
                  <a:pt x="38957" y="51430"/>
                </a:lnTo>
                <a:lnTo>
                  <a:pt x="38937" y="51109"/>
                </a:lnTo>
                <a:lnTo>
                  <a:pt x="38897" y="50777"/>
                </a:lnTo>
                <a:lnTo>
                  <a:pt x="38847" y="50425"/>
                </a:lnTo>
                <a:lnTo>
                  <a:pt x="38786" y="50053"/>
                </a:lnTo>
                <a:lnTo>
                  <a:pt x="38706" y="49681"/>
                </a:lnTo>
                <a:lnTo>
                  <a:pt x="38626" y="49289"/>
                </a:lnTo>
                <a:lnTo>
                  <a:pt x="38525" y="48877"/>
                </a:lnTo>
                <a:lnTo>
                  <a:pt x="38415" y="48465"/>
                </a:lnTo>
                <a:lnTo>
                  <a:pt x="38173" y="47601"/>
                </a:lnTo>
                <a:lnTo>
                  <a:pt x="37902" y="46696"/>
                </a:lnTo>
                <a:lnTo>
                  <a:pt x="37611" y="45762"/>
                </a:lnTo>
                <a:lnTo>
                  <a:pt x="37289" y="44797"/>
                </a:lnTo>
                <a:lnTo>
                  <a:pt x="41802" y="45742"/>
                </a:lnTo>
                <a:lnTo>
                  <a:pt x="52747" y="48144"/>
                </a:lnTo>
                <a:lnTo>
                  <a:pt x="45521" y="45299"/>
                </a:lnTo>
                <a:lnTo>
                  <a:pt x="45681" y="45319"/>
                </a:lnTo>
                <a:lnTo>
                  <a:pt x="46114" y="45360"/>
                </a:lnTo>
                <a:lnTo>
                  <a:pt x="46787" y="45410"/>
                </a:lnTo>
                <a:lnTo>
                  <a:pt x="47199" y="45420"/>
                </a:lnTo>
                <a:lnTo>
                  <a:pt x="47651" y="45440"/>
                </a:lnTo>
                <a:lnTo>
                  <a:pt x="48666" y="45440"/>
                </a:lnTo>
                <a:lnTo>
                  <a:pt x="49209" y="45420"/>
                </a:lnTo>
                <a:lnTo>
                  <a:pt x="49772" y="45390"/>
                </a:lnTo>
                <a:lnTo>
                  <a:pt x="50345" y="45350"/>
                </a:lnTo>
                <a:lnTo>
                  <a:pt x="50928" y="45279"/>
                </a:lnTo>
                <a:lnTo>
                  <a:pt x="51511" y="45189"/>
                </a:lnTo>
                <a:lnTo>
                  <a:pt x="51802" y="45138"/>
                </a:lnTo>
                <a:lnTo>
                  <a:pt x="52084" y="45078"/>
                </a:lnTo>
                <a:lnTo>
                  <a:pt x="52385" y="45008"/>
                </a:lnTo>
                <a:lnTo>
                  <a:pt x="52687" y="44917"/>
                </a:lnTo>
                <a:lnTo>
                  <a:pt x="52998" y="44797"/>
                </a:lnTo>
                <a:lnTo>
                  <a:pt x="53330" y="44666"/>
                </a:lnTo>
                <a:lnTo>
                  <a:pt x="53652" y="44515"/>
                </a:lnTo>
                <a:lnTo>
                  <a:pt x="53993" y="44355"/>
                </a:lnTo>
                <a:lnTo>
                  <a:pt x="54335" y="44174"/>
                </a:lnTo>
                <a:lnTo>
                  <a:pt x="54677" y="43983"/>
                </a:lnTo>
                <a:lnTo>
                  <a:pt x="55029" y="43782"/>
                </a:lnTo>
                <a:lnTo>
                  <a:pt x="55370" y="43571"/>
                </a:lnTo>
                <a:lnTo>
                  <a:pt x="55722" y="43359"/>
                </a:lnTo>
                <a:lnTo>
                  <a:pt x="56064" y="43128"/>
                </a:lnTo>
                <a:lnTo>
                  <a:pt x="56747" y="42676"/>
                </a:lnTo>
                <a:lnTo>
                  <a:pt x="57391" y="42214"/>
                </a:lnTo>
                <a:lnTo>
                  <a:pt x="58014" y="41751"/>
                </a:lnTo>
                <a:lnTo>
                  <a:pt x="58577" y="41319"/>
                </a:lnTo>
                <a:lnTo>
                  <a:pt x="59089" y="40917"/>
                </a:lnTo>
                <a:lnTo>
                  <a:pt x="59531" y="40555"/>
                </a:lnTo>
                <a:lnTo>
                  <a:pt x="60175" y="40033"/>
                </a:lnTo>
                <a:lnTo>
                  <a:pt x="60406" y="39832"/>
                </a:lnTo>
                <a:lnTo>
                  <a:pt x="60406" y="39832"/>
                </a:lnTo>
                <a:lnTo>
                  <a:pt x="51873" y="42897"/>
                </a:lnTo>
                <a:lnTo>
                  <a:pt x="53621" y="38083"/>
                </a:lnTo>
                <a:lnTo>
                  <a:pt x="50777" y="41359"/>
                </a:lnTo>
                <a:lnTo>
                  <a:pt x="50506" y="41661"/>
                </a:lnTo>
                <a:lnTo>
                  <a:pt x="50244" y="41922"/>
                </a:lnTo>
                <a:lnTo>
                  <a:pt x="49973" y="42173"/>
                </a:lnTo>
                <a:lnTo>
                  <a:pt x="49712" y="42395"/>
                </a:lnTo>
                <a:lnTo>
                  <a:pt x="49450" y="42606"/>
                </a:lnTo>
                <a:lnTo>
                  <a:pt x="49189" y="42787"/>
                </a:lnTo>
                <a:lnTo>
                  <a:pt x="48938" y="42947"/>
                </a:lnTo>
                <a:lnTo>
                  <a:pt x="48687" y="43088"/>
                </a:lnTo>
                <a:lnTo>
                  <a:pt x="48435" y="43219"/>
                </a:lnTo>
                <a:lnTo>
                  <a:pt x="48194" y="43319"/>
                </a:lnTo>
                <a:lnTo>
                  <a:pt x="47953" y="43420"/>
                </a:lnTo>
                <a:lnTo>
                  <a:pt x="47722" y="43500"/>
                </a:lnTo>
                <a:lnTo>
                  <a:pt x="47501" y="43561"/>
                </a:lnTo>
                <a:lnTo>
                  <a:pt x="47279" y="43611"/>
                </a:lnTo>
                <a:lnTo>
                  <a:pt x="47068" y="43661"/>
                </a:lnTo>
                <a:lnTo>
                  <a:pt x="46867" y="43691"/>
                </a:lnTo>
                <a:lnTo>
                  <a:pt x="46666" y="43711"/>
                </a:lnTo>
                <a:lnTo>
                  <a:pt x="46475" y="43721"/>
                </a:lnTo>
                <a:lnTo>
                  <a:pt x="46134" y="43721"/>
                </a:lnTo>
                <a:lnTo>
                  <a:pt x="45832" y="43701"/>
                </a:lnTo>
                <a:lnTo>
                  <a:pt x="45571" y="43671"/>
                </a:lnTo>
                <a:lnTo>
                  <a:pt x="45370" y="43631"/>
                </a:lnTo>
                <a:lnTo>
                  <a:pt x="45209" y="43591"/>
                </a:lnTo>
                <a:lnTo>
                  <a:pt x="45088" y="43550"/>
                </a:lnTo>
                <a:lnTo>
                  <a:pt x="46616" y="39168"/>
                </a:lnTo>
                <a:lnTo>
                  <a:pt x="46616" y="39168"/>
                </a:lnTo>
                <a:lnTo>
                  <a:pt x="46274" y="39470"/>
                </a:lnTo>
                <a:lnTo>
                  <a:pt x="45862" y="39822"/>
                </a:lnTo>
                <a:lnTo>
                  <a:pt x="45330" y="40264"/>
                </a:lnTo>
                <a:lnTo>
                  <a:pt x="44686" y="40797"/>
                </a:lnTo>
                <a:lnTo>
                  <a:pt x="43943" y="41390"/>
                </a:lnTo>
                <a:lnTo>
                  <a:pt x="43118" y="42023"/>
                </a:lnTo>
                <a:lnTo>
                  <a:pt x="42244" y="42676"/>
                </a:lnTo>
                <a:lnTo>
                  <a:pt x="42013" y="42827"/>
                </a:lnTo>
                <a:lnTo>
                  <a:pt x="41792" y="42957"/>
                </a:lnTo>
                <a:lnTo>
                  <a:pt x="41571" y="43068"/>
                </a:lnTo>
                <a:lnTo>
                  <a:pt x="41349" y="43158"/>
                </a:lnTo>
                <a:lnTo>
                  <a:pt x="41138" y="43229"/>
                </a:lnTo>
                <a:lnTo>
                  <a:pt x="40917" y="43289"/>
                </a:lnTo>
                <a:lnTo>
                  <a:pt x="40716" y="43319"/>
                </a:lnTo>
                <a:lnTo>
                  <a:pt x="40505" y="43349"/>
                </a:lnTo>
                <a:lnTo>
                  <a:pt x="40103" y="43349"/>
                </a:lnTo>
                <a:lnTo>
                  <a:pt x="39912" y="43329"/>
                </a:lnTo>
                <a:lnTo>
                  <a:pt x="39731" y="43309"/>
                </a:lnTo>
                <a:lnTo>
                  <a:pt x="39550" y="43269"/>
                </a:lnTo>
                <a:lnTo>
                  <a:pt x="39369" y="43219"/>
                </a:lnTo>
                <a:lnTo>
                  <a:pt x="39199" y="43169"/>
                </a:lnTo>
                <a:lnTo>
                  <a:pt x="39038" y="43108"/>
                </a:lnTo>
                <a:lnTo>
                  <a:pt x="38887" y="43048"/>
                </a:lnTo>
                <a:lnTo>
                  <a:pt x="38736" y="42978"/>
                </a:lnTo>
                <a:lnTo>
                  <a:pt x="38465" y="42837"/>
                </a:lnTo>
                <a:lnTo>
                  <a:pt x="38224" y="42696"/>
                </a:lnTo>
                <a:lnTo>
                  <a:pt x="38023" y="42555"/>
                </a:lnTo>
                <a:lnTo>
                  <a:pt x="37862" y="42425"/>
                </a:lnTo>
                <a:lnTo>
                  <a:pt x="37741" y="42324"/>
                </a:lnTo>
                <a:lnTo>
                  <a:pt x="37641" y="42234"/>
                </a:lnTo>
                <a:lnTo>
                  <a:pt x="39832" y="39611"/>
                </a:lnTo>
                <a:lnTo>
                  <a:pt x="39832" y="39540"/>
                </a:lnTo>
                <a:lnTo>
                  <a:pt x="39812" y="39349"/>
                </a:lnTo>
                <a:lnTo>
                  <a:pt x="39792" y="39208"/>
                </a:lnTo>
                <a:lnTo>
                  <a:pt x="39761" y="39048"/>
                </a:lnTo>
                <a:lnTo>
                  <a:pt x="39721" y="38857"/>
                </a:lnTo>
                <a:lnTo>
                  <a:pt x="39671" y="38656"/>
                </a:lnTo>
                <a:lnTo>
                  <a:pt x="39601" y="38425"/>
                </a:lnTo>
                <a:lnTo>
                  <a:pt x="39510" y="38193"/>
                </a:lnTo>
                <a:lnTo>
                  <a:pt x="39410" y="37932"/>
                </a:lnTo>
                <a:lnTo>
                  <a:pt x="39279" y="37671"/>
                </a:lnTo>
                <a:lnTo>
                  <a:pt x="39128" y="37399"/>
                </a:lnTo>
                <a:lnTo>
                  <a:pt x="38947" y="37118"/>
                </a:lnTo>
                <a:lnTo>
                  <a:pt x="38746" y="36836"/>
                </a:lnTo>
                <a:lnTo>
                  <a:pt x="38515" y="36545"/>
                </a:lnTo>
                <a:lnTo>
                  <a:pt x="38405" y="36394"/>
                </a:lnTo>
                <a:lnTo>
                  <a:pt x="38314" y="36243"/>
                </a:lnTo>
                <a:lnTo>
                  <a:pt x="38234" y="36083"/>
                </a:lnTo>
                <a:lnTo>
                  <a:pt x="38183" y="35912"/>
                </a:lnTo>
                <a:lnTo>
                  <a:pt x="38133" y="35731"/>
                </a:lnTo>
                <a:lnTo>
                  <a:pt x="38113" y="35550"/>
                </a:lnTo>
                <a:lnTo>
                  <a:pt x="38103" y="35369"/>
                </a:lnTo>
                <a:lnTo>
                  <a:pt x="38103" y="35178"/>
                </a:lnTo>
                <a:lnTo>
                  <a:pt x="38113" y="34997"/>
                </a:lnTo>
                <a:lnTo>
                  <a:pt x="38143" y="34806"/>
                </a:lnTo>
                <a:lnTo>
                  <a:pt x="38173" y="34615"/>
                </a:lnTo>
                <a:lnTo>
                  <a:pt x="38224" y="34414"/>
                </a:lnTo>
                <a:lnTo>
                  <a:pt x="38274" y="34233"/>
                </a:lnTo>
                <a:lnTo>
                  <a:pt x="38334" y="34042"/>
                </a:lnTo>
                <a:lnTo>
                  <a:pt x="38395" y="33851"/>
                </a:lnTo>
                <a:lnTo>
                  <a:pt x="38465" y="33670"/>
                </a:lnTo>
                <a:lnTo>
                  <a:pt x="38616" y="33329"/>
                </a:lnTo>
                <a:lnTo>
                  <a:pt x="38766" y="32997"/>
                </a:lnTo>
                <a:lnTo>
                  <a:pt x="38927" y="32706"/>
                </a:lnTo>
                <a:lnTo>
                  <a:pt x="39068" y="32454"/>
                </a:lnTo>
                <a:lnTo>
                  <a:pt x="39199" y="32243"/>
                </a:lnTo>
                <a:lnTo>
                  <a:pt x="39299" y="32082"/>
                </a:lnTo>
                <a:lnTo>
                  <a:pt x="39390" y="31952"/>
                </a:lnTo>
                <a:lnTo>
                  <a:pt x="36545" y="33047"/>
                </a:lnTo>
                <a:lnTo>
                  <a:pt x="33701" y="32605"/>
                </a:lnTo>
                <a:lnTo>
                  <a:pt x="33661" y="32042"/>
                </a:lnTo>
                <a:lnTo>
                  <a:pt x="33640" y="31459"/>
                </a:lnTo>
                <a:lnTo>
                  <a:pt x="33640" y="30856"/>
                </a:lnTo>
                <a:lnTo>
                  <a:pt x="33651" y="30243"/>
                </a:lnTo>
                <a:lnTo>
                  <a:pt x="33671" y="29600"/>
                </a:lnTo>
                <a:lnTo>
                  <a:pt x="33711" y="28957"/>
                </a:lnTo>
                <a:lnTo>
                  <a:pt x="33761" y="28283"/>
                </a:lnTo>
                <a:lnTo>
                  <a:pt x="33831" y="27610"/>
                </a:lnTo>
                <a:lnTo>
                  <a:pt x="33912" y="26916"/>
                </a:lnTo>
                <a:lnTo>
                  <a:pt x="34002" y="26223"/>
                </a:lnTo>
                <a:lnTo>
                  <a:pt x="34113" y="25519"/>
                </a:lnTo>
                <a:lnTo>
                  <a:pt x="34223" y="24796"/>
                </a:lnTo>
                <a:lnTo>
                  <a:pt x="34354" y="24082"/>
                </a:lnTo>
                <a:lnTo>
                  <a:pt x="34495" y="23348"/>
                </a:lnTo>
                <a:lnTo>
                  <a:pt x="34636" y="22625"/>
                </a:lnTo>
                <a:lnTo>
                  <a:pt x="34796" y="21891"/>
                </a:lnTo>
                <a:lnTo>
                  <a:pt x="35158" y="21951"/>
                </a:lnTo>
                <a:lnTo>
                  <a:pt x="35550" y="22012"/>
                </a:lnTo>
                <a:lnTo>
                  <a:pt x="35962" y="22042"/>
                </a:lnTo>
                <a:lnTo>
                  <a:pt x="36394" y="22062"/>
                </a:lnTo>
                <a:lnTo>
                  <a:pt x="36847" y="22062"/>
                </a:lnTo>
                <a:lnTo>
                  <a:pt x="37078" y="22052"/>
                </a:lnTo>
                <a:lnTo>
                  <a:pt x="37319" y="22032"/>
                </a:lnTo>
                <a:lnTo>
                  <a:pt x="37560" y="22012"/>
                </a:lnTo>
                <a:lnTo>
                  <a:pt x="37802" y="21971"/>
                </a:lnTo>
                <a:lnTo>
                  <a:pt x="38053" y="21931"/>
                </a:lnTo>
                <a:lnTo>
                  <a:pt x="38304" y="21881"/>
                </a:lnTo>
                <a:lnTo>
                  <a:pt x="38877" y="21750"/>
                </a:lnTo>
                <a:lnTo>
                  <a:pt x="39460" y="21609"/>
                </a:lnTo>
                <a:lnTo>
                  <a:pt x="40043" y="21439"/>
                </a:lnTo>
                <a:lnTo>
                  <a:pt x="40636" y="21258"/>
                </a:lnTo>
                <a:lnTo>
                  <a:pt x="41219" y="21047"/>
                </a:lnTo>
                <a:lnTo>
                  <a:pt x="41812" y="20826"/>
                </a:lnTo>
                <a:lnTo>
                  <a:pt x="42415" y="20574"/>
                </a:lnTo>
                <a:lnTo>
                  <a:pt x="43008" y="20293"/>
                </a:lnTo>
                <a:lnTo>
                  <a:pt x="43601" y="19991"/>
                </a:lnTo>
                <a:lnTo>
                  <a:pt x="43902" y="19841"/>
                </a:lnTo>
                <a:lnTo>
                  <a:pt x="44194" y="19670"/>
                </a:lnTo>
                <a:lnTo>
                  <a:pt x="44495" y="19499"/>
                </a:lnTo>
                <a:lnTo>
                  <a:pt x="44787" y="19318"/>
                </a:lnTo>
                <a:lnTo>
                  <a:pt x="45088" y="19127"/>
                </a:lnTo>
                <a:lnTo>
                  <a:pt x="45380" y="18926"/>
                </a:lnTo>
                <a:lnTo>
                  <a:pt x="45671" y="18725"/>
                </a:lnTo>
                <a:lnTo>
                  <a:pt x="45963" y="18514"/>
                </a:lnTo>
                <a:lnTo>
                  <a:pt x="46264" y="18293"/>
                </a:lnTo>
                <a:lnTo>
                  <a:pt x="46556" y="18062"/>
                </a:lnTo>
                <a:lnTo>
                  <a:pt x="46847" y="17830"/>
                </a:lnTo>
                <a:lnTo>
                  <a:pt x="47139" y="17579"/>
                </a:lnTo>
                <a:lnTo>
                  <a:pt x="47420" y="17328"/>
                </a:lnTo>
                <a:lnTo>
                  <a:pt x="47712" y="17066"/>
                </a:lnTo>
                <a:lnTo>
                  <a:pt x="47852" y="16926"/>
                </a:lnTo>
                <a:lnTo>
                  <a:pt x="47993" y="16785"/>
                </a:lnTo>
                <a:lnTo>
                  <a:pt x="48134" y="16634"/>
                </a:lnTo>
                <a:lnTo>
                  <a:pt x="48264" y="16463"/>
                </a:lnTo>
                <a:lnTo>
                  <a:pt x="48405" y="16293"/>
                </a:lnTo>
                <a:lnTo>
                  <a:pt x="48536" y="16122"/>
                </a:lnTo>
                <a:lnTo>
                  <a:pt x="48787" y="15740"/>
                </a:lnTo>
                <a:lnTo>
                  <a:pt x="49038" y="15348"/>
                </a:lnTo>
                <a:lnTo>
                  <a:pt x="49269" y="14926"/>
                </a:lnTo>
                <a:lnTo>
                  <a:pt x="49501" y="14483"/>
                </a:lnTo>
                <a:lnTo>
                  <a:pt x="49722" y="14021"/>
                </a:lnTo>
                <a:lnTo>
                  <a:pt x="49933" y="13549"/>
                </a:lnTo>
                <a:lnTo>
                  <a:pt x="50134" y="13066"/>
                </a:lnTo>
                <a:lnTo>
                  <a:pt x="50325" y="12574"/>
                </a:lnTo>
                <a:lnTo>
                  <a:pt x="50516" y="12081"/>
                </a:lnTo>
                <a:lnTo>
                  <a:pt x="50687" y="11579"/>
                </a:lnTo>
                <a:lnTo>
                  <a:pt x="50857" y="11076"/>
                </a:lnTo>
                <a:lnTo>
                  <a:pt x="51008" y="10584"/>
                </a:lnTo>
                <a:lnTo>
                  <a:pt x="51159" y="10091"/>
                </a:lnTo>
                <a:lnTo>
                  <a:pt x="51430" y="9136"/>
                </a:lnTo>
                <a:lnTo>
                  <a:pt x="51662" y="8242"/>
                </a:lnTo>
                <a:lnTo>
                  <a:pt x="51863" y="7418"/>
                </a:lnTo>
                <a:lnTo>
                  <a:pt x="52023" y="6694"/>
                </a:lnTo>
                <a:lnTo>
                  <a:pt x="52144" y="6101"/>
                </a:lnTo>
                <a:lnTo>
                  <a:pt x="52234" y="5639"/>
                </a:lnTo>
                <a:lnTo>
                  <a:pt x="52305" y="5247"/>
                </a:lnTo>
                <a:lnTo>
                  <a:pt x="52305" y="5247"/>
                </a:lnTo>
                <a:lnTo>
                  <a:pt x="52134" y="5518"/>
                </a:lnTo>
                <a:lnTo>
                  <a:pt x="51913" y="5870"/>
                </a:lnTo>
                <a:lnTo>
                  <a:pt x="51591" y="6403"/>
                </a:lnTo>
                <a:lnTo>
                  <a:pt x="51169" y="7106"/>
                </a:lnTo>
                <a:lnTo>
                  <a:pt x="50646" y="8021"/>
                </a:lnTo>
                <a:lnTo>
                  <a:pt x="50003" y="9146"/>
                </a:lnTo>
                <a:lnTo>
                  <a:pt x="49239" y="10503"/>
                </a:lnTo>
                <a:lnTo>
                  <a:pt x="49038" y="10865"/>
                </a:lnTo>
                <a:lnTo>
                  <a:pt x="48817" y="11227"/>
                </a:lnTo>
                <a:lnTo>
                  <a:pt x="48596" y="11579"/>
                </a:lnTo>
                <a:lnTo>
                  <a:pt x="48375" y="11920"/>
                </a:lnTo>
                <a:lnTo>
                  <a:pt x="48144" y="12252"/>
                </a:lnTo>
                <a:lnTo>
                  <a:pt x="47903" y="12574"/>
                </a:lnTo>
                <a:lnTo>
                  <a:pt x="47671" y="12885"/>
                </a:lnTo>
                <a:lnTo>
                  <a:pt x="47430" y="13187"/>
                </a:lnTo>
                <a:lnTo>
                  <a:pt x="47189" y="13488"/>
                </a:lnTo>
                <a:lnTo>
                  <a:pt x="46958" y="13770"/>
                </a:lnTo>
                <a:lnTo>
                  <a:pt x="46485" y="14313"/>
                </a:lnTo>
                <a:lnTo>
                  <a:pt x="46023" y="14805"/>
                </a:lnTo>
                <a:lnTo>
                  <a:pt x="45581" y="15267"/>
                </a:lnTo>
                <a:lnTo>
                  <a:pt x="45159" y="15669"/>
                </a:lnTo>
                <a:lnTo>
                  <a:pt x="44777" y="16031"/>
                </a:lnTo>
                <a:lnTo>
                  <a:pt x="44435" y="16343"/>
                </a:lnTo>
                <a:lnTo>
                  <a:pt x="44134" y="16594"/>
                </a:lnTo>
                <a:lnTo>
                  <a:pt x="43711" y="16946"/>
                </a:lnTo>
                <a:lnTo>
                  <a:pt x="43551" y="17066"/>
                </a:lnTo>
                <a:lnTo>
                  <a:pt x="46616" y="5468"/>
                </a:lnTo>
                <a:lnTo>
                  <a:pt x="46465" y="5830"/>
                </a:lnTo>
                <a:lnTo>
                  <a:pt x="46053" y="6805"/>
                </a:lnTo>
                <a:lnTo>
                  <a:pt x="45752" y="7498"/>
                </a:lnTo>
                <a:lnTo>
                  <a:pt x="45400" y="8282"/>
                </a:lnTo>
                <a:lnTo>
                  <a:pt x="45008" y="9167"/>
                </a:lnTo>
                <a:lnTo>
                  <a:pt x="44566" y="10121"/>
                </a:lnTo>
                <a:lnTo>
                  <a:pt x="44083" y="11126"/>
                </a:lnTo>
                <a:lnTo>
                  <a:pt x="43571" y="12182"/>
                </a:lnTo>
                <a:lnTo>
                  <a:pt x="43028" y="13257"/>
                </a:lnTo>
                <a:lnTo>
                  <a:pt x="42465" y="14333"/>
                </a:lnTo>
                <a:lnTo>
                  <a:pt x="42174" y="14865"/>
                </a:lnTo>
                <a:lnTo>
                  <a:pt x="41872" y="15398"/>
                </a:lnTo>
                <a:lnTo>
                  <a:pt x="41581" y="15931"/>
                </a:lnTo>
                <a:lnTo>
                  <a:pt x="41279" y="16443"/>
                </a:lnTo>
                <a:lnTo>
                  <a:pt x="40968" y="16946"/>
                </a:lnTo>
                <a:lnTo>
                  <a:pt x="40666" y="17438"/>
                </a:lnTo>
                <a:lnTo>
                  <a:pt x="40354" y="17921"/>
                </a:lnTo>
                <a:lnTo>
                  <a:pt x="40053" y="18383"/>
                </a:lnTo>
                <a:lnTo>
                  <a:pt x="39852" y="18655"/>
                </a:lnTo>
                <a:lnTo>
                  <a:pt x="39661" y="18916"/>
                </a:lnTo>
                <a:lnTo>
                  <a:pt x="39470" y="19157"/>
                </a:lnTo>
                <a:lnTo>
                  <a:pt x="39289" y="19378"/>
                </a:lnTo>
                <a:lnTo>
                  <a:pt x="39098" y="19579"/>
                </a:lnTo>
                <a:lnTo>
                  <a:pt x="38907" y="19760"/>
                </a:lnTo>
                <a:lnTo>
                  <a:pt x="38726" y="19931"/>
                </a:lnTo>
                <a:lnTo>
                  <a:pt x="38545" y="20092"/>
                </a:lnTo>
                <a:lnTo>
                  <a:pt x="38374" y="20233"/>
                </a:lnTo>
                <a:lnTo>
                  <a:pt x="38193" y="20353"/>
                </a:lnTo>
                <a:lnTo>
                  <a:pt x="38023" y="20464"/>
                </a:lnTo>
                <a:lnTo>
                  <a:pt x="37852" y="20564"/>
                </a:lnTo>
                <a:lnTo>
                  <a:pt x="37681" y="20645"/>
                </a:lnTo>
                <a:lnTo>
                  <a:pt x="37510" y="20725"/>
                </a:lnTo>
                <a:lnTo>
                  <a:pt x="37349" y="20775"/>
                </a:lnTo>
                <a:lnTo>
                  <a:pt x="37188" y="20826"/>
                </a:lnTo>
                <a:lnTo>
                  <a:pt x="37038" y="20866"/>
                </a:lnTo>
                <a:lnTo>
                  <a:pt x="36877" y="20896"/>
                </a:lnTo>
                <a:lnTo>
                  <a:pt x="36726" y="20916"/>
                </a:lnTo>
                <a:lnTo>
                  <a:pt x="36585" y="20926"/>
                </a:lnTo>
                <a:lnTo>
                  <a:pt x="36435" y="20926"/>
                </a:lnTo>
                <a:lnTo>
                  <a:pt x="36294" y="20916"/>
                </a:lnTo>
                <a:lnTo>
                  <a:pt x="36163" y="20906"/>
                </a:lnTo>
                <a:lnTo>
                  <a:pt x="36023" y="20876"/>
                </a:lnTo>
                <a:lnTo>
                  <a:pt x="35902" y="20856"/>
                </a:lnTo>
                <a:lnTo>
                  <a:pt x="35771" y="20815"/>
                </a:lnTo>
                <a:lnTo>
                  <a:pt x="35530" y="20735"/>
                </a:lnTo>
                <a:lnTo>
                  <a:pt x="35309" y="20635"/>
                </a:lnTo>
                <a:lnTo>
                  <a:pt x="35098" y="20524"/>
                </a:lnTo>
                <a:lnTo>
                  <a:pt x="35309" y="19660"/>
                </a:lnTo>
                <a:lnTo>
                  <a:pt x="35530" y="18795"/>
                </a:lnTo>
                <a:lnTo>
                  <a:pt x="35761" y="17931"/>
                </a:lnTo>
                <a:lnTo>
                  <a:pt x="35992" y="17077"/>
                </a:lnTo>
                <a:lnTo>
                  <a:pt x="36234" y="16242"/>
                </a:lnTo>
                <a:lnTo>
                  <a:pt x="36485" y="15408"/>
                </a:lnTo>
                <a:lnTo>
                  <a:pt x="36736" y="14584"/>
                </a:lnTo>
                <a:lnTo>
                  <a:pt x="36987" y="13790"/>
                </a:lnTo>
                <a:lnTo>
                  <a:pt x="37088" y="13498"/>
                </a:lnTo>
                <a:lnTo>
                  <a:pt x="37188" y="13207"/>
                </a:lnTo>
                <a:lnTo>
                  <a:pt x="37299" y="12926"/>
                </a:lnTo>
                <a:lnTo>
                  <a:pt x="37420" y="12634"/>
                </a:lnTo>
                <a:lnTo>
                  <a:pt x="37550" y="12353"/>
                </a:lnTo>
                <a:lnTo>
                  <a:pt x="37691" y="12071"/>
                </a:lnTo>
                <a:lnTo>
                  <a:pt x="37832" y="11780"/>
                </a:lnTo>
                <a:lnTo>
                  <a:pt x="37982" y="11498"/>
                </a:lnTo>
                <a:lnTo>
                  <a:pt x="38304" y="10935"/>
                </a:lnTo>
                <a:lnTo>
                  <a:pt x="38646" y="10383"/>
                </a:lnTo>
                <a:lnTo>
                  <a:pt x="39008" y="9830"/>
                </a:lnTo>
                <a:lnTo>
                  <a:pt x="39390" y="9287"/>
                </a:lnTo>
                <a:lnTo>
                  <a:pt x="39782" y="8754"/>
                </a:lnTo>
                <a:lnTo>
                  <a:pt x="40194" y="8232"/>
                </a:lnTo>
                <a:lnTo>
                  <a:pt x="40616" y="7719"/>
                </a:lnTo>
                <a:lnTo>
                  <a:pt x="41038" y="7217"/>
                </a:lnTo>
                <a:lnTo>
                  <a:pt x="41470" y="6724"/>
                </a:lnTo>
                <a:lnTo>
                  <a:pt x="41902" y="6252"/>
                </a:lnTo>
                <a:lnTo>
                  <a:pt x="42334" y="5799"/>
                </a:lnTo>
                <a:lnTo>
                  <a:pt x="42757" y="5357"/>
                </a:lnTo>
                <a:lnTo>
                  <a:pt x="43179" y="4935"/>
                </a:lnTo>
                <a:lnTo>
                  <a:pt x="43591" y="4533"/>
                </a:lnTo>
                <a:lnTo>
                  <a:pt x="44003" y="4151"/>
                </a:lnTo>
                <a:lnTo>
                  <a:pt x="44385" y="3789"/>
                </a:lnTo>
                <a:lnTo>
                  <a:pt x="45118" y="3136"/>
                </a:lnTo>
                <a:lnTo>
                  <a:pt x="45762" y="2583"/>
                </a:lnTo>
                <a:lnTo>
                  <a:pt x="46294" y="2131"/>
                </a:lnTo>
                <a:lnTo>
                  <a:pt x="46707" y="1809"/>
                </a:lnTo>
                <a:lnTo>
                  <a:pt x="47058" y="1528"/>
                </a:lnTo>
                <a:lnTo>
                  <a:pt x="47058" y="1528"/>
                </a:lnTo>
                <a:lnTo>
                  <a:pt x="46696" y="1739"/>
                </a:lnTo>
                <a:lnTo>
                  <a:pt x="45722" y="2332"/>
                </a:lnTo>
                <a:lnTo>
                  <a:pt x="45048" y="2754"/>
                </a:lnTo>
                <a:lnTo>
                  <a:pt x="44294" y="3237"/>
                </a:lnTo>
                <a:lnTo>
                  <a:pt x="43470" y="3779"/>
                </a:lnTo>
                <a:lnTo>
                  <a:pt x="42596" y="4372"/>
                </a:lnTo>
                <a:lnTo>
                  <a:pt x="41691" y="5005"/>
                </a:lnTo>
                <a:lnTo>
                  <a:pt x="41239" y="5337"/>
                </a:lnTo>
                <a:lnTo>
                  <a:pt x="40777" y="5679"/>
                </a:lnTo>
                <a:lnTo>
                  <a:pt x="40334" y="6021"/>
                </a:lnTo>
                <a:lnTo>
                  <a:pt x="39882" y="6362"/>
                </a:lnTo>
                <a:lnTo>
                  <a:pt x="39450" y="6714"/>
                </a:lnTo>
                <a:lnTo>
                  <a:pt x="39018" y="7066"/>
                </a:lnTo>
                <a:lnTo>
                  <a:pt x="38606" y="7428"/>
                </a:lnTo>
                <a:lnTo>
                  <a:pt x="38214" y="7780"/>
                </a:lnTo>
                <a:lnTo>
                  <a:pt x="37842" y="8131"/>
                </a:lnTo>
                <a:lnTo>
                  <a:pt x="37480" y="8483"/>
                </a:lnTo>
                <a:lnTo>
                  <a:pt x="37148" y="8835"/>
                </a:lnTo>
                <a:lnTo>
                  <a:pt x="36847" y="9177"/>
                </a:lnTo>
                <a:lnTo>
                  <a:pt x="36575" y="9518"/>
                </a:lnTo>
                <a:lnTo>
                  <a:pt x="36334" y="9850"/>
                </a:lnTo>
                <a:lnTo>
                  <a:pt x="35982" y="10363"/>
                </a:lnTo>
                <a:lnTo>
                  <a:pt x="35661" y="10865"/>
                </a:lnTo>
                <a:lnTo>
                  <a:pt x="35349" y="11368"/>
                </a:lnTo>
                <a:lnTo>
                  <a:pt x="35068" y="11880"/>
                </a:lnTo>
                <a:lnTo>
                  <a:pt x="34937" y="12142"/>
                </a:lnTo>
                <a:lnTo>
                  <a:pt x="34806" y="12413"/>
                </a:lnTo>
                <a:lnTo>
                  <a:pt x="34676" y="12684"/>
                </a:lnTo>
                <a:lnTo>
                  <a:pt x="34555" y="12966"/>
                </a:lnTo>
                <a:lnTo>
                  <a:pt x="34434" y="13267"/>
                </a:lnTo>
                <a:lnTo>
                  <a:pt x="34324" y="13569"/>
                </a:lnTo>
                <a:lnTo>
                  <a:pt x="34203" y="13890"/>
                </a:lnTo>
                <a:lnTo>
                  <a:pt x="34093" y="14222"/>
                </a:lnTo>
                <a:lnTo>
                  <a:pt x="34053" y="13408"/>
                </a:lnTo>
                <a:lnTo>
                  <a:pt x="34032" y="12554"/>
                </a:lnTo>
                <a:lnTo>
                  <a:pt x="34032" y="12121"/>
                </a:lnTo>
                <a:lnTo>
                  <a:pt x="34032" y="11679"/>
                </a:lnTo>
                <a:lnTo>
                  <a:pt x="34043" y="11237"/>
                </a:lnTo>
                <a:lnTo>
                  <a:pt x="34063" y="10805"/>
                </a:lnTo>
                <a:lnTo>
                  <a:pt x="34083" y="10373"/>
                </a:lnTo>
                <a:lnTo>
                  <a:pt x="34123" y="9940"/>
                </a:lnTo>
                <a:lnTo>
                  <a:pt x="34173" y="9518"/>
                </a:lnTo>
                <a:lnTo>
                  <a:pt x="34223" y="9116"/>
                </a:lnTo>
                <a:lnTo>
                  <a:pt x="34294" y="8724"/>
                </a:lnTo>
                <a:lnTo>
                  <a:pt x="34374" y="8352"/>
                </a:lnTo>
                <a:lnTo>
                  <a:pt x="34475" y="7991"/>
                </a:lnTo>
                <a:lnTo>
                  <a:pt x="34575" y="7659"/>
                </a:lnTo>
                <a:lnTo>
                  <a:pt x="34786" y="7096"/>
                </a:lnTo>
                <a:lnTo>
                  <a:pt x="34987" y="6563"/>
                </a:lnTo>
                <a:lnTo>
                  <a:pt x="35188" y="6051"/>
                </a:lnTo>
                <a:lnTo>
                  <a:pt x="35379" y="5578"/>
                </a:lnTo>
                <a:lnTo>
                  <a:pt x="35751" y="4714"/>
                </a:lnTo>
                <a:lnTo>
                  <a:pt x="36083" y="3990"/>
                </a:lnTo>
                <a:lnTo>
                  <a:pt x="36364" y="3407"/>
                </a:lnTo>
                <a:lnTo>
                  <a:pt x="36575" y="2975"/>
                </a:lnTo>
                <a:lnTo>
                  <a:pt x="36766" y="2623"/>
                </a:lnTo>
                <a:lnTo>
                  <a:pt x="36766" y="2623"/>
                </a:lnTo>
                <a:lnTo>
                  <a:pt x="33269" y="5689"/>
                </a:lnTo>
                <a:lnTo>
                  <a:pt x="341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9415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0A43478B-F334-F064-05DD-0EEB018FE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0B37B925-FF0F-3C13-4CC2-732D826C76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FB953B96-C3B4-6D1F-4501-FC5ED882323C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" name="Google Shape;1166;p37">
            <a:extLst>
              <a:ext uri="{FF2B5EF4-FFF2-40B4-BE49-F238E27FC236}">
                <a16:creationId xmlns:a16="http://schemas.microsoft.com/office/drawing/2014/main" id="{A2649A84-A411-EA78-2723-4261F88437E2}"/>
              </a:ext>
            </a:extLst>
          </p:cNvPr>
          <p:cNvSpPr/>
          <p:nvPr/>
        </p:nvSpPr>
        <p:spPr>
          <a:xfrm>
            <a:off x="928174" y="1125330"/>
            <a:ext cx="1889400" cy="1888800"/>
          </a:xfrm>
          <a:prstGeom prst="ellipse">
            <a:avLst/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167;p37">
            <a:extLst>
              <a:ext uri="{FF2B5EF4-FFF2-40B4-BE49-F238E27FC236}">
                <a16:creationId xmlns:a16="http://schemas.microsoft.com/office/drawing/2014/main" id="{FDE48633-1125-6A6B-DAA7-BA5BF828185A}"/>
              </a:ext>
            </a:extLst>
          </p:cNvPr>
          <p:cNvSpPr/>
          <p:nvPr/>
        </p:nvSpPr>
        <p:spPr>
          <a:xfrm>
            <a:off x="928219" y="1125330"/>
            <a:ext cx="1889400" cy="1888800"/>
          </a:xfrm>
          <a:prstGeom prst="pie">
            <a:avLst>
              <a:gd name="adj1" fmla="val 16261269"/>
              <a:gd name="adj2" fmla="val 15855017"/>
            </a:avLst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8;p37">
            <a:extLst>
              <a:ext uri="{FF2B5EF4-FFF2-40B4-BE49-F238E27FC236}">
                <a16:creationId xmlns:a16="http://schemas.microsoft.com/office/drawing/2014/main" id="{0995A876-4E06-5F8C-5D84-53894081BC93}"/>
              </a:ext>
            </a:extLst>
          </p:cNvPr>
          <p:cNvSpPr/>
          <p:nvPr/>
        </p:nvSpPr>
        <p:spPr>
          <a:xfrm>
            <a:off x="1322485" y="1520158"/>
            <a:ext cx="1099500" cy="109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169;p37">
            <a:extLst>
              <a:ext uri="{FF2B5EF4-FFF2-40B4-BE49-F238E27FC236}">
                <a16:creationId xmlns:a16="http://schemas.microsoft.com/office/drawing/2014/main" id="{10E9FE02-6B55-04B1-8856-0D4BDC24AFD0}"/>
              </a:ext>
            </a:extLst>
          </p:cNvPr>
          <p:cNvSpPr/>
          <p:nvPr/>
        </p:nvSpPr>
        <p:spPr>
          <a:xfrm>
            <a:off x="3485386" y="1125307"/>
            <a:ext cx="1889400" cy="1889100"/>
          </a:xfrm>
          <a:prstGeom prst="ellipse">
            <a:avLst/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170;p37">
            <a:extLst>
              <a:ext uri="{FF2B5EF4-FFF2-40B4-BE49-F238E27FC236}">
                <a16:creationId xmlns:a16="http://schemas.microsoft.com/office/drawing/2014/main" id="{0B000273-90C5-8579-C444-3015BE6EC941}"/>
              </a:ext>
            </a:extLst>
          </p:cNvPr>
          <p:cNvSpPr/>
          <p:nvPr/>
        </p:nvSpPr>
        <p:spPr>
          <a:xfrm>
            <a:off x="3485406" y="1125307"/>
            <a:ext cx="1889400" cy="1889100"/>
          </a:xfrm>
          <a:prstGeom prst="pie">
            <a:avLst>
              <a:gd name="adj1" fmla="val 16261269"/>
              <a:gd name="adj2" fmla="val 15765753"/>
            </a:avLst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171;p37">
            <a:extLst>
              <a:ext uri="{FF2B5EF4-FFF2-40B4-BE49-F238E27FC236}">
                <a16:creationId xmlns:a16="http://schemas.microsoft.com/office/drawing/2014/main" id="{BE780164-C89A-5D46-8C9C-049BDFB6D9CD}"/>
              </a:ext>
            </a:extLst>
          </p:cNvPr>
          <p:cNvSpPr/>
          <p:nvPr/>
        </p:nvSpPr>
        <p:spPr>
          <a:xfrm>
            <a:off x="3879648" y="1520083"/>
            <a:ext cx="1099500" cy="1099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75;p37">
            <a:extLst>
              <a:ext uri="{FF2B5EF4-FFF2-40B4-BE49-F238E27FC236}">
                <a16:creationId xmlns:a16="http://schemas.microsoft.com/office/drawing/2014/main" id="{202A3639-766E-5299-800A-C2A9F6B7BB40}"/>
              </a:ext>
            </a:extLst>
          </p:cNvPr>
          <p:cNvGrpSpPr/>
          <p:nvPr/>
        </p:nvGrpSpPr>
        <p:grpSpPr>
          <a:xfrm>
            <a:off x="886924" y="3293495"/>
            <a:ext cx="1970622" cy="1133500"/>
            <a:chOff x="1022175" y="3256963"/>
            <a:chExt cx="1970622" cy="1133500"/>
          </a:xfrm>
        </p:grpSpPr>
        <p:sp>
          <p:nvSpPr>
            <p:cNvPr id="12" name="Google Shape;1176;p37">
              <a:extLst>
                <a:ext uri="{FF2B5EF4-FFF2-40B4-BE49-F238E27FC236}">
                  <a16:creationId xmlns:a16="http://schemas.microsoft.com/office/drawing/2014/main" id="{BA0460F9-2EBA-B152-1360-9F4383F6AAE9}"/>
                </a:ext>
              </a:extLst>
            </p:cNvPr>
            <p:cNvSpPr txBox="1"/>
            <p:nvPr/>
          </p:nvSpPr>
          <p:spPr>
            <a:xfrm>
              <a:off x="1640688" y="3256963"/>
              <a:ext cx="734700" cy="37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96.9% 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" name="Google Shape;1179;p37">
              <a:extLst>
                <a:ext uri="{FF2B5EF4-FFF2-40B4-BE49-F238E27FC236}">
                  <a16:creationId xmlns:a16="http://schemas.microsoft.com/office/drawing/2014/main" id="{65DA3077-C723-244D-5D0E-55D33A162986}"/>
                </a:ext>
              </a:extLst>
            </p:cNvPr>
            <p:cNvSpPr txBox="1"/>
            <p:nvPr/>
          </p:nvSpPr>
          <p:spPr>
            <a:xfrm>
              <a:off x="1022175" y="3907463"/>
              <a:ext cx="1970622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This model predicted correctly 408 of 421 patients’ diagnosis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" name="Google Shape;1181;p37">
            <a:extLst>
              <a:ext uri="{FF2B5EF4-FFF2-40B4-BE49-F238E27FC236}">
                <a16:creationId xmlns:a16="http://schemas.microsoft.com/office/drawing/2014/main" id="{DA7179AD-F410-AF90-5B9B-8E32A90B7E01}"/>
              </a:ext>
            </a:extLst>
          </p:cNvPr>
          <p:cNvSpPr txBox="1"/>
          <p:nvPr/>
        </p:nvSpPr>
        <p:spPr>
          <a:xfrm>
            <a:off x="4062694" y="3293495"/>
            <a:ext cx="734700" cy="37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95.7%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" name="Google Shape;1190;p37">
            <a:extLst>
              <a:ext uri="{FF2B5EF4-FFF2-40B4-BE49-F238E27FC236}">
                <a16:creationId xmlns:a16="http://schemas.microsoft.com/office/drawing/2014/main" id="{7487C1FC-2927-A728-26B1-D39218C4E03F}"/>
              </a:ext>
            </a:extLst>
          </p:cNvPr>
          <p:cNvSpPr/>
          <p:nvPr/>
        </p:nvSpPr>
        <p:spPr>
          <a:xfrm>
            <a:off x="4056548" y="1660933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192;p37">
            <a:extLst>
              <a:ext uri="{FF2B5EF4-FFF2-40B4-BE49-F238E27FC236}">
                <a16:creationId xmlns:a16="http://schemas.microsoft.com/office/drawing/2014/main" id="{721C7F1F-6E43-53D2-A3FB-F056725B95E8}"/>
              </a:ext>
            </a:extLst>
          </p:cNvPr>
          <p:cNvSpPr/>
          <p:nvPr/>
        </p:nvSpPr>
        <p:spPr>
          <a:xfrm rot="-1809306">
            <a:off x="1546653" y="1656782"/>
            <a:ext cx="651447" cy="826069"/>
          </a:xfrm>
          <a:custGeom>
            <a:avLst/>
            <a:gdLst/>
            <a:ahLst/>
            <a:cxnLst/>
            <a:rect l="l" t="t" r="r" b="b"/>
            <a:pathLst>
              <a:path w="60406" h="76598" extrusionOk="0">
                <a:moveTo>
                  <a:pt x="34032" y="36766"/>
                </a:moveTo>
                <a:lnTo>
                  <a:pt x="34264" y="36776"/>
                </a:lnTo>
                <a:lnTo>
                  <a:pt x="34495" y="36806"/>
                </a:lnTo>
                <a:lnTo>
                  <a:pt x="34716" y="36857"/>
                </a:lnTo>
                <a:lnTo>
                  <a:pt x="34927" y="36917"/>
                </a:lnTo>
                <a:lnTo>
                  <a:pt x="35128" y="37007"/>
                </a:lnTo>
                <a:lnTo>
                  <a:pt x="35319" y="37098"/>
                </a:lnTo>
                <a:lnTo>
                  <a:pt x="35490" y="37218"/>
                </a:lnTo>
                <a:lnTo>
                  <a:pt x="35661" y="37339"/>
                </a:lnTo>
                <a:lnTo>
                  <a:pt x="35801" y="37480"/>
                </a:lnTo>
                <a:lnTo>
                  <a:pt x="35942" y="37631"/>
                </a:lnTo>
                <a:lnTo>
                  <a:pt x="36053" y="37801"/>
                </a:lnTo>
                <a:lnTo>
                  <a:pt x="36153" y="37972"/>
                </a:lnTo>
                <a:lnTo>
                  <a:pt x="36224" y="38153"/>
                </a:lnTo>
                <a:lnTo>
                  <a:pt x="36284" y="38334"/>
                </a:lnTo>
                <a:lnTo>
                  <a:pt x="36314" y="38535"/>
                </a:lnTo>
                <a:lnTo>
                  <a:pt x="36334" y="38736"/>
                </a:lnTo>
                <a:lnTo>
                  <a:pt x="36314" y="38937"/>
                </a:lnTo>
                <a:lnTo>
                  <a:pt x="36284" y="39128"/>
                </a:lnTo>
                <a:lnTo>
                  <a:pt x="36224" y="39319"/>
                </a:lnTo>
                <a:lnTo>
                  <a:pt x="36153" y="39500"/>
                </a:lnTo>
                <a:lnTo>
                  <a:pt x="36053" y="39671"/>
                </a:lnTo>
                <a:lnTo>
                  <a:pt x="35942" y="39832"/>
                </a:lnTo>
                <a:lnTo>
                  <a:pt x="35801" y="39992"/>
                </a:lnTo>
                <a:lnTo>
                  <a:pt x="35661" y="40123"/>
                </a:lnTo>
                <a:lnTo>
                  <a:pt x="35490" y="40254"/>
                </a:lnTo>
                <a:lnTo>
                  <a:pt x="35319" y="40364"/>
                </a:lnTo>
                <a:lnTo>
                  <a:pt x="35128" y="40465"/>
                </a:lnTo>
                <a:lnTo>
                  <a:pt x="34927" y="40545"/>
                </a:lnTo>
                <a:lnTo>
                  <a:pt x="34716" y="40616"/>
                </a:lnTo>
                <a:lnTo>
                  <a:pt x="34495" y="40666"/>
                </a:lnTo>
                <a:lnTo>
                  <a:pt x="34264" y="40696"/>
                </a:lnTo>
                <a:lnTo>
                  <a:pt x="34032" y="40706"/>
                </a:lnTo>
                <a:lnTo>
                  <a:pt x="33801" y="40696"/>
                </a:lnTo>
                <a:lnTo>
                  <a:pt x="33570" y="40666"/>
                </a:lnTo>
                <a:lnTo>
                  <a:pt x="33349" y="40616"/>
                </a:lnTo>
                <a:lnTo>
                  <a:pt x="33138" y="40545"/>
                </a:lnTo>
                <a:lnTo>
                  <a:pt x="32937" y="40465"/>
                </a:lnTo>
                <a:lnTo>
                  <a:pt x="32746" y="40364"/>
                </a:lnTo>
                <a:lnTo>
                  <a:pt x="32575" y="40254"/>
                </a:lnTo>
                <a:lnTo>
                  <a:pt x="32404" y="40123"/>
                </a:lnTo>
                <a:lnTo>
                  <a:pt x="32264" y="39992"/>
                </a:lnTo>
                <a:lnTo>
                  <a:pt x="32123" y="39832"/>
                </a:lnTo>
                <a:lnTo>
                  <a:pt x="32012" y="39671"/>
                </a:lnTo>
                <a:lnTo>
                  <a:pt x="31912" y="39500"/>
                </a:lnTo>
                <a:lnTo>
                  <a:pt x="31841" y="39319"/>
                </a:lnTo>
                <a:lnTo>
                  <a:pt x="31781" y="39128"/>
                </a:lnTo>
                <a:lnTo>
                  <a:pt x="31751" y="38937"/>
                </a:lnTo>
                <a:lnTo>
                  <a:pt x="31731" y="38736"/>
                </a:lnTo>
                <a:lnTo>
                  <a:pt x="31751" y="38535"/>
                </a:lnTo>
                <a:lnTo>
                  <a:pt x="31781" y="38334"/>
                </a:lnTo>
                <a:lnTo>
                  <a:pt x="31841" y="38153"/>
                </a:lnTo>
                <a:lnTo>
                  <a:pt x="31912" y="37972"/>
                </a:lnTo>
                <a:lnTo>
                  <a:pt x="32012" y="37801"/>
                </a:lnTo>
                <a:lnTo>
                  <a:pt x="32123" y="37631"/>
                </a:lnTo>
                <a:lnTo>
                  <a:pt x="32264" y="37480"/>
                </a:lnTo>
                <a:lnTo>
                  <a:pt x="32404" y="37339"/>
                </a:lnTo>
                <a:lnTo>
                  <a:pt x="32575" y="37218"/>
                </a:lnTo>
                <a:lnTo>
                  <a:pt x="32746" y="37098"/>
                </a:lnTo>
                <a:lnTo>
                  <a:pt x="32937" y="37007"/>
                </a:lnTo>
                <a:lnTo>
                  <a:pt x="33138" y="36917"/>
                </a:lnTo>
                <a:lnTo>
                  <a:pt x="33349" y="36857"/>
                </a:lnTo>
                <a:lnTo>
                  <a:pt x="33570" y="36806"/>
                </a:lnTo>
                <a:lnTo>
                  <a:pt x="33801" y="36776"/>
                </a:lnTo>
                <a:lnTo>
                  <a:pt x="34032" y="36766"/>
                </a:lnTo>
                <a:close/>
                <a:moveTo>
                  <a:pt x="34143" y="0"/>
                </a:moveTo>
                <a:lnTo>
                  <a:pt x="31731" y="5036"/>
                </a:lnTo>
                <a:lnTo>
                  <a:pt x="29108" y="3719"/>
                </a:lnTo>
                <a:lnTo>
                  <a:pt x="29108" y="3719"/>
                </a:lnTo>
                <a:lnTo>
                  <a:pt x="33731" y="15478"/>
                </a:lnTo>
                <a:lnTo>
                  <a:pt x="33600" y="16001"/>
                </a:lnTo>
                <a:lnTo>
                  <a:pt x="33470" y="16574"/>
                </a:lnTo>
                <a:lnTo>
                  <a:pt x="33339" y="17177"/>
                </a:lnTo>
                <a:lnTo>
                  <a:pt x="33218" y="17820"/>
                </a:lnTo>
                <a:lnTo>
                  <a:pt x="33088" y="18504"/>
                </a:lnTo>
                <a:lnTo>
                  <a:pt x="32957" y="19237"/>
                </a:lnTo>
                <a:lnTo>
                  <a:pt x="32826" y="20021"/>
                </a:lnTo>
                <a:lnTo>
                  <a:pt x="32696" y="20866"/>
                </a:lnTo>
                <a:lnTo>
                  <a:pt x="32424" y="22705"/>
                </a:lnTo>
                <a:lnTo>
                  <a:pt x="32143" y="24786"/>
                </a:lnTo>
                <a:lnTo>
                  <a:pt x="31841" y="27127"/>
                </a:lnTo>
                <a:lnTo>
                  <a:pt x="31520" y="29761"/>
                </a:lnTo>
                <a:lnTo>
                  <a:pt x="31409" y="30746"/>
                </a:lnTo>
                <a:lnTo>
                  <a:pt x="31319" y="31701"/>
                </a:lnTo>
                <a:lnTo>
                  <a:pt x="31258" y="32625"/>
                </a:lnTo>
                <a:lnTo>
                  <a:pt x="31218" y="33510"/>
                </a:lnTo>
                <a:lnTo>
                  <a:pt x="28886" y="34354"/>
                </a:lnTo>
                <a:lnTo>
                  <a:pt x="25168" y="33701"/>
                </a:lnTo>
                <a:lnTo>
                  <a:pt x="29108" y="40706"/>
                </a:lnTo>
                <a:lnTo>
                  <a:pt x="26042" y="41580"/>
                </a:lnTo>
                <a:lnTo>
                  <a:pt x="22323" y="35238"/>
                </a:lnTo>
                <a:lnTo>
                  <a:pt x="23851" y="41802"/>
                </a:lnTo>
                <a:lnTo>
                  <a:pt x="23549" y="41832"/>
                </a:lnTo>
                <a:lnTo>
                  <a:pt x="23168" y="41862"/>
                </a:lnTo>
                <a:lnTo>
                  <a:pt x="22595" y="41882"/>
                </a:lnTo>
                <a:lnTo>
                  <a:pt x="21851" y="41892"/>
                </a:lnTo>
                <a:lnTo>
                  <a:pt x="20896" y="41892"/>
                </a:lnTo>
                <a:lnTo>
                  <a:pt x="20353" y="41882"/>
                </a:lnTo>
                <a:lnTo>
                  <a:pt x="19750" y="41862"/>
                </a:lnTo>
                <a:lnTo>
                  <a:pt x="19097" y="41832"/>
                </a:lnTo>
                <a:lnTo>
                  <a:pt x="18383" y="41802"/>
                </a:lnTo>
                <a:lnTo>
                  <a:pt x="18001" y="41771"/>
                </a:lnTo>
                <a:lnTo>
                  <a:pt x="17589" y="41711"/>
                </a:lnTo>
                <a:lnTo>
                  <a:pt x="17147" y="41641"/>
                </a:lnTo>
                <a:lnTo>
                  <a:pt x="16675" y="41550"/>
                </a:lnTo>
                <a:lnTo>
                  <a:pt x="16192" y="41440"/>
                </a:lnTo>
                <a:lnTo>
                  <a:pt x="15690" y="41309"/>
                </a:lnTo>
                <a:lnTo>
                  <a:pt x="15167" y="41178"/>
                </a:lnTo>
                <a:lnTo>
                  <a:pt x="14634" y="41028"/>
                </a:lnTo>
                <a:lnTo>
                  <a:pt x="14092" y="40857"/>
                </a:lnTo>
                <a:lnTo>
                  <a:pt x="13539" y="40686"/>
                </a:lnTo>
                <a:lnTo>
                  <a:pt x="12433" y="40314"/>
                </a:lnTo>
                <a:lnTo>
                  <a:pt x="11318" y="39932"/>
                </a:lnTo>
                <a:lnTo>
                  <a:pt x="10232" y="39530"/>
                </a:lnTo>
                <a:lnTo>
                  <a:pt x="9187" y="39128"/>
                </a:lnTo>
                <a:lnTo>
                  <a:pt x="8222" y="38746"/>
                </a:lnTo>
                <a:lnTo>
                  <a:pt x="7338" y="38394"/>
                </a:lnTo>
                <a:lnTo>
                  <a:pt x="6564" y="38073"/>
                </a:lnTo>
                <a:lnTo>
                  <a:pt x="5448" y="37600"/>
                </a:lnTo>
                <a:lnTo>
                  <a:pt x="5036" y="37419"/>
                </a:lnTo>
                <a:lnTo>
                  <a:pt x="9197" y="42897"/>
                </a:lnTo>
                <a:lnTo>
                  <a:pt x="0" y="43329"/>
                </a:lnTo>
                <a:lnTo>
                  <a:pt x="121" y="43400"/>
                </a:lnTo>
                <a:lnTo>
                  <a:pt x="473" y="43571"/>
                </a:lnTo>
                <a:lnTo>
                  <a:pt x="724" y="43691"/>
                </a:lnTo>
                <a:lnTo>
                  <a:pt x="1026" y="43832"/>
                </a:lnTo>
                <a:lnTo>
                  <a:pt x="1377" y="43973"/>
                </a:lnTo>
                <a:lnTo>
                  <a:pt x="1779" y="44123"/>
                </a:lnTo>
                <a:lnTo>
                  <a:pt x="2222" y="44274"/>
                </a:lnTo>
                <a:lnTo>
                  <a:pt x="2704" y="44435"/>
                </a:lnTo>
                <a:lnTo>
                  <a:pt x="3227" y="44576"/>
                </a:lnTo>
                <a:lnTo>
                  <a:pt x="3790" y="44716"/>
                </a:lnTo>
                <a:lnTo>
                  <a:pt x="4383" y="44837"/>
                </a:lnTo>
                <a:lnTo>
                  <a:pt x="4684" y="44897"/>
                </a:lnTo>
                <a:lnTo>
                  <a:pt x="5006" y="44948"/>
                </a:lnTo>
                <a:lnTo>
                  <a:pt x="5327" y="44988"/>
                </a:lnTo>
                <a:lnTo>
                  <a:pt x="5659" y="45028"/>
                </a:lnTo>
                <a:lnTo>
                  <a:pt x="6001" y="45058"/>
                </a:lnTo>
                <a:lnTo>
                  <a:pt x="6342" y="45078"/>
                </a:lnTo>
                <a:lnTo>
                  <a:pt x="6704" y="45098"/>
                </a:lnTo>
                <a:lnTo>
                  <a:pt x="7066" y="45098"/>
                </a:lnTo>
                <a:lnTo>
                  <a:pt x="7448" y="45088"/>
                </a:lnTo>
                <a:lnTo>
                  <a:pt x="7840" y="45058"/>
                </a:lnTo>
                <a:lnTo>
                  <a:pt x="8232" y="45028"/>
                </a:lnTo>
                <a:lnTo>
                  <a:pt x="8634" y="44978"/>
                </a:lnTo>
                <a:lnTo>
                  <a:pt x="9046" y="44927"/>
                </a:lnTo>
                <a:lnTo>
                  <a:pt x="9458" y="44867"/>
                </a:lnTo>
                <a:lnTo>
                  <a:pt x="9870" y="44797"/>
                </a:lnTo>
                <a:lnTo>
                  <a:pt x="10282" y="44726"/>
                </a:lnTo>
                <a:lnTo>
                  <a:pt x="11097" y="44556"/>
                </a:lnTo>
                <a:lnTo>
                  <a:pt x="11901" y="44375"/>
                </a:lnTo>
                <a:lnTo>
                  <a:pt x="12664" y="44184"/>
                </a:lnTo>
                <a:lnTo>
                  <a:pt x="13388" y="43983"/>
                </a:lnTo>
                <a:lnTo>
                  <a:pt x="14062" y="43792"/>
                </a:lnTo>
                <a:lnTo>
                  <a:pt x="14665" y="43611"/>
                </a:lnTo>
                <a:lnTo>
                  <a:pt x="15177" y="43450"/>
                </a:lnTo>
                <a:lnTo>
                  <a:pt x="15921" y="43209"/>
                </a:lnTo>
                <a:lnTo>
                  <a:pt x="16192" y="43108"/>
                </a:lnTo>
                <a:lnTo>
                  <a:pt x="24947" y="43993"/>
                </a:lnTo>
                <a:lnTo>
                  <a:pt x="19700" y="45953"/>
                </a:lnTo>
                <a:lnTo>
                  <a:pt x="19801" y="45993"/>
                </a:lnTo>
                <a:lnTo>
                  <a:pt x="20082" y="46083"/>
                </a:lnTo>
                <a:lnTo>
                  <a:pt x="20303" y="46144"/>
                </a:lnTo>
                <a:lnTo>
                  <a:pt x="20554" y="46204"/>
                </a:lnTo>
                <a:lnTo>
                  <a:pt x="20846" y="46254"/>
                </a:lnTo>
                <a:lnTo>
                  <a:pt x="21177" y="46314"/>
                </a:lnTo>
                <a:lnTo>
                  <a:pt x="21539" y="46365"/>
                </a:lnTo>
                <a:lnTo>
                  <a:pt x="21941" y="46395"/>
                </a:lnTo>
                <a:lnTo>
                  <a:pt x="22374" y="46415"/>
                </a:lnTo>
                <a:lnTo>
                  <a:pt x="22836" y="46415"/>
                </a:lnTo>
                <a:lnTo>
                  <a:pt x="23328" y="46405"/>
                </a:lnTo>
                <a:lnTo>
                  <a:pt x="23580" y="46385"/>
                </a:lnTo>
                <a:lnTo>
                  <a:pt x="23841" y="46355"/>
                </a:lnTo>
                <a:lnTo>
                  <a:pt x="24112" y="46324"/>
                </a:lnTo>
                <a:lnTo>
                  <a:pt x="24384" y="46284"/>
                </a:lnTo>
                <a:lnTo>
                  <a:pt x="24665" y="46234"/>
                </a:lnTo>
                <a:lnTo>
                  <a:pt x="24947" y="46174"/>
                </a:lnTo>
                <a:lnTo>
                  <a:pt x="25228" y="46103"/>
                </a:lnTo>
                <a:lnTo>
                  <a:pt x="25499" y="46023"/>
                </a:lnTo>
                <a:lnTo>
                  <a:pt x="25761" y="45933"/>
                </a:lnTo>
                <a:lnTo>
                  <a:pt x="26012" y="45832"/>
                </a:lnTo>
                <a:lnTo>
                  <a:pt x="26243" y="45711"/>
                </a:lnTo>
                <a:lnTo>
                  <a:pt x="26474" y="45591"/>
                </a:lnTo>
                <a:lnTo>
                  <a:pt x="26685" y="45460"/>
                </a:lnTo>
                <a:lnTo>
                  <a:pt x="26896" y="45319"/>
                </a:lnTo>
                <a:lnTo>
                  <a:pt x="27087" y="45169"/>
                </a:lnTo>
                <a:lnTo>
                  <a:pt x="27268" y="45018"/>
                </a:lnTo>
                <a:lnTo>
                  <a:pt x="27449" y="44867"/>
                </a:lnTo>
                <a:lnTo>
                  <a:pt x="27610" y="44706"/>
                </a:lnTo>
                <a:lnTo>
                  <a:pt x="27771" y="44556"/>
                </a:lnTo>
                <a:lnTo>
                  <a:pt x="27912" y="44395"/>
                </a:lnTo>
                <a:lnTo>
                  <a:pt x="28052" y="44234"/>
                </a:lnTo>
                <a:lnTo>
                  <a:pt x="28173" y="44073"/>
                </a:lnTo>
                <a:lnTo>
                  <a:pt x="28404" y="43762"/>
                </a:lnTo>
                <a:lnTo>
                  <a:pt x="28605" y="43460"/>
                </a:lnTo>
                <a:lnTo>
                  <a:pt x="28756" y="43189"/>
                </a:lnTo>
                <a:lnTo>
                  <a:pt x="28886" y="42947"/>
                </a:lnTo>
                <a:lnTo>
                  <a:pt x="28987" y="42746"/>
                </a:lnTo>
                <a:lnTo>
                  <a:pt x="29057" y="42586"/>
                </a:lnTo>
                <a:lnTo>
                  <a:pt x="29108" y="42455"/>
                </a:lnTo>
                <a:lnTo>
                  <a:pt x="33269" y="45078"/>
                </a:lnTo>
                <a:lnTo>
                  <a:pt x="33319" y="45078"/>
                </a:lnTo>
                <a:lnTo>
                  <a:pt x="33580" y="45601"/>
                </a:lnTo>
                <a:lnTo>
                  <a:pt x="33841" y="46103"/>
                </a:lnTo>
                <a:lnTo>
                  <a:pt x="34113" y="46576"/>
                </a:lnTo>
                <a:lnTo>
                  <a:pt x="34384" y="47028"/>
                </a:lnTo>
                <a:lnTo>
                  <a:pt x="34656" y="47460"/>
                </a:lnTo>
                <a:lnTo>
                  <a:pt x="34917" y="47882"/>
                </a:lnTo>
                <a:lnTo>
                  <a:pt x="35440" y="48666"/>
                </a:lnTo>
                <a:lnTo>
                  <a:pt x="35912" y="49400"/>
                </a:lnTo>
                <a:lnTo>
                  <a:pt x="36133" y="49752"/>
                </a:lnTo>
                <a:lnTo>
                  <a:pt x="36344" y="50094"/>
                </a:lnTo>
                <a:lnTo>
                  <a:pt x="36535" y="50435"/>
                </a:lnTo>
                <a:lnTo>
                  <a:pt x="36706" y="50767"/>
                </a:lnTo>
                <a:lnTo>
                  <a:pt x="36857" y="51099"/>
                </a:lnTo>
                <a:lnTo>
                  <a:pt x="36987" y="51430"/>
                </a:lnTo>
                <a:lnTo>
                  <a:pt x="37038" y="51581"/>
                </a:lnTo>
                <a:lnTo>
                  <a:pt x="37078" y="51762"/>
                </a:lnTo>
                <a:lnTo>
                  <a:pt x="37128" y="51953"/>
                </a:lnTo>
                <a:lnTo>
                  <a:pt x="37168" y="52154"/>
                </a:lnTo>
                <a:lnTo>
                  <a:pt x="37229" y="52616"/>
                </a:lnTo>
                <a:lnTo>
                  <a:pt x="37289" y="53149"/>
                </a:lnTo>
                <a:lnTo>
                  <a:pt x="37329" y="53722"/>
                </a:lnTo>
                <a:lnTo>
                  <a:pt x="37359" y="54355"/>
                </a:lnTo>
                <a:lnTo>
                  <a:pt x="37369" y="55039"/>
                </a:lnTo>
                <a:lnTo>
                  <a:pt x="37379" y="55762"/>
                </a:lnTo>
                <a:lnTo>
                  <a:pt x="37269" y="55672"/>
                </a:lnTo>
                <a:lnTo>
                  <a:pt x="37098" y="55531"/>
                </a:lnTo>
                <a:lnTo>
                  <a:pt x="36857" y="55370"/>
                </a:lnTo>
                <a:lnTo>
                  <a:pt x="36716" y="55290"/>
                </a:lnTo>
                <a:lnTo>
                  <a:pt x="36565" y="55199"/>
                </a:lnTo>
                <a:lnTo>
                  <a:pt x="36394" y="55109"/>
                </a:lnTo>
                <a:lnTo>
                  <a:pt x="36213" y="55018"/>
                </a:lnTo>
                <a:lnTo>
                  <a:pt x="36012" y="54938"/>
                </a:lnTo>
                <a:lnTo>
                  <a:pt x="35801" y="54858"/>
                </a:lnTo>
                <a:lnTo>
                  <a:pt x="35570" y="54777"/>
                </a:lnTo>
                <a:lnTo>
                  <a:pt x="35339" y="54707"/>
                </a:lnTo>
                <a:lnTo>
                  <a:pt x="35078" y="54647"/>
                </a:lnTo>
                <a:lnTo>
                  <a:pt x="34816" y="54596"/>
                </a:lnTo>
                <a:lnTo>
                  <a:pt x="34535" y="54556"/>
                </a:lnTo>
                <a:lnTo>
                  <a:pt x="34244" y="54536"/>
                </a:lnTo>
                <a:lnTo>
                  <a:pt x="33932" y="54526"/>
                </a:lnTo>
                <a:lnTo>
                  <a:pt x="33620" y="54526"/>
                </a:lnTo>
                <a:lnTo>
                  <a:pt x="33289" y="54556"/>
                </a:lnTo>
                <a:lnTo>
                  <a:pt x="32947" y="54596"/>
                </a:lnTo>
                <a:lnTo>
                  <a:pt x="32585" y="54667"/>
                </a:lnTo>
                <a:lnTo>
                  <a:pt x="32223" y="54757"/>
                </a:lnTo>
                <a:lnTo>
                  <a:pt x="31841" y="54868"/>
                </a:lnTo>
                <a:lnTo>
                  <a:pt x="31449" y="55008"/>
                </a:lnTo>
                <a:lnTo>
                  <a:pt x="31057" y="55169"/>
                </a:lnTo>
                <a:lnTo>
                  <a:pt x="30645" y="55360"/>
                </a:lnTo>
                <a:lnTo>
                  <a:pt x="30223" y="55591"/>
                </a:lnTo>
                <a:lnTo>
                  <a:pt x="29791" y="55843"/>
                </a:lnTo>
                <a:lnTo>
                  <a:pt x="29339" y="56134"/>
                </a:lnTo>
                <a:lnTo>
                  <a:pt x="28886" y="56466"/>
                </a:lnTo>
                <a:lnTo>
                  <a:pt x="28414" y="56828"/>
                </a:lnTo>
                <a:lnTo>
                  <a:pt x="27992" y="57169"/>
                </a:lnTo>
                <a:lnTo>
                  <a:pt x="27600" y="57511"/>
                </a:lnTo>
                <a:lnTo>
                  <a:pt x="27248" y="57833"/>
                </a:lnTo>
                <a:lnTo>
                  <a:pt x="26937" y="58144"/>
                </a:lnTo>
                <a:lnTo>
                  <a:pt x="26645" y="58436"/>
                </a:lnTo>
                <a:lnTo>
                  <a:pt x="26394" y="58727"/>
                </a:lnTo>
                <a:lnTo>
                  <a:pt x="26163" y="58999"/>
                </a:lnTo>
                <a:lnTo>
                  <a:pt x="25962" y="59270"/>
                </a:lnTo>
                <a:lnTo>
                  <a:pt x="25771" y="59521"/>
                </a:lnTo>
                <a:lnTo>
                  <a:pt x="25610" y="59773"/>
                </a:lnTo>
                <a:lnTo>
                  <a:pt x="25459" y="60004"/>
                </a:lnTo>
                <a:lnTo>
                  <a:pt x="25198" y="60456"/>
                </a:lnTo>
                <a:lnTo>
                  <a:pt x="24977" y="60868"/>
                </a:lnTo>
                <a:lnTo>
                  <a:pt x="24766" y="61250"/>
                </a:lnTo>
                <a:lnTo>
                  <a:pt x="24655" y="61441"/>
                </a:lnTo>
                <a:lnTo>
                  <a:pt x="24544" y="61612"/>
                </a:lnTo>
                <a:lnTo>
                  <a:pt x="24424" y="61793"/>
                </a:lnTo>
                <a:lnTo>
                  <a:pt x="24293" y="61954"/>
                </a:lnTo>
                <a:lnTo>
                  <a:pt x="24153" y="62124"/>
                </a:lnTo>
                <a:lnTo>
                  <a:pt x="23992" y="62275"/>
                </a:lnTo>
                <a:lnTo>
                  <a:pt x="23821" y="62436"/>
                </a:lnTo>
                <a:lnTo>
                  <a:pt x="23630" y="62587"/>
                </a:lnTo>
                <a:lnTo>
                  <a:pt x="23409" y="62738"/>
                </a:lnTo>
                <a:lnTo>
                  <a:pt x="23168" y="62888"/>
                </a:lnTo>
                <a:lnTo>
                  <a:pt x="22896" y="63029"/>
                </a:lnTo>
                <a:lnTo>
                  <a:pt x="22595" y="63180"/>
                </a:lnTo>
                <a:lnTo>
                  <a:pt x="22253" y="63320"/>
                </a:lnTo>
                <a:lnTo>
                  <a:pt x="21881" y="63471"/>
                </a:lnTo>
                <a:lnTo>
                  <a:pt x="21127" y="63753"/>
                </a:lnTo>
                <a:lnTo>
                  <a:pt x="20424" y="64024"/>
                </a:lnTo>
                <a:lnTo>
                  <a:pt x="19780" y="64295"/>
                </a:lnTo>
                <a:lnTo>
                  <a:pt x="19177" y="64557"/>
                </a:lnTo>
                <a:lnTo>
                  <a:pt x="18625" y="64808"/>
                </a:lnTo>
                <a:lnTo>
                  <a:pt x="18122" y="65039"/>
                </a:lnTo>
                <a:lnTo>
                  <a:pt x="17670" y="65260"/>
                </a:lnTo>
                <a:lnTo>
                  <a:pt x="17258" y="65461"/>
                </a:lnTo>
                <a:lnTo>
                  <a:pt x="16604" y="65813"/>
                </a:lnTo>
                <a:lnTo>
                  <a:pt x="16132" y="66084"/>
                </a:lnTo>
                <a:lnTo>
                  <a:pt x="15851" y="66255"/>
                </a:lnTo>
                <a:lnTo>
                  <a:pt x="15760" y="66316"/>
                </a:lnTo>
                <a:lnTo>
                  <a:pt x="15760" y="66316"/>
                </a:lnTo>
                <a:lnTo>
                  <a:pt x="16011" y="66306"/>
                </a:lnTo>
                <a:lnTo>
                  <a:pt x="16685" y="66285"/>
                </a:lnTo>
                <a:lnTo>
                  <a:pt x="17147" y="66255"/>
                </a:lnTo>
                <a:lnTo>
                  <a:pt x="17690" y="66215"/>
                </a:lnTo>
                <a:lnTo>
                  <a:pt x="18273" y="66165"/>
                </a:lnTo>
                <a:lnTo>
                  <a:pt x="18906" y="66094"/>
                </a:lnTo>
                <a:lnTo>
                  <a:pt x="19559" y="66004"/>
                </a:lnTo>
                <a:lnTo>
                  <a:pt x="20233" y="65883"/>
                </a:lnTo>
                <a:lnTo>
                  <a:pt x="20574" y="65813"/>
                </a:lnTo>
                <a:lnTo>
                  <a:pt x="20906" y="65743"/>
                </a:lnTo>
                <a:lnTo>
                  <a:pt x="21248" y="65662"/>
                </a:lnTo>
                <a:lnTo>
                  <a:pt x="21569" y="65572"/>
                </a:lnTo>
                <a:lnTo>
                  <a:pt x="21901" y="65481"/>
                </a:lnTo>
                <a:lnTo>
                  <a:pt x="22213" y="65371"/>
                </a:lnTo>
                <a:lnTo>
                  <a:pt x="22524" y="65260"/>
                </a:lnTo>
                <a:lnTo>
                  <a:pt x="22816" y="65140"/>
                </a:lnTo>
                <a:lnTo>
                  <a:pt x="23097" y="65009"/>
                </a:lnTo>
                <a:lnTo>
                  <a:pt x="23369" y="64868"/>
                </a:lnTo>
                <a:lnTo>
                  <a:pt x="23620" y="64718"/>
                </a:lnTo>
                <a:lnTo>
                  <a:pt x="23851" y="64557"/>
                </a:lnTo>
                <a:lnTo>
                  <a:pt x="24313" y="64215"/>
                </a:lnTo>
                <a:lnTo>
                  <a:pt x="24776" y="63843"/>
                </a:lnTo>
                <a:lnTo>
                  <a:pt x="25238" y="63441"/>
                </a:lnTo>
                <a:lnTo>
                  <a:pt x="25690" y="63039"/>
                </a:lnTo>
                <a:lnTo>
                  <a:pt x="26143" y="62617"/>
                </a:lnTo>
                <a:lnTo>
                  <a:pt x="26575" y="62195"/>
                </a:lnTo>
                <a:lnTo>
                  <a:pt x="26987" y="61783"/>
                </a:lnTo>
                <a:lnTo>
                  <a:pt x="27389" y="61391"/>
                </a:lnTo>
                <a:lnTo>
                  <a:pt x="28082" y="60657"/>
                </a:lnTo>
                <a:lnTo>
                  <a:pt x="28625" y="60064"/>
                </a:lnTo>
                <a:lnTo>
                  <a:pt x="29108" y="59531"/>
                </a:lnTo>
                <a:lnTo>
                  <a:pt x="29158" y="59612"/>
                </a:lnTo>
                <a:lnTo>
                  <a:pt x="29218" y="59702"/>
                </a:lnTo>
                <a:lnTo>
                  <a:pt x="29288" y="59843"/>
                </a:lnTo>
                <a:lnTo>
                  <a:pt x="29369" y="60004"/>
                </a:lnTo>
                <a:lnTo>
                  <a:pt x="29439" y="60205"/>
                </a:lnTo>
                <a:lnTo>
                  <a:pt x="29510" y="60436"/>
                </a:lnTo>
                <a:lnTo>
                  <a:pt x="29570" y="60707"/>
                </a:lnTo>
                <a:lnTo>
                  <a:pt x="29600" y="60848"/>
                </a:lnTo>
                <a:lnTo>
                  <a:pt x="29610" y="60999"/>
                </a:lnTo>
                <a:lnTo>
                  <a:pt x="29630" y="61149"/>
                </a:lnTo>
                <a:lnTo>
                  <a:pt x="29630" y="61310"/>
                </a:lnTo>
                <a:lnTo>
                  <a:pt x="29630" y="61481"/>
                </a:lnTo>
                <a:lnTo>
                  <a:pt x="29620" y="61652"/>
                </a:lnTo>
                <a:lnTo>
                  <a:pt x="29600" y="61833"/>
                </a:lnTo>
                <a:lnTo>
                  <a:pt x="29570" y="62024"/>
                </a:lnTo>
                <a:lnTo>
                  <a:pt x="29530" y="62215"/>
                </a:lnTo>
                <a:lnTo>
                  <a:pt x="29479" y="62406"/>
                </a:lnTo>
                <a:lnTo>
                  <a:pt x="29419" y="62607"/>
                </a:lnTo>
                <a:lnTo>
                  <a:pt x="29339" y="62818"/>
                </a:lnTo>
                <a:lnTo>
                  <a:pt x="29248" y="63029"/>
                </a:lnTo>
                <a:lnTo>
                  <a:pt x="29148" y="63240"/>
                </a:lnTo>
                <a:lnTo>
                  <a:pt x="29027" y="63461"/>
                </a:lnTo>
                <a:lnTo>
                  <a:pt x="28886" y="63682"/>
                </a:lnTo>
                <a:lnTo>
                  <a:pt x="28746" y="63913"/>
                </a:lnTo>
                <a:lnTo>
                  <a:pt x="28585" y="64135"/>
                </a:lnTo>
                <a:lnTo>
                  <a:pt x="28424" y="64346"/>
                </a:lnTo>
                <a:lnTo>
                  <a:pt x="28253" y="64567"/>
                </a:lnTo>
                <a:lnTo>
                  <a:pt x="28072" y="64778"/>
                </a:lnTo>
                <a:lnTo>
                  <a:pt x="27891" y="64979"/>
                </a:lnTo>
                <a:lnTo>
                  <a:pt x="27530" y="65381"/>
                </a:lnTo>
                <a:lnTo>
                  <a:pt x="27148" y="65763"/>
                </a:lnTo>
                <a:lnTo>
                  <a:pt x="26766" y="66125"/>
                </a:lnTo>
                <a:lnTo>
                  <a:pt x="26384" y="66466"/>
                </a:lnTo>
                <a:lnTo>
                  <a:pt x="26012" y="66778"/>
                </a:lnTo>
                <a:lnTo>
                  <a:pt x="25670" y="67059"/>
                </a:lnTo>
                <a:lnTo>
                  <a:pt x="25339" y="67311"/>
                </a:lnTo>
                <a:lnTo>
                  <a:pt x="25047" y="67532"/>
                </a:lnTo>
                <a:lnTo>
                  <a:pt x="24796" y="67713"/>
                </a:lnTo>
                <a:lnTo>
                  <a:pt x="24424" y="67974"/>
                </a:lnTo>
                <a:lnTo>
                  <a:pt x="24293" y="68064"/>
                </a:lnTo>
                <a:lnTo>
                  <a:pt x="24293" y="68064"/>
                </a:lnTo>
                <a:lnTo>
                  <a:pt x="24424" y="68034"/>
                </a:lnTo>
                <a:lnTo>
                  <a:pt x="24796" y="67964"/>
                </a:lnTo>
                <a:lnTo>
                  <a:pt x="25057" y="67894"/>
                </a:lnTo>
                <a:lnTo>
                  <a:pt x="25359" y="67813"/>
                </a:lnTo>
                <a:lnTo>
                  <a:pt x="25690" y="67703"/>
                </a:lnTo>
                <a:lnTo>
                  <a:pt x="26042" y="67572"/>
                </a:lnTo>
                <a:lnTo>
                  <a:pt x="26424" y="67411"/>
                </a:lnTo>
                <a:lnTo>
                  <a:pt x="26816" y="67230"/>
                </a:lnTo>
                <a:lnTo>
                  <a:pt x="27017" y="67130"/>
                </a:lnTo>
                <a:lnTo>
                  <a:pt x="27218" y="67019"/>
                </a:lnTo>
                <a:lnTo>
                  <a:pt x="27419" y="66899"/>
                </a:lnTo>
                <a:lnTo>
                  <a:pt x="27620" y="66768"/>
                </a:lnTo>
                <a:lnTo>
                  <a:pt x="27821" y="66637"/>
                </a:lnTo>
                <a:lnTo>
                  <a:pt x="28012" y="66486"/>
                </a:lnTo>
                <a:lnTo>
                  <a:pt x="28203" y="66336"/>
                </a:lnTo>
                <a:lnTo>
                  <a:pt x="28394" y="66175"/>
                </a:lnTo>
                <a:lnTo>
                  <a:pt x="28585" y="66004"/>
                </a:lnTo>
                <a:lnTo>
                  <a:pt x="28766" y="65823"/>
                </a:lnTo>
                <a:lnTo>
                  <a:pt x="28937" y="65632"/>
                </a:lnTo>
                <a:lnTo>
                  <a:pt x="29108" y="65431"/>
                </a:lnTo>
                <a:lnTo>
                  <a:pt x="29268" y="65230"/>
                </a:lnTo>
                <a:lnTo>
                  <a:pt x="29409" y="65019"/>
                </a:lnTo>
                <a:lnTo>
                  <a:pt x="29550" y="64798"/>
                </a:lnTo>
                <a:lnTo>
                  <a:pt x="29680" y="64577"/>
                </a:lnTo>
                <a:lnTo>
                  <a:pt x="29801" y="64356"/>
                </a:lnTo>
                <a:lnTo>
                  <a:pt x="29912" y="64125"/>
                </a:lnTo>
                <a:lnTo>
                  <a:pt x="30012" y="63903"/>
                </a:lnTo>
                <a:lnTo>
                  <a:pt x="30103" y="63672"/>
                </a:lnTo>
                <a:lnTo>
                  <a:pt x="30193" y="63431"/>
                </a:lnTo>
                <a:lnTo>
                  <a:pt x="30273" y="63200"/>
                </a:lnTo>
                <a:lnTo>
                  <a:pt x="30424" y="62727"/>
                </a:lnTo>
                <a:lnTo>
                  <a:pt x="30545" y="62265"/>
                </a:lnTo>
                <a:lnTo>
                  <a:pt x="30665" y="61793"/>
                </a:lnTo>
                <a:lnTo>
                  <a:pt x="30887" y="60898"/>
                </a:lnTo>
                <a:lnTo>
                  <a:pt x="30997" y="60466"/>
                </a:lnTo>
                <a:lnTo>
                  <a:pt x="31108" y="60054"/>
                </a:lnTo>
                <a:lnTo>
                  <a:pt x="31238" y="59662"/>
                </a:lnTo>
                <a:lnTo>
                  <a:pt x="31309" y="59471"/>
                </a:lnTo>
                <a:lnTo>
                  <a:pt x="31379" y="59290"/>
                </a:lnTo>
                <a:lnTo>
                  <a:pt x="31459" y="59119"/>
                </a:lnTo>
                <a:lnTo>
                  <a:pt x="31540" y="58958"/>
                </a:lnTo>
                <a:lnTo>
                  <a:pt x="31640" y="58798"/>
                </a:lnTo>
                <a:lnTo>
                  <a:pt x="31731" y="58647"/>
                </a:lnTo>
                <a:lnTo>
                  <a:pt x="31932" y="58365"/>
                </a:lnTo>
                <a:lnTo>
                  <a:pt x="32113" y="58084"/>
                </a:lnTo>
                <a:lnTo>
                  <a:pt x="32424" y="57541"/>
                </a:lnTo>
                <a:lnTo>
                  <a:pt x="32575" y="57280"/>
                </a:lnTo>
                <a:lnTo>
                  <a:pt x="32726" y="57039"/>
                </a:lnTo>
                <a:lnTo>
                  <a:pt x="32867" y="56828"/>
                </a:lnTo>
                <a:lnTo>
                  <a:pt x="33017" y="56627"/>
                </a:lnTo>
                <a:lnTo>
                  <a:pt x="33098" y="56536"/>
                </a:lnTo>
                <a:lnTo>
                  <a:pt x="33178" y="56456"/>
                </a:lnTo>
                <a:lnTo>
                  <a:pt x="33259" y="56385"/>
                </a:lnTo>
                <a:lnTo>
                  <a:pt x="33349" y="56315"/>
                </a:lnTo>
                <a:lnTo>
                  <a:pt x="33439" y="56255"/>
                </a:lnTo>
                <a:lnTo>
                  <a:pt x="33530" y="56204"/>
                </a:lnTo>
                <a:lnTo>
                  <a:pt x="33630" y="56164"/>
                </a:lnTo>
                <a:lnTo>
                  <a:pt x="33731" y="56124"/>
                </a:lnTo>
                <a:lnTo>
                  <a:pt x="33841" y="56104"/>
                </a:lnTo>
                <a:lnTo>
                  <a:pt x="33962" y="56094"/>
                </a:lnTo>
                <a:lnTo>
                  <a:pt x="34083" y="56084"/>
                </a:lnTo>
                <a:lnTo>
                  <a:pt x="34213" y="56094"/>
                </a:lnTo>
                <a:lnTo>
                  <a:pt x="34344" y="56114"/>
                </a:lnTo>
                <a:lnTo>
                  <a:pt x="34485" y="56144"/>
                </a:lnTo>
                <a:lnTo>
                  <a:pt x="34636" y="56184"/>
                </a:lnTo>
                <a:lnTo>
                  <a:pt x="34796" y="56245"/>
                </a:lnTo>
                <a:lnTo>
                  <a:pt x="35198" y="56405"/>
                </a:lnTo>
                <a:lnTo>
                  <a:pt x="35590" y="56566"/>
                </a:lnTo>
                <a:lnTo>
                  <a:pt x="35952" y="56727"/>
                </a:lnTo>
                <a:lnTo>
                  <a:pt x="36284" y="56888"/>
                </a:lnTo>
                <a:lnTo>
                  <a:pt x="36605" y="57049"/>
                </a:lnTo>
                <a:lnTo>
                  <a:pt x="36887" y="57200"/>
                </a:lnTo>
                <a:lnTo>
                  <a:pt x="37359" y="57471"/>
                </a:lnTo>
                <a:lnTo>
                  <a:pt x="37309" y="58938"/>
                </a:lnTo>
                <a:lnTo>
                  <a:pt x="37249" y="60476"/>
                </a:lnTo>
                <a:lnTo>
                  <a:pt x="37158" y="62064"/>
                </a:lnTo>
                <a:lnTo>
                  <a:pt x="37058" y="63672"/>
                </a:lnTo>
                <a:lnTo>
                  <a:pt x="36937" y="65280"/>
                </a:lnTo>
                <a:lnTo>
                  <a:pt x="36817" y="66868"/>
                </a:lnTo>
                <a:lnTo>
                  <a:pt x="36686" y="68416"/>
                </a:lnTo>
                <a:lnTo>
                  <a:pt x="36565" y="69894"/>
                </a:lnTo>
                <a:lnTo>
                  <a:pt x="36314" y="72557"/>
                </a:lnTo>
                <a:lnTo>
                  <a:pt x="36093" y="74678"/>
                </a:lnTo>
                <a:lnTo>
                  <a:pt x="35892" y="76598"/>
                </a:lnTo>
                <a:lnTo>
                  <a:pt x="36103" y="76145"/>
                </a:lnTo>
                <a:lnTo>
                  <a:pt x="36344" y="75613"/>
                </a:lnTo>
                <a:lnTo>
                  <a:pt x="36636" y="74929"/>
                </a:lnTo>
                <a:lnTo>
                  <a:pt x="36786" y="74537"/>
                </a:lnTo>
                <a:lnTo>
                  <a:pt x="36947" y="74105"/>
                </a:lnTo>
                <a:lnTo>
                  <a:pt x="37118" y="73653"/>
                </a:lnTo>
                <a:lnTo>
                  <a:pt x="37279" y="73180"/>
                </a:lnTo>
                <a:lnTo>
                  <a:pt x="37440" y="72688"/>
                </a:lnTo>
                <a:lnTo>
                  <a:pt x="37590" y="72175"/>
                </a:lnTo>
                <a:lnTo>
                  <a:pt x="37731" y="71653"/>
                </a:lnTo>
                <a:lnTo>
                  <a:pt x="37862" y="71130"/>
                </a:lnTo>
                <a:lnTo>
                  <a:pt x="37932" y="70768"/>
                </a:lnTo>
                <a:lnTo>
                  <a:pt x="38013" y="70346"/>
                </a:lnTo>
                <a:lnTo>
                  <a:pt x="38083" y="69843"/>
                </a:lnTo>
                <a:lnTo>
                  <a:pt x="38153" y="69281"/>
                </a:lnTo>
                <a:lnTo>
                  <a:pt x="38224" y="68668"/>
                </a:lnTo>
                <a:lnTo>
                  <a:pt x="38294" y="67994"/>
                </a:lnTo>
                <a:lnTo>
                  <a:pt x="38425" y="66527"/>
                </a:lnTo>
                <a:lnTo>
                  <a:pt x="38545" y="64898"/>
                </a:lnTo>
                <a:lnTo>
                  <a:pt x="38656" y="63180"/>
                </a:lnTo>
                <a:lnTo>
                  <a:pt x="38766" y="61401"/>
                </a:lnTo>
                <a:lnTo>
                  <a:pt x="38847" y="59612"/>
                </a:lnTo>
                <a:lnTo>
                  <a:pt x="39309" y="59501"/>
                </a:lnTo>
                <a:lnTo>
                  <a:pt x="39792" y="59411"/>
                </a:lnTo>
                <a:lnTo>
                  <a:pt x="40043" y="59370"/>
                </a:lnTo>
                <a:lnTo>
                  <a:pt x="40284" y="59340"/>
                </a:lnTo>
                <a:lnTo>
                  <a:pt x="40535" y="59320"/>
                </a:lnTo>
                <a:lnTo>
                  <a:pt x="40777" y="59310"/>
                </a:lnTo>
                <a:lnTo>
                  <a:pt x="41008" y="59310"/>
                </a:lnTo>
                <a:lnTo>
                  <a:pt x="41229" y="59320"/>
                </a:lnTo>
                <a:lnTo>
                  <a:pt x="41440" y="59350"/>
                </a:lnTo>
                <a:lnTo>
                  <a:pt x="41641" y="59391"/>
                </a:lnTo>
                <a:lnTo>
                  <a:pt x="41822" y="59451"/>
                </a:lnTo>
                <a:lnTo>
                  <a:pt x="41902" y="59491"/>
                </a:lnTo>
                <a:lnTo>
                  <a:pt x="41983" y="59531"/>
                </a:lnTo>
                <a:lnTo>
                  <a:pt x="42053" y="59572"/>
                </a:lnTo>
                <a:lnTo>
                  <a:pt x="42123" y="59632"/>
                </a:lnTo>
                <a:lnTo>
                  <a:pt x="42184" y="59682"/>
                </a:lnTo>
                <a:lnTo>
                  <a:pt x="42244" y="59742"/>
                </a:lnTo>
                <a:lnTo>
                  <a:pt x="42626" y="60235"/>
                </a:lnTo>
                <a:lnTo>
                  <a:pt x="43118" y="60868"/>
                </a:lnTo>
                <a:lnTo>
                  <a:pt x="43400" y="61210"/>
                </a:lnTo>
                <a:lnTo>
                  <a:pt x="43701" y="61562"/>
                </a:lnTo>
                <a:lnTo>
                  <a:pt x="44013" y="61923"/>
                </a:lnTo>
                <a:lnTo>
                  <a:pt x="44345" y="62285"/>
                </a:lnTo>
                <a:lnTo>
                  <a:pt x="44686" y="62647"/>
                </a:lnTo>
                <a:lnTo>
                  <a:pt x="45048" y="62979"/>
                </a:lnTo>
                <a:lnTo>
                  <a:pt x="45410" y="63300"/>
                </a:lnTo>
                <a:lnTo>
                  <a:pt x="45591" y="63451"/>
                </a:lnTo>
                <a:lnTo>
                  <a:pt x="45782" y="63592"/>
                </a:lnTo>
                <a:lnTo>
                  <a:pt x="45963" y="63722"/>
                </a:lnTo>
                <a:lnTo>
                  <a:pt x="46154" y="63853"/>
                </a:lnTo>
                <a:lnTo>
                  <a:pt x="46335" y="63964"/>
                </a:lnTo>
                <a:lnTo>
                  <a:pt x="46526" y="64064"/>
                </a:lnTo>
                <a:lnTo>
                  <a:pt x="46717" y="64155"/>
                </a:lnTo>
                <a:lnTo>
                  <a:pt x="46897" y="64225"/>
                </a:lnTo>
                <a:lnTo>
                  <a:pt x="47088" y="64295"/>
                </a:lnTo>
                <a:lnTo>
                  <a:pt x="47269" y="64346"/>
                </a:lnTo>
                <a:lnTo>
                  <a:pt x="47450" y="64366"/>
                </a:lnTo>
                <a:lnTo>
                  <a:pt x="47631" y="64376"/>
                </a:lnTo>
                <a:lnTo>
                  <a:pt x="47802" y="64366"/>
                </a:lnTo>
                <a:lnTo>
                  <a:pt x="47973" y="64326"/>
                </a:lnTo>
                <a:lnTo>
                  <a:pt x="48134" y="64275"/>
                </a:lnTo>
                <a:lnTo>
                  <a:pt x="48284" y="64205"/>
                </a:lnTo>
                <a:lnTo>
                  <a:pt x="48435" y="64114"/>
                </a:lnTo>
                <a:lnTo>
                  <a:pt x="48586" y="64014"/>
                </a:lnTo>
                <a:lnTo>
                  <a:pt x="48727" y="63903"/>
                </a:lnTo>
                <a:lnTo>
                  <a:pt x="48857" y="63773"/>
                </a:lnTo>
                <a:lnTo>
                  <a:pt x="48988" y="63642"/>
                </a:lnTo>
                <a:lnTo>
                  <a:pt x="49109" y="63491"/>
                </a:lnTo>
                <a:lnTo>
                  <a:pt x="49229" y="63341"/>
                </a:lnTo>
                <a:lnTo>
                  <a:pt x="49340" y="63190"/>
                </a:lnTo>
                <a:lnTo>
                  <a:pt x="49440" y="63029"/>
                </a:lnTo>
                <a:lnTo>
                  <a:pt x="49541" y="62868"/>
                </a:lnTo>
                <a:lnTo>
                  <a:pt x="49732" y="62536"/>
                </a:lnTo>
                <a:lnTo>
                  <a:pt x="49883" y="62215"/>
                </a:lnTo>
                <a:lnTo>
                  <a:pt x="50023" y="61913"/>
                </a:lnTo>
                <a:lnTo>
                  <a:pt x="50134" y="61632"/>
                </a:lnTo>
                <a:lnTo>
                  <a:pt x="50224" y="61401"/>
                </a:lnTo>
                <a:lnTo>
                  <a:pt x="50285" y="61220"/>
                </a:lnTo>
                <a:lnTo>
                  <a:pt x="50335" y="61059"/>
                </a:lnTo>
                <a:lnTo>
                  <a:pt x="50335" y="61059"/>
                </a:lnTo>
                <a:lnTo>
                  <a:pt x="50254" y="61119"/>
                </a:lnTo>
                <a:lnTo>
                  <a:pt x="50033" y="61290"/>
                </a:lnTo>
                <a:lnTo>
                  <a:pt x="49862" y="61411"/>
                </a:lnTo>
                <a:lnTo>
                  <a:pt x="49672" y="61531"/>
                </a:lnTo>
                <a:lnTo>
                  <a:pt x="49440" y="61662"/>
                </a:lnTo>
                <a:lnTo>
                  <a:pt x="49189" y="61793"/>
                </a:lnTo>
                <a:lnTo>
                  <a:pt x="48908" y="61933"/>
                </a:lnTo>
                <a:lnTo>
                  <a:pt x="48606" y="62054"/>
                </a:lnTo>
                <a:lnTo>
                  <a:pt x="48284" y="62165"/>
                </a:lnTo>
                <a:lnTo>
                  <a:pt x="48114" y="62215"/>
                </a:lnTo>
                <a:lnTo>
                  <a:pt x="47933" y="62255"/>
                </a:lnTo>
                <a:lnTo>
                  <a:pt x="47762" y="62295"/>
                </a:lnTo>
                <a:lnTo>
                  <a:pt x="47571" y="62335"/>
                </a:lnTo>
                <a:lnTo>
                  <a:pt x="47390" y="62356"/>
                </a:lnTo>
                <a:lnTo>
                  <a:pt x="47199" y="62376"/>
                </a:lnTo>
                <a:lnTo>
                  <a:pt x="46998" y="62386"/>
                </a:lnTo>
                <a:lnTo>
                  <a:pt x="46807" y="62396"/>
                </a:lnTo>
                <a:lnTo>
                  <a:pt x="46606" y="62386"/>
                </a:lnTo>
                <a:lnTo>
                  <a:pt x="46395" y="62376"/>
                </a:lnTo>
                <a:lnTo>
                  <a:pt x="46204" y="62346"/>
                </a:lnTo>
                <a:lnTo>
                  <a:pt x="46013" y="62295"/>
                </a:lnTo>
                <a:lnTo>
                  <a:pt x="45842" y="62225"/>
                </a:lnTo>
                <a:lnTo>
                  <a:pt x="45691" y="62134"/>
                </a:lnTo>
                <a:lnTo>
                  <a:pt x="45541" y="62034"/>
                </a:lnTo>
                <a:lnTo>
                  <a:pt x="45410" y="61923"/>
                </a:lnTo>
                <a:lnTo>
                  <a:pt x="45279" y="61793"/>
                </a:lnTo>
                <a:lnTo>
                  <a:pt x="45159" y="61642"/>
                </a:lnTo>
                <a:lnTo>
                  <a:pt x="45048" y="61491"/>
                </a:lnTo>
                <a:lnTo>
                  <a:pt x="44948" y="61330"/>
                </a:lnTo>
                <a:lnTo>
                  <a:pt x="44847" y="61149"/>
                </a:lnTo>
                <a:lnTo>
                  <a:pt x="44757" y="60969"/>
                </a:lnTo>
                <a:lnTo>
                  <a:pt x="44576" y="60587"/>
                </a:lnTo>
                <a:lnTo>
                  <a:pt x="44405" y="60185"/>
                </a:lnTo>
                <a:lnTo>
                  <a:pt x="44224" y="59773"/>
                </a:lnTo>
                <a:lnTo>
                  <a:pt x="44033" y="59350"/>
                </a:lnTo>
                <a:lnTo>
                  <a:pt x="43932" y="59149"/>
                </a:lnTo>
                <a:lnTo>
                  <a:pt x="43832" y="58948"/>
                </a:lnTo>
                <a:lnTo>
                  <a:pt x="43721" y="58747"/>
                </a:lnTo>
                <a:lnTo>
                  <a:pt x="43601" y="58556"/>
                </a:lnTo>
                <a:lnTo>
                  <a:pt x="43470" y="58365"/>
                </a:lnTo>
                <a:lnTo>
                  <a:pt x="43329" y="58195"/>
                </a:lnTo>
                <a:lnTo>
                  <a:pt x="43179" y="58024"/>
                </a:lnTo>
                <a:lnTo>
                  <a:pt x="43018" y="57863"/>
                </a:lnTo>
                <a:lnTo>
                  <a:pt x="42847" y="57712"/>
                </a:lnTo>
                <a:lnTo>
                  <a:pt x="42656" y="57571"/>
                </a:lnTo>
                <a:lnTo>
                  <a:pt x="42455" y="57451"/>
                </a:lnTo>
                <a:lnTo>
                  <a:pt x="42244" y="57340"/>
                </a:lnTo>
                <a:lnTo>
                  <a:pt x="42123" y="57290"/>
                </a:lnTo>
                <a:lnTo>
                  <a:pt x="42003" y="57250"/>
                </a:lnTo>
                <a:lnTo>
                  <a:pt x="41882" y="57210"/>
                </a:lnTo>
                <a:lnTo>
                  <a:pt x="41762" y="57179"/>
                </a:lnTo>
                <a:lnTo>
                  <a:pt x="41651" y="57159"/>
                </a:lnTo>
                <a:lnTo>
                  <a:pt x="41530" y="57149"/>
                </a:lnTo>
                <a:lnTo>
                  <a:pt x="41420" y="57139"/>
                </a:lnTo>
                <a:lnTo>
                  <a:pt x="41299" y="57139"/>
                </a:lnTo>
                <a:lnTo>
                  <a:pt x="41078" y="57149"/>
                </a:lnTo>
                <a:lnTo>
                  <a:pt x="40847" y="57189"/>
                </a:lnTo>
                <a:lnTo>
                  <a:pt x="40626" y="57250"/>
                </a:lnTo>
                <a:lnTo>
                  <a:pt x="40415" y="57320"/>
                </a:lnTo>
                <a:lnTo>
                  <a:pt x="40204" y="57411"/>
                </a:lnTo>
                <a:lnTo>
                  <a:pt x="39993" y="57521"/>
                </a:lnTo>
                <a:lnTo>
                  <a:pt x="39802" y="57642"/>
                </a:lnTo>
                <a:lnTo>
                  <a:pt x="39601" y="57772"/>
                </a:lnTo>
                <a:lnTo>
                  <a:pt x="39420" y="57913"/>
                </a:lnTo>
                <a:lnTo>
                  <a:pt x="39239" y="58064"/>
                </a:lnTo>
                <a:lnTo>
                  <a:pt x="39058" y="58215"/>
                </a:lnTo>
                <a:lnTo>
                  <a:pt x="38897" y="58375"/>
                </a:lnTo>
                <a:lnTo>
                  <a:pt x="38937" y="57340"/>
                </a:lnTo>
                <a:lnTo>
                  <a:pt x="38957" y="56325"/>
                </a:lnTo>
                <a:lnTo>
                  <a:pt x="38977" y="55350"/>
                </a:lnTo>
                <a:lnTo>
                  <a:pt x="38998" y="54436"/>
                </a:lnTo>
                <a:lnTo>
                  <a:pt x="38998" y="53571"/>
                </a:lnTo>
                <a:lnTo>
                  <a:pt x="38998" y="52777"/>
                </a:lnTo>
                <a:lnTo>
                  <a:pt x="38977" y="52064"/>
                </a:lnTo>
                <a:lnTo>
                  <a:pt x="38957" y="51430"/>
                </a:lnTo>
                <a:lnTo>
                  <a:pt x="38937" y="51109"/>
                </a:lnTo>
                <a:lnTo>
                  <a:pt x="38897" y="50777"/>
                </a:lnTo>
                <a:lnTo>
                  <a:pt x="38847" y="50425"/>
                </a:lnTo>
                <a:lnTo>
                  <a:pt x="38786" y="50053"/>
                </a:lnTo>
                <a:lnTo>
                  <a:pt x="38706" y="49681"/>
                </a:lnTo>
                <a:lnTo>
                  <a:pt x="38626" y="49289"/>
                </a:lnTo>
                <a:lnTo>
                  <a:pt x="38525" y="48877"/>
                </a:lnTo>
                <a:lnTo>
                  <a:pt x="38415" y="48465"/>
                </a:lnTo>
                <a:lnTo>
                  <a:pt x="38173" y="47601"/>
                </a:lnTo>
                <a:lnTo>
                  <a:pt x="37902" y="46696"/>
                </a:lnTo>
                <a:lnTo>
                  <a:pt x="37611" y="45762"/>
                </a:lnTo>
                <a:lnTo>
                  <a:pt x="37289" y="44797"/>
                </a:lnTo>
                <a:lnTo>
                  <a:pt x="41802" y="45742"/>
                </a:lnTo>
                <a:lnTo>
                  <a:pt x="52747" y="48144"/>
                </a:lnTo>
                <a:lnTo>
                  <a:pt x="45521" y="45299"/>
                </a:lnTo>
                <a:lnTo>
                  <a:pt x="45681" y="45319"/>
                </a:lnTo>
                <a:lnTo>
                  <a:pt x="46114" y="45360"/>
                </a:lnTo>
                <a:lnTo>
                  <a:pt x="46787" y="45410"/>
                </a:lnTo>
                <a:lnTo>
                  <a:pt x="47199" y="45420"/>
                </a:lnTo>
                <a:lnTo>
                  <a:pt x="47651" y="45440"/>
                </a:lnTo>
                <a:lnTo>
                  <a:pt x="48666" y="45440"/>
                </a:lnTo>
                <a:lnTo>
                  <a:pt x="49209" y="45420"/>
                </a:lnTo>
                <a:lnTo>
                  <a:pt x="49772" y="45390"/>
                </a:lnTo>
                <a:lnTo>
                  <a:pt x="50345" y="45350"/>
                </a:lnTo>
                <a:lnTo>
                  <a:pt x="50928" y="45279"/>
                </a:lnTo>
                <a:lnTo>
                  <a:pt x="51511" y="45189"/>
                </a:lnTo>
                <a:lnTo>
                  <a:pt x="51802" y="45138"/>
                </a:lnTo>
                <a:lnTo>
                  <a:pt x="52084" y="45078"/>
                </a:lnTo>
                <a:lnTo>
                  <a:pt x="52385" y="45008"/>
                </a:lnTo>
                <a:lnTo>
                  <a:pt x="52687" y="44917"/>
                </a:lnTo>
                <a:lnTo>
                  <a:pt x="52998" y="44797"/>
                </a:lnTo>
                <a:lnTo>
                  <a:pt x="53330" y="44666"/>
                </a:lnTo>
                <a:lnTo>
                  <a:pt x="53652" y="44515"/>
                </a:lnTo>
                <a:lnTo>
                  <a:pt x="53993" y="44355"/>
                </a:lnTo>
                <a:lnTo>
                  <a:pt x="54335" y="44174"/>
                </a:lnTo>
                <a:lnTo>
                  <a:pt x="54677" y="43983"/>
                </a:lnTo>
                <a:lnTo>
                  <a:pt x="55029" y="43782"/>
                </a:lnTo>
                <a:lnTo>
                  <a:pt x="55370" y="43571"/>
                </a:lnTo>
                <a:lnTo>
                  <a:pt x="55722" y="43359"/>
                </a:lnTo>
                <a:lnTo>
                  <a:pt x="56064" y="43128"/>
                </a:lnTo>
                <a:lnTo>
                  <a:pt x="56747" y="42676"/>
                </a:lnTo>
                <a:lnTo>
                  <a:pt x="57391" y="42214"/>
                </a:lnTo>
                <a:lnTo>
                  <a:pt x="58014" y="41751"/>
                </a:lnTo>
                <a:lnTo>
                  <a:pt x="58577" y="41319"/>
                </a:lnTo>
                <a:lnTo>
                  <a:pt x="59089" y="40917"/>
                </a:lnTo>
                <a:lnTo>
                  <a:pt x="59531" y="40555"/>
                </a:lnTo>
                <a:lnTo>
                  <a:pt x="60175" y="40033"/>
                </a:lnTo>
                <a:lnTo>
                  <a:pt x="60406" y="39832"/>
                </a:lnTo>
                <a:lnTo>
                  <a:pt x="60406" y="39832"/>
                </a:lnTo>
                <a:lnTo>
                  <a:pt x="51873" y="42897"/>
                </a:lnTo>
                <a:lnTo>
                  <a:pt x="53621" y="38083"/>
                </a:lnTo>
                <a:lnTo>
                  <a:pt x="50777" y="41359"/>
                </a:lnTo>
                <a:lnTo>
                  <a:pt x="50506" y="41661"/>
                </a:lnTo>
                <a:lnTo>
                  <a:pt x="50244" y="41922"/>
                </a:lnTo>
                <a:lnTo>
                  <a:pt x="49973" y="42173"/>
                </a:lnTo>
                <a:lnTo>
                  <a:pt x="49712" y="42395"/>
                </a:lnTo>
                <a:lnTo>
                  <a:pt x="49450" y="42606"/>
                </a:lnTo>
                <a:lnTo>
                  <a:pt x="49189" y="42787"/>
                </a:lnTo>
                <a:lnTo>
                  <a:pt x="48938" y="42947"/>
                </a:lnTo>
                <a:lnTo>
                  <a:pt x="48687" y="43088"/>
                </a:lnTo>
                <a:lnTo>
                  <a:pt x="48435" y="43219"/>
                </a:lnTo>
                <a:lnTo>
                  <a:pt x="48194" y="43319"/>
                </a:lnTo>
                <a:lnTo>
                  <a:pt x="47953" y="43420"/>
                </a:lnTo>
                <a:lnTo>
                  <a:pt x="47722" y="43500"/>
                </a:lnTo>
                <a:lnTo>
                  <a:pt x="47501" y="43561"/>
                </a:lnTo>
                <a:lnTo>
                  <a:pt x="47279" y="43611"/>
                </a:lnTo>
                <a:lnTo>
                  <a:pt x="47068" y="43661"/>
                </a:lnTo>
                <a:lnTo>
                  <a:pt x="46867" y="43691"/>
                </a:lnTo>
                <a:lnTo>
                  <a:pt x="46666" y="43711"/>
                </a:lnTo>
                <a:lnTo>
                  <a:pt x="46475" y="43721"/>
                </a:lnTo>
                <a:lnTo>
                  <a:pt x="46134" y="43721"/>
                </a:lnTo>
                <a:lnTo>
                  <a:pt x="45832" y="43701"/>
                </a:lnTo>
                <a:lnTo>
                  <a:pt x="45571" y="43671"/>
                </a:lnTo>
                <a:lnTo>
                  <a:pt x="45370" y="43631"/>
                </a:lnTo>
                <a:lnTo>
                  <a:pt x="45209" y="43591"/>
                </a:lnTo>
                <a:lnTo>
                  <a:pt x="45088" y="43550"/>
                </a:lnTo>
                <a:lnTo>
                  <a:pt x="46616" y="39168"/>
                </a:lnTo>
                <a:lnTo>
                  <a:pt x="46616" y="39168"/>
                </a:lnTo>
                <a:lnTo>
                  <a:pt x="46274" y="39470"/>
                </a:lnTo>
                <a:lnTo>
                  <a:pt x="45862" y="39822"/>
                </a:lnTo>
                <a:lnTo>
                  <a:pt x="45330" y="40264"/>
                </a:lnTo>
                <a:lnTo>
                  <a:pt x="44686" y="40797"/>
                </a:lnTo>
                <a:lnTo>
                  <a:pt x="43943" y="41390"/>
                </a:lnTo>
                <a:lnTo>
                  <a:pt x="43118" y="42023"/>
                </a:lnTo>
                <a:lnTo>
                  <a:pt x="42244" y="42676"/>
                </a:lnTo>
                <a:lnTo>
                  <a:pt x="42013" y="42827"/>
                </a:lnTo>
                <a:lnTo>
                  <a:pt x="41792" y="42957"/>
                </a:lnTo>
                <a:lnTo>
                  <a:pt x="41571" y="43068"/>
                </a:lnTo>
                <a:lnTo>
                  <a:pt x="41349" y="43158"/>
                </a:lnTo>
                <a:lnTo>
                  <a:pt x="41138" y="43229"/>
                </a:lnTo>
                <a:lnTo>
                  <a:pt x="40917" y="43289"/>
                </a:lnTo>
                <a:lnTo>
                  <a:pt x="40716" y="43319"/>
                </a:lnTo>
                <a:lnTo>
                  <a:pt x="40505" y="43349"/>
                </a:lnTo>
                <a:lnTo>
                  <a:pt x="40103" y="43349"/>
                </a:lnTo>
                <a:lnTo>
                  <a:pt x="39912" y="43329"/>
                </a:lnTo>
                <a:lnTo>
                  <a:pt x="39731" y="43309"/>
                </a:lnTo>
                <a:lnTo>
                  <a:pt x="39550" y="43269"/>
                </a:lnTo>
                <a:lnTo>
                  <a:pt x="39369" y="43219"/>
                </a:lnTo>
                <a:lnTo>
                  <a:pt x="39199" y="43169"/>
                </a:lnTo>
                <a:lnTo>
                  <a:pt x="39038" y="43108"/>
                </a:lnTo>
                <a:lnTo>
                  <a:pt x="38887" y="43048"/>
                </a:lnTo>
                <a:lnTo>
                  <a:pt x="38736" y="42978"/>
                </a:lnTo>
                <a:lnTo>
                  <a:pt x="38465" y="42837"/>
                </a:lnTo>
                <a:lnTo>
                  <a:pt x="38224" y="42696"/>
                </a:lnTo>
                <a:lnTo>
                  <a:pt x="38023" y="42555"/>
                </a:lnTo>
                <a:lnTo>
                  <a:pt x="37862" y="42425"/>
                </a:lnTo>
                <a:lnTo>
                  <a:pt x="37741" y="42324"/>
                </a:lnTo>
                <a:lnTo>
                  <a:pt x="37641" y="42234"/>
                </a:lnTo>
                <a:lnTo>
                  <a:pt x="39832" y="39611"/>
                </a:lnTo>
                <a:lnTo>
                  <a:pt x="39832" y="39540"/>
                </a:lnTo>
                <a:lnTo>
                  <a:pt x="39812" y="39349"/>
                </a:lnTo>
                <a:lnTo>
                  <a:pt x="39792" y="39208"/>
                </a:lnTo>
                <a:lnTo>
                  <a:pt x="39761" y="39048"/>
                </a:lnTo>
                <a:lnTo>
                  <a:pt x="39721" y="38857"/>
                </a:lnTo>
                <a:lnTo>
                  <a:pt x="39671" y="38656"/>
                </a:lnTo>
                <a:lnTo>
                  <a:pt x="39601" y="38425"/>
                </a:lnTo>
                <a:lnTo>
                  <a:pt x="39510" y="38193"/>
                </a:lnTo>
                <a:lnTo>
                  <a:pt x="39410" y="37932"/>
                </a:lnTo>
                <a:lnTo>
                  <a:pt x="39279" y="37671"/>
                </a:lnTo>
                <a:lnTo>
                  <a:pt x="39128" y="37399"/>
                </a:lnTo>
                <a:lnTo>
                  <a:pt x="38947" y="37118"/>
                </a:lnTo>
                <a:lnTo>
                  <a:pt x="38746" y="36836"/>
                </a:lnTo>
                <a:lnTo>
                  <a:pt x="38515" y="36545"/>
                </a:lnTo>
                <a:lnTo>
                  <a:pt x="38405" y="36394"/>
                </a:lnTo>
                <a:lnTo>
                  <a:pt x="38314" y="36243"/>
                </a:lnTo>
                <a:lnTo>
                  <a:pt x="38234" y="36083"/>
                </a:lnTo>
                <a:lnTo>
                  <a:pt x="38183" y="35912"/>
                </a:lnTo>
                <a:lnTo>
                  <a:pt x="38133" y="35731"/>
                </a:lnTo>
                <a:lnTo>
                  <a:pt x="38113" y="35550"/>
                </a:lnTo>
                <a:lnTo>
                  <a:pt x="38103" y="35369"/>
                </a:lnTo>
                <a:lnTo>
                  <a:pt x="38103" y="35178"/>
                </a:lnTo>
                <a:lnTo>
                  <a:pt x="38113" y="34997"/>
                </a:lnTo>
                <a:lnTo>
                  <a:pt x="38143" y="34806"/>
                </a:lnTo>
                <a:lnTo>
                  <a:pt x="38173" y="34615"/>
                </a:lnTo>
                <a:lnTo>
                  <a:pt x="38224" y="34414"/>
                </a:lnTo>
                <a:lnTo>
                  <a:pt x="38274" y="34233"/>
                </a:lnTo>
                <a:lnTo>
                  <a:pt x="38334" y="34042"/>
                </a:lnTo>
                <a:lnTo>
                  <a:pt x="38395" y="33851"/>
                </a:lnTo>
                <a:lnTo>
                  <a:pt x="38465" y="33670"/>
                </a:lnTo>
                <a:lnTo>
                  <a:pt x="38616" y="33329"/>
                </a:lnTo>
                <a:lnTo>
                  <a:pt x="38766" y="32997"/>
                </a:lnTo>
                <a:lnTo>
                  <a:pt x="38927" y="32706"/>
                </a:lnTo>
                <a:lnTo>
                  <a:pt x="39068" y="32454"/>
                </a:lnTo>
                <a:lnTo>
                  <a:pt x="39199" y="32243"/>
                </a:lnTo>
                <a:lnTo>
                  <a:pt x="39299" y="32082"/>
                </a:lnTo>
                <a:lnTo>
                  <a:pt x="39390" y="31952"/>
                </a:lnTo>
                <a:lnTo>
                  <a:pt x="36545" y="33047"/>
                </a:lnTo>
                <a:lnTo>
                  <a:pt x="33701" y="32605"/>
                </a:lnTo>
                <a:lnTo>
                  <a:pt x="33661" y="32042"/>
                </a:lnTo>
                <a:lnTo>
                  <a:pt x="33640" y="31459"/>
                </a:lnTo>
                <a:lnTo>
                  <a:pt x="33640" y="30856"/>
                </a:lnTo>
                <a:lnTo>
                  <a:pt x="33651" y="30243"/>
                </a:lnTo>
                <a:lnTo>
                  <a:pt x="33671" y="29600"/>
                </a:lnTo>
                <a:lnTo>
                  <a:pt x="33711" y="28957"/>
                </a:lnTo>
                <a:lnTo>
                  <a:pt x="33761" y="28283"/>
                </a:lnTo>
                <a:lnTo>
                  <a:pt x="33831" y="27610"/>
                </a:lnTo>
                <a:lnTo>
                  <a:pt x="33912" y="26916"/>
                </a:lnTo>
                <a:lnTo>
                  <a:pt x="34002" y="26223"/>
                </a:lnTo>
                <a:lnTo>
                  <a:pt x="34113" y="25519"/>
                </a:lnTo>
                <a:lnTo>
                  <a:pt x="34223" y="24796"/>
                </a:lnTo>
                <a:lnTo>
                  <a:pt x="34354" y="24082"/>
                </a:lnTo>
                <a:lnTo>
                  <a:pt x="34495" y="23348"/>
                </a:lnTo>
                <a:lnTo>
                  <a:pt x="34636" y="22625"/>
                </a:lnTo>
                <a:lnTo>
                  <a:pt x="34796" y="21891"/>
                </a:lnTo>
                <a:lnTo>
                  <a:pt x="35158" y="21951"/>
                </a:lnTo>
                <a:lnTo>
                  <a:pt x="35550" y="22012"/>
                </a:lnTo>
                <a:lnTo>
                  <a:pt x="35962" y="22042"/>
                </a:lnTo>
                <a:lnTo>
                  <a:pt x="36394" y="22062"/>
                </a:lnTo>
                <a:lnTo>
                  <a:pt x="36847" y="22062"/>
                </a:lnTo>
                <a:lnTo>
                  <a:pt x="37078" y="22052"/>
                </a:lnTo>
                <a:lnTo>
                  <a:pt x="37319" y="22032"/>
                </a:lnTo>
                <a:lnTo>
                  <a:pt x="37560" y="22012"/>
                </a:lnTo>
                <a:lnTo>
                  <a:pt x="37802" y="21971"/>
                </a:lnTo>
                <a:lnTo>
                  <a:pt x="38053" y="21931"/>
                </a:lnTo>
                <a:lnTo>
                  <a:pt x="38304" y="21881"/>
                </a:lnTo>
                <a:lnTo>
                  <a:pt x="38877" y="21750"/>
                </a:lnTo>
                <a:lnTo>
                  <a:pt x="39460" y="21609"/>
                </a:lnTo>
                <a:lnTo>
                  <a:pt x="40043" y="21439"/>
                </a:lnTo>
                <a:lnTo>
                  <a:pt x="40636" y="21258"/>
                </a:lnTo>
                <a:lnTo>
                  <a:pt x="41219" y="21047"/>
                </a:lnTo>
                <a:lnTo>
                  <a:pt x="41812" y="20826"/>
                </a:lnTo>
                <a:lnTo>
                  <a:pt x="42415" y="20574"/>
                </a:lnTo>
                <a:lnTo>
                  <a:pt x="43008" y="20293"/>
                </a:lnTo>
                <a:lnTo>
                  <a:pt x="43601" y="19991"/>
                </a:lnTo>
                <a:lnTo>
                  <a:pt x="43902" y="19841"/>
                </a:lnTo>
                <a:lnTo>
                  <a:pt x="44194" y="19670"/>
                </a:lnTo>
                <a:lnTo>
                  <a:pt x="44495" y="19499"/>
                </a:lnTo>
                <a:lnTo>
                  <a:pt x="44787" y="19318"/>
                </a:lnTo>
                <a:lnTo>
                  <a:pt x="45088" y="19127"/>
                </a:lnTo>
                <a:lnTo>
                  <a:pt x="45380" y="18926"/>
                </a:lnTo>
                <a:lnTo>
                  <a:pt x="45671" y="18725"/>
                </a:lnTo>
                <a:lnTo>
                  <a:pt x="45963" y="18514"/>
                </a:lnTo>
                <a:lnTo>
                  <a:pt x="46264" y="18293"/>
                </a:lnTo>
                <a:lnTo>
                  <a:pt x="46556" y="18062"/>
                </a:lnTo>
                <a:lnTo>
                  <a:pt x="46847" y="17830"/>
                </a:lnTo>
                <a:lnTo>
                  <a:pt x="47139" y="17579"/>
                </a:lnTo>
                <a:lnTo>
                  <a:pt x="47420" y="17328"/>
                </a:lnTo>
                <a:lnTo>
                  <a:pt x="47712" y="17066"/>
                </a:lnTo>
                <a:lnTo>
                  <a:pt x="47852" y="16926"/>
                </a:lnTo>
                <a:lnTo>
                  <a:pt x="47993" y="16785"/>
                </a:lnTo>
                <a:lnTo>
                  <a:pt x="48134" y="16634"/>
                </a:lnTo>
                <a:lnTo>
                  <a:pt x="48264" y="16463"/>
                </a:lnTo>
                <a:lnTo>
                  <a:pt x="48405" y="16293"/>
                </a:lnTo>
                <a:lnTo>
                  <a:pt x="48536" y="16122"/>
                </a:lnTo>
                <a:lnTo>
                  <a:pt x="48787" y="15740"/>
                </a:lnTo>
                <a:lnTo>
                  <a:pt x="49038" y="15348"/>
                </a:lnTo>
                <a:lnTo>
                  <a:pt x="49269" y="14926"/>
                </a:lnTo>
                <a:lnTo>
                  <a:pt x="49501" y="14483"/>
                </a:lnTo>
                <a:lnTo>
                  <a:pt x="49722" y="14021"/>
                </a:lnTo>
                <a:lnTo>
                  <a:pt x="49933" y="13549"/>
                </a:lnTo>
                <a:lnTo>
                  <a:pt x="50134" y="13066"/>
                </a:lnTo>
                <a:lnTo>
                  <a:pt x="50325" y="12574"/>
                </a:lnTo>
                <a:lnTo>
                  <a:pt x="50516" y="12081"/>
                </a:lnTo>
                <a:lnTo>
                  <a:pt x="50687" y="11579"/>
                </a:lnTo>
                <a:lnTo>
                  <a:pt x="50857" y="11076"/>
                </a:lnTo>
                <a:lnTo>
                  <a:pt x="51008" y="10584"/>
                </a:lnTo>
                <a:lnTo>
                  <a:pt x="51159" y="10091"/>
                </a:lnTo>
                <a:lnTo>
                  <a:pt x="51430" y="9136"/>
                </a:lnTo>
                <a:lnTo>
                  <a:pt x="51662" y="8242"/>
                </a:lnTo>
                <a:lnTo>
                  <a:pt x="51863" y="7418"/>
                </a:lnTo>
                <a:lnTo>
                  <a:pt x="52023" y="6694"/>
                </a:lnTo>
                <a:lnTo>
                  <a:pt x="52144" y="6101"/>
                </a:lnTo>
                <a:lnTo>
                  <a:pt x="52234" y="5639"/>
                </a:lnTo>
                <a:lnTo>
                  <a:pt x="52305" y="5247"/>
                </a:lnTo>
                <a:lnTo>
                  <a:pt x="52305" y="5247"/>
                </a:lnTo>
                <a:lnTo>
                  <a:pt x="52134" y="5518"/>
                </a:lnTo>
                <a:lnTo>
                  <a:pt x="51913" y="5870"/>
                </a:lnTo>
                <a:lnTo>
                  <a:pt x="51591" y="6403"/>
                </a:lnTo>
                <a:lnTo>
                  <a:pt x="51169" y="7106"/>
                </a:lnTo>
                <a:lnTo>
                  <a:pt x="50646" y="8021"/>
                </a:lnTo>
                <a:lnTo>
                  <a:pt x="50003" y="9146"/>
                </a:lnTo>
                <a:lnTo>
                  <a:pt x="49239" y="10503"/>
                </a:lnTo>
                <a:lnTo>
                  <a:pt x="49038" y="10865"/>
                </a:lnTo>
                <a:lnTo>
                  <a:pt x="48817" y="11227"/>
                </a:lnTo>
                <a:lnTo>
                  <a:pt x="48596" y="11579"/>
                </a:lnTo>
                <a:lnTo>
                  <a:pt x="48375" y="11920"/>
                </a:lnTo>
                <a:lnTo>
                  <a:pt x="48144" y="12252"/>
                </a:lnTo>
                <a:lnTo>
                  <a:pt x="47903" y="12574"/>
                </a:lnTo>
                <a:lnTo>
                  <a:pt x="47671" y="12885"/>
                </a:lnTo>
                <a:lnTo>
                  <a:pt x="47430" y="13187"/>
                </a:lnTo>
                <a:lnTo>
                  <a:pt x="47189" y="13488"/>
                </a:lnTo>
                <a:lnTo>
                  <a:pt x="46958" y="13770"/>
                </a:lnTo>
                <a:lnTo>
                  <a:pt x="46485" y="14313"/>
                </a:lnTo>
                <a:lnTo>
                  <a:pt x="46023" y="14805"/>
                </a:lnTo>
                <a:lnTo>
                  <a:pt x="45581" y="15267"/>
                </a:lnTo>
                <a:lnTo>
                  <a:pt x="45159" y="15669"/>
                </a:lnTo>
                <a:lnTo>
                  <a:pt x="44777" y="16031"/>
                </a:lnTo>
                <a:lnTo>
                  <a:pt x="44435" y="16343"/>
                </a:lnTo>
                <a:lnTo>
                  <a:pt x="44134" y="16594"/>
                </a:lnTo>
                <a:lnTo>
                  <a:pt x="43711" y="16946"/>
                </a:lnTo>
                <a:lnTo>
                  <a:pt x="43551" y="17066"/>
                </a:lnTo>
                <a:lnTo>
                  <a:pt x="46616" y="5468"/>
                </a:lnTo>
                <a:lnTo>
                  <a:pt x="46465" y="5830"/>
                </a:lnTo>
                <a:lnTo>
                  <a:pt x="46053" y="6805"/>
                </a:lnTo>
                <a:lnTo>
                  <a:pt x="45752" y="7498"/>
                </a:lnTo>
                <a:lnTo>
                  <a:pt x="45400" y="8282"/>
                </a:lnTo>
                <a:lnTo>
                  <a:pt x="45008" y="9167"/>
                </a:lnTo>
                <a:lnTo>
                  <a:pt x="44566" y="10121"/>
                </a:lnTo>
                <a:lnTo>
                  <a:pt x="44083" y="11126"/>
                </a:lnTo>
                <a:lnTo>
                  <a:pt x="43571" y="12182"/>
                </a:lnTo>
                <a:lnTo>
                  <a:pt x="43028" y="13257"/>
                </a:lnTo>
                <a:lnTo>
                  <a:pt x="42465" y="14333"/>
                </a:lnTo>
                <a:lnTo>
                  <a:pt x="42174" y="14865"/>
                </a:lnTo>
                <a:lnTo>
                  <a:pt x="41872" y="15398"/>
                </a:lnTo>
                <a:lnTo>
                  <a:pt x="41581" y="15931"/>
                </a:lnTo>
                <a:lnTo>
                  <a:pt x="41279" y="16443"/>
                </a:lnTo>
                <a:lnTo>
                  <a:pt x="40968" y="16946"/>
                </a:lnTo>
                <a:lnTo>
                  <a:pt x="40666" y="17438"/>
                </a:lnTo>
                <a:lnTo>
                  <a:pt x="40354" y="17921"/>
                </a:lnTo>
                <a:lnTo>
                  <a:pt x="40053" y="18383"/>
                </a:lnTo>
                <a:lnTo>
                  <a:pt x="39852" y="18655"/>
                </a:lnTo>
                <a:lnTo>
                  <a:pt x="39661" y="18916"/>
                </a:lnTo>
                <a:lnTo>
                  <a:pt x="39470" y="19157"/>
                </a:lnTo>
                <a:lnTo>
                  <a:pt x="39289" y="19378"/>
                </a:lnTo>
                <a:lnTo>
                  <a:pt x="39098" y="19579"/>
                </a:lnTo>
                <a:lnTo>
                  <a:pt x="38907" y="19760"/>
                </a:lnTo>
                <a:lnTo>
                  <a:pt x="38726" y="19931"/>
                </a:lnTo>
                <a:lnTo>
                  <a:pt x="38545" y="20092"/>
                </a:lnTo>
                <a:lnTo>
                  <a:pt x="38374" y="20233"/>
                </a:lnTo>
                <a:lnTo>
                  <a:pt x="38193" y="20353"/>
                </a:lnTo>
                <a:lnTo>
                  <a:pt x="38023" y="20464"/>
                </a:lnTo>
                <a:lnTo>
                  <a:pt x="37852" y="20564"/>
                </a:lnTo>
                <a:lnTo>
                  <a:pt x="37681" y="20645"/>
                </a:lnTo>
                <a:lnTo>
                  <a:pt x="37510" y="20725"/>
                </a:lnTo>
                <a:lnTo>
                  <a:pt x="37349" y="20775"/>
                </a:lnTo>
                <a:lnTo>
                  <a:pt x="37188" y="20826"/>
                </a:lnTo>
                <a:lnTo>
                  <a:pt x="37038" y="20866"/>
                </a:lnTo>
                <a:lnTo>
                  <a:pt x="36877" y="20896"/>
                </a:lnTo>
                <a:lnTo>
                  <a:pt x="36726" y="20916"/>
                </a:lnTo>
                <a:lnTo>
                  <a:pt x="36585" y="20926"/>
                </a:lnTo>
                <a:lnTo>
                  <a:pt x="36435" y="20926"/>
                </a:lnTo>
                <a:lnTo>
                  <a:pt x="36294" y="20916"/>
                </a:lnTo>
                <a:lnTo>
                  <a:pt x="36163" y="20906"/>
                </a:lnTo>
                <a:lnTo>
                  <a:pt x="36023" y="20876"/>
                </a:lnTo>
                <a:lnTo>
                  <a:pt x="35902" y="20856"/>
                </a:lnTo>
                <a:lnTo>
                  <a:pt x="35771" y="20815"/>
                </a:lnTo>
                <a:lnTo>
                  <a:pt x="35530" y="20735"/>
                </a:lnTo>
                <a:lnTo>
                  <a:pt x="35309" y="20635"/>
                </a:lnTo>
                <a:lnTo>
                  <a:pt x="35098" y="20524"/>
                </a:lnTo>
                <a:lnTo>
                  <a:pt x="35309" y="19660"/>
                </a:lnTo>
                <a:lnTo>
                  <a:pt x="35530" y="18795"/>
                </a:lnTo>
                <a:lnTo>
                  <a:pt x="35761" y="17931"/>
                </a:lnTo>
                <a:lnTo>
                  <a:pt x="35992" y="17077"/>
                </a:lnTo>
                <a:lnTo>
                  <a:pt x="36234" y="16242"/>
                </a:lnTo>
                <a:lnTo>
                  <a:pt x="36485" y="15408"/>
                </a:lnTo>
                <a:lnTo>
                  <a:pt x="36736" y="14584"/>
                </a:lnTo>
                <a:lnTo>
                  <a:pt x="36987" y="13790"/>
                </a:lnTo>
                <a:lnTo>
                  <a:pt x="37088" y="13498"/>
                </a:lnTo>
                <a:lnTo>
                  <a:pt x="37188" y="13207"/>
                </a:lnTo>
                <a:lnTo>
                  <a:pt x="37299" y="12926"/>
                </a:lnTo>
                <a:lnTo>
                  <a:pt x="37420" y="12634"/>
                </a:lnTo>
                <a:lnTo>
                  <a:pt x="37550" y="12353"/>
                </a:lnTo>
                <a:lnTo>
                  <a:pt x="37691" y="12071"/>
                </a:lnTo>
                <a:lnTo>
                  <a:pt x="37832" y="11780"/>
                </a:lnTo>
                <a:lnTo>
                  <a:pt x="37982" y="11498"/>
                </a:lnTo>
                <a:lnTo>
                  <a:pt x="38304" y="10935"/>
                </a:lnTo>
                <a:lnTo>
                  <a:pt x="38646" y="10383"/>
                </a:lnTo>
                <a:lnTo>
                  <a:pt x="39008" y="9830"/>
                </a:lnTo>
                <a:lnTo>
                  <a:pt x="39390" y="9287"/>
                </a:lnTo>
                <a:lnTo>
                  <a:pt x="39782" y="8754"/>
                </a:lnTo>
                <a:lnTo>
                  <a:pt x="40194" y="8232"/>
                </a:lnTo>
                <a:lnTo>
                  <a:pt x="40616" y="7719"/>
                </a:lnTo>
                <a:lnTo>
                  <a:pt x="41038" y="7217"/>
                </a:lnTo>
                <a:lnTo>
                  <a:pt x="41470" y="6724"/>
                </a:lnTo>
                <a:lnTo>
                  <a:pt x="41902" y="6252"/>
                </a:lnTo>
                <a:lnTo>
                  <a:pt x="42334" y="5799"/>
                </a:lnTo>
                <a:lnTo>
                  <a:pt x="42757" y="5357"/>
                </a:lnTo>
                <a:lnTo>
                  <a:pt x="43179" y="4935"/>
                </a:lnTo>
                <a:lnTo>
                  <a:pt x="43591" y="4533"/>
                </a:lnTo>
                <a:lnTo>
                  <a:pt x="44003" y="4151"/>
                </a:lnTo>
                <a:lnTo>
                  <a:pt x="44385" y="3789"/>
                </a:lnTo>
                <a:lnTo>
                  <a:pt x="45118" y="3136"/>
                </a:lnTo>
                <a:lnTo>
                  <a:pt x="45762" y="2583"/>
                </a:lnTo>
                <a:lnTo>
                  <a:pt x="46294" y="2131"/>
                </a:lnTo>
                <a:lnTo>
                  <a:pt x="46707" y="1809"/>
                </a:lnTo>
                <a:lnTo>
                  <a:pt x="47058" y="1528"/>
                </a:lnTo>
                <a:lnTo>
                  <a:pt x="47058" y="1528"/>
                </a:lnTo>
                <a:lnTo>
                  <a:pt x="46696" y="1739"/>
                </a:lnTo>
                <a:lnTo>
                  <a:pt x="45722" y="2332"/>
                </a:lnTo>
                <a:lnTo>
                  <a:pt x="45048" y="2754"/>
                </a:lnTo>
                <a:lnTo>
                  <a:pt x="44294" y="3237"/>
                </a:lnTo>
                <a:lnTo>
                  <a:pt x="43470" y="3779"/>
                </a:lnTo>
                <a:lnTo>
                  <a:pt x="42596" y="4372"/>
                </a:lnTo>
                <a:lnTo>
                  <a:pt x="41691" y="5005"/>
                </a:lnTo>
                <a:lnTo>
                  <a:pt x="41239" y="5337"/>
                </a:lnTo>
                <a:lnTo>
                  <a:pt x="40777" y="5679"/>
                </a:lnTo>
                <a:lnTo>
                  <a:pt x="40334" y="6021"/>
                </a:lnTo>
                <a:lnTo>
                  <a:pt x="39882" y="6362"/>
                </a:lnTo>
                <a:lnTo>
                  <a:pt x="39450" y="6714"/>
                </a:lnTo>
                <a:lnTo>
                  <a:pt x="39018" y="7066"/>
                </a:lnTo>
                <a:lnTo>
                  <a:pt x="38606" y="7428"/>
                </a:lnTo>
                <a:lnTo>
                  <a:pt x="38214" y="7780"/>
                </a:lnTo>
                <a:lnTo>
                  <a:pt x="37842" y="8131"/>
                </a:lnTo>
                <a:lnTo>
                  <a:pt x="37480" y="8483"/>
                </a:lnTo>
                <a:lnTo>
                  <a:pt x="37148" y="8835"/>
                </a:lnTo>
                <a:lnTo>
                  <a:pt x="36847" y="9177"/>
                </a:lnTo>
                <a:lnTo>
                  <a:pt x="36575" y="9518"/>
                </a:lnTo>
                <a:lnTo>
                  <a:pt x="36334" y="9850"/>
                </a:lnTo>
                <a:lnTo>
                  <a:pt x="35982" y="10363"/>
                </a:lnTo>
                <a:lnTo>
                  <a:pt x="35661" y="10865"/>
                </a:lnTo>
                <a:lnTo>
                  <a:pt x="35349" y="11368"/>
                </a:lnTo>
                <a:lnTo>
                  <a:pt x="35068" y="11880"/>
                </a:lnTo>
                <a:lnTo>
                  <a:pt x="34937" y="12142"/>
                </a:lnTo>
                <a:lnTo>
                  <a:pt x="34806" y="12413"/>
                </a:lnTo>
                <a:lnTo>
                  <a:pt x="34676" y="12684"/>
                </a:lnTo>
                <a:lnTo>
                  <a:pt x="34555" y="12966"/>
                </a:lnTo>
                <a:lnTo>
                  <a:pt x="34434" y="13267"/>
                </a:lnTo>
                <a:lnTo>
                  <a:pt x="34324" y="13569"/>
                </a:lnTo>
                <a:lnTo>
                  <a:pt x="34203" y="13890"/>
                </a:lnTo>
                <a:lnTo>
                  <a:pt x="34093" y="14222"/>
                </a:lnTo>
                <a:lnTo>
                  <a:pt x="34053" y="13408"/>
                </a:lnTo>
                <a:lnTo>
                  <a:pt x="34032" y="12554"/>
                </a:lnTo>
                <a:lnTo>
                  <a:pt x="34032" y="12121"/>
                </a:lnTo>
                <a:lnTo>
                  <a:pt x="34032" y="11679"/>
                </a:lnTo>
                <a:lnTo>
                  <a:pt x="34043" y="11237"/>
                </a:lnTo>
                <a:lnTo>
                  <a:pt x="34063" y="10805"/>
                </a:lnTo>
                <a:lnTo>
                  <a:pt x="34083" y="10373"/>
                </a:lnTo>
                <a:lnTo>
                  <a:pt x="34123" y="9940"/>
                </a:lnTo>
                <a:lnTo>
                  <a:pt x="34173" y="9518"/>
                </a:lnTo>
                <a:lnTo>
                  <a:pt x="34223" y="9116"/>
                </a:lnTo>
                <a:lnTo>
                  <a:pt x="34294" y="8724"/>
                </a:lnTo>
                <a:lnTo>
                  <a:pt x="34374" y="8352"/>
                </a:lnTo>
                <a:lnTo>
                  <a:pt x="34475" y="7991"/>
                </a:lnTo>
                <a:lnTo>
                  <a:pt x="34575" y="7659"/>
                </a:lnTo>
                <a:lnTo>
                  <a:pt x="34786" y="7096"/>
                </a:lnTo>
                <a:lnTo>
                  <a:pt x="34987" y="6563"/>
                </a:lnTo>
                <a:lnTo>
                  <a:pt x="35188" y="6051"/>
                </a:lnTo>
                <a:lnTo>
                  <a:pt x="35379" y="5578"/>
                </a:lnTo>
                <a:lnTo>
                  <a:pt x="35751" y="4714"/>
                </a:lnTo>
                <a:lnTo>
                  <a:pt x="36083" y="3990"/>
                </a:lnTo>
                <a:lnTo>
                  <a:pt x="36364" y="3407"/>
                </a:lnTo>
                <a:lnTo>
                  <a:pt x="36575" y="2975"/>
                </a:lnTo>
                <a:lnTo>
                  <a:pt x="36766" y="2623"/>
                </a:lnTo>
                <a:lnTo>
                  <a:pt x="36766" y="2623"/>
                </a:lnTo>
                <a:lnTo>
                  <a:pt x="33269" y="5689"/>
                </a:lnTo>
                <a:lnTo>
                  <a:pt x="341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1179;p37">
            <a:extLst>
              <a:ext uri="{FF2B5EF4-FFF2-40B4-BE49-F238E27FC236}">
                <a16:creationId xmlns:a16="http://schemas.microsoft.com/office/drawing/2014/main" id="{DF9E7C7F-4544-0764-E280-60B363FF7BB7}"/>
              </a:ext>
            </a:extLst>
          </p:cNvPr>
          <p:cNvSpPr txBox="1"/>
          <p:nvPr/>
        </p:nvSpPr>
        <p:spPr>
          <a:xfrm>
            <a:off x="3460282" y="3951429"/>
            <a:ext cx="207205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155 of 162 of the heatlhy patients were diagnosed as healthy. 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69804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8EEFD659-737D-834A-041A-BF731AFC1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4F3A0E3F-EEBB-1DBE-192D-9804938153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AF034C46-B720-9D0E-48B5-C14F76851A3F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" name="Google Shape;1166;p37">
            <a:extLst>
              <a:ext uri="{FF2B5EF4-FFF2-40B4-BE49-F238E27FC236}">
                <a16:creationId xmlns:a16="http://schemas.microsoft.com/office/drawing/2014/main" id="{EE51142B-D540-4A1D-3E9D-2578D586B15B}"/>
              </a:ext>
            </a:extLst>
          </p:cNvPr>
          <p:cNvSpPr/>
          <p:nvPr/>
        </p:nvSpPr>
        <p:spPr>
          <a:xfrm>
            <a:off x="928174" y="1125330"/>
            <a:ext cx="1889400" cy="1888800"/>
          </a:xfrm>
          <a:prstGeom prst="ellipse">
            <a:avLst/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167;p37">
            <a:extLst>
              <a:ext uri="{FF2B5EF4-FFF2-40B4-BE49-F238E27FC236}">
                <a16:creationId xmlns:a16="http://schemas.microsoft.com/office/drawing/2014/main" id="{70D28AC4-F590-7BEB-0669-DB56897E0FE2}"/>
              </a:ext>
            </a:extLst>
          </p:cNvPr>
          <p:cNvSpPr/>
          <p:nvPr/>
        </p:nvSpPr>
        <p:spPr>
          <a:xfrm>
            <a:off x="928219" y="1125330"/>
            <a:ext cx="1889400" cy="1888800"/>
          </a:xfrm>
          <a:prstGeom prst="pie">
            <a:avLst>
              <a:gd name="adj1" fmla="val 16261269"/>
              <a:gd name="adj2" fmla="val 15855017"/>
            </a:avLst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8;p37">
            <a:extLst>
              <a:ext uri="{FF2B5EF4-FFF2-40B4-BE49-F238E27FC236}">
                <a16:creationId xmlns:a16="http://schemas.microsoft.com/office/drawing/2014/main" id="{F1A9D5C5-7703-BB8E-5AB5-AEDD2718587B}"/>
              </a:ext>
            </a:extLst>
          </p:cNvPr>
          <p:cNvSpPr/>
          <p:nvPr/>
        </p:nvSpPr>
        <p:spPr>
          <a:xfrm>
            <a:off x="1322485" y="1520158"/>
            <a:ext cx="1099500" cy="109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169;p37">
            <a:extLst>
              <a:ext uri="{FF2B5EF4-FFF2-40B4-BE49-F238E27FC236}">
                <a16:creationId xmlns:a16="http://schemas.microsoft.com/office/drawing/2014/main" id="{8F42F762-EC1C-1202-D8B5-5708E03765A4}"/>
              </a:ext>
            </a:extLst>
          </p:cNvPr>
          <p:cNvSpPr/>
          <p:nvPr/>
        </p:nvSpPr>
        <p:spPr>
          <a:xfrm>
            <a:off x="3485386" y="1125307"/>
            <a:ext cx="1889400" cy="1889100"/>
          </a:xfrm>
          <a:prstGeom prst="ellipse">
            <a:avLst/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170;p37">
            <a:extLst>
              <a:ext uri="{FF2B5EF4-FFF2-40B4-BE49-F238E27FC236}">
                <a16:creationId xmlns:a16="http://schemas.microsoft.com/office/drawing/2014/main" id="{F7D4E6C3-82CE-27AC-CB2D-82BB7363F056}"/>
              </a:ext>
            </a:extLst>
          </p:cNvPr>
          <p:cNvSpPr/>
          <p:nvPr/>
        </p:nvSpPr>
        <p:spPr>
          <a:xfrm>
            <a:off x="3485406" y="1125307"/>
            <a:ext cx="1889400" cy="1889100"/>
          </a:xfrm>
          <a:prstGeom prst="pie">
            <a:avLst>
              <a:gd name="adj1" fmla="val 16261269"/>
              <a:gd name="adj2" fmla="val 15765753"/>
            </a:avLst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171;p37">
            <a:extLst>
              <a:ext uri="{FF2B5EF4-FFF2-40B4-BE49-F238E27FC236}">
                <a16:creationId xmlns:a16="http://schemas.microsoft.com/office/drawing/2014/main" id="{7CC96656-2849-B281-600D-5FB4319C2530}"/>
              </a:ext>
            </a:extLst>
          </p:cNvPr>
          <p:cNvSpPr/>
          <p:nvPr/>
        </p:nvSpPr>
        <p:spPr>
          <a:xfrm>
            <a:off x="3879648" y="1520083"/>
            <a:ext cx="1099500" cy="1099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172;p37">
            <a:extLst>
              <a:ext uri="{FF2B5EF4-FFF2-40B4-BE49-F238E27FC236}">
                <a16:creationId xmlns:a16="http://schemas.microsoft.com/office/drawing/2014/main" id="{04F24665-3EBD-3C0E-1B44-9CDDAF5135D6}"/>
              </a:ext>
            </a:extLst>
          </p:cNvPr>
          <p:cNvSpPr/>
          <p:nvPr/>
        </p:nvSpPr>
        <p:spPr>
          <a:xfrm>
            <a:off x="6041754" y="1125330"/>
            <a:ext cx="1889400" cy="1888800"/>
          </a:xfrm>
          <a:prstGeom prst="ellipse">
            <a:avLst/>
          </a:prstGeom>
          <a:solidFill>
            <a:srgbClr val="2F8094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173;p37">
            <a:extLst>
              <a:ext uri="{FF2B5EF4-FFF2-40B4-BE49-F238E27FC236}">
                <a16:creationId xmlns:a16="http://schemas.microsoft.com/office/drawing/2014/main" id="{76933E13-5F9C-F427-766B-90C515DBADA5}"/>
              </a:ext>
            </a:extLst>
          </p:cNvPr>
          <p:cNvSpPr/>
          <p:nvPr/>
        </p:nvSpPr>
        <p:spPr>
          <a:xfrm>
            <a:off x="6041774" y="1125330"/>
            <a:ext cx="1889400" cy="1888800"/>
          </a:xfrm>
          <a:prstGeom prst="pie">
            <a:avLst>
              <a:gd name="adj1" fmla="val 16261269"/>
              <a:gd name="adj2" fmla="val 15960723"/>
            </a:avLst>
          </a:prstGeom>
          <a:solidFill>
            <a:srgbClr val="2F8094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174;p37">
            <a:extLst>
              <a:ext uri="{FF2B5EF4-FFF2-40B4-BE49-F238E27FC236}">
                <a16:creationId xmlns:a16="http://schemas.microsoft.com/office/drawing/2014/main" id="{048E7A97-C023-BFBF-6632-35409104CDE1}"/>
              </a:ext>
            </a:extLst>
          </p:cNvPr>
          <p:cNvSpPr/>
          <p:nvPr/>
        </p:nvSpPr>
        <p:spPr>
          <a:xfrm>
            <a:off x="6436075" y="1520158"/>
            <a:ext cx="1099200" cy="1099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75;p37">
            <a:extLst>
              <a:ext uri="{FF2B5EF4-FFF2-40B4-BE49-F238E27FC236}">
                <a16:creationId xmlns:a16="http://schemas.microsoft.com/office/drawing/2014/main" id="{35527D48-3A8C-7489-977A-FA3429C035B0}"/>
              </a:ext>
            </a:extLst>
          </p:cNvPr>
          <p:cNvGrpSpPr/>
          <p:nvPr/>
        </p:nvGrpSpPr>
        <p:grpSpPr>
          <a:xfrm>
            <a:off x="886924" y="3293495"/>
            <a:ext cx="1970622" cy="1133500"/>
            <a:chOff x="1022175" y="3256963"/>
            <a:chExt cx="1970622" cy="1133500"/>
          </a:xfrm>
        </p:grpSpPr>
        <p:sp>
          <p:nvSpPr>
            <p:cNvPr id="12" name="Google Shape;1176;p37">
              <a:extLst>
                <a:ext uri="{FF2B5EF4-FFF2-40B4-BE49-F238E27FC236}">
                  <a16:creationId xmlns:a16="http://schemas.microsoft.com/office/drawing/2014/main" id="{8E29564D-5FC2-9797-9CFD-2D1FFE600DB0}"/>
                </a:ext>
              </a:extLst>
            </p:cNvPr>
            <p:cNvSpPr txBox="1"/>
            <p:nvPr/>
          </p:nvSpPr>
          <p:spPr>
            <a:xfrm>
              <a:off x="1640688" y="3256963"/>
              <a:ext cx="734700" cy="37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96.9% 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" name="Google Shape;1179;p37">
              <a:extLst>
                <a:ext uri="{FF2B5EF4-FFF2-40B4-BE49-F238E27FC236}">
                  <a16:creationId xmlns:a16="http://schemas.microsoft.com/office/drawing/2014/main" id="{7C55A8C7-C9B6-EDDC-8126-991FC0FCDA83}"/>
                </a:ext>
              </a:extLst>
            </p:cNvPr>
            <p:cNvSpPr txBox="1"/>
            <p:nvPr/>
          </p:nvSpPr>
          <p:spPr>
            <a:xfrm>
              <a:off x="1022175" y="3907463"/>
              <a:ext cx="1970622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This model predicted correctly 408 of 421 patients’ diagnosis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" name="Google Shape;1181;p37">
            <a:extLst>
              <a:ext uri="{FF2B5EF4-FFF2-40B4-BE49-F238E27FC236}">
                <a16:creationId xmlns:a16="http://schemas.microsoft.com/office/drawing/2014/main" id="{375D4EEE-FD88-F704-D094-2B6825F27232}"/>
              </a:ext>
            </a:extLst>
          </p:cNvPr>
          <p:cNvSpPr txBox="1"/>
          <p:nvPr/>
        </p:nvSpPr>
        <p:spPr>
          <a:xfrm>
            <a:off x="4062694" y="3293495"/>
            <a:ext cx="734700" cy="37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95.7%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" name="Google Shape;1186;p37">
            <a:extLst>
              <a:ext uri="{FF2B5EF4-FFF2-40B4-BE49-F238E27FC236}">
                <a16:creationId xmlns:a16="http://schemas.microsoft.com/office/drawing/2014/main" id="{6C830FE8-E8E3-186E-ABF4-D1899B1C61ED}"/>
              </a:ext>
            </a:extLst>
          </p:cNvPr>
          <p:cNvSpPr txBox="1"/>
          <p:nvPr/>
        </p:nvSpPr>
        <p:spPr>
          <a:xfrm>
            <a:off x="6619003" y="3293495"/>
            <a:ext cx="734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97.7%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" name="Google Shape;1190;p37">
            <a:extLst>
              <a:ext uri="{FF2B5EF4-FFF2-40B4-BE49-F238E27FC236}">
                <a16:creationId xmlns:a16="http://schemas.microsoft.com/office/drawing/2014/main" id="{07046339-6F5E-4163-749D-54999D2F704B}"/>
              </a:ext>
            </a:extLst>
          </p:cNvPr>
          <p:cNvSpPr/>
          <p:nvPr/>
        </p:nvSpPr>
        <p:spPr>
          <a:xfrm>
            <a:off x="4056548" y="1660933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191;p37">
            <a:extLst>
              <a:ext uri="{FF2B5EF4-FFF2-40B4-BE49-F238E27FC236}">
                <a16:creationId xmlns:a16="http://schemas.microsoft.com/office/drawing/2014/main" id="{462F4427-7C07-D87D-C598-BE6F528BD1D4}"/>
              </a:ext>
            </a:extLst>
          </p:cNvPr>
          <p:cNvSpPr/>
          <p:nvPr/>
        </p:nvSpPr>
        <p:spPr>
          <a:xfrm>
            <a:off x="6628748" y="1674946"/>
            <a:ext cx="746204" cy="789743"/>
          </a:xfrm>
          <a:custGeom>
            <a:avLst/>
            <a:gdLst/>
            <a:ahLst/>
            <a:cxnLst/>
            <a:rect l="l" t="t" r="r" b="b"/>
            <a:pathLst>
              <a:path w="60105" h="63612" extrusionOk="0">
                <a:moveTo>
                  <a:pt x="29068" y="29620"/>
                </a:moveTo>
                <a:lnTo>
                  <a:pt x="29249" y="29640"/>
                </a:lnTo>
                <a:lnTo>
                  <a:pt x="29420" y="29660"/>
                </a:lnTo>
                <a:lnTo>
                  <a:pt x="29591" y="29690"/>
                </a:lnTo>
                <a:lnTo>
                  <a:pt x="29761" y="29730"/>
                </a:lnTo>
                <a:lnTo>
                  <a:pt x="29932" y="29771"/>
                </a:lnTo>
                <a:lnTo>
                  <a:pt x="30093" y="29831"/>
                </a:lnTo>
                <a:lnTo>
                  <a:pt x="30254" y="29891"/>
                </a:lnTo>
                <a:lnTo>
                  <a:pt x="30405" y="29962"/>
                </a:lnTo>
                <a:lnTo>
                  <a:pt x="30555" y="30042"/>
                </a:lnTo>
                <a:lnTo>
                  <a:pt x="30706" y="30122"/>
                </a:lnTo>
                <a:lnTo>
                  <a:pt x="30847" y="30213"/>
                </a:lnTo>
                <a:lnTo>
                  <a:pt x="30988" y="30313"/>
                </a:lnTo>
                <a:lnTo>
                  <a:pt x="31118" y="30414"/>
                </a:lnTo>
                <a:lnTo>
                  <a:pt x="31239" y="30524"/>
                </a:lnTo>
                <a:lnTo>
                  <a:pt x="31359" y="30645"/>
                </a:lnTo>
                <a:lnTo>
                  <a:pt x="31480" y="30766"/>
                </a:lnTo>
                <a:lnTo>
                  <a:pt x="31591" y="30896"/>
                </a:lnTo>
                <a:lnTo>
                  <a:pt x="31691" y="31027"/>
                </a:lnTo>
                <a:lnTo>
                  <a:pt x="31792" y="31158"/>
                </a:lnTo>
                <a:lnTo>
                  <a:pt x="31882" y="31308"/>
                </a:lnTo>
                <a:lnTo>
                  <a:pt x="31963" y="31449"/>
                </a:lnTo>
                <a:lnTo>
                  <a:pt x="32043" y="31600"/>
                </a:lnTo>
                <a:lnTo>
                  <a:pt x="32113" y="31761"/>
                </a:lnTo>
                <a:lnTo>
                  <a:pt x="32174" y="31912"/>
                </a:lnTo>
                <a:lnTo>
                  <a:pt x="32234" y="32082"/>
                </a:lnTo>
                <a:lnTo>
                  <a:pt x="32284" y="32243"/>
                </a:lnTo>
                <a:lnTo>
                  <a:pt x="32314" y="32414"/>
                </a:lnTo>
                <a:lnTo>
                  <a:pt x="32355" y="32585"/>
                </a:lnTo>
                <a:lnTo>
                  <a:pt x="32375" y="32766"/>
                </a:lnTo>
                <a:lnTo>
                  <a:pt x="32385" y="32937"/>
                </a:lnTo>
                <a:lnTo>
                  <a:pt x="32395" y="33118"/>
                </a:lnTo>
                <a:lnTo>
                  <a:pt x="32385" y="33299"/>
                </a:lnTo>
                <a:lnTo>
                  <a:pt x="32375" y="33479"/>
                </a:lnTo>
                <a:lnTo>
                  <a:pt x="32355" y="33650"/>
                </a:lnTo>
                <a:lnTo>
                  <a:pt x="32314" y="33821"/>
                </a:lnTo>
                <a:lnTo>
                  <a:pt x="32284" y="33992"/>
                </a:lnTo>
                <a:lnTo>
                  <a:pt x="32234" y="34163"/>
                </a:lnTo>
                <a:lnTo>
                  <a:pt x="32174" y="34324"/>
                </a:lnTo>
                <a:lnTo>
                  <a:pt x="32113" y="34485"/>
                </a:lnTo>
                <a:lnTo>
                  <a:pt x="32043" y="34635"/>
                </a:lnTo>
                <a:lnTo>
                  <a:pt x="31963" y="34786"/>
                </a:lnTo>
                <a:lnTo>
                  <a:pt x="31882" y="34937"/>
                </a:lnTo>
                <a:lnTo>
                  <a:pt x="31792" y="35078"/>
                </a:lnTo>
                <a:lnTo>
                  <a:pt x="31691" y="35218"/>
                </a:lnTo>
                <a:lnTo>
                  <a:pt x="31591" y="35349"/>
                </a:lnTo>
                <a:lnTo>
                  <a:pt x="31480" y="35470"/>
                </a:lnTo>
                <a:lnTo>
                  <a:pt x="31359" y="35590"/>
                </a:lnTo>
                <a:lnTo>
                  <a:pt x="31239" y="35711"/>
                </a:lnTo>
                <a:lnTo>
                  <a:pt x="31118" y="35821"/>
                </a:lnTo>
                <a:lnTo>
                  <a:pt x="30988" y="35922"/>
                </a:lnTo>
                <a:lnTo>
                  <a:pt x="30847" y="36022"/>
                </a:lnTo>
                <a:lnTo>
                  <a:pt x="30706" y="36113"/>
                </a:lnTo>
                <a:lnTo>
                  <a:pt x="30555" y="36193"/>
                </a:lnTo>
                <a:lnTo>
                  <a:pt x="30405" y="36274"/>
                </a:lnTo>
                <a:lnTo>
                  <a:pt x="30254" y="36344"/>
                </a:lnTo>
                <a:lnTo>
                  <a:pt x="30093" y="36404"/>
                </a:lnTo>
                <a:lnTo>
                  <a:pt x="29932" y="36465"/>
                </a:lnTo>
                <a:lnTo>
                  <a:pt x="29761" y="36515"/>
                </a:lnTo>
                <a:lnTo>
                  <a:pt x="29591" y="36545"/>
                </a:lnTo>
                <a:lnTo>
                  <a:pt x="29420" y="36585"/>
                </a:lnTo>
                <a:lnTo>
                  <a:pt x="29249" y="36605"/>
                </a:lnTo>
                <a:lnTo>
                  <a:pt x="29068" y="36615"/>
                </a:lnTo>
                <a:lnTo>
                  <a:pt x="28887" y="36625"/>
                </a:lnTo>
                <a:lnTo>
                  <a:pt x="28706" y="36615"/>
                </a:lnTo>
                <a:lnTo>
                  <a:pt x="28535" y="36605"/>
                </a:lnTo>
                <a:lnTo>
                  <a:pt x="28354" y="36585"/>
                </a:lnTo>
                <a:lnTo>
                  <a:pt x="28183" y="36545"/>
                </a:lnTo>
                <a:lnTo>
                  <a:pt x="28013" y="36515"/>
                </a:lnTo>
                <a:lnTo>
                  <a:pt x="27852" y="36465"/>
                </a:lnTo>
                <a:lnTo>
                  <a:pt x="27681" y="36404"/>
                </a:lnTo>
                <a:lnTo>
                  <a:pt x="27530" y="36344"/>
                </a:lnTo>
                <a:lnTo>
                  <a:pt x="27369" y="36274"/>
                </a:lnTo>
                <a:lnTo>
                  <a:pt x="27219" y="36193"/>
                </a:lnTo>
                <a:lnTo>
                  <a:pt x="27078" y="36113"/>
                </a:lnTo>
                <a:lnTo>
                  <a:pt x="26927" y="36022"/>
                </a:lnTo>
                <a:lnTo>
                  <a:pt x="26796" y="35922"/>
                </a:lnTo>
                <a:lnTo>
                  <a:pt x="26666" y="35821"/>
                </a:lnTo>
                <a:lnTo>
                  <a:pt x="26535" y="35711"/>
                </a:lnTo>
                <a:lnTo>
                  <a:pt x="26414" y="35590"/>
                </a:lnTo>
                <a:lnTo>
                  <a:pt x="26294" y="35470"/>
                </a:lnTo>
                <a:lnTo>
                  <a:pt x="26183" y="35349"/>
                </a:lnTo>
                <a:lnTo>
                  <a:pt x="26083" y="35218"/>
                </a:lnTo>
                <a:lnTo>
                  <a:pt x="25982" y="35078"/>
                </a:lnTo>
                <a:lnTo>
                  <a:pt x="25892" y="34937"/>
                </a:lnTo>
                <a:lnTo>
                  <a:pt x="25811" y="34786"/>
                </a:lnTo>
                <a:lnTo>
                  <a:pt x="25731" y="34635"/>
                </a:lnTo>
                <a:lnTo>
                  <a:pt x="25661" y="34485"/>
                </a:lnTo>
                <a:lnTo>
                  <a:pt x="25600" y="34324"/>
                </a:lnTo>
                <a:lnTo>
                  <a:pt x="25540" y="34163"/>
                </a:lnTo>
                <a:lnTo>
                  <a:pt x="25500" y="33992"/>
                </a:lnTo>
                <a:lnTo>
                  <a:pt x="25460" y="33821"/>
                </a:lnTo>
                <a:lnTo>
                  <a:pt x="25430" y="33650"/>
                </a:lnTo>
                <a:lnTo>
                  <a:pt x="25409" y="33479"/>
                </a:lnTo>
                <a:lnTo>
                  <a:pt x="25389" y="33299"/>
                </a:lnTo>
                <a:lnTo>
                  <a:pt x="25389" y="33118"/>
                </a:lnTo>
                <a:lnTo>
                  <a:pt x="25389" y="32937"/>
                </a:lnTo>
                <a:lnTo>
                  <a:pt x="25409" y="32766"/>
                </a:lnTo>
                <a:lnTo>
                  <a:pt x="25430" y="32585"/>
                </a:lnTo>
                <a:lnTo>
                  <a:pt x="25460" y="32414"/>
                </a:lnTo>
                <a:lnTo>
                  <a:pt x="25500" y="32243"/>
                </a:lnTo>
                <a:lnTo>
                  <a:pt x="25540" y="32082"/>
                </a:lnTo>
                <a:lnTo>
                  <a:pt x="25600" y="31912"/>
                </a:lnTo>
                <a:lnTo>
                  <a:pt x="25661" y="31761"/>
                </a:lnTo>
                <a:lnTo>
                  <a:pt x="25731" y="31600"/>
                </a:lnTo>
                <a:lnTo>
                  <a:pt x="25811" y="31449"/>
                </a:lnTo>
                <a:lnTo>
                  <a:pt x="25892" y="31308"/>
                </a:lnTo>
                <a:lnTo>
                  <a:pt x="25982" y="31158"/>
                </a:lnTo>
                <a:lnTo>
                  <a:pt x="26083" y="31027"/>
                </a:lnTo>
                <a:lnTo>
                  <a:pt x="26183" y="30896"/>
                </a:lnTo>
                <a:lnTo>
                  <a:pt x="26294" y="30766"/>
                </a:lnTo>
                <a:lnTo>
                  <a:pt x="26414" y="30645"/>
                </a:lnTo>
                <a:lnTo>
                  <a:pt x="26535" y="30524"/>
                </a:lnTo>
                <a:lnTo>
                  <a:pt x="26666" y="30414"/>
                </a:lnTo>
                <a:lnTo>
                  <a:pt x="26796" y="30313"/>
                </a:lnTo>
                <a:lnTo>
                  <a:pt x="26927" y="30213"/>
                </a:lnTo>
                <a:lnTo>
                  <a:pt x="27078" y="30122"/>
                </a:lnTo>
                <a:lnTo>
                  <a:pt x="27219" y="30042"/>
                </a:lnTo>
                <a:lnTo>
                  <a:pt x="27369" y="29962"/>
                </a:lnTo>
                <a:lnTo>
                  <a:pt x="27530" y="29891"/>
                </a:lnTo>
                <a:lnTo>
                  <a:pt x="27681" y="29831"/>
                </a:lnTo>
                <a:lnTo>
                  <a:pt x="27852" y="29771"/>
                </a:lnTo>
                <a:lnTo>
                  <a:pt x="28013" y="29730"/>
                </a:lnTo>
                <a:lnTo>
                  <a:pt x="28183" y="29690"/>
                </a:lnTo>
                <a:lnTo>
                  <a:pt x="28354" y="29660"/>
                </a:lnTo>
                <a:lnTo>
                  <a:pt x="28535" y="29640"/>
                </a:lnTo>
                <a:lnTo>
                  <a:pt x="28706" y="29620"/>
                </a:lnTo>
                <a:close/>
                <a:moveTo>
                  <a:pt x="50396" y="38806"/>
                </a:moveTo>
                <a:lnTo>
                  <a:pt x="50395" y="38815"/>
                </a:lnTo>
                <a:lnTo>
                  <a:pt x="50395" y="38815"/>
                </a:lnTo>
                <a:lnTo>
                  <a:pt x="50406" y="38816"/>
                </a:lnTo>
                <a:lnTo>
                  <a:pt x="50396" y="38806"/>
                </a:lnTo>
                <a:close/>
                <a:moveTo>
                  <a:pt x="21118" y="0"/>
                </a:moveTo>
                <a:lnTo>
                  <a:pt x="20977" y="10"/>
                </a:lnTo>
                <a:lnTo>
                  <a:pt x="20836" y="40"/>
                </a:lnTo>
                <a:lnTo>
                  <a:pt x="20706" y="70"/>
                </a:lnTo>
                <a:lnTo>
                  <a:pt x="20565" y="131"/>
                </a:lnTo>
                <a:lnTo>
                  <a:pt x="20434" y="191"/>
                </a:lnTo>
                <a:lnTo>
                  <a:pt x="20304" y="271"/>
                </a:lnTo>
                <a:lnTo>
                  <a:pt x="20193" y="362"/>
                </a:lnTo>
                <a:lnTo>
                  <a:pt x="20082" y="472"/>
                </a:lnTo>
                <a:lnTo>
                  <a:pt x="19992" y="573"/>
                </a:lnTo>
                <a:lnTo>
                  <a:pt x="19912" y="694"/>
                </a:lnTo>
                <a:lnTo>
                  <a:pt x="19851" y="814"/>
                </a:lnTo>
                <a:lnTo>
                  <a:pt x="19791" y="945"/>
                </a:lnTo>
                <a:lnTo>
                  <a:pt x="19751" y="1076"/>
                </a:lnTo>
                <a:lnTo>
                  <a:pt x="19721" y="1216"/>
                </a:lnTo>
                <a:lnTo>
                  <a:pt x="19701" y="1357"/>
                </a:lnTo>
                <a:lnTo>
                  <a:pt x="19701" y="1498"/>
                </a:lnTo>
                <a:lnTo>
                  <a:pt x="19711" y="1638"/>
                </a:lnTo>
                <a:lnTo>
                  <a:pt x="19731" y="1779"/>
                </a:lnTo>
                <a:lnTo>
                  <a:pt x="19771" y="1920"/>
                </a:lnTo>
                <a:lnTo>
                  <a:pt x="19821" y="2050"/>
                </a:lnTo>
                <a:lnTo>
                  <a:pt x="19892" y="2191"/>
                </a:lnTo>
                <a:lnTo>
                  <a:pt x="20062" y="2493"/>
                </a:lnTo>
                <a:lnTo>
                  <a:pt x="20213" y="2804"/>
                </a:lnTo>
                <a:lnTo>
                  <a:pt x="20344" y="3106"/>
                </a:lnTo>
                <a:lnTo>
                  <a:pt x="20454" y="3407"/>
                </a:lnTo>
                <a:lnTo>
                  <a:pt x="20555" y="3699"/>
                </a:lnTo>
                <a:lnTo>
                  <a:pt x="20635" y="4000"/>
                </a:lnTo>
                <a:lnTo>
                  <a:pt x="20706" y="4292"/>
                </a:lnTo>
                <a:lnTo>
                  <a:pt x="20756" y="4583"/>
                </a:lnTo>
                <a:lnTo>
                  <a:pt x="20796" y="4875"/>
                </a:lnTo>
                <a:lnTo>
                  <a:pt x="20816" y="5166"/>
                </a:lnTo>
                <a:lnTo>
                  <a:pt x="20836" y="5458"/>
                </a:lnTo>
                <a:lnTo>
                  <a:pt x="20836" y="5749"/>
                </a:lnTo>
                <a:lnTo>
                  <a:pt x="20826" y="6041"/>
                </a:lnTo>
                <a:lnTo>
                  <a:pt x="20806" y="6332"/>
                </a:lnTo>
                <a:lnTo>
                  <a:pt x="20776" y="6624"/>
                </a:lnTo>
                <a:lnTo>
                  <a:pt x="20746" y="6925"/>
                </a:lnTo>
                <a:lnTo>
                  <a:pt x="16726" y="2704"/>
                </a:lnTo>
                <a:lnTo>
                  <a:pt x="16665" y="2654"/>
                </a:lnTo>
                <a:lnTo>
                  <a:pt x="16615" y="2613"/>
                </a:lnTo>
                <a:lnTo>
                  <a:pt x="16555" y="2573"/>
                </a:lnTo>
                <a:lnTo>
                  <a:pt x="16484" y="2543"/>
                </a:lnTo>
                <a:lnTo>
                  <a:pt x="16424" y="2513"/>
                </a:lnTo>
                <a:lnTo>
                  <a:pt x="16354" y="2503"/>
                </a:lnTo>
                <a:lnTo>
                  <a:pt x="16283" y="2483"/>
                </a:lnTo>
                <a:lnTo>
                  <a:pt x="16143" y="2483"/>
                </a:lnTo>
                <a:lnTo>
                  <a:pt x="16072" y="2493"/>
                </a:lnTo>
                <a:lnTo>
                  <a:pt x="16002" y="2503"/>
                </a:lnTo>
                <a:lnTo>
                  <a:pt x="15942" y="2533"/>
                </a:lnTo>
                <a:lnTo>
                  <a:pt x="15871" y="2553"/>
                </a:lnTo>
                <a:lnTo>
                  <a:pt x="15811" y="2593"/>
                </a:lnTo>
                <a:lnTo>
                  <a:pt x="15751" y="2633"/>
                </a:lnTo>
                <a:lnTo>
                  <a:pt x="15690" y="2684"/>
                </a:lnTo>
                <a:lnTo>
                  <a:pt x="15640" y="2734"/>
                </a:lnTo>
                <a:lnTo>
                  <a:pt x="15600" y="2794"/>
                </a:lnTo>
                <a:lnTo>
                  <a:pt x="15560" y="2855"/>
                </a:lnTo>
                <a:lnTo>
                  <a:pt x="15529" y="2925"/>
                </a:lnTo>
                <a:lnTo>
                  <a:pt x="15499" y="2985"/>
                </a:lnTo>
                <a:lnTo>
                  <a:pt x="15479" y="3056"/>
                </a:lnTo>
                <a:lnTo>
                  <a:pt x="15469" y="3126"/>
                </a:lnTo>
                <a:lnTo>
                  <a:pt x="15469" y="3196"/>
                </a:lnTo>
                <a:lnTo>
                  <a:pt x="15469" y="3267"/>
                </a:lnTo>
                <a:lnTo>
                  <a:pt x="15479" y="3337"/>
                </a:lnTo>
                <a:lnTo>
                  <a:pt x="15489" y="3407"/>
                </a:lnTo>
                <a:lnTo>
                  <a:pt x="15509" y="3468"/>
                </a:lnTo>
                <a:lnTo>
                  <a:pt x="15540" y="3538"/>
                </a:lnTo>
                <a:lnTo>
                  <a:pt x="15580" y="3598"/>
                </a:lnTo>
                <a:lnTo>
                  <a:pt x="15620" y="3659"/>
                </a:lnTo>
                <a:lnTo>
                  <a:pt x="15670" y="3719"/>
                </a:lnTo>
                <a:lnTo>
                  <a:pt x="20394" y="8674"/>
                </a:lnTo>
                <a:lnTo>
                  <a:pt x="20133" y="9749"/>
                </a:lnTo>
                <a:lnTo>
                  <a:pt x="19922" y="10584"/>
                </a:lnTo>
                <a:lnTo>
                  <a:pt x="19721" y="11448"/>
                </a:lnTo>
                <a:lnTo>
                  <a:pt x="19630" y="11900"/>
                </a:lnTo>
                <a:lnTo>
                  <a:pt x="19540" y="12343"/>
                </a:lnTo>
                <a:lnTo>
                  <a:pt x="19469" y="12805"/>
                </a:lnTo>
                <a:lnTo>
                  <a:pt x="19399" y="13277"/>
                </a:lnTo>
                <a:lnTo>
                  <a:pt x="19339" y="13750"/>
                </a:lnTo>
                <a:lnTo>
                  <a:pt x="19299" y="14232"/>
                </a:lnTo>
                <a:lnTo>
                  <a:pt x="19268" y="14725"/>
                </a:lnTo>
                <a:lnTo>
                  <a:pt x="19258" y="15227"/>
                </a:lnTo>
                <a:lnTo>
                  <a:pt x="19268" y="15740"/>
                </a:lnTo>
                <a:lnTo>
                  <a:pt x="19299" y="16262"/>
                </a:lnTo>
                <a:lnTo>
                  <a:pt x="19349" y="16795"/>
                </a:lnTo>
                <a:lnTo>
                  <a:pt x="19429" y="17328"/>
                </a:lnTo>
                <a:lnTo>
                  <a:pt x="19479" y="17649"/>
                </a:lnTo>
                <a:lnTo>
                  <a:pt x="19138" y="17448"/>
                </a:lnTo>
                <a:lnTo>
                  <a:pt x="18776" y="17257"/>
                </a:lnTo>
                <a:lnTo>
                  <a:pt x="18424" y="17066"/>
                </a:lnTo>
                <a:lnTo>
                  <a:pt x="18052" y="16886"/>
                </a:lnTo>
                <a:lnTo>
                  <a:pt x="17690" y="16715"/>
                </a:lnTo>
                <a:lnTo>
                  <a:pt x="17319" y="16544"/>
                </a:lnTo>
                <a:lnTo>
                  <a:pt x="16937" y="16383"/>
                </a:lnTo>
                <a:lnTo>
                  <a:pt x="16555" y="16232"/>
                </a:lnTo>
                <a:lnTo>
                  <a:pt x="14404" y="10262"/>
                </a:lnTo>
                <a:lnTo>
                  <a:pt x="14374" y="10192"/>
                </a:lnTo>
                <a:lnTo>
                  <a:pt x="14343" y="10121"/>
                </a:lnTo>
                <a:lnTo>
                  <a:pt x="14293" y="10061"/>
                </a:lnTo>
                <a:lnTo>
                  <a:pt x="14253" y="10011"/>
                </a:lnTo>
                <a:lnTo>
                  <a:pt x="14203" y="9960"/>
                </a:lnTo>
                <a:lnTo>
                  <a:pt x="14142" y="9920"/>
                </a:lnTo>
                <a:lnTo>
                  <a:pt x="14092" y="9880"/>
                </a:lnTo>
                <a:lnTo>
                  <a:pt x="14022" y="9850"/>
                </a:lnTo>
                <a:lnTo>
                  <a:pt x="13962" y="9820"/>
                </a:lnTo>
                <a:lnTo>
                  <a:pt x="13891" y="9800"/>
                </a:lnTo>
                <a:lnTo>
                  <a:pt x="13831" y="9790"/>
                </a:lnTo>
                <a:lnTo>
                  <a:pt x="13761" y="9780"/>
                </a:lnTo>
                <a:lnTo>
                  <a:pt x="13610" y="9780"/>
                </a:lnTo>
                <a:lnTo>
                  <a:pt x="13539" y="9800"/>
                </a:lnTo>
                <a:lnTo>
                  <a:pt x="13469" y="9820"/>
                </a:lnTo>
                <a:lnTo>
                  <a:pt x="13399" y="9850"/>
                </a:lnTo>
                <a:lnTo>
                  <a:pt x="13338" y="9880"/>
                </a:lnTo>
                <a:lnTo>
                  <a:pt x="13278" y="9920"/>
                </a:lnTo>
                <a:lnTo>
                  <a:pt x="13218" y="9971"/>
                </a:lnTo>
                <a:lnTo>
                  <a:pt x="13168" y="10021"/>
                </a:lnTo>
                <a:lnTo>
                  <a:pt x="13127" y="10071"/>
                </a:lnTo>
                <a:lnTo>
                  <a:pt x="13087" y="10131"/>
                </a:lnTo>
                <a:lnTo>
                  <a:pt x="13057" y="10192"/>
                </a:lnTo>
                <a:lnTo>
                  <a:pt x="13027" y="10262"/>
                </a:lnTo>
                <a:lnTo>
                  <a:pt x="13007" y="10322"/>
                </a:lnTo>
                <a:lnTo>
                  <a:pt x="12997" y="10393"/>
                </a:lnTo>
                <a:lnTo>
                  <a:pt x="12987" y="10463"/>
                </a:lnTo>
                <a:lnTo>
                  <a:pt x="12987" y="10533"/>
                </a:lnTo>
                <a:lnTo>
                  <a:pt x="12997" y="10614"/>
                </a:lnTo>
                <a:lnTo>
                  <a:pt x="13007" y="10684"/>
                </a:lnTo>
                <a:lnTo>
                  <a:pt x="13027" y="10754"/>
                </a:lnTo>
                <a:lnTo>
                  <a:pt x="14776" y="15599"/>
                </a:lnTo>
                <a:lnTo>
                  <a:pt x="14273" y="15448"/>
                </a:lnTo>
                <a:lnTo>
                  <a:pt x="13781" y="15318"/>
                </a:lnTo>
                <a:lnTo>
                  <a:pt x="13318" y="15197"/>
                </a:lnTo>
                <a:lnTo>
                  <a:pt x="12866" y="15096"/>
                </a:lnTo>
                <a:lnTo>
                  <a:pt x="9368" y="9669"/>
                </a:lnTo>
                <a:lnTo>
                  <a:pt x="9328" y="9609"/>
                </a:lnTo>
                <a:lnTo>
                  <a:pt x="9278" y="9558"/>
                </a:lnTo>
                <a:lnTo>
                  <a:pt x="9228" y="9508"/>
                </a:lnTo>
                <a:lnTo>
                  <a:pt x="9167" y="9468"/>
                </a:lnTo>
                <a:lnTo>
                  <a:pt x="9107" y="9428"/>
                </a:lnTo>
                <a:lnTo>
                  <a:pt x="9047" y="9398"/>
                </a:lnTo>
                <a:lnTo>
                  <a:pt x="8976" y="9378"/>
                </a:lnTo>
                <a:lnTo>
                  <a:pt x="8906" y="9357"/>
                </a:lnTo>
                <a:lnTo>
                  <a:pt x="8846" y="9347"/>
                </a:lnTo>
                <a:lnTo>
                  <a:pt x="8775" y="9337"/>
                </a:lnTo>
                <a:lnTo>
                  <a:pt x="8705" y="9337"/>
                </a:lnTo>
                <a:lnTo>
                  <a:pt x="8635" y="9347"/>
                </a:lnTo>
                <a:lnTo>
                  <a:pt x="8564" y="9367"/>
                </a:lnTo>
                <a:lnTo>
                  <a:pt x="8494" y="9388"/>
                </a:lnTo>
                <a:lnTo>
                  <a:pt x="8424" y="9418"/>
                </a:lnTo>
                <a:lnTo>
                  <a:pt x="8363" y="9458"/>
                </a:lnTo>
                <a:lnTo>
                  <a:pt x="8303" y="9498"/>
                </a:lnTo>
                <a:lnTo>
                  <a:pt x="8243" y="9548"/>
                </a:lnTo>
                <a:lnTo>
                  <a:pt x="8192" y="9599"/>
                </a:lnTo>
                <a:lnTo>
                  <a:pt x="8152" y="9659"/>
                </a:lnTo>
                <a:lnTo>
                  <a:pt x="8112" y="9719"/>
                </a:lnTo>
                <a:lnTo>
                  <a:pt x="8082" y="9780"/>
                </a:lnTo>
                <a:lnTo>
                  <a:pt x="8062" y="9850"/>
                </a:lnTo>
                <a:lnTo>
                  <a:pt x="8042" y="9910"/>
                </a:lnTo>
                <a:lnTo>
                  <a:pt x="8032" y="9981"/>
                </a:lnTo>
                <a:lnTo>
                  <a:pt x="8022" y="10051"/>
                </a:lnTo>
                <a:lnTo>
                  <a:pt x="8032" y="10121"/>
                </a:lnTo>
                <a:lnTo>
                  <a:pt x="8042" y="10192"/>
                </a:lnTo>
                <a:lnTo>
                  <a:pt x="8052" y="10262"/>
                </a:lnTo>
                <a:lnTo>
                  <a:pt x="8072" y="10332"/>
                </a:lnTo>
                <a:lnTo>
                  <a:pt x="8102" y="10403"/>
                </a:lnTo>
                <a:lnTo>
                  <a:pt x="8142" y="10463"/>
                </a:lnTo>
                <a:lnTo>
                  <a:pt x="10896" y="14735"/>
                </a:lnTo>
                <a:lnTo>
                  <a:pt x="10283" y="14664"/>
                </a:lnTo>
                <a:lnTo>
                  <a:pt x="9821" y="14614"/>
                </a:lnTo>
                <a:lnTo>
                  <a:pt x="9509" y="14594"/>
                </a:lnTo>
                <a:lnTo>
                  <a:pt x="9238" y="14594"/>
                </a:lnTo>
                <a:lnTo>
                  <a:pt x="9087" y="14614"/>
                </a:lnTo>
                <a:lnTo>
                  <a:pt x="8946" y="14644"/>
                </a:lnTo>
                <a:lnTo>
                  <a:pt x="8816" y="14684"/>
                </a:lnTo>
                <a:lnTo>
                  <a:pt x="8685" y="14745"/>
                </a:lnTo>
                <a:lnTo>
                  <a:pt x="8564" y="14815"/>
                </a:lnTo>
                <a:lnTo>
                  <a:pt x="8444" y="14895"/>
                </a:lnTo>
                <a:lnTo>
                  <a:pt x="8343" y="14986"/>
                </a:lnTo>
                <a:lnTo>
                  <a:pt x="8243" y="15086"/>
                </a:lnTo>
                <a:lnTo>
                  <a:pt x="8152" y="15197"/>
                </a:lnTo>
                <a:lnTo>
                  <a:pt x="8082" y="15318"/>
                </a:lnTo>
                <a:lnTo>
                  <a:pt x="8011" y="15438"/>
                </a:lnTo>
                <a:lnTo>
                  <a:pt x="7961" y="15569"/>
                </a:lnTo>
                <a:lnTo>
                  <a:pt x="7921" y="15710"/>
                </a:lnTo>
                <a:lnTo>
                  <a:pt x="7891" y="15860"/>
                </a:lnTo>
                <a:lnTo>
                  <a:pt x="7881" y="16001"/>
                </a:lnTo>
                <a:lnTo>
                  <a:pt x="7881" y="16152"/>
                </a:lnTo>
                <a:lnTo>
                  <a:pt x="7901" y="16303"/>
                </a:lnTo>
                <a:lnTo>
                  <a:pt x="7931" y="16443"/>
                </a:lnTo>
                <a:lnTo>
                  <a:pt x="7981" y="16574"/>
                </a:lnTo>
                <a:lnTo>
                  <a:pt x="8032" y="16705"/>
                </a:lnTo>
                <a:lnTo>
                  <a:pt x="8102" y="16825"/>
                </a:lnTo>
                <a:lnTo>
                  <a:pt x="8182" y="16946"/>
                </a:lnTo>
                <a:lnTo>
                  <a:pt x="8273" y="17046"/>
                </a:lnTo>
                <a:lnTo>
                  <a:pt x="8373" y="17147"/>
                </a:lnTo>
                <a:lnTo>
                  <a:pt x="8484" y="17237"/>
                </a:lnTo>
                <a:lnTo>
                  <a:pt x="8604" y="17308"/>
                </a:lnTo>
                <a:lnTo>
                  <a:pt x="8735" y="17378"/>
                </a:lnTo>
                <a:lnTo>
                  <a:pt x="8866" y="17428"/>
                </a:lnTo>
                <a:lnTo>
                  <a:pt x="9007" y="17468"/>
                </a:lnTo>
                <a:lnTo>
                  <a:pt x="9147" y="17499"/>
                </a:lnTo>
                <a:lnTo>
                  <a:pt x="9298" y="17509"/>
                </a:lnTo>
                <a:lnTo>
                  <a:pt x="9509" y="17519"/>
                </a:lnTo>
                <a:lnTo>
                  <a:pt x="9750" y="17539"/>
                </a:lnTo>
                <a:lnTo>
                  <a:pt x="10072" y="17569"/>
                </a:lnTo>
                <a:lnTo>
                  <a:pt x="6916" y="19509"/>
                </a:lnTo>
                <a:lnTo>
                  <a:pt x="6856" y="19559"/>
                </a:lnTo>
                <a:lnTo>
                  <a:pt x="6795" y="19599"/>
                </a:lnTo>
                <a:lnTo>
                  <a:pt x="6745" y="19660"/>
                </a:lnTo>
                <a:lnTo>
                  <a:pt x="6705" y="19710"/>
                </a:lnTo>
                <a:lnTo>
                  <a:pt x="6665" y="19770"/>
                </a:lnTo>
                <a:lnTo>
                  <a:pt x="6635" y="19830"/>
                </a:lnTo>
                <a:lnTo>
                  <a:pt x="6604" y="19901"/>
                </a:lnTo>
                <a:lnTo>
                  <a:pt x="6584" y="19961"/>
                </a:lnTo>
                <a:lnTo>
                  <a:pt x="6574" y="20031"/>
                </a:lnTo>
                <a:lnTo>
                  <a:pt x="6564" y="20102"/>
                </a:lnTo>
                <a:lnTo>
                  <a:pt x="6564" y="20172"/>
                </a:lnTo>
                <a:lnTo>
                  <a:pt x="6574" y="20242"/>
                </a:lnTo>
                <a:lnTo>
                  <a:pt x="6594" y="20313"/>
                </a:lnTo>
                <a:lnTo>
                  <a:pt x="6614" y="20383"/>
                </a:lnTo>
                <a:lnTo>
                  <a:pt x="6645" y="20454"/>
                </a:lnTo>
                <a:lnTo>
                  <a:pt x="6675" y="20514"/>
                </a:lnTo>
                <a:lnTo>
                  <a:pt x="6735" y="20594"/>
                </a:lnTo>
                <a:lnTo>
                  <a:pt x="6795" y="20665"/>
                </a:lnTo>
                <a:lnTo>
                  <a:pt x="6866" y="20725"/>
                </a:lnTo>
                <a:lnTo>
                  <a:pt x="6946" y="20775"/>
                </a:lnTo>
                <a:lnTo>
                  <a:pt x="7026" y="20815"/>
                </a:lnTo>
                <a:lnTo>
                  <a:pt x="7117" y="20846"/>
                </a:lnTo>
                <a:lnTo>
                  <a:pt x="7207" y="20856"/>
                </a:lnTo>
                <a:lnTo>
                  <a:pt x="7298" y="20866"/>
                </a:lnTo>
                <a:lnTo>
                  <a:pt x="7398" y="20856"/>
                </a:lnTo>
                <a:lnTo>
                  <a:pt x="7489" y="20835"/>
                </a:lnTo>
                <a:lnTo>
                  <a:pt x="7589" y="20805"/>
                </a:lnTo>
                <a:lnTo>
                  <a:pt x="7680" y="20755"/>
                </a:lnTo>
                <a:lnTo>
                  <a:pt x="12243" y="17951"/>
                </a:lnTo>
                <a:lnTo>
                  <a:pt x="12745" y="18061"/>
                </a:lnTo>
                <a:lnTo>
                  <a:pt x="13278" y="18202"/>
                </a:lnTo>
                <a:lnTo>
                  <a:pt x="13831" y="18363"/>
                </a:lnTo>
                <a:lnTo>
                  <a:pt x="14404" y="18544"/>
                </a:lnTo>
                <a:lnTo>
                  <a:pt x="14987" y="18755"/>
                </a:lnTo>
                <a:lnTo>
                  <a:pt x="15590" y="18986"/>
                </a:lnTo>
                <a:lnTo>
                  <a:pt x="16203" y="19247"/>
                </a:lnTo>
                <a:lnTo>
                  <a:pt x="16514" y="19388"/>
                </a:lnTo>
                <a:lnTo>
                  <a:pt x="16826" y="19529"/>
                </a:lnTo>
                <a:lnTo>
                  <a:pt x="17138" y="19690"/>
                </a:lnTo>
                <a:lnTo>
                  <a:pt x="17449" y="19850"/>
                </a:lnTo>
                <a:lnTo>
                  <a:pt x="17761" y="20021"/>
                </a:lnTo>
                <a:lnTo>
                  <a:pt x="18072" y="20202"/>
                </a:lnTo>
                <a:lnTo>
                  <a:pt x="18384" y="20383"/>
                </a:lnTo>
                <a:lnTo>
                  <a:pt x="18695" y="20584"/>
                </a:lnTo>
                <a:lnTo>
                  <a:pt x="19007" y="20785"/>
                </a:lnTo>
                <a:lnTo>
                  <a:pt x="19319" y="20996"/>
                </a:lnTo>
                <a:lnTo>
                  <a:pt x="19630" y="21217"/>
                </a:lnTo>
                <a:lnTo>
                  <a:pt x="19932" y="21449"/>
                </a:lnTo>
                <a:lnTo>
                  <a:pt x="20243" y="21690"/>
                </a:lnTo>
                <a:lnTo>
                  <a:pt x="20535" y="21941"/>
                </a:lnTo>
                <a:lnTo>
                  <a:pt x="20836" y="22202"/>
                </a:lnTo>
                <a:lnTo>
                  <a:pt x="21128" y="22474"/>
                </a:lnTo>
                <a:lnTo>
                  <a:pt x="21419" y="22755"/>
                </a:lnTo>
                <a:lnTo>
                  <a:pt x="21701" y="23037"/>
                </a:lnTo>
                <a:lnTo>
                  <a:pt x="18967" y="32324"/>
                </a:lnTo>
                <a:lnTo>
                  <a:pt x="18223" y="32464"/>
                </a:lnTo>
                <a:lnTo>
                  <a:pt x="14836" y="29851"/>
                </a:lnTo>
                <a:lnTo>
                  <a:pt x="14153" y="23408"/>
                </a:lnTo>
                <a:lnTo>
                  <a:pt x="14142" y="23338"/>
                </a:lnTo>
                <a:lnTo>
                  <a:pt x="14122" y="23268"/>
                </a:lnTo>
                <a:lnTo>
                  <a:pt x="14092" y="23197"/>
                </a:lnTo>
                <a:lnTo>
                  <a:pt x="14062" y="23137"/>
                </a:lnTo>
                <a:lnTo>
                  <a:pt x="14022" y="23077"/>
                </a:lnTo>
                <a:lnTo>
                  <a:pt x="13982" y="23017"/>
                </a:lnTo>
                <a:lnTo>
                  <a:pt x="13931" y="22966"/>
                </a:lnTo>
                <a:lnTo>
                  <a:pt x="13881" y="22926"/>
                </a:lnTo>
                <a:lnTo>
                  <a:pt x="13831" y="22886"/>
                </a:lnTo>
                <a:lnTo>
                  <a:pt x="13771" y="22846"/>
                </a:lnTo>
                <a:lnTo>
                  <a:pt x="13700" y="22815"/>
                </a:lnTo>
                <a:lnTo>
                  <a:pt x="13640" y="22795"/>
                </a:lnTo>
                <a:lnTo>
                  <a:pt x="13570" y="22775"/>
                </a:lnTo>
                <a:lnTo>
                  <a:pt x="13499" y="22765"/>
                </a:lnTo>
                <a:lnTo>
                  <a:pt x="13348" y="22765"/>
                </a:lnTo>
                <a:lnTo>
                  <a:pt x="13278" y="22775"/>
                </a:lnTo>
                <a:lnTo>
                  <a:pt x="13198" y="22795"/>
                </a:lnTo>
                <a:lnTo>
                  <a:pt x="13137" y="22815"/>
                </a:lnTo>
                <a:lnTo>
                  <a:pt x="13067" y="22856"/>
                </a:lnTo>
                <a:lnTo>
                  <a:pt x="13007" y="22886"/>
                </a:lnTo>
                <a:lnTo>
                  <a:pt x="12956" y="22936"/>
                </a:lnTo>
                <a:lnTo>
                  <a:pt x="12906" y="22976"/>
                </a:lnTo>
                <a:lnTo>
                  <a:pt x="12856" y="23037"/>
                </a:lnTo>
                <a:lnTo>
                  <a:pt x="12816" y="23087"/>
                </a:lnTo>
                <a:lnTo>
                  <a:pt x="12776" y="23147"/>
                </a:lnTo>
                <a:lnTo>
                  <a:pt x="12745" y="23207"/>
                </a:lnTo>
                <a:lnTo>
                  <a:pt x="12725" y="23278"/>
                </a:lnTo>
                <a:lnTo>
                  <a:pt x="12705" y="23348"/>
                </a:lnTo>
                <a:lnTo>
                  <a:pt x="12695" y="23419"/>
                </a:lnTo>
                <a:lnTo>
                  <a:pt x="12695" y="23489"/>
                </a:lnTo>
                <a:lnTo>
                  <a:pt x="12695" y="23569"/>
                </a:lnTo>
                <a:lnTo>
                  <a:pt x="13238" y="28625"/>
                </a:lnTo>
                <a:lnTo>
                  <a:pt x="10363" y="26414"/>
                </a:lnTo>
                <a:lnTo>
                  <a:pt x="10303" y="26373"/>
                </a:lnTo>
                <a:lnTo>
                  <a:pt x="10243" y="26333"/>
                </a:lnTo>
                <a:lnTo>
                  <a:pt x="10172" y="26303"/>
                </a:lnTo>
                <a:lnTo>
                  <a:pt x="10112" y="26283"/>
                </a:lnTo>
                <a:lnTo>
                  <a:pt x="10042" y="26273"/>
                </a:lnTo>
                <a:lnTo>
                  <a:pt x="9971" y="26263"/>
                </a:lnTo>
                <a:lnTo>
                  <a:pt x="9901" y="26263"/>
                </a:lnTo>
                <a:lnTo>
                  <a:pt x="9831" y="26273"/>
                </a:lnTo>
                <a:lnTo>
                  <a:pt x="9760" y="26283"/>
                </a:lnTo>
                <a:lnTo>
                  <a:pt x="9690" y="26303"/>
                </a:lnTo>
                <a:lnTo>
                  <a:pt x="9630" y="26323"/>
                </a:lnTo>
                <a:lnTo>
                  <a:pt x="9559" y="26353"/>
                </a:lnTo>
                <a:lnTo>
                  <a:pt x="9499" y="26394"/>
                </a:lnTo>
                <a:lnTo>
                  <a:pt x="9449" y="26444"/>
                </a:lnTo>
                <a:lnTo>
                  <a:pt x="9398" y="26494"/>
                </a:lnTo>
                <a:lnTo>
                  <a:pt x="9348" y="26544"/>
                </a:lnTo>
                <a:lnTo>
                  <a:pt x="9298" y="26605"/>
                </a:lnTo>
                <a:lnTo>
                  <a:pt x="9268" y="26675"/>
                </a:lnTo>
                <a:lnTo>
                  <a:pt x="9238" y="26735"/>
                </a:lnTo>
                <a:lnTo>
                  <a:pt x="9218" y="26806"/>
                </a:lnTo>
                <a:lnTo>
                  <a:pt x="9208" y="26876"/>
                </a:lnTo>
                <a:lnTo>
                  <a:pt x="9197" y="26946"/>
                </a:lnTo>
                <a:lnTo>
                  <a:pt x="9197" y="27017"/>
                </a:lnTo>
                <a:lnTo>
                  <a:pt x="9197" y="27087"/>
                </a:lnTo>
                <a:lnTo>
                  <a:pt x="9208" y="27157"/>
                </a:lnTo>
                <a:lnTo>
                  <a:pt x="9228" y="27218"/>
                </a:lnTo>
                <a:lnTo>
                  <a:pt x="9258" y="27288"/>
                </a:lnTo>
                <a:lnTo>
                  <a:pt x="9288" y="27348"/>
                </a:lnTo>
                <a:lnTo>
                  <a:pt x="9328" y="27409"/>
                </a:lnTo>
                <a:lnTo>
                  <a:pt x="9368" y="27469"/>
                </a:lnTo>
                <a:lnTo>
                  <a:pt x="9419" y="27519"/>
                </a:lnTo>
                <a:lnTo>
                  <a:pt x="9479" y="27570"/>
                </a:lnTo>
                <a:lnTo>
                  <a:pt x="13499" y="30665"/>
                </a:lnTo>
                <a:lnTo>
                  <a:pt x="13539" y="30746"/>
                </a:lnTo>
                <a:lnTo>
                  <a:pt x="13590" y="30806"/>
                </a:lnTo>
                <a:lnTo>
                  <a:pt x="13650" y="30866"/>
                </a:lnTo>
                <a:lnTo>
                  <a:pt x="13710" y="30927"/>
                </a:lnTo>
                <a:lnTo>
                  <a:pt x="13781" y="30967"/>
                </a:lnTo>
                <a:lnTo>
                  <a:pt x="13851" y="31007"/>
                </a:lnTo>
                <a:lnTo>
                  <a:pt x="13931" y="31037"/>
                </a:lnTo>
                <a:lnTo>
                  <a:pt x="14012" y="31067"/>
                </a:lnTo>
                <a:lnTo>
                  <a:pt x="16293" y="32816"/>
                </a:lnTo>
                <a:lnTo>
                  <a:pt x="14816" y="33087"/>
                </a:lnTo>
                <a:lnTo>
                  <a:pt x="13509" y="33299"/>
                </a:lnTo>
                <a:lnTo>
                  <a:pt x="12936" y="33389"/>
                </a:lnTo>
                <a:lnTo>
                  <a:pt x="12414" y="33469"/>
                </a:lnTo>
                <a:lnTo>
                  <a:pt x="11951" y="33520"/>
                </a:lnTo>
                <a:lnTo>
                  <a:pt x="11549" y="33560"/>
                </a:lnTo>
                <a:lnTo>
                  <a:pt x="11298" y="33580"/>
                </a:lnTo>
                <a:lnTo>
                  <a:pt x="11057" y="33580"/>
                </a:lnTo>
                <a:lnTo>
                  <a:pt x="10806" y="33570"/>
                </a:lnTo>
                <a:lnTo>
                  <a:pt x="10554" y="33550"/>
                </a:lnTo>
                <a:lnTo>
                  <a:pt x="10303" y="33520"/>
                </a:lnTo>
                <a:lnTo>
                  <a:pt x="10052" y="33479"/>
                </a:lnTo>
                <a:lnTo>
                  <a:pt x="9811" y="33439"/>
                </a:lnTo>
                <a:lnTo>
                  <a:pt x="9559" y="33379"/>
                </a:lnTo>
                <a:lnTo>
                  <a:pt x="9318" y="33309"/>
                </a:lnTo>
                <a:lnTo>
                  <a:pt x="9077" y="33238"/>
                </a:lnTo>
                <a:lnTo>
                  <a:pt x="8836" y="33158"/>
                </a:lnTo>
                <a:lnTo>
                  <a:pt x="8594" y="33067"/>
                </a:lnTo>
                <a:lnTo>
                  <a:pt x="8353" y="32967"/>
                </a:lnTo>
                <a:lnTo>
                  <a:pt x="8122" y="32866"/>
                </a:lnTo>
                <a:lnTo>
                  <a:pt x="7891" y="32756"/>
                </a:lnTo>
                <a:lnTo>
                  <a:pt x="7660" y="32635"/>
                </a:lnTo>
                <a:lnTo>
                  <a:pt x="7660" y="32404"/>
                </a:lnTo>
                <a:lnTo>
                  <a:pt x="7640" y="32153"/>
                </a:lnTo>
                <a:lnTo>
                  <a:pt x="7619" y="31901"/>
                </a:lnTo>
                <a:lnTo>
                  <a:pt x="7579" y="31650"/>
                </a:lnTo>
                <a:lnTo>
                  <a:pt x="7529" y="31389"/>
                </a:lnTo>
                <a:lnTo>
                  <a:pt x="7469" y="31117"/>
                </a:lnTo>
                <a:lnTo>
                  <a:pt x="7398" y="30856"/>
                </a:lnTo>
                <a:lnTo>
                  <a:pt x="7318" y="30585"/>
                </a:lnTo>
                <a:lnTo>
                  <a:pt x="7228" y="30313"/>
                </a:lnTo>
                <a:lnTo>
                  <a:pt x="7137" y="30052"/>
                </a:lnTo>
                <a:lnTo>
                  <a:pt x="6926" y="29519"/>
                </a:lnTo>
                <a:lnTo>
                  <a:pt x="6705" y="28987"/>
                </a:lnTo>
                <a:lnTo>
                  <a:pt x="6464" y="28484"/>
                </a:lnTo>
                <a:lnTo>
                  <a:pt x="6222" y="28002"/>
                </a:lnTo>
                <a:lnTo>
                  <a:pt x="5991" y="27549"/>
                </a:lnTo>
                <a:lnTo>
                  <a:pt x="5760" y="27137"/>
                </a:lnTo>
                <a:lnTo>
                  <a:pt x="5549" y="26765"/>
                </a:lnTo>
                <a:lnTo>
                  <a:pt x="5197" y="26183"/>
                </a:lnTo>
                <a:lnTo>
                  <a:pt x="4986" y="25861"/>
                </a:lnTo>
                <a:lnTo>
                  <a:pt x="4946" y="25801"/>
                </a:lnTo>
                <a:lnTo>
                  <a:pt x="4896" y="25750"/>
                </a:lnTo>
                <a:lnTo>
                  <a:pt x="4845" y="25700"/>
                </a:lnTo>
                <a:lnTo>
                  <a:pt x="4785" y="25660"/>
                </a:lnTo>
                <a:lnTo>
                  <a:pt x="4725" y="25620"/>
                </a:lnTo>
                <a:lnTo>
                  <a:pt x="4665" y="25590"/>
                </a:lnTo>
                <a:lnTo>
                  <a:pt x="4594" y="25569"/>
                </a:lnTo>
                <a:lnTo>
                  <a:pt x="4524" y="25549"/>
                </a:lnTo>
                <a:lnTo>
                  <a:pt x="4453" y="25539"/>
                </a:lnTo>
                <a:lnTo>
                  <a:pt x="4393" y="25529"/>
                </a:lnTo>
                <a:lnTo>
                  <a:pt x="4323" y="25539"/>
                </a:lnTo>
                <a:lnTo>
                  <a:pt x="4252" y="25549"/>
                </a:lnTo>
                <a:lnTo>
                  <a:pt x="4182" y="25559"/>
                </a:lnTo>
                <a:lnTo>
                  <a:pt x="4112" y="25579"/>
                </a:lnTo>
                <a:lnTo>
                  <a:pt x="4041" y="25610"/>
                </a:lnTo>
                <a:lnTo>
                  <a:pt x="3981" y="25650"/>
                </a:lnTo>
                <a:lnTo>
                  <a:pt x="3921" y="25700"/>
                </a:lnTo>
                <a:lnTo>
                  <a:pt x="3860" y="25750"/>
                </a:lnTo>
                <a:lnTo>
                  <a:pt x="3820" y="25801"/>
                </a:lnTo>
                <a:lnTo>
                  <a:pt x="3770" y="25861"/>
                </a:lnTo>
                <a:lnTo>
                  <a:pt x="3740" y="25921"/>
                </a:lnTo>
                <a:lnTo>
                  <a:pt x="3710" y="25982"/>
                </a:lnTo>
                <a:lnTo>
                  <a:pt x="3680" y="26042"/>
                </a:lnTo>
                <a:lnTo>
                  <a:pt x="3670" y="26112"/>
                </a:lnTo>
                <a:lnTo>
                  <a:pt x="3649" y="26183"/>
                </a:lnTo>
                <a:lnTo>
                  <a:pt x="3649" y="26253"/>
                </a:lnTo>
                <a:lnTo>
                  <a:pt x="3649" y="26323"/>
                </a:lnTo>
                <a:lnTo>
                  <a:pt x="3659" y="26394"/>
                </a:lnTo>
                <a:lnTo>
                  <a:pt x="3680" y="26464"/>
                </a:lnTo>
                <a:lnTo>
                  <a:pt x="3700" y="26534"/>
                </a:lnTo>
                <a:lnTo>
                  <a:pt x="3730" y="26595"/>
                </a:lnTo>
                <a:lnTo>
                  <a:pt x="3770" y="26665"/>
                </a:lnTo>
                <a:lnTo>
                  <a:pt x="4102" y="27188"/>
                </a:lnTo>
                <a:lnTo>
                  <a:pt x="4453" y="27781"/>
                </a:lnTo>
                <a:lnTo>
                  <a:pt x="4795" y="28414"/>
                </a:lnTo>
                <a:lnTo>
                  <a:pt x="4966" y="28745"/>
                </a:lnTo>
                <a:lnTo>
                  <a:pt x="5137" y="29087"/>
                </a:lnTo>
                <a:lnTo>
                  <a:pt x="5298" y="29429"/>
                </a:lnTo>
                <a:lnTo>
                  <a:pt x="5449" y="29771"/>
                </a:lnTo>
                <a:lnTo>
                  <a:pt x="5589" y="30112"/>
                </a:lnTo>
                <a:lnTo>
                  <a:pt x="5730" y="30444"/>
                </a:lnTo>
                <a:lnTo>
                  <a:pt x="5841" y="30776"/>
                </a:lnTo>
                <a:lnTo>
                  <a:pt x="5951" y="31097"/>
                </a:lnTo>
                <a:lnTo>
                  <a:pt x="6042" y="31409"/>
                </a:lnTo>
                <a:lnTo>
                  <a:pt x="6112" y="31710"/>
                </a:lnTo>
                <a:lnTo>
                  <a:pt x="6112" y="31710"/>
                </a:lnTo>
                <a:lnTo>
                  <a:pt x="5730" y="31439"/>
                </a:lnTo>
                <a:lnTo>
                  <a:pt x="5368" y="31168"/>
                </a:lnTo>
                <a:lnTo>
                  <a:pt x="5026" y="30886"/>
                </a:lnTo>
                <a:lnTo>
                  <a:pt x="4695" y="30615"/>
                </a:lnTo>
                <a:lnTo>
                  <a:pt x="4393" y="30354"/>
                </a:lnTo>
                <a:lnTo>
                  <a:pt x="4102" y="30092"/>
                </a:lnTo>
                <a:lnTo>
                  <a:pt x="3830" y="29841"/>
                </a:lnTo>
                <a:lnTo>
                  <a:pt x="3589" y="29600"/>
                </a:lnTo>
                <a:lnTo>
                  <a:pt x="3167" y="29178"/>
                </a:lnTo>
                <a:lnTo>
                  <a:pt x="2855" y="28846"/>
                </a:lnTo>
                <a:lnTo>
                  <a:pt x="2584" y="28534"/>
                </a:lnTo>
                <a:lnTo>
                  <a:pt x="2484" y="28434"/>
                </a:lnTo>
                <a:lnTo>
                  <a:pt x="2373" y="28333"/>
                </a:lnTo>
                <a:lnTo>
                  <a:pt x="2252" y="28243"/>
                </a:lnTo>
                <a:lnTo>
                  <a:pt x="2132" y="28173"/>
                </a:lnTo>
                <a:lnTo>
                  <a:pt x="2001" y="28112"/>
                </a:lnTo>
                <a:lnTo>
                  <a:pt x="1870" y="28072"/>
                </a:lnTo>
                <a:lnTo>
                  <a:pt x="1730" y="28042"/>
                </a:lnTo>
                <a:lnTo>
                  <a:pt x="1599" y="28022"/>
                </a:lnTo>
                <a:lnTo>
                  <a:pt x="1458" y="28012"/>
                </a:lnTo>
                <a:lnTo>
                  <a:pt x="1318" y="28022"/>
                </a:lnTo>
                <a:lnTo>
                  <a:pt x="1177" y="28042"/>
                </a:lnTo>
                <a:lnTo>
                  <a:pt x="1036" y="28072"/>
                </a:lnTo>
                <a:lnTo>
                  <a:pt x="906" y="28122"/>
                </a:lnTo>
                <a:lnTo>
                  <a:pt x="775" y="28183"/>
                </a:lnTo>
                <a:lnTo>
                  <a:pt x="654" y="28263"/>
                </a:lnTo>
                <a:lnTo>
                  <a:pt x="534" y="28354"/>
                </a:lnTo>
                <a:lnTo>
                  <a:pt x="423" y="28454"/>
                </a:lnTo>
                <a:lnTo>
                  <a:pt x="323" y="28555"/>
                </a:lnTo>
                <a:lnTo>
                  <a:pt x="242" y="28675"/>
                </a:lnTo>
                <a:lnTo>
                  <a:pt x="162" y="28796"/>
                </a:lnTo>
                <a:lnTo>
                  <a:pt x="112" y="28926"/>
                </a:lnTo>
                <a:lnTo>
                  <a:pt x="61" y="29057"/>
                </a:lnTo>
                <a:lnTo>
                  <a:pt x="31" y="29198"/>
                </a:lnTo>
                <a:lnTo>
                  <a:pt x="11" y="29338"/>
                </a:lnTo>
                <a:lnTo>
                  <a:pt x="1" y="29479"/>
                </a:lnTo>
                <a:lnTo>
                  <a:pt x="11" y="29620"/>
                </a:lnTo>
                <a:lnTo>
                  <a:pt x="31" y="29751"/>
                </a:lnTo>
                <a:lnTo>
                  <a:pt x="61" y="29891"/>
                </a:lnTo>
                <a:lnTo>
                  <a:pt x="112" y="30032"/>
                </a:lnTo>
                <a:lnTo>
                  <a:pt x="172" y="30163"/>
                </a:lnTo>
                <a:lnTo>
                  <a:pt x="252" y="30283"/>
                </a:lnTo>
                <a:lnTo>
                  <a:pt x="343" y="30404"/>
                </a:lnTo>
                <a:lnTo>
                  <a:pt x="463" y="30555"/>
                </a:lnTo>
                <a:lnTo>
                  <a:pt x="735" y="30856"/>
                </a:lnTo>
                <a:lnTo>
                  <a:pt x="1157" y="31298"/>
                </a:lnTo>
                <a:lnTo>
                  <a:pt x="1408" y="31560"/>
                </a:lnTo>
                <a:lnTo>
                  <a:pt x="1700" y="31841"/>
                </a:lnTo>
                <a:lnTo>
                  <a:pt x="2011" y="32143"/>
                </a:lnTo>
                <a:lnTo>
                  <a:pt x="2363" y="32454"/>
                </a:lnTo>
                <a:lnTo>
                  <a:pt x="2735" y="32776"/>
                </a:lnTo>
                <a:lnTo>
                  <a:pt x="3127" y="33108"/>
                </a:lnTo>
                <a:lnTo>
                  <a:pt x="3559" y="33449"/>
                </a:lnTo>
                <a:lnTo>
                  <a:pt x="4001" y="33781"/>
                </a:lnTo>
                <a:lnTo>
                  <a:pt x="4474" y="34113"/>
                </a:lnTo>
                <a:lnTo>
                  <a:pt x="4956" y="34434"/>
                </a:lnTo>
                <a:lnTo>
                  <a:pt x="4725" y="34605"/>
                </a:lnTo>
                <a:lnTo>
                  <a:pt x="4484" y="34766"/>
                </a:lnTo>
                <a:lnTo>
                  <a:pt x="4212" y="34927"/>
                </a:lnTo>
                <a:lnTo>
                  <a:pt x="3931" y="35078"/>
                </a:lnTo>
                <a:lnTo>
                  <a:pt x="3529" y="35289"/>
                </a:lnTo>
                <a:lnTo>
                  <a:pt x="3117" y="35470"/>
                </a:lnTo>
                <a:lnTo>
                  <a:pt x="2695" y="35640"/>
                </a:lnTo>
                <a:lnTo>
                  <a:pt x="2293" y="35791"/>
                </a:lnTo>
                <a:lnTo>
                  <a:pt x="1901" y="35922"/>
                </a:lnTo>
                <a:lnTo>
                  <a:pt x="1529" y="36042"/>
                </a:lnTo>
                <a:lnTo>
                  <a:pt x="1187" y="36133"/>
                </a:lnTo>
                <a:lnTo>
                  <a:pt x="885" y="36193"/>
                </a:lnTo>
                <a:lnTo>
                  <a:pt x="805" y="36213"/>
                </a:lnTo>
                <a:lnTo>
                  <a:pt x="735" y="36243"/>
                </a:lnTo>
                <a:lnTo>
                  <a:pt x="674" y="36274"/>
                </a:lnTo>
                <a:lnTo>
                  <a:pt x="614" y="36314"/>
                </a:lnTo>
                <a:lnTo>
                  <a:pt x="554" y="36354"/>
                </a:lnTo>
                <a:lnTo>
                  <a:pt x="504" y="36394"/>
                </a:lnTo>
                <a:lnTo>
                  <a:pt x="453" y="36454"/>
                </a:lnTo>
                <a:lnTo>
                  <a:pt x="413" y="36505"/>
                </a:lnTo>
                <a:lnTo>
                  <a:pt x="383" y="36565"/>
                </a:lnTo>
                <a:lnTo>
                  <a:pt x="353" y="36635"/>
                </a:lnTo>
                <a:lnTo>
                  <a:pt x="323" y="36696"/>
                </a:lnTo>
                <a:lnTo>
                  <a:pt x="313" y="36766"/>
                </a:lnTo>
                <a:lnTo>
                  <a:pt x="303" y="36836"/>
                </a:lnTo>
                <a:lnTo>
                  <a:pt x="292" y="36907"/>
                </a:lnTo>
                <a:lnTo>
                  <a:pt x="292" y="36977"/>
                </a:lnTo>
                <a:lnTo>
                  <a:pt x="313" y="37058"/>
                </a:lnTo>
                <a:lnTo>
                  <a:pt x="343" y="37178"/>
                </a:lnTo>
                <a:lnTo>
                  <a:pt x="403" y="37289"/>
                </a:lnTo>
                <a:lnTo>
                  <a:pt x="473" y="37389"/>
                </a:lnTo>
                <a:lnTo>
                  <a:pt x="564" y="37480"/>
                </a:lnTo>
                <a:lnTo>
                  <a:pt x="664" y="37550"/>
                </a:lnTo>
                <a:lnTo>
                  <a:pt x="775" y="37600"/>
                </a:lnTo>
                <a:lnTo>
                  <a:pt x="896" y="37630"/>
                </a:lnTo>
                <a:lnTo>
                  <a:pt x="1026" y="37640"/>
                </a:lnTo>
                <a:lnTo>
                  <a:pt x="1097" y="37640"/>
                </a:lnTo>
                <a:lnTo>
                  <a:pt x="1167" y="37630"/>
                </a:lnTo>
                <a:lnTo>
                  <a:pt x="1489" y="37560"/>
                </a:lnTo>
                <a:lnTo>
                  <a:pt x="1860" y="37460"/>
                </a:lnTo>
                <a:lnTo>
                  <a:pt x="2272" y="37339"/>
                </a:lnTo>
                <a:lnTo>
                  <a:pt x="2715" y="37188"/>
                </a:lnTo>
                <a:lnTo>
                  <a:pt x="3177" y="37017"/>
                </a:lnTo>
                <a:lnTo>
                  <a:pt x="3649" y="36826"/>
                </a:lnTo>
                <a:lnTo>
                  <a:pt x="4132" y="36615"/>
                </a:lnTo>
                <a:lnTo>
                  <a:pt x="4373" y="36495"/>
                </a:lnTo>
                <a:lnTo>
                  <a:pt x="4614" y="36374"/>
                </a:lnTo>
                <a:lnTo>
                  <a:pt x="4856" y="36233"/>
                </a:lnTo>
                <a:lnTo>
                  <a:pt x="5097" y="36093"/>
                </a:lnTo>
                <a:lnTo>
                  <a:pt x="5328" y="35952"/>
                </a:lnTo>
                <a:lnTo>
                  <a:pt x="5539" y="35811"/>
                </a:lnTo>
                <a:lnTo>
                  <a:pt x="5750" y="35671"/>
                </a:lnTo>
                <a:lnTo>
                  <a:pt x="5951" y="35520"/>
                </a:lnTo>
                <a:lnTo>
                  <a:pt x="6132" y="35369"/>
                </a:lnTo>
                <a:lnTo>
                  <a:pt x="6313" y="35218"/>
                </a:lnTo>
                <a:lnTo>
                  <a:pt x="6594" y="35359"/>
                </a:lnTo>
                <a:lnTo>
                  <a:pt x="6896" y="35500"/>
                </a:lnTo>
                <a:lnTo>
                  <a:pt x="7197" y="35630"/>
                </a:lnTo>
                <a:lnTo>
                  <a:pt x="7499" y="35751"/>
                </a:lnTo>
                <a:lnTo>
                  <a:pt x="7800" y="35872"/>
                </a:lnTo>
                <a:lnTo>
                  <a:pt x="8112" y="35982"/>
                </a:lnTo>
                <a:lnTo>
                  <a:pt x="8424" y="36083"/>
                </a:lnTo>
                <a:lnTo>
                  <a:pt x="8745" y="36173"/>
                </a:lnTo>
                <a:lnTo>
                  <a:pt x="9067" y="36253"/>
                </a:lnTo>
                <a:lnTo>
                  <a:pt x="9388" y="36324"/>
                </a:lnTo>
                <a:lnTo>
                  <a:pt x="9720" y="36384"/>
                </a:lnTo>
                <a:lnTo>
                  <a:pt x="10042" y="36424"/>
                </a:lnTo>
                <a:lnTo>
                  <a:pt x="10373" y="36465"/>
                </a:lnTo>
                <a:lnTo>
                  <a:pt x="10705" y="36485"/>
                </a:lnTo>
                <a:lnTo>
                  <a:pt x="11047" y="36495"/>
                </a:lnTo>
                <a:lnTo>
                  <a:pt x="11378" y="36495"/>
                </a:lnTo>
                <a:lnTo>
                  <a:pt x="10796" y="36967"/>
                </a:lnTo>
                <a:lnTo>
                  <a:pt x="10504" y="37208"/>
                </a:lnTo>
                <a:lnTo>
                  <a:pt x="10213" y="37460"/>
                </a:lnTo>
                <a:lnTo>
                  <a:pt x="9931" y="37721"/>
                </a:lnTo>
                <a:lnTo>
                  <a:pt x="9650" y="37972"/>
                </a:lnTo>
                <a:lnTo>
                  <a:pt x="9388" y="38244"/>
                </a:lnTo>
                <a:lnTo>
                  <a:pt x="9127" y="38505"/>
                </a:lnTo>
                <a:lnTo>
                  <a:pt x="8816" y="38696"/>
                </a:lnTo>
                <a:lnTo>
                  <a:pt x="8504" y="38867"/>
                </a:lnTo>
                <a:lnTo>
                  <a:pt x="8192" y="39028"/>
                </a:lnTo>
                <a:lnTo>
                  <a:pt x="7881" y="39168"/>
                </a:lnTo>
                <a:lnTo>
                  <a:pt x="7569" y="39299"/>
                </a:lnTo>
                <a:lnTo>
                  <a:pt x="7258" y="39419"/>
                </a:lnTo>
                <a:lnTo>
                  <a:pt x="6946" y="39520"/>
                </a:lnTo>
                <a:lnTo>
                  <a:pt x="6645" y="39610"/>
                </a:lnTo>
                <a:lnTo>
                  <a:pt x="6333" y="39691"/>
                </a:lnTo>
                <a:lnTo>
                  <a:pt x="6042" y="39751"/>
                </a:lnTo>
                <a:lnTo>
                  <a:pt x="5740" y="39811"/>
                </a:lnTo>
                <a:lnTo>
                  <a:pt x="5459" y="39862"/>
                </a:lnTo>
                <a:lnTo>
                  <a:pt x="5177" y="39902"/>
                </a:lnTo>
                <a:lnTo>
                  <a:pt x="4896" y="39932"/>
                </a:lnTo>
                <a:lnTo>
                  <a:pt x="4634" y="39952"/>
                </a:lnTo>
                <a:lnTo>
                  <a:pt x="4373" y="39972"/>
                </a:lnTo>
                <a:lnTo>
                  <a:pt x="3891" y="39992"/>
                </a:lnTo>
                <a:lnTo>
                  <a:pt x="3448" y="39982"/>
                </a:lnTo>
                <a:lnTo>
                  <a:pt x="3056" y="39962"/>
                </a:lnTo>
                <a:lnTo>
                  <a:pt x="2715" y="39942"/>
                </a:lnTo>
                <a:lnTo>
                  <a:pt x="2443" y="39912"/>
                </a:lnTo>
                <a:lnTo>
                  <a:pt x="2242" y="39882"/>
                </a:lnTo>
                <a:lnTo>
                  <a:pt x="2051" y="39852"/>
                </a:lnTo>
                <a:lnTo>
                  <a:pt x="1981" y="39832"/>
                </a:lnTo>
                <a:lnTo>
                  <a:pt x="1830" y="39832"/>
                </a:lnTo>
                <a:lnTo>
                  <a:pt x="1760" y="39842"/>
                </a:lnTo>
                <a:lnTo>
                  <a:pt x="1700" y="39862"/>
                </a:lnTo>
                <a:lnTo>
                  <a:pt x="1629" y="39882"/>
                </a:lnTo>
                <a:lnTo>
                  <a:pt x="1569" y="39912"/>
                </a:lnTo>
                <a:lnTo>
                  <a:pt x="1509" y="39942"/>
                </a:lnTo>
                <a:lnTo>
                  <a:pt x="1448" y="39982"/>
                </a:lnTo>
                <a:lnTo>
                  <a:pt x="1398" y="40033"/>
                </a:lnTo>
                <a:lnTo>
                  <a:pt x="1348" y="40083"/>
                </a:lnTo>
                <a:lnTo>
                  <a:pt x="1308" y="40143"/>
                </a:lnTo>
                <a:lnTo>
                  <a:pt x="1267" y="40203"/>
                </a:lnTo>
                <a:lnTo>
                  <a:pt x="1227" y="40264"/>
                </a:lnTo>
                <a:lnTo>
                  <a:pt x="1207" y="40334"/>
                </a:lnTo>
                <a:lnTo>
                  <a:pt x="1187" y="40404"/>
                </a:lnTo>
                <a:lnTo>
                  <a:pt x="1177" y="40475"/>
                </a:lnTo>
                <a:lnTo>
                  <a:pt x="1167" y="40555"/>
                </a:lnTo>
                <a:lnTo>
                  <a:pt x="1177" y="40626"/>
                </a:lnTo>
                <a:lnTo>
                  <a:pt x="1177" y="40696"/>
                </a:lnTo>
                <a:lnTo>
                  <a:pt x="1197" y="40766"/>
                </a:lnTo>
                <a:lnTo>
                  <a:pt x="1217" y="40827"/>
                </a:lnTo>
                <a:lnTo>
                  <a:pt x="1247" y="40897"/>
                </a:lnTo>
                <a:lnTo>
                  <a:pt x="1287" y="40957"/>
                </a:lnTo>
                <a:lnTo>
                  <a:pt x="1328" y="41008"/>
                </a:lnTo>
                <a:lnTo>
                  <a:pt x="1368" y="41068"/>
                </a:lnTo>
                <a:lnTo>
                  <a:pt x="1418" y="41108"/>
                </a:lnTo>
                <a:lnTo>
                  <a:pt x="1478" y="41158"/>
                </a:lnTo>
                <a:lnTo>
                  <a:pt x="1539" y="41198"/>
                </a:lnTo>
                <a:lnTo>
                  <a:pt x="1599" y="41229"/>
                </a:lnTo>
                <a:lnTo>
                  <a:pt x="1669" y="41249"/>
                </a:lnTo>
                <a:lnTo>
                  <a:pt x="1740" y="41269"/>
                </a:lnTo>
                <a:lnTo>
                  <a:pt x="1931" y="41309"/>
                </a:lnTo>
                <a:lnTo>
                  <a:pt x="2122" y="41339"/>
                </a:lnTo>
                <a:lnTo>
                  <a:pt x="2363" y="41369"/>
                </a:lnTo>
                <a:lnTo>
                  <a:pt x="2654" y="41400"/>
                </a:lnTo>
                <a:lnTo>
                  <a:pt x="2996" y="41430"/>
                </a:lnTo>
                <a:lnTo>
                  <a:pt x="3378" y="41450"/>
                </a:lnTo>
                <a:lnTo>
                  <a:pt x="3800" y="41460"/>
                </a:lnTo>
                <a:lnTo>
                  <a:pt x="4212" y="41450"/>
                </a:lnTo>
                <a:lnTo>
                  <a:pt x="4644" y="41430"/>
                </a:lnTo>
                <a:lnTo>
                  <a:pt x="5107" y="41389"/>
                </a:lnTo>
                <a:lnTo>
                  <a:pt x="5589" y="41329"/>
                </a:lnTo>
                <a:lnTo>
                  <a:pt x="6092" y="41239"/>
                </a:lnTo>
                <a:lnTo>
                  <a:pt x="6343" y="41188"/>
                </a:lnTo>
                <a:lnTo>
                  <a:pt x="6604" y="41128"/>
                </a:lnTo>
                <a:lnTo>
                  <a:pt x="6866" y="41068"/>
                </a:lnTo>
                <a:lnTo>
                  <a:pt x="7127" y="40997"/>
                </a:lnTo>
                <a:lnTo>
                  <a:pt x="7398" y="40917"/>
                </a:lnTo>
                <a:lnTo>
                  <a:pt x="7670" y="40827"/>
                </a:lnTo>
                <a:lnTo>
                  <a:pt x="7599" y="41038"/>
                </a:lnTo>
                <a:lnTo>
                  <a:pt x="7529" y="41259"/>
                </a:lnTo>
                <a:lnTo>
                  <a:pt x="7479" y="41470"/>
                </a:lnTo>
                <a:lnTo>
                  <a:pt x="7429" y="41691"/>
                </a:lnTo>
                <a:lnTo>
                  <a:pt x="7388" y="41902"/>
                </a:lnTo>
                <a:lnTo>
                  <a:pt x="7348" y="42113"/>
                </a:lnTo>
                <a:lnTo>
                  <a:pt x="7298" y="42535"/>
                </a:lnTo>
                <a:lnTo>
                  <a:pt x="7258" y="42947"/>
                </a:lnTo>
                <a:lnTo>
                  <a:pt x="7238" y="43339"/>
                </a:lnTo>
                <a:lnTo>
                  <a:pt x="7238" y="43711"/>
                </a:lnTo>
                <a:lnTo>
                  <a:pt x="7258" y="44073"/>
                </a:lnTo>
                <a:lnTo>
                  <a:pt x="7278" y="44395"/>
                </a:lnTo>
                <a:lnTo>
                  <a:pt x="7298" y="44696"/>
                </a:lnTo>
                <a:lnTo>
                  <a:pt x="7338" y="44968"/>
                </a:lnTo>
                <a:lnTo>
                  <a:pt x="7368" y="45199"/>
                </a:lnTo>
                <a:lnTo>
                  <a:pt x="7429" y="45540"/>
                </a:lnTo>
                <a:lnTo>
                  <a:pt x="7459" y="45691"/>
                </a:lnTo>
                <a:lnTo>
                  <a:pt x="7499" y="45812"/>
                </a:lnTo>
                <a:lnTo>
                  <a:pt x="7559" y="45922"/>
                </a:lnTo>
                <a:lnTo>
                  <a:pt x="7640" y="46013"/>
                </a:lnTo>
                <a:lnTo>
                  <a:pt x="7720" y="46093"/>
                </a:lnTo>
                <a:lnTo>
                  <a:pt x="7821" y="46164"/>
                </a:lnTo>
                <a:lnTo>
                  <a:pt x="7931" y="46214"/>
                </a:lnTo>
                <a:lnTo>
                  <a:pt x="8052" y="46244"/>
                </a:lnTo>
                <a:lnTo>
                  <a:pt x="8172" y="46254"/>
                </a:lnTo>
                <a:lnTo>
                  <a:pt x="8253" y="46244"/>
                </a:lnTo>
                <a:lnTo>
                  <a:pt x="8343" y="46234"/>
                </a:lnTo>
                <a:lnTo>
                  <a:pt x="8414" y="46204"/>
                </a:lnTo>
                <a:lnTo>
                  <a:pt x="8484" y="46184"/>
                </a:lnTo>
                <a:lnTo>
                  <a:pt x="8544" y="46144"/>
                </a:lnTo>
                <a:lnTo>
                  <a:pt x="8604" y="46103"/>
                </a:lnTo>
                <a:lnTo>
                  <a:pt x="8665" y="46063"/>
                </a:lnTo>
                <a:lnTo>
                  <a:pt x="8705" y="46013"/>
                </a:lnTo>
                <a:lnTo>
                  <a:pt x="8755" y="45963"/>
                </a:lnTo>
                <a:lnTo>
                  <a:pt x="8795" y="45902"/>
                </a:lnTo>
                <a:lnTo>
                  <a:pt x="8826" y="45842"/>
                </a:lnTo>
                <a:lnTo>
                  <a:pt x="8856" y="45772"/>
                </a:lnTo>
                <a:lnTo>
                  <a:pt x="8876" y="45711"/>
                </a:lnTo>
                <a:lnTo>
                  <a:pt x="8896" y="45641"/>
                </a:lnTo>
                <a:lnTo>
                  <a:pt x="8896" y="45571"/>
                </a:lnTo>
                <a:lnTo>
                  <a:pt x="8906" y="45500"/>
                </a:lnTo>
                <a:lnTo>
                  <a:pt x="8896" y="45420"/>
                </a:lnTo>
                <a:lnTo>
                  <a:pt x="8886" y="45349"/>
                </a:lnTo>
                <a:lnTo>
                  <a:pt x="8846" y="45199"/>
                </a:lnTo>
                <a:lnTo>
                  <a:pt x="8816" y="45028"/>
                </a:lnTo>
                <a:lnTo>
                  <a:pt x="8785" y="44787"/>
                </a:lnTo>
                <a:lnTo>
                  <a:pt x="8755" y="44505"/>
                </a:lnTo>
                <a:lnTo>
                  <a:pt x="8725" y="44184"/>
                </a:lnTo>
                <a:lnTo>
                  <a:pt x="8705" y="43812"/>
                </a:lnTo>
                <a:lnTo>
                  <a:pt x="8705" y="43420"/>
                </a:lnTo>
                <a:lnTo>
                  <a:pt x="8715" y="43028"/>
                </a:lnTo>
                <a:lnTo>
                  <a:pt x="8755" y="42616"/>
                </a:lnTo>
                <a:lnTo>
                  <a:pt x="8785" y="42395"/>
                </a:lnTo>
                <a:lnTo>
                  <a:pt x="8816" y="42173"/>
                </a:lnTo>
                <a:lnTo>
                  <a:pt x="8866" y="41952"/>
                </a:lnTo>
                <a:lnTo>
                  <a:pt x="8916" y="41731"/>
                </a:lnTo>
                <a:lnTo>
                  <a:pt x="8986" y="41500"/>
                </a:lnTo>
                <a:lnTo>
                  <a:pt x="9057" y="41279"/>
                </a:lnTo>
                <a:lnTo>
                  <a:pt x="9137" y="41058"/>
                </a:lnTo>
                <a:lnTo>
                  <a:pt x="9238" y="40837"/>
                </a:lnTo>
                <a:lnTo>
                  <a:pt x="9348" y="40616"/>
                </a:lnTo>
                <a:lnTo>
                  <a:pt x="9469" y="40404"/>
                </a:lnTo>
                <a:lnTo>
                  <a:pt x="9610" y="40193"/>
                </a:lnTo>
                <a:lnTo>
                  <a:pt x="9760" y="40002"/>
                </a:lnTo>
                <a:lnTo>
                  <a:pt x="9911" y="39811"/>
                </a:lnTo>
                <a:lnTo>
                  <a:pt x="10072" y="39631"/>
                </a:lnTo>
                <a:lnTo>
                  <a:pt x="10454" y="39369"/>
                </a:lnTo>
                <a:lnTo>
                  <a:pt x="10816" y="39088"/>
                </a:lnTo>
                <a:lnTo>
                  <a:pt x="11439" y="38585"/>
                </a:lnTo>
                <a:lnTo>
                  <a:pt x="12042" y="38123"/>
                </a:lnTo>
                <a:lnTo>
                  <a:pt x="12615" y="37691"/>
                </a:lnTo>
                <a:lnTo>
                  <a:pt x="13168" y="37289"/>
                </a:lnTo>
                <a:lnTo>
                  <a:pt x="13690" y="36927"/>
                </a:lnTo>
                <a:lnTo>
                  <a:pt x="14173" y="36585"/>
                </a:lnTo>
                <a:lnTo>
                  <a:pt x="14635" y="36284"/>
                </a:lnTo>
                <a:lnTo>
                  <a:pt x="15057" y="36002"/>
                </a:lnTo>
                <a:lnTo>
                  <a:pt x="16916" y="35671"/>
                </a:lnTo>
                <a:lnTo>
                  <a:pt x="19027" y="35279"/>
                </a:lnTo>
                <a:lnTo>
                  <a:pt x="23218" y="41781"/>
                </a:lnTo>
                <a:lnTo>
                  <a:pt x="23118" y="42485"/>
                </a:lnTo>
                <a:lnTo>
                  <a:pt x="23037" y="43199"/>
                </a:lnTo>
                <a:lnTo>
                  <a:pt x="22967" y="43912"/>
                </a:lnTo>
                <a:lnTo>
                  <a:pt x="22907" y="44616"/>
                </a:lnTo>
                <a:lnTo>
                  <a:pt x="22726" y="44706"/>
                </a:lnTo>
                <a:lnTo>
                  <a:pt x="22525" y="44777"/>
                </a:lnTo>
                <a:lnTo>
                  <a:pt x="22324" y="44847"/>
                </a:lnTo>
                <a:lnTo>
                  <a:pt x="22103" y="44917"/>
                </a:lnTo>
                <a:lnTo>
                  <a:pt x="21872" y="44968"/>
                </a:lnTo>
                <a:lnTo>
                  <a:pt x="21630" y="45028"/>
                </a:lnTo>
                <a:lnTo>
                  <a:pt x="21389" y="45068"/>
                </a:lnTo>
                <a:lnTo>
                  <a:pt x="21128" y="45118"/>
                </a:lnTo>
                <a:lnTo>
                  <a:pt x="20605" y="45189"/>
                </a:lnTo>
                <a:lnTo>
                  <a:pt x="20042" y="45239"/>
                </a:lnTo>
                <a:lnTo>
                  <a:pt x="19469" y="45269"/>
                </a:lnTo>
                <a:lnTo>
                  <a:pt x="18886" y="45289"/>
                </a:lnTo>
                <a:lnTo>
                  <a:pt x="17630" y="40937"/>
                </a:lnTo>
                <a:lnTo>
                  <a:pt x="17600" y="40867"/>
                </a:lnTo>
                <a:lnTo>
                  <a:pt x="17570" y="40807"/>
                </a:lnTo>
                <a:lnTo>
                  <a:pt x="17530" y="40736"/>
                </a:lnTo>
                <a:lnTo>
                  <a:pt x="17489" y="40686"/>
                </a:lnTo>
                <a:lnTo>
                  <a:pt x="17449" y="40626"/>
                </a:lnTo>
                <a:lnTo>
                  <a:pt x="17389" y="40585"/>
                </a:lnTo>
                <a:lnTo>
                  <a:pt x="17339" y="40545"/>
                </a:lnTo>
                <a:lnTo>
                  <a:pt x="17278" y="40505"/>
                </a:lnTo>
                <a:lnTo>
                  <a:pt x="17218" y="40475"/>
                </a:lnTo>
                <a:lnTo>
                  <a:pt x="17148" y="40445"/>
                </a:lnTo>
                <a:lnTo>
                  <a:pt x="17077" y="40435"/>
                </a:lnTo>
                <a:lnTo>
                  <a:pt x="17007" y="40415"/>
                </a:lnTo>
                <a:lnTo>
                  <a:pt x="16866" y="40415"/>
                </a:lnTo>
                <a:lnTo>
                  <a:pt x="16796" y="40425"/>
                </a:lnTo>
                <a:lnTo>
                  <a:pt x="16726" y="40445"/>
                </a:lnTo>
                <a:lnTo>
                  <a:pt x="16655" y="40465"/>
                </a:lnTo>
                <a:lnTo>
                  <a:pt x="16585" y="40495"/>
                </a:lnTo>
                <a:lnTo>
                  <a:pt x="16525" y="40535"/>
                </a:lnTo>
                <a:lnTo>
                  <a:pt x="16464" y="40575"/>
                </a:lnTo>
                <a:lnTo>
                  <a:pt x="16414" y="40626"/>
                </a:lnTo>
                <a:lnTo>
                  <a:pt x="16364" y="40676"/>
                </a:lnTo>
                <a:lnTo>
                  <a:pt x="16323" y="40736"/>
                </a:lnTo>
                <a:lnTo>
                  <a:pt x="16283" y="40796"/>
                </a:lnTo>
                <a:lnTo>
                  <a:pt x="16253" y="40857"/>
                </a:lnTo>
                <a:lnTo>
                  <a:pt x="16233" y="40917"/>
                </a:lnTo>
                <a:lnTo>
                  <a:pt x="16213" y="40987"/>
                </a:lnTo>
                <a:lnTo>
                  <a:pt x="16203" y="41058"/>
                </a:lnTo>
                <a:lnTo>
                  <a:pt x="16193" y="41128"/>
                </a:lnTo>
                <a:lnTo>
                  <a:pt x="16203" y="41198"/>
                </a:lnTo>
                <a:lnTo>
                  <a:pt x="16213" y="41269"/>
                </a:lnTo>
                <a:lnTo>
                  <a:pt x="16223" y="41349"/>
                </a:lnTo>
                <a:lnTo>
                  <a:pt x="17369" y="45279"/>
                </a:lnTo>
                <a:lnTo>
                  <a:pt x="16796" y="45249"/>
                </a:lnTo>
                <a:lnTo>
                  <a:pt x="16233" y="45219"/>
                </a:lnTo>
                <a:lnTo>
                  <a:pt x="15690" y="45179"/>
                </a:lnTo>
                <a:lnTo>
                  <a:pt x="15188" y="45138"/>
                </a:lnTo>
                <a:lnTo>
                  <a:pt x="14705" y="45088"/>
                </a:lnTo>
                <a:lnTo>
                  <a:pt x="14273" y="45038"/>
                </a:lnTo>
                <a:lnTo>
                  <a:pt x="13529" y="44947"/>
                </a:lnTo>
                <a:lnTo>
                  <a:pt x="13459" y="44937"/>
                </a:lnTo>
                <a:lnTo>
                  <a:pt x="13379" y="44937"/>
                </a:lnTo>
                <a:lnTo>
                  <a:pt x="13308" y="44947"/>
                </a:lnTo>
                <a:lnTo>
                  <a:pt x="13238" y="44958"/>
                </a:lnTo>
                <a:lnTo>
                  <a:pt x="13178" y="44978"/>
                </a:lnTo>
                <a:lnTo>
                  <a:pt x="13107" y="45008"/>
                </a:lnTo>
                <a:lnTo>
                  <a:pt x="13047" y="45038"/>
                </a:lnTo>
                <a:lnTo>
                  <a:pt x="12987" y="45078"/>
                </a:lnTo>
                <a:lnTo>
                  <a:pt x="12936" y="45128"/>
                </a:lnTo>
                <a:lnTo>
                  <a:pt x="12886" y="45179"/>
                </a:lnTo>
                <a:lnTo>
                  <a:pt x="12836" y="45229"/>
                </a:lnTo>
                <a:lnTo>
                  <a:pt x="12806" y="45289"/>
                </a:lnTo>
                <a:lnTo>
                  <a:pt x="12766" y="45349"/>
                </a:lnTo>
                <a:lnTo>
                  <a:pt x="12735" y="45420"/>
                </a:lnTo>
                <a:lnTo>
                  <a:pt x="12715" y="45490"/>
                </a:lnTo>
                <a:lnTo>
                  <a:pt x="12705" y="45561"/>
                </a:lnTo>
                <a:lnTo>
                  <a:pt x="12695" y="45631"/>
                </a:lnTo>
                <a:lnTo>
                  <a:pt x="12695" y="45711"/>
                </a:lnTo>
                <a:lnTo>
                  <a:pt x="12705" y="45782"/>
                </a:lnTo>
                <a:lnTo>
                  <a:pt x="12715" y="45852"/>
                </a:lnTo>
                <a:lnTo>
                  <a:pt x="12735" y="45912"/>
                </a:lnTo>
                <a:lnTo>
                  <a:pt x="12766" y="45983"/>
                </a:lnTo>
                <a:lnTo>
                  <a:pt x="12796" y="46043"/>
                </a:lnTo>
                <a:lnTo>
                  <a:pt x="12836" y="46103"/>
                </a:lnTo>
                <a:lnTo>
                  <a:pt x="12886" y="46154"/>
                </a:lnTo>
                <a:lnTo>
                  <a:pt x="12936" y="46204"/>
                </a:lnTo>
                <a:lnTo>
                  <a:pt x="12987" y="46254"/>
                </a:lnTo>
                <a:lnTo>
                  <a:pt x="13047" y="46284"/>
                </a:lnTo>
                <a:lnTo>
                  <a:pt x="13107" y="46324"/>
                </a:lnTo>
                <a:lnTo>
                  <a:pt x="13178" y="46355"/>
                </a:lnTo>
                <a:lnTo>
                  <a:pt x="13248" y="46375"/>
                </a:lnTo>
                <a:lnTo>
                  <a:pt x="13318" y="46385"/>
                </a:lnTo>
                <a:lnTo>
                  <a:pt x="13710" y="46445"/>
                </a:lnTo>
                <a:lnTo>
                  <a:pt x="14122" y="46485"/>
                </a:lnTo>
                <a:lnTo>
                  <a:pt x="14655" y="46546"/>
                </a:lnTo>
                <a:lnTo>
                  <a:pt x="15298" y="46606"/>
                </a:lnTo>
                <a:lnTo>
                  <a:pt x="16022" y="46666"/>
                </a:lnTo>
                <a:lnTo>
                  <a:pt x="16816" y="46706"/>
                </a:lnTo>
                <a:lnTo>
                  <a:pt x="17660" y="46737"/>
                </a:lnTo>
                <a:lnTo>
                  <a:pt x="18394" y="46747"/>
                </a:lnTo>
                <a:lnTo>
                  <a:pt x="19057" y="46747"/>
                </a:lnTo>
                <a:lnTo>
                  <a:pt x="19691" y="46716"/>
                </a:lnTo>
                <a:lnTo>
                  <a:pt x="20284" y="46676"/>
                </a:lnTo>
                <a:lnTo>
                  <a:pt x="20856" y="46616"/>
                </a:lnTo>
                <a:lnTo>
                  <a:pt x="21389" y="46546"/>
                </a:lnTo>
                <a:lnTo>
                  <a:pt x="21882" y="46455"/>
                </a:lnTo>
                <a:lnTo>
                  <a:pt x="22344" y="46355"/>
                </a:lnTo>
                <a:lnTo>
                  <a:pt x="22565" y="46294"/>
                </a:lnTo>
                <a:lnTo>
                  <a:pt x="22776" y="46224"/>
                </a:lnTo>
                <a:lnTo>
                  <a:pt x="22706" y="46867"/>
                </a:lnTo>
                <a:lnTo>
                  <a:pt x="22635" y="47480"/>
                </a:lnTo>
                <a:lnTo>
                  <a:pt x="22555" y="48063"/>
                </a:lnTo>
                <a:lnTo>
                  <a:pt x="22454" y="48616"/>
                </a:lnTo>
                <a:lnTo>
                  <a:pt x="22344" y="49139"/>
                </a:lnTo>
                <a:lnTo>
                  <a:pt x="22284" y="49390"/>
                </a:lnTo>
                <a:lnTo>
                  <a:pt x="22213" y="49631"/>
                </a:lnTo>
                <a:lnTo>
                  <a:pt x="22143" y="49872"/>
                </a:lnTo>
                <a:lnTo>
                  <a:pt x="22062" y="50104"/>
                </a:lnTo>
                <a:lnTo>
                  <a:pt x="21982" y="50325"/>
                </a:lnTo>
                <a:lnTo>
                  <a:pt x="21892" y="50546"/>
                </a:lnTo>
                <a:lnTo>
                  <a:pt x="21791" y="50757"/>
                </a:lnTo>
                <a:lnTo>
                  <a:pt x="21691" y="50958"/>
                </a:lnTo>
                <a:lnTo>
                  <a:pt x="21580" y="51149"/>
                </a:lnTo>
                <a:lnTo>
                  <a:pt x="21469" y="51340"/>
                </a:lnTo>
                <a:lnTo>
                  <a:pt x="21339" y="51521"/>
                </a:lnTo>
                <a:lnTo>
                  <a:pt x="21208" y="51702"/>
                </a:lnTo>
                <a:lnTo>
                  <a:pt x="21067" y="51872"/>
                </a:lnTo>
                <a:lnTo>
                  <a:pt x="20917" y="52033"/>
                </a:lnTo>
                <a:lnTo>
                  <a:pt x="20766" y="52184"/>
                </a:lnTo>
                <a:lnTo>
                  <a:pt x="20595" y="52335"/>
                </a:lnTo>
                <a:lnTo>
                  <a:pt x="20414" y="52476"/>
                </a:lnTo>
                <a:lnTo>
                  <a:pt x="20233" y="52616"/>
                </a:lnTo>
                <a:lnTo>
                  <a:pt x="20032" y="52747"/>
                </a:lnTo>
                <a:lnTo>
                  <a:pt x="19831" y="52868"/>
                </a:lnTo>
                <a:lnTo>
                  <a:pt x="19610" y="52978"/>
                </a:lnTo>
                <a:lnTo>
                  <a:pt x="19389" y="53089"/>
                </a:lnTo>
                <a:lnTo>
                  <a:pt x="19027" y="53249"/>
                </a:lnTo>
                <a:lnTo>
                  <a:pt x="18675" y="53400"/>
                </a:lnTo>
                <a:lnTo>
                  <a:pt x="18324" y="53541"/>
                </a:lnTo>
                <a:lnTo>
                  <a:pt x="17982" y="53672"/>
                </a:lnTo>
                <a:lnTo>
                  <a:pt x="17489" y="53521"/>
                </a:lnTo>
                <a:lnTo>
                  <a:pt x="16967" y="53340"/>
                </a:lnTo>
                <a:lnTo>
                  <a:pt x="16414" y="53149"/>
                </a:lnTo>
                <a:lnTo>
                  <a:pt x="15831" y="52928"/>
                </a:lnTo>
                <a:lnTo>
                  <a:pt x="14886" y="52586"/>
                </a:lnTo>
                <a:lnTo>
                  <a:pt x="14414" y="52425"/>
                </a:lnTo>
                <a:lnTo>
                  <a:pt x="13941" y="52264"/>
                </a:lnTo>
                <a:lnTo>
                  <a:pt x="13781" y="52214"/>
                </a:lnTo>
                <a:lnTo>
                  <a:pt x="13650" y="52154"/>
                </a:lnTo>
                <a:lnTo>
                  <a:pt x="13529" y="52104"/>
                </a:lnTo>
                <a:lnTo>
                  <a:pt x="13429" y="52043"/>
                </a:lnTo>
                <a:lnTo>
                  <a:pt x="13348" y="51973"/>
                </a:lnTo>
                <a:lnTo>
                  <a:pt x="13278" y="51913"/>
                </a:lnTo>
                <a:lnTo>
                  <a:pt x="13238" y="51852"/>
                </a:lnTo>
                <a:lnTo>
                  <a:pt x="13218" y="51792"/>
                </a:lnTo>
                <a:lnTo>
                  <a:pt x="13218" y="51722"/>
                </a:lnTo>
                <a:lnTo>
                  <a:pt x="13228" y="51621"/>
                </a:lnTo>
                <a:lnTo>
                  <a:pt x="13268" y="51521"/>
                </a:lnTo>
                <a:lnTo>
                  <a:pt x="13318" y="51410"/>
                </a:lnTo>
                <a:lnTo>
                  <a:pt x="13379" y="51290"/>
                </a:lnTo>
                <a:lnTo>
                  <a:pt x="13459" y="51149"/>
                </a:lnTo>
                <a:lnTo>
                  <a:pt x="13560" y="51018"/>
                </a:lnTo>
                <a:lnTo>
                  <a:pt x="13670" y="50867"/>
                </a:lnTo>
                <a:lnTo>
                  <a:pt x="13791" y="50717"/>
                </a:lnTo>
                <a:lnTo>
                  <a:pt x="13931" y="50566"/>
                </a:lnTo>
                <a:lnTo>
                  <a:pt x="14082" y="50405"/>
                </a:lnTo>
                <a:lnTo>
                  <a:pt x="14253" y="50244"/>
                </a:lnTo>
                <a:lnTo>
                  <a:pt x="14424" y="50083"/>
                </a:lnTo>
                <a:lnTo>
                  <a:pt x="14615" y="49923"/>
                </a:lnTo>
                <a:lnTo>
                  <a:pt x="14806" y="49772"/>
                </a:lnTo>
                <a:lnTo>
                  <a:pt x="15017" y="49611"/>
                </a:lnTo>
                <a:lnTo>
                  <a:pt x="15077" y="49571"/>
                </a:lnTo>
                <a:lnTo>
                  <a:pt x="15127" y="49521"/>
                </a:lnTo>
                <a:lnTo>
                  <a:pt x="15178" y="49460"/>
                </a:lnTo>
                <a:lnTo>
                  <a:pt x="15218" y="49400"/>
                </a:lnTo>
                <a:lnTo>
                  <a:pt x="15248" y="49340"/>
                </a:lnTo>
                <a:lnTo>
                  <a:pt x="15278" y="49279"/>
                </a:lnTo>
                <a:lnTo>
                  <a:pt x="15298" y="49209"/>
                </a:lnTo>
                <a:lnTo>
                  <a:pt x="15308" y="49139"/>
                </a:lnTo>
                <a:lnTo>
                  <a:pt x="15318" y="49068"/>
                </a:lnTo>
                <a:lnTo>
                  <a:pt x="15318" y="48998"/>
                </a:lnTo>
                <a:lnTo>
                  <a:pt x="15318" y="48928"/>
                </a:lnTo>
                <a:lnTo>
                  <a:pt x="15308" y="48857"/>
                </a:lnTo>
                <a:lnTo>
                  <a:pt x="15288" y="48797"/>
                </a:lnTo>
                <a:lnTo>
                  <a:pt x="15258" y="48727"/>
                </a:lnTo>
                <a:lnTo>
                  <a:pt x="15228" y="48656"/>
                </a:lnTo>
                <a:lnTo>
                  <a:pt x="15188" y="48596"/>
                </a:lnTo>
                <a:lnTo>
                  <a:pt x="15137" y="48536"/>
                </a:lnTo>
                <a:lnTo>
                  <a:pt x="15087" y="48485"/>
                </a:lnTo>
                <a:lnTo>
                  <a:pt x="15037" y="48435"/>
                </a:lnTo>
                <a:lnTo>
                  <a:pt x="14977" y="48395"/>
                </a:lnTo>
                <a:lnTo>
                  <a:pt x="14906" y="48365"/>
                </a:lnTo>
                <a:lnTo>
                  <a:pt x="14846" y="48335"/>
                </a:lnTo>
                <a:lnTo>
                  <a:pt x="14776" y="48314"/>
                </a:lnTo>
                <a:lnTo>
                  <a:pt x="14715" y="48304"/>
                </a:lnTo>
                <a:lnTo>
                  <a:pt x="14645" y="48294"/>
                </a:lnTo>
                <a:lnTo>
                  <a:pt x="14504" y="48294"/>
                </a:lnTo>
                <a:lnTo>
                  <a:pt x="14434" y="48304"/>
                </a:lnTo>
                <a:lnTo>
                  <a:pt x="14364" y="48325"/>
                </a:lnTo>
                <a:lnTo>
                  <a:pt x="14293" y="48355"/>
                </a:lnTo>
                <a:lnTo>
                  <a:pt x="14233" y="48385"/>
                </a:lnTo>
                <a:lnTo>
                  <a:pt x="14163" y="48425"/>
                </a:lnTo>
                <a:lnTo>
                  <a:pt x="13931" y="48606"/>
                </a:lnTo>
                <a:lnTo>
                  <a:pt x="13761" y="48737"/>
                </a:lnTo>
                <a:lnTo>
                  <a:pt x="13570" y="48897"/>
                </a:lnTo>
                <a:lnTo>
                  <a:pt x="13369" y="49078"/>
                </a:lnTo>
                <a:lnTo>
                  <a:pt x="13147" y="49279"/>
                </a:lnTo>
                <a:lnTo>
                  <a:pt x="12926" y="49500"/>
                </a:lnTo>
                <a:lnTo>
                  <a:pt x="12715" y="49742"/>
                </a:lnTo>
                <a:lnTo>
                  <a:pt x="12504" y="49993"/>
                </a:lnTo>
                <a:lnTo>
                  <a:pt x="12303" y="50254"/>
                </a:lnTo>
                <a:lnTo>
                  <a:pt x="12213" y="50395"/>
                </a:lnTo>
                <a:lnTo>
                  <a:pt x="12132" y="50536"/>
                </a:lnTo>
                <a:lnTo>
                  <a:pt x="12052" y="50676"/>
                </a:lnTo>
                <a:lnTo>
                  <a:pt x="11982" y="50827"/>
                </a:lnTo>
                <a:lnTo>
                  <a:pt x="11921" y="50968"/>
                </a:lnTo>
                <a:lnTo>
                  <a:pt x="11861" y="51119"/>
                </a:lnTo>
                <a:lnTo>
                  <a:pt x="11821" y="51269"/>
                </a:lnTo>
                <a:lnTo>
                  <a:pt x="11791" y="51420"/>
                </a:lnTo>
                <a:lnTo>
                  <a:pt x="11770" y="51571"/>
                </a:lnTo>
                <a:lnTo>
                  <a:pt x="11760" y="51722"/>
                </a:lnTo>
                <a:lnTo>
                  <a:pt x="11760" y="51872"/>
                </a:lnTo>
                <a:lnTo>
                  <a:pt x="11781" y="52023"/>
                </a:lnTo>
                <a:lnTo>
                  <a:pt x="11811" y="52194"/>
                </a:lnTo>
                <a:lnTo>
                  <a:pt x="11861" y="52355"/>
                </a:lnTo>
                <a:lnTo>
                  <a:pt x="11931" y="52506"/>
                </a:lnTo>
                <a:lnTo>
                  <a:pt x="12012" y="52646"/>
                </a:lnTo>
                <a:lnTo>
                  <a:pt x="12102" y="52777"/>
                </a:lnTo>
                <a:lnTo>
                  <a:pt x="12203" y="52898"/>
                </a:lnTo>
                <a:lnTo>
                  <a:pt x="12313" y="53008"/>
                </a:lnTo>
                <a:lnTo>
                  <a:pt x="12434" y="53109"/>
                </a:lnTo>
                <a:lnTo>
                  <a:pt x="12554" y="53199"/>
                </a:lnTo>
                <a:lnTo>
                  <a:pt x="12685" y="53290"/>
                </a:lnTo>
                <a:lnTo>
                  <a:pt x="12816" y="53370"/>
                </a:lnTo>
                <a:lnTo>
                  <a:pt x="12956" y="53440"/>
                </a:lnTo>
                <a:lnTo>
                  <a:pt x="13087" y="53501"/>
                </a:lnTo>
                <a:lnTo>
                  <a:pt x="13228" y="53561"/>
                </a:lnTo>
                <a:lnTo>
                  <a:pt x="13499" y="53651"/>
                </a:lnTo>
                <a:lnTo>
                  <a:pt x="13951" y="53802"/>
                </a:lnTo>
                <a:lnTo>
                  <a:pt x="14414" y="53963"/>
                </a:lnTo>
                <a:lnTo>
                  <a:pt x="15318" y="54305"/>
                </a:lnTo>
                <a:lnTo>
                  <a:pt x="15580" y="54395"/>
                </a:lnTo>
                <a:lnTo>
                  <a:pt x="15077" y="54506"/>
                </a:lnTo>
                <a:lnTo>
                  <a:pt x="14605" y="54606"/>
                </a:lnTo>
                <a:lnTo>
                  <a:pt x="14142" y="54697"/>
                </a:lnTo>
                <a:lnTo>
                  <a:pt x="13700" y="54767"/>
                </a:lnTo>
                <a:lnTo>
                  <a:pt x="13288" y="54827"/>
                </a:lnTo>
                <a:lnTo>
                  <a:pt x="12906" y="54878"/>
                </a:lnTo>
                <a:lnTo>
                  <a:pt x="12544" y="54918"/>
                </a:lnTo>
                <a:lnTo>
                  <a:pt x="12213" y="54948"/>
                </a:lnTo>
                <a:lnTo>
                  <a:pt x="11650" y="54988"/>
                </a:lnTo>
                <a:lnTo>
                  <a:pt x="11218" y="54998"/>
                </a:lnTo>
                <a:lnTo>
                  <a:pt x="10946" y="55008"/>
                </a:lnTo>
                <a:lnTo>
                  <a:pt x="10695" y="55008"/>
                </a:lnTo>
                <a:lnTo>
                  <a:pt x="10554" y="55028"/>
                </a:lnTo>
                <a:lnTo>
                  <a:pt x="10414" y="55059"/>
                </a:lnTo>
                <a:lnTo>
                  <a:pt x="10273" y="55099"/>
                </a:lnTo>
                <a:lnTo>
                  <a:pt x="10142" y="55159"/>
                </a:lnTo>
                <a:lnTo>
                  <a:pt x="10022" y="55229"/>
                </a:lnTo>
                <a:lnTo>
                  <a:pt x="9911" y="55310"/>
                </a:lnTo>
                <a:lnTo>
                  <a:pt x="9801" y="55400"/>
                </a:lnTo>
                <a:lnTo>
                  <a:pt x="9700" y="55501"/>
                </a:lnTo>
                <a:lnTo>
                  <a:pt x="9620" y="55611"/>
                </a:lnTo>
                <a:lnTo>
                  <a:pt x="9539" y="55722"/>
                </a:lnTo>
                <a:lnTo>
                  <a:pt x="9469" y="55853"/>
                </a:lnTo>
                <a:lnTo>
                  <a:pt x="9419" y="55983"/>
                </a:lnTo>
                <a:lnTo>
                  <a:pt x="9378" y="56124"/>
                </a:lnTo>
                <a:lnTo>
                  <a:pt x="9348" y="56265"/>
                </a:lnTo>
                <a:lnTo>
                  <a:pt x="9338" y="56415"/>
                </a:lnTo>
                <a:lnTo>
                  <a:pt x="9338" y="56566"/>
                </a:lnTo>
                <a:lnTo>
                  <a:pt x="9358" y="56707"/>
                </a:lnTo>
                <a:lnTo>
                  <a:pt x="9388" y="56848"/>
                </a:lnTo>
                <a:lnTo>
                  <a:pt x="9439" y="56988"/>
                </a:lnTo>
                <a:lnTo>
                  <a:pt x="9489" y="57109"/>
                </a:lnTo>
                <a:lnTo>
                  <a:pt x="9559" y="57240"/>
                </a:lnTo>
                <a:lnTo>
                  <a:pt x="9640" y="57350"/>
                </a:lnTo>
                <a:lnTo>
                  <a:pt x="9730" y="57461"/>
                </a:lnTo>
                <a:lnTo>
                  <a:pt x="9831" y="57551"/>
                </a:lnTo>
                <a:lnTo>
                  <a:pt x="9941" y="57642"/>
                </a:lnTo>
                <a:lnTo>
                  <a:pt x="10062" y="57722"/>
                </a:lnTo>
                <a:lnTo>
                  <a:pt x="10182" y="57782"/>
                </a:lnTo>
                <a:lnTo>
                  <a:pt x="10323" y="57843"/>
                </a:lnTo>
                <a:lnTo>
                  <a:pt x="10454" y="57883"/>
                </a:lnTo>
                <a:lnTo>
                  <a:pt x="10605" y="57903"/>
                </a:lnTo>
                <a:lnTo>
                  <a:pt x="10745" y="57923"/>
                </a:lnTo>
                <a:lnTo>
                  <a:pt x="11298" y="57923"/>
                </a:lnTo>
                <a:lnTo>
                  <a:pt x="11720" y="57903"/>
                </a:lnTo>
                <a:lnTo>
                  <a:pt x="12253" y="57873"/>
                </a:lnTo>
                <a:lnTo>
                  <a:pt x="12886" y="57813"/>
                </a:lnTo>
                <a:lnTo>
                  <a:pt x="13610" y="57732"/>
                </a:lnTo>
                <a:lnTo>
                  <a:pt x="13992" y="57682"/>
                </a:lnTo>
                <a:lnTo>
                  <a:pt x="14404" y="57612"/>
                </a:lnTo>
                <a:lnTo>
                  <a:pt x="14836" y="57541"/>
                </a:lnTo>
                <a:lnTo>
                  <a:pt x="15278" y="57451"/>
                </a:lnTo>
                <a:lnTo>
                  <a:pt x="15730" y="57360"/>
                </a:lnTo>
                <a:lnTo>
                  <a:pt x="16203" y="57250"/>
                </a:lnTo>
                <a:lnTo>
                  <a:pt x="16012" y="57692"/>
                </a:lnTo>
                <a:lnTo>
                  <a:pt x="15821" y="58164"/>
                </a:lnTo>
                <a:lnTo>
                  <a:pt x="15640" y="58667"/>
                </a:lnTo>
                <a:lnTo>
                  <a:pt x="15469" y="59189"/>
                </a:lnTo>
                <a:lnTo>
                  <a:pt x="15258" y="59873"/>
                </a:lnTo>
                <a:lnTo>
                  <a:pt x="15077" y="60526"/>
                </a:lnTo>
                <a:lnTo>
                  <a:pt x="14936" y="61119"/>
                </a:lnTo>
                <a:lnTo>
                  <a:pt x="14816" y="61652"/>
                </a:lnTo>
                <a:lnTo>
                  <a:pt x="14725" y="62094"/>
                </a:lnTo>
                <a:lnTo>
                  <a:pt x="14655" y="62446"/>
                </a:lnTo>
                <a:lnTo>
                  <a:pt x="14605" y="62768"/>
                </a:lnTo>
                <a:lnTo>
                  <a:pt x="14595" y="62848"/>
                </a:lnTo>
                <a:lnTo>
                  <a:pt x="14595" y="62918"/>
                </a:lnTo>
                <a:lnTo>
                  <a:pt x="14595" y="62989"/>
                </a:lnTo>
                <a:lnTo>
                  <a:pt x="14615" y="63059"/>
                </a:lnTo>
                <a:lnTo>
                  <a:pt x="14635" y="63129"/>
                </a:lnTo>
                <a:lnTo>
                  <a:pt x="14665" y="63190"/>
                </a:lnTo>
                <a:lnTo>
                  <a:pt x="14695" y="63250"/>
                </a:lnTo>
                <a:lnTo>
                  <a:pt x="14735" y="63310"/>
                </a:lnTo>
                <a:lnTo>
                  <a:pt x="14776" y="63361"/>
                </a:lnTo>
                <a:lnTo>
                  <a:pt x="14826" y="63411"/>
                </a:lnTo>
                <a:lnTo>
                  <a:pt x="14876" y="63461"/>
                </a:lnTo>
                <a:lnTo>
                  <a:pt x="14936" y="63501"/>
                </a:lnTo>
                <a:lnTo>
                  <a:pt x="14997" y="63531"/>
                </a:lnTo>
                <a:lnTo>
                  <a:pt x="15067" y="63562"/>
                </a:lnTo>
                <a:lnTo>
                  <a:pt x="15137" y="63582"/>
                </a:lnTo>
                <a:lnTo>
                  <a:pt x="15208" y="63602"/>
                </a:lnTo>
                <a:lnTo>
                  <a:pt x="15318" y="63612"/>
                </a:lnTo>
                <a:lnTo>
                  <a:pt x="15449" y="63602"/>
                </a:lnTo>
                <a:lnTo>
                  <a:pt x="15580" y="63562"/>
                </a:lnTo>
                <a:lnTo>
                  <a:pt x="15690" y="63511"/>
                </a:lnTo>
                <a:lnTo>
                  <a:pt x="15791" y="63441"/>
                </a:lnTo>
                <a:lnTo>
                  <a:pt x="15881" y="63351"/>
                </a:lnTo>
                <a:lnTo>
                  <a:pt x="15952" y="63240"/>
                </a:lnTo>
                <a:lnTo>
                  <a:pt x="16012" y="63119"/>
                </a:lnTo>
                <a:lnTo>
                  <a:pt x="16032" y="63059"/>
                </a:lnTo>
                <a:lnTo>
                  <a:pt x="16042" y="62989"/>
                </a:lnTo>
                <a:lnTo>
                  <a:pt x="16143" y="62416"/>
                </a:lnTo>
                <a:lnTo>
                  <a:pt x="16293" y="61702"/>
                </a:lnTo>
                <a:lnTo>
                  <a:pt x="16384" y="61310"/>
                </a:lnTo>
                <a:lnTo>
                  <a:pt x="16484" y="60898"/>
                </a:lnTo>
                <a:lnTo>
                  <a:pt x="16605" y="60466"/>
                </a:lnTo>
                <a:lnTo>
                  <a:pt x="16736" y="60034"/>
                </a:lnTo>
                <a:lnTo>
                  <a:pt x="16866" y="59592"/>
                </a:lnTo>
                <a:lnTo>
                  <a:pt x="17017" y="59139"/>
                </a:lnTo>
                <a:lnTo>
                  <a:pt x="17178" y="58697"/>
                </a:lnTo>
                <a:lnTo>
                  <a:pt x="17349" y="58265"/>
                </a:lnTo>
                <a:lnTo>
                  <a:pt x="17540" y="57843"/>
                </a:lnTo>
                <a:lnTo>
                  <a:pt x="17731" y="57441"/>
                </a:lnTo>
                <a:lnTo>
                  <a:pt x="17942" y="57059"/>
                </a:lnTo>
                <a:lnTo>
                  <a:pt x="18042" y="56868"/>
                </a:lnTo>
                <a:lnTo>
                  <a:pt x="18153" y="56697"/>
                </a:lnTo>
                <a:lnTo>
                  <a:pt x="18665" y="56526"/>
                </a:lnTo>
                <a:lnTo>
                  <a:pt x="19178" y="56335"/>
                </a:lnTo>
                <a:lnTo>
                  <a:pt x="19701" y="56134"/>
                </a:lnTo>
                <a:lnTo>
                  <a:pt x="20223" y="55913"/>
                </a:lnTo>
                <a:lnTo>
                  <a:pt x="20304" y="56064"/>
                </a:lnTo>
                <a:lnTo>
                  <a:pt x="20384" y="56235"/>
                </a:lnTo>
                <a:lnTo>
                  <a:pt x="20464" y="56436"/>
                </a:lnTo>
                <a:lnTo>
                  <a:pt x="20555" y="56677"/>
                </a:lnTo>
                <a:lnTo>
                  <a:pt x="20635" y="56938"/>
                </a:lnTo>
                <a:lnTo>
                  <a:pt x="20716" y="57240"/>
                </a:lnTo>
                <a:lnTo>
                  <a:pt x="20796" y="57581"/>
                </a:lnTo>
                <a:lnTo>
                  <a:pt x="20877" y="57963"/>
                </a:lnTo>
                <a:lnTo>
                  <a:pt x="20957" y="58406"/>
                </a:lnTo>
                <a:lnTo>
                  <a:pt x="21017" y="58828"/>
                </a:lnTo>
                <a:lnTo>
                  <a:pt x="21067" y="59220"/>
                </a:lnTo>
                <a:lnTo>
                  <a:pt x="21108" y="59571"/>
                </a:lnTo>
                <a:lnTo>
                  <a:pt x="21148" y="60084"/>
                </a:lnTo>
                <a:lnTo>
                  <a:pt x="21158" y="60285"/>
                </a:lnTo>
                <a:lnTo>
                  <a:pt x="21168" y="60355"/>
                </a:lnTo>
                <a:lnTo>
                  <a:pt x="21178" y="60436"/>
                </a:lnTo>
                <a:lnTo>
                  <a:pt x="21198" y="60506"/>
                </a:lnTo>
                <a:lnTo>
                  <a:pt x="21228" y="60566"/>
                </a:lnTo>
                <a:lnTo>
                  <a:pt x="21258" y="60627"/>
                </a:lnTo>
                <a:lnTo>
                  <a:pt x="21299" y="60687"/>
                </a:lnTo>
                <a:lnTo>
                  <a:pt x="21339" y="60747"/>
                </a:lnTo>
                <a:lnTo>
                  <a:pt x="21389" y="60788"/>
                </a:lnTo>
                <a:lnTo>
                  <a:pt x="21449" y="60838"/>
                </a:lnTo>
                <a:lnTo>
                  <a:pt x="21500" y="60878"/>
                </a:lnTo>
                <a:lnTo>
                  <a:pt x="21570" y="60908"/>
                </a:lnTo>
                <a:lnTo>
                  <a:pt x="21630" y="60938"/>
                </a:lnTo>
                <a:lnTo>
                  <a:pt x="21701" y="60958"/>
                </a:lnTo>
                <a:lnTo>
                  <a:pt x="21771" y="60979"/>
                </a:lnTo>
                <a:lnTo>
                  <a:pt x="21841" y="60979"/>
                </a:lnTo>
                <a:lnTo>
                  <a:pt x="21922" y="60989"/>
                </a:lnTo>
                <a:lnTo>
                  <a:pt x="21992" y="60979"/>
                </a:lnTo>
                <a:lnTo>
                  <a:pt x="22062" y="60958"/>
                </a:lnTo>
                <a:lnTo>
                  <a:pt x="22133" y="60938"/>
                </a:lnTo>
                <a:lnTo>
                  <a:pt x="22193" y="60918"/>
                </a:lnTo>
                <a:lnTo>
                  <a:pt x="22264" y="60878"/>
                </a:lnTo>
                <a:lnTo>
                  <a:pt x="22324" y="60838"/>
                </a:lnTo>
                <a:lnTo>
                  <a:pt x="22374" y="60798"/>
                </a:lnTo>
                <a:lnTo>
                  <a:pt x="22424" y="60747"/>
                </a:lnTo>
                <a:lnTo>
                  <a:pt x="22465" y="60697"/>
                </a:lnTo>
                <a:lnTo>
                  <a:pt x="22505" y="60637"/>
                </a:lnTo>
                <a:lnTo>
                  <a:pt x="22545" y="60577"/>
                </a:lnTo>
                <a:lnTo>
                  <a:pt x="22565" y="60506"/>
                </a:lnTo>
                <a:lnTo>
                  <a:pt x="22595" y="60446"/>
                </a:lnTo>
                <a:lnTo>
                  <a:pt x="22605" y="60375"/>
                </a:lnTo>
                <a:lnTo>
                  <a:pt x="22615" y="60295"/>
                </a:lnTo>
                <a:lnTo>
                  <a:pt x="22615" y="60225"/>
                </a:lnTo>
                <a:lnTo>
                  <a:pt x="22605" y="59994"/>
                </a:lnTo>
                <a:lnTo>
                  <a:pt x="22555" y="59431"/>
                </a:lnTo>
                <a:lnTo>
                  <a:pt x="22515" y="59059"/>
                </a:lnTo>
                <a:lnTo>
                  <a:pt x="22465" y="58637"/>
                </a:lnTo>
                <a:lnTo>
                  <a:pt x="22394" y="58184"/>
                </a:lnTo>
                <a:lnTo>
                  <a:pt x="22314" y="57702"/>
                </a:lnTo>
                <a:lnTo>
                  <a:pt x="22233" y="57330"/>
                </a:lnTo>
                <a:lnTo>
                  <a:pt x="22153" y="56968"/>
                </a:lnTo>
                <a:lnTo>
                  <a:pt x="22062" y="56637"/>
                </a:lnTo>
                <a:lnTo>
                  <a:pt x="21972" y="56315"/>
                </a:lnTo>
                <a:lnTo>
                  <a:pt x="21872" y="56023"/>
                </a:lnTo>
                <a:lnTo>
                  <a:pt x="21761" y="55742"/>
                </a:lnTo>
                <a:lnTo>
                  <a:pt x="21650" y="55491"/>
                </a:lnTo>
                <a:lnTo>
                  <a:pt x="21530" y="55250"/>
                </a:lnTo>
                <a:lnTo>
                  <a:pt x="21811" y="55069"/>
                </a:lnTo>
                <a:lnTo>
                  <a:pt x="22083" y="54878"/>
                </a:lnTo>
                <a:lnTo>
                  <a:pt x="22354" y="54667"/>
                </a:lnTo>
                <a:lnTo>
                  <a:pt x="22605" y="54456"/>
                </a:lnTo>
                <a:lnTo>
                  <a:pt x="22846" y="54224"/>
                </a:lnTo>
                <a:lnTo>
                  <a:pt x="23078" y="53993"/>
                </a:lnTo>
                <a:lnTo>
                  <a:pt x="23299" y="53742"/>
                </a:lnTo>
                <a:lnTo>
                  <a:pt x="23510" y="53491"/>
                </a:lnTo>
                <a:lnTo>
                  <a:pt x="23711" y="53219"/>
                </a:lnTo>
                <a:lnTo>
                  <a:pt x="23902" y="52938"/>
                </a:lnTo>
                <a:lnTo>
                  <a:pt x="24083" y="52656"/>
                </a:lnTo>
                <a:lnTo>
                  <a:pt x="24254" y="52355"/>
                </a:lnTo>
                <a:lnTo>
                  <a:pt x="24414" y="52043"/>
                </a:lnTo>
                <a:lnTo>
                  <a:pt x="24565" y="51712"/>
                </a:lnTo>
                <a:lnTo>
                  <a:pt x="24706" y="51380"/>
                </a:lnTo>
                <a:lnTo>
                  <a:pt x="24826" y="51038"/>
                </a:lnTo>
                <a:lnTo>
                  <a:pt x="24947" y="50686"/>
                </a:lnTo>
                <a:lnTo>
                  <a:pt x="25048" y="50345"/>
                </a:lnTo>
                <a:lnTo>
                  <a:pt x="25148" y="49993"/>
                </a:lnTo>
                <a:lnTo>
                  <a:pt x="25228" y="49641"/>
                </a:lnTo>
                <a:lnTo>
                  <a:pt x="25309" y="49279"/>
                </a:lnTo>
                <a:lnTo>
                  <a:pt x="25379" y="48918"/>
                </a:lnTo>
                <a:lnTo>
                  <a:pt x="25440" y="48556"/>
                </a:lnTo>
                <a:lnTo>
                  <a:pt x="25490" y="48194"/>
                </a:lnTo>
                <a:lnTo>
                  <a:pt x="25590" y="47460"/>
                </a:lnTo>
                <a:lnTo>
                  <a:pt x="25661" y="46726"/>
                </a:lnTo>
                <a:lnTo>
                  <a:pt x="25731" y="45993"/>
                </a:lnTo>
                <a:lnTo>
                  <a:pt x="25781" y="45259"/>
                </a:lnTo>
                <a:lnTo>
                  <a:pt x="25852" y="44475"/>
                </a:lnTo>
                <a:lnTo>
                  <a:pt x="25912" y="43711"/>
                </a:lnTo>
                <a:lnTo>
                  <a:pt x="25992" y="42967"/>
                </a:lnTo>
                <a:lnTo>
                  <a:pt x="26043" y="42606"/>
                </a:lnTo>
                <a:lnTo>
                  <a:pt x="26103" y="42254"/>
                </a:lnTo>
                <a:lnTo>
                  <a:pt x="26133" y="42053"/>
                </a:lnTo>
                <a:lnTo>
                  <a:pt x="26173" y="41852"/>
                </a:lnTo>
                <a:lnTo>
                  <a:pt x="31299" y="41962"/>
                </a:lnTo>
                <a:lnTo>
                  <a:pt x="32133" y="44224"/>
                </a:lnTo>
                <a:lnTo>
                  <a:pt x="32475" y="45148"/>
                </a:lnTo>
                <a:lnTo>
                  <a:pt x="32777" y="45942"/>
                </a:lnTo>
                <a:lnTo>
                  <a:pt x="33038" y="46596"/>
                </a:lnTo>
                <a:lnTo>
                  <a:pt x="33259" y="47139"/>
                </a:lnTo>
                <a:lnTo>
                  <a:pt x="33450" y="47551"/>
                </a:lnTo>
                <a:lnTo>
                  <a:pt x="33530" y="47721"/>
                </a:lnTo>
                <a:lnTo>
                  <a:pt x="33611" y="47862"/>
                </a:lnTo>
                <a:lnTo>
                  <a:pt x="33742" y="48103"/>
                </a:lnTo>
                <a:lnTo>
                  <a:pt x="33872" y="48365"/>
                </a:lnTo>
                <a:lnTo>
                  <a:pt x="34134" y="48907"/>
                </a:lnTo>
                <a:lnTo>
                  <a:pt x="34314" y="49289"/>
                </a:lnTo>
                <a:lnTo>
                  <a:pt x="34515" y="49681"/>
                </a:lnTo>
                <a:lnTo>
                  <a:pt x="34727" y="50083"/>
                </a:lnTo>
                <a:lnTo>
                  <a:pt x="34958" y="50496"/>
                </a:lnTo>
                <a:lnTo>
                  <a:pt x="34988" y="50797"/>
                </a:lnTo>
                <a:lnTo>
                  <a:pt x="35018" y="51129"/>
                </a:lnTo>
                <a:lnTo>
                  <a:pt x="35038" y="51460"/>
                </a:lnTo>
                <a:lnTo>
                  <a:pt x="35048" y="51802"/>
                </a:lnTo>
                <a:lnTo>
                  <a:pt x="35048" y="52164"/>
                </a:lnTo>
                <a:lnTo>
                  <a:pt x="35038" y="52516"/>
                </a:lnTo>
                <a:lnTo>
                  <a:pt x="35018" y="52888"/>
                </a:lnTo>
                <a:lnTo>
                  <a:pt x="34978" y="53249"/>
                </a:lnTo>
                <a:lnTo>
                  <a:pt x="34928" y="53621"/>
                </a:lnTo>
                <a:lnTo>
                  <a:pt x="34857" y="53983"/>
                </a:lnTo>
                <a:lnTo>
                  <a:pt x="34767" y="54345"/>
                </a:lnTo>
                <a:lnTo>
                  <a:pt x="34656" y="54707"/>
                </a:lnTo>
                <a:lnTo>
                  <a:pt x="34596" y="54878"/>
                </a:lnTo>
                <a:lnTo>
                  <a:pt x="34525" y="55059"/>
                </a:lnTo>
                <a:lnTo>
                  <a:pt x="34455" y="55229"/>
                </a:lnTo>
                <a:lnTo>
                  <a:pt x="34375" y="55400"/>
                </a:lnTo>
                <a:lnTo>
                  <a:pt x="34284" y="55561"/>
                </a:lnTo>
                <a:lnTo>
                  <a:pt x="34194" y="55722"/>
                </a:lnTo>
                <a:lnTo>
                  <a:pt x="34093" y="55883"/>
                </a:lnTo>
                <a:lnTo>
                  <a:pt x="33983" y="56034"/>
                </a:lnTo>
                <a:lnTo>
                  <a:pt x="33792" y="56295"/>
                </a:lnTo>
                <a:lnTo>
                  <a:pt x="33601" y="56536"/>
                </a:lnTo>
                <a:lnTo>
                  <a:pt x="33400" y="56777"/>
                </a:lnTo>
                <a:lnTo>
                  <a:pt x="33199" y="56998"/>
                </a:lnTo>
                <a:lnTo>
                  <a:pt x="32998" y="57209"/>
                </a:lnTo>
                <a:lnTo>
                  <a:pt x="32797" y="57421"/>
                </a:lnTo>
                <a:lnTo>
                  <a:pt x="32586" y="57612"/>
                </a:lnTo>
                <a:lnTo>
                  <a:pt x="32385" y="57792"/>
                </a:lnTo>
                <a:lnTo>
                  <a:pt x="32184" y="57963"/>
                </a:lnTo>
                <a:lnTo>
                  <a:pt x="31973" y="58124"/>
                </a:lnTo>
                <a:lnTo>
                  <a:pt x="31772" y="58285"/>
                </a:lnTo>
                <a:lnTo>
                  <a:pt x="31571" y="58426"/>
                </a:lnTo>
                <a:lnTo>
                  <a:pt x="31189" y="58687"/>
                </a:lnTo>
                <a:lnTo>
                  <a:pt x="30817" y="58918"/>
                </a:lnTo>
                <a:lnTo>
                  <a:pt x="30465" y="59109"/>
                </a:lnTo>
                <a:lnTo>
                  <a:pt x="30143" y="59280"/>
                </a:lnTo>
                <a:lnTo>
                  <a:pt x="29862" y="59411"/>
                </a:lnTo>
                <a:lnTo>
                  <a:pt x="29611" y="59521"/>
                </a:lnTo>
                <a:lnTo>
                  <a:pt x="29410" y="59602"/>
                </a:lnTo>
                <a:lnTo>
                  <a:pt x="29259" y="59652"/>
                </a:lnTo>
                <a:lnTo>
                  <a:pt x="29128" y="59702"/>
                </a:lnTo>
                <a:lnTo>
                  <a:pt x="29058" y="59722"/>
                </a:lnTo>
                <a:lnTo>
                  <a:pt x="28987" y="59752"/>
                </a:lnTo>
                <a:lnTo>
                  <a:pt x="28927" y="59793"/>
                </a:lnTo>
                <a:lnTo>
                  <a:pt x="28867" y="59833"/>
                </a:lnTo>
                <a:lnTo>
                  <a:pt x="28817" y="59883"/>
                </a:lnTo>
                <a:lnTo>
                  <a:pt x="28766" y="59933"/>
                </a:lnTo>
                <a:lnTo>
                  <a:pt x="28726" y="59984"/>
                </a:lnTo>
                <a:lnTo>
                  <a:pt x="28686" y="60044"/>
                </a:lnTo>
                <a:lnTo>
                  <a:pt x="28656" y="60114"/>
                </a:lnTo>
                <a:lnTo>
                  <a:pt x="28636" y="60174"/>
                </a:lnTo>
                <a:lnTo>
                  <a:pt x="28616" y="60245"/>
                </a:lnTo>
                <a:lnTo>
                  <a:pt x="28606" y="60315"/>
                </a:lnTo>
                <a:lnTo>
                  <a:pt x="28596" y="60386"/>
                </a:lnTo>
                <a:lnTo>
                  <a:pt x="28596" y="60456"/>
                </a:lnTo>
                <a:lnTo>
                  <a:pt x="28606" y="60526"/>
                </a:lnTo>
                <a:lnTo>
                  <a:pt x="28626" y="60597"/>
                </a:lnTo>
                <a:lnTo>
                  <a:pt x="28646" y="60667"/>
                </a:lnTo>
                <a:lnTo>
                  <a:pt x="28676" y="60737"/>
                </a:lnTo>
                <a:lnTo>
                  <a:pt x="28716" y="60798"/>
                </a:lnTo>
                <a:lnTo>
                  <a:pt x="28756" y="60858"/>
                </a:lnTo>
                <a:lnTo>
                  <a:pt x="28807" y="60908"/>
                </a:lnTo>
                <a:lnTo>
                  <a:pt x="28857" y="60958"/>
                </a:lnTo>
                <a:lnTo>
                  <a:pt x="28917" y="60999"/>
                </a:lnTo>
                <a:lnTo>
                  <a:pt x="28967" y="61039"/>
                </a:lnTo>
                <a:lnTo>
                  <a:pt x="29038" y="61069"/>
                </a:lnTo>
                <a:lnTo>
                  <a:pt x="29098" y="61099"/>
                </a:lnTo>
                <a:lnTo>
                  <a:pt x="29168" y="61109"/>
                </a:lnTo>
                <a:lnTo>
                  <a:pt x="29239" y="61129"/>
                </a:lnTo>
                <a:lnTo>
                  <a:pt x="29379" y="61129"/>
                </a:lnTo>
                <a:lnTo>
                  <a:pt x="29450" y="61119"/>
                </a:lnTo>
                <a:lnTo>
                  <a:pt x="29530" y="61099"/>
                </a:lnTo>
                <a:lnTo>
                  <a:pt x="29711" y="61039"/>
                </a:lnTo>
                <a:lnTo>
                  <a:pt x="29902" y="60979"/>
                </a:lnTo>
                <a:lnTo>
                  <a:pt x="30143" y="60878"/>
                </a:lnTo>
                <a:lnTo>
                  <a:pt x="30435" y="60757"/>
                </a:lnTo>
                <a:lnTo>
                  <a:pt x="30766" y="60607"/>
                </a:lnTo>
                <a:lnTo>
                  <a:pt x="31128" y="60416"/>
                </a:lnTo>
                <a:lnTo>
                  <a:pt x="31530" y="60195"/>
                </a:lnTo>
                <a:lnTo>
                  <a:pt x="31963" y="59933"/>
                </a:lnTo>
                <a:lnTo>
                  <a:pt x="32184" y="59782"/>
                </a:lnTo>
                <a:lnTo>
                  <a:pt x="32405" y="59632"/>
                </a:lnTo>
                <a:lnTo>
                  <a:pt x="32636" y="59461"/>
                </a:lnTo>
                <a:lnTo>
                  <a:pt x="32867" y="59290"/>
                </a:lnTo>
                <a:lnTo>
                  <a:pt x="33098" y="59099"/>
                </a:lnTo>
                <a:lnTo>
                  <a:pt x="33329" y="58908"/>
                </a:lnTo>
                <a:lnTo>
                  <a:pt x="33571" y="58697"/>
                </a:lnTo>
                <a:lnTo>
                  <a:pt x="33802" y="58476"/>
                </a:lnTo>
                <a:lnTo>
                  <a:pt x="34043" y="58235"/>
                </a:lnTo>
                <a:lnTo>
                  <a:pt x="34274" y="57993"/>
                </a:lnTo>
                <a:lnTo>
                  <a:pt x="34505" y="57732"/>
                </a:lnTo>
                <a:lnTo>
                  <a:pt x="34727" y="57461"/>
                </a:lnTo>
                <a:lnTo>
                  <a:pt x="34958" y="57179"/>
                </a:lnTo>
                <a:lnTo>
                  <a:pt x="35169" y="56888"/>
                </a:lnTo>
                <a:lnTo>
                  <a:pt x="35340" y="56627"/>
                </a:lnTo>
                <a:lnTo>
                  <a:pt x="35500" y="56365"/>
                </a:lnTo>
                <a:lnTo>
                  <a:pt x="35651" y="56104"/>
                </a:lnTo>
                <a:lnTo>
                  <a:pt x="35782" y="55833"/>
                </a:lnTo>
                <a:lnTo>
                  <a:pt x="35892" y="55551"/>
                </a:lnTo>
                <a:lnTo>
                  <a:pt x="36003" y="55280"/>
                </a:lnTo>
                <a:lnTo>
                  <a:pt x="36093" y="54988"/>
                </a:lnTo>
                <a:lnTo>
                  <a:pt x="36184" y="54707"/>
                </a:lnTo>
                <a:lnTo>
                  <a:pt x="36254" y="54425"/>
                </a:lnTo>
                <a:lnTo>
                  <a:pt x="36315" y="54134"/>
                </a:lnTo>
                <a:lnTo>
                  <a:pt x="36365" y="53842"/>
                </a:lnTo>
                <a:lnTo>
                  <a:pt x="36415" y="53561"/>
                </a:lnTo>
                <a:lnTo>
                  <a:pt x="36445" y="53270"/>
                </a:lnTo>
                <a:lnTo>
                  <a:pt x="36475" y="52988"/>
                </a:lnTo>
                <a:lnTo>
                  <a:pt x="36495" y="52697"/>
                </a:lnTo>
                <a:lnTo>
                  <a:pt x="36505" y="52415"/>
                </a:lnTo>
                <a:lnTo>
                  <a:pt x="36666" y="52566"/>
                </a:lnTo>
                <a:lnTo>
                  <a:pt x="41370" y="61471"/>
                </a:lnTo>
                <a:lnTo>
                  <a:pt x="41430" y="61561"/>
                </a:lnTo>
                <a:lnTo>
                  <a:pt x="41491" y="61632"/>
                </a:lnTo>
                <a:lnTo>
                  <a:pt x="41571" y="61702"/>
                </a:lnTo>
                <a:lnTo>
                  <a:pt x="41652" y="61763"/>
                </a:lnTo>
                <a:lnTo>
                  <a:pt x="41732" y="61803"/>
                </a:lnTo>
                <a:lnTo>
                  <a:pt x="41822" y="61833"/>
                </a:lnTo>
                <a:lnTo>
                  <a:pt x="41923" y="61853"/>
                </a:lnTo>
                <a:lnTo>
                  <a:pt x="42023" y="61863"/>
                </a:lnTo>
                <a:lnTo>
                  <a:pt x="42104" y="61853"/>
                </a:lnTo>
                <a:lnTo>
                  <a:pt x="42194" y="61843"/>
                </a:lnTo>
                <a:lnTo>
                  <a:pt x="42275" y="61813"/>
                </a:lnTo>
                <a:lnTo>
                  <a:pt x="42355" y="61773"/>
                </a:lnTo>
                <a:lnTo>
                  <a:pt x="42425" y="61732"/>
                </a:lnTo>
                <a:lnTo>
                  <a:pt x="42486" y="61692"/>
                </a:lnTo>
                <a:lnTo>
                  <a:pt x="42536" y="61642"/>
                </a:lnTo>
                <a:lnTo>
                  <a:pt x="42586" y="61592"/>
                </a:lnTo>
                <a:lnTo>
                  <a:pt x="42626" y="61531"/>
                </a:lnTo>
                <a:lnTo>
                  <a:pt x="42667" y="61471"/>
                </a:lnTo>
                <a:lnTo>
                  <a:pt x="42697" y="61411"/>
                </a:lnTo>
                <a:lnTo>
                  <a:pt x="42717" y="61340"/>
                </a:lnTo>
                <a:lnTo>
                  <a:pt x="42737" y="61280"/>
                </a:lnTo>
                <a:lnTo>
                  <a:pt x="42747" y="61210"/>
                </a:lnTo>
                <a:lnTo>
                  <a:pt x="42747" y="61139"/>
                </a:lnTo>
                <a:lnTo>
                  <a:pt x="42747" y="61069"/>
                </a:lnTo>
                <a:lnTo>
                  <a:pt x="42737" y="60999"/>
                </a:lnTo>
                <a:lnTo>
                  <a:pt x="42717" y="60928"/>
                </a:lnTo>
                <a:lnTo>
                  <a:pt x="42697" y="60858"/>
                </a:lnTo>
                <a:lnTo>
                  <a:pt x="42667" y="60788"/>
                </a:lnTo>
                <a:lnTo>
                  <a:pt x="39229" y="54295"/>
                </a:lnTo>
                <a:lnTo>
                  <a:pt x="39229" y="54295"/>
                </a:lnTo>
                <a:lnTo>
                  <a:pt x="40526" y="54968"/>
                </a:lnTo>
                <a:lnTo>
                  <a:pt x="41732" y="55611"/>
                </a:lnTo>
                <a:lnTo>
                  <a:pt x="43782" y="56707"/>
                </a:lnTo>
                <a:lnTo>
                  <a:pt x="45169" y="57451"/>
                </a:lnTo>
                <a:lnTo>
                  <a:pt x="45692" y="57742"/>
                </a:lnTo>
                <a:lnTo>
                  <a:pt x="45772" y="57782"/>
                </a:lnTo>
                <a:lnTo>
                  <a:pt x="45863" y="57823"/>
                </a:lnTo>
                <a:lnTo>
                  <a:pt x="46034" y="57873"/>
                </a:lnTo>
                <a:lnTo>
                  <a:pt x="46215" y="57913"/>
                </a:lnTo>
                <a:lnTo>
                  <a:pt x="46395" y="57923"/>
                </a:lnTo>
                <a:lnTo>
                  <a:pt x="46486" y="57913"/>
                </a:lnTo>
                <a:lnTo>
                  <a:pt x="46586" y="57913"/>
                </a:lnTo>
                <a:lnTo>
                  <a:pt x="46677" y="57893"/>
                </a:lnTo>
                <a:lnTo>
                  <a:pt x="46777" y="57873"/>
                </a:lnTo>
                <a:lnTo>
                  <a:pt x="46868" y="57843"/>
                </a:lnTo>
                <a:lnTo>
                  <a:pt x="46958" y="57813"/>
                </a:lnTo>
                <a:lnTo>
                  <a:pt x="47039" y="57772"/>
                </a:lnTo>
                <a:lnTo>
                  <a:pt x="47129" y="57722"/>
                </a:lnTo>
                <a:lnTo>
                  <a:pt x="47210" y="57672"/>
                </a:lnTo>
                <a:lnTo>
                  <a:pt x="47290" y="57612"/>
                </a:lnTo>
                <a:lnTo>
                  <a:pt x="47360" y="57551"/>
                </a:lnTo>
                <a:lnTo>
                  <a:pt x="47431" y="57491"/>
                </a:lnTo>
                <a:lnTo>
                  <a:pt x="47501" y="57410"/>
                </a:lnTo>
                <a:lnTo>
                  <a:pt x="47561" y="57340"/>
                </a:lnTo>
                <a:lnTo>
                  <a:pt x="47622" y="57250"/>
                </a:lnTo>
                <a:lnTo>
                  <a:pt x="47672" y="57169"/>
                </a:lnTo>
                <a:lnTo>
                  <a:pt x="47742" y="57029"/>
                </a:lnTo>
                <a:lnTo>
                  <a:pt x="47793" y="56888"/>
                </a:lnTo>
                <a:lnTo>
                  <a:pt x="47823" y="56757"/>
                </a:lnTo>
                <a:lnTo>
                  <a:pt x="47843" y="56616"/>
                </a:lnTo>
                <a:lnTo>
                  <a:pt x="47853" y="56466"/>
                </a:lnTo>
                <a:lnTo>
                  <a:pt x="47853" y="56325"/>
                </a:lnTo>
                <a:lnTo>
                  <a:pt x="47833" y="56194"/>
                </a:lnTo>
                <a:lnTo>
                  <a:pt x="47793" y="56054"/>
                </a:lnTo>
                <a:lnTo>
                  <a:pt x="47752" y="55923"/>
                </a:lnTo>
                <a:lnTo>
                  <a:pt x="47692" y="55792"/>
                </a:lnTo>
                <a:lnTo>
                  <a:pt x="47622" y="55672"/>
                </a:lnTo>
                <a:lnTo>
                  <a:pt x="47541" y="55561"/>
                </a:lnTo>
                <a:lnTo>
                  <a:pt x="47451" y="55451"/>
                </a:lnTo>
                <a:lnTo>
                  <a:pt x="47340" y="55350"/>
                </a:lnTo>
                <a:lnTo>
                  <a:pt x="47230" y="55260"/>
                </a:lnTo>
                <a:lnTo>
                  <a:pt x="47099" y="55179"/>
                </a:lnTo>
                <a:lnTo>
                  <a:pt x="46566" y="54888"/>
                </a:lnTo>
                <a:lnTo>
                  <a:pt x="45149" y="54124"/>
                </a:lnTo>
                <a:lnTo>
                  <a:pt x="43059" y="53008"/>
                </a:lnTo>
                <a:lnTo>
                  <a:pt x="41822" y="52355"/>
                </a:lnTo>
                <a:lnTo>
                  <a:pt x="40506" y="51661"/>
                </a:lnTo>
                <a:lnTo>
                  <a:pt x="40063" y="51430"/>
                </a:lnTo>
                <a:lnTo>
                  <a:pt x="39671" y="51189"/>
                </a:lnTo>
                <a:lnTo>
                  <a:pt x="39310" y="50948"/>
                </a:lnTo>
                <a:lnTo>
                  <a:pt x="38988" y="50707"/>
                </a:lnTo>
                <a:lnTo>
                  <a:pt x="38697" y="50455"/>
                </a:lnTo>
                <a:lnTo>
                  <a:pt x="38425" y="50214"/>
                </a:lnTo>
                <a:lnTo>
                  <a:pt x="38184" y="49963"/>
                </a:lnTo>
                <a:lnTo>
                  <a:pt x="37973" y="49712"/>
                </a:lnTo>
                <a:lnTo>
                  <a:pt x="37782" y="49470"/>
                </a:lnTo>
                <a:lnTo>
                  <a:pt x="37601" y="49209"/>
                </a:lnTo>
                <a:lnTo>
                  <a:pt x="37440" y="48958"/>
                </a:lnTo>
                <a:lnTo>
                  <a:pt x="37300" y="48706"/>
                </a:lnTo>
                <a:lnTo>
                  <a:pt x="37159" y="48445"/>
                </a:lnTo>
                <a:lnTo>
                  <a:pt x="37028" y="48184"/>
                </a:lnTo>
                <a:lnTo>
                  <a:pt x="36777" y="47661"/>
                </a:lnTo>
                <a:lnTo>
                  <a:pt x="36475" y="47028"/>
                </a:lnTo>
                <a:lnTo>
                  <a:pt x="36304" y="46706"/>
                </a:lnTo>
                <a:lnTo>
                  <a:pt x="36134" y="46385"/>
                </a:lnTo>
                <a:lnTo>
                  <a:pt x="36043" y="46224"/>
                </a:lnTo>
                <a:lnTo>
                  <a:pt x="36747" y="46334"/>
                </a:lnTo>
                <a:lnTo>
                  <a:pt x="37470" y="46465"/>
                </a:lnTo>
                <a:lnTo>
                  <a:pt x="38204" y="46626"/>
                </a:lnTo>
                <a:lnTo>
                  <a:pt x="38556" y="46706"/>
                </a:lnTo>
                <a:lnTo>
                  <a:pt x="38908" y="46797"/>
                </a:lnTo>
                <a:lnTo>
                  <a:pt x="39249" y="46897"/>
                </a:lnTo>
                <a:lnTo>
                  <a:pt x="39571" y="46998"/>
                </a:lnTo>
                <a:lnTo>
                  <a:pt x="39883" y="47098"/>
                </a:lnTo>
                <a:lnTo>
                  <a:pt x="40184" y="47219"/>
                </a:lnTo>
                <a:lnTo>
                  <a:pt x="40466" y="47330"/>
                </a:lnTo>
                <a:lnTo>
                  <a:pt x="40717" y="47450"/>
                </a:lnTo>
                <a:lnTo>
                  <a:pt x="40948" y="47581"/>
                </a:lnTo>
                <a:lnTo>
                  <a:pt x="41159" y="47721"/>
                </a:lnTo>
                <a:lnTo>
                  <a:pt x="45240" y="50636"/>
                </a:lnTo>
                <a:lnTo>
                  <a:pt x="45340" y="50697"/>
                </a:lnTo>
                <a:lnTo>
                  <a:pt x="45451" y="50737"/>
                </a:lnTo>
                <a:lnTo>
                  <a:pt x="45551" y="50767"/>
                </a:lnTo>
                <a:lnTo>
                  <a:pt x="45662" y="50777"/>
                </a:lnTo>
                <a:lnTo>
                  <a:pt x="45752" y="50767"/>
                </a:lnTo>
                <a:lnTo>
                  <a:pt x="45833" y="50757"/>
                </a:lnTo>
                <a:lnTo>
                  <a:pt x="45913" y="50727"/>
                </a:lnTo>
                <a:lnTo>
                  <a:pt x="45993" y="50697"/>
                </a:lnTo>
                <a:lnTo>
                  <a:pt x="46074" y="50646"/>
                </a:lnTo>
                <a:lnTo>
                  <a:pt x="46134" y="50596"/>
                </a:lnTo>
                <a:lnTo>
                  <a:pt x="46205" y="50536"/>
                </a:lnTo>
                <a:lnTo>
                  <a:pt x="46255" y="50465"/>
                </a:lnTo>
                <a:lnTo>
                  <a:pt x="46295" y="50405"/>
                </a:lnTo>
                <a:lnTo>
                  <a:pt x="46335" y="50335"/>
                </a:lnTo>
                <a:lnTo>
                  <a:pt x="46355" y="50274"/>
                </a:lnTo>
                <a:lnTo>
                  <a:pt x="46375" y="50204"/>
                </a:lnTo>
                <a:lnTo>
                  <a:pt x="46385" y="50134"/>
                </a:lnTo>
                <a:lnTo>
                  <a:pt x="46395" y="50063"/>
                </a:lnTo>
                <a:lnTo>
                  <a:pt x="46395" y="49993"/>
                </a:lnTo>
                <a:lnTo>
                  <a:pt x="46385" y="49923"/>
                </a:lnTo>
                <a:lnTo>
                  <a:pt x="46375" y="49852"/>
                </a:lnTo>
                <a:lnTo>
                  <a:pt x="46345" y="49792"/>
                </a:lnTo>
                <a:lnTo>
                  <a:pt x="46325" y="49722"/>
                </a:lnTo>
                <a:lnTo>
                  <a:pt x="46285" y="49661"/>
                </a:lnTo>
                <a:lnTo>
                  <a:pt x="46245" y="49601"/>
                </a:lnTo>
                <a:lnTo>
                  <a:pt x="46205" y="49551"/>
                </a:lnTo>
                <a:lnTo>
                  <a:pt x="46144" y="49490"/>
                </a:lnTo>
                <a:lnTo>
                  <a:pt x="46094" y="49450"/>
                </a:lnTo>
                <a:lnTo>
                  <a:pt x="42003" y="46535"/>
                </a:lnTo>
                <a:lnTo>
                  <a:pt x="41863" y="46435"/>
                </a:lnTo>
                <a:lnTo>
                  <a:pt x="41702" y="46334"/>
                </a:lnTo>
                <a:lnTo>
                  <a:pt x="41541" y="46244"/>
                </a:lnTo>
                <a:lnTo>
                  <a:pt x="41370" y="46154"/>
                </a:lnTo>
                <a:lnTo>
                  <a:pt x="40998" y="45983"/>
                </a:lnTo>
                <a:lnTo>
                  <a:pt x="40606" y="45822"/>
                </a:lnTo>
                <a:lnTo>
                  <a:pt x="40184" y="45671"/>
                </a:lnTo>
                <a:lnTo>
                  <a:pt x="39752" y="45530"/>
                </a:lnTo>
                <a:lnTo>
                  <a:pt x="39310" y="45400"/>
                </a:lnTo>
                <a:lnTo>
                  <a:pt x="38857" y="45279"/>
                </a:lnTo>
                <a:lnTo>
                  <a:pt x="38395" y="45169"/>
                </a:lnTo>
                <a:lnTo>
                  <a:pt x="37933" y="45078"/>
                </a:lnTo>
                <a:lnTo>
                  <a:pt x="37480" y="44988"/>
                </a:lnTo>
                <a:lnTo>
                  <a:pt x="37028" y="44907"/>
                </a:lnTo>
                <a:lnTo>
                  <a:pt x="36174" y="44767"/>
                </a:lnTo>
                <a:lnTo>
                  <a:pt x="35410" y="44656"/>
                </a:lnTo>
                <a:lnTo>
                  <a:pt x="34757" y="42917"/>
                </a:lnTo>
                <a:lnTo>
                  <a:pt x="34043" y="40957"/>
                </a:lnTo>
                <a:lnTo>
                  <a:pt x="38224" y="35158"/>
                </a:lnTo>
                <a:lnTo>
                  <a:pt x="39762" y="32092"/>
                </a:lnTo>
                <a:lnTo>
                  <a:pt x="40496" y="32042"/>
                </a:lnTo>
                <a:lnTo>
                  <a:pt x="41189" y="32012"/>
                </a:lnTo>
                <a:lnTo>
                  <a:pt x="41853" y="32002"/>
                </a:lnTo>
                <a:lnTo>
                  <a:pt x="42466" y="31992"/>
                </a:lnTo>
                <a:lnTo>
                  <a:pt x="42496" y="32303"/>
                </a:lnTo>
                <a:lnTo>
                  <a:pt x="42546" y="32625"/>
                </a:lnTo>
                <a:lnTo>
                  <a:pt x="42596" y="32957"/>
                </a:lnTo>
                <a:lnTo>
                  <a:pt x="42667" y="33309"/>
                </a:lnTo>
                <a:lnTo>
                  <a:pt x="42757" y="33670"/>
                </a:lnTo>
                <a:lnTo>
                  <a:pt x="42858" y="34042"/>
                </a:lnTo>
                <a:lnTo>
                  <a:pt x="42978" y="34414"/>
                </a:lnTo>
                <a:lnTo>
                  <a:pt x="43129" y="34786"/>
                </a:lnTo>
                <a:lnTo>
                  <a:pt x="43290" y="35168"/>
                </a:lnTo>
                <a:lnTo>
                  <a:pt x="43481" y="35540"/>
                </a:lnTo>
                <a:lnTo>
                  <a:pt x="43581" y="35731"/>
                </a:lnTo>
                <a:lnTo>
                  <a:pt x="43692" y="35912"/>
                </a:lnTo>
                <a:lnTo>
                  <a:pt x="43812" y="36103"/>
                </a:lnTo>
                <a:lnTo>
                  <a:pt x="43943" y="36284"/>
                </a:lnTo>
                <a:lnTo>
                  <a:pt x="44074" y="36454"/>
                </a:lnTo>
                <a:lnTo>
                  <a:pt x="44214" y="36635"/>
                </a:lnTo>
                <a:lnTo>
                  <a:pt x="44355" y="36806"/>
                </a:lnTo>
                <a:lnTo>
                  <a:pt x="44516" y="36977"/>
                </a:lnTo>
                <a:lnTo>
                  <a:pt x="44677" y="37148"/>
                </a:lnTo>
                <a:lnTo>
                  <a:pt x="44848" y="37309"/>
                </a:lnTo>
                <a:lnTo>
                  <a:pt x="45019" y="37470"/>
                </a:lnTo>
                <a:lnTo>
                  <a:pt x="45209" y="37630"/>
                </a:lnTo>
                <a:lnTo>
                  <a:pt x="45762" y="38053"/>
                </a:lnTo>
                <a:lnTo>
                  <a:pt x="46285" y="38435"/>
                </a:lnTo>
                <a:lnTo>
                  <a:pt x="46777" y="38766"/>
                </a:lnTo>
                <a:lnTo>
                  <a:pt x="47240" y="39048"/>
                </a:lnTo>
                <a:lnTo>
                  <a:pt x="47672" y="39299"/>
                </a:lnTo>
                <a:lnTo>
                  <a:pt x="48084" y="39510"/>
                </a:lnTo>
                <a:lnTo>
                  <a:pt x="48456" y="39691"/>
                </a:lnTo>
                <a:lnTo>
                  <a:pt x="48798" y="39842"/>
                </a:lnTo>
                <a:lnTo>
                  <a:pt x="49099" y="39962"/>
                </a:lnTo>
                <a:lnTo>
                  <a:pt x="49371" y="40053"/>
                </a:lnTo>
                <a:lnTo>
                  <a:pt x="49612" y="40133"/>
                </a:lnTo>
                <a:lnTo>
                  <a:pt x="49823" y="40183"/>
                </a:lnTo>
                <a:lnTo>
                  <a:pt x="49994" y="40224"/>
                </a:lnTo>
                <a:lnTo>
                  <a:pt x="50124" y="40244"/>
                </a:lnTo>
                <a:lnTo>
                  <a:pt x="50275" y="40264"/>
                </a:lnTo>
                <a:lnTo>
                  <a:pt x="50395" y="38815"/>
                </a:lnTo>
                <a:lnTo>
                  <a:pt x="50395" y="38815"/>
                </a:lnTo>
                <a:lnTo>
                  <a:pt x="50285" y="38796"/>
                </a:lnTo>
                <a:lnTo>
                  <a:pt x="50144" y="38766"/>
                </a:lnTo>
                <a:lnTo>
                  <a:pt x="49984" y="38726"/>
                </a:lnTo>
                <a:lnTo>
                  <a:pt x="49803" y="38666"/>
                </a:lnTo>
                <a:lnTo>
                  <a:pt x="49592" y="38585"/>
                </a:lnTo>
                <a:lnTo>
                  <a:pt x="49371" y="38495"/>
                </a:lnTo>
                <a:lnTo>
                  <a:pt x="49119" y="38394"/>
                </a:lnTo>
                <a:lnTo>
                  <a:pt x="48858" y="38264"/>
                </a:lnTo>
                <a:lnTo>
                  <a:pt x="48566" y="38123"/>
                </a:lnTo>
                <a:lnTo>
                  <a:pt x="48265" y="37952"/>
                </a:lnTo>
                <a:lnTo>
                  <a:pt x="47943" y="37771"/>
                </a:lnTo>
                <a:lnTo>
                  <a:pt x="47612" y="37560"/>
                </a:lnTo>
                <a:lnTo>
                  <a:pt x="47260" y="37329"/>
                </a:lnTo>
                <a:lnTo>
                  <a:pt x="46898" y="37078"/>
                </a:lnTo>
                <a:lnTo>
                  <a:pt x="46516" y="36796"/>
                </a:lnTo>
                <a:lnTo>
                  <a:pt x="46124" y="36485"/>
                </a:lnTo>
                <a:lnTo>
                  <a:pt x="45983" y="36374"/>
                </a:lnTo>
                <a:lnTo>
                  <a:pt x="45843" y="36253"/>
                </a:lnTo>
                <a:lnTo>
                  <a:pt x="45712" y="36123"/>
                </a:lnTo>
                <a:lnTo>
                  <a:pt x="45591" y="35992"/>
                </a:lnTo>
                <a:lnTo>
                  <a:pt x="45471" y="35861"/>
                </a:lnTo>
                <a:lnTo>
                  <a:pt x="45360" y="35731"/>
                </a:lnTo>
                <a:lnTo>
                  <a:pt x="45149" y="35459"/>
                </a:lnTo>
                <a:lnTo>
                  <a:pt x="44958" y="35178"/>
                </a:lnTo>
                <a:lnTo>
                  <a:pt x="44787" y="34887"/>
                </a:lnTo>
                <a:lnTo>
                  <a:pt x="44637" y="34595"/>
                </a:lnTo>
                <a:lnTo>
                  <a:pt x="44506" y="34294"/>
                </a:lnTo>
                <a:lnTo>
                  <a:pt x="44385" y="34002"/>
                </a:lnTo>
                <a:lnTo>
                  <a:pt x="44285" y="33701"/>
                </a:lnTo>
                <a:lnTo>
                  <a:pt x="44204" y="33409"/>
                </a:lnTo>
                <a:lnTo>
                  <a:pt x="44124" y="33118"/>
                </a:lnTo>
                <a:lnTo>
                  <a:pt x="44064" y="32836"/>
                </a:lnTo>
                <a:lnTo>
                  <a:pt x="44013" y="32565"/>
                </a:lnTo>
                <a:lnTo>
                  <a:pt x="43973" y="32303"/>
                </a:lnTo>
                <a:lnTo>
                  <a:pt x="43943" y="32052"/>
                </a:lnTo>
                <a:lnTo>
                  <a:pt x="43943" y="32052"/>
                </a:lnTo>
                <a:lnTo>
                  <a:pt x="44456" y="32102"/>
                </a:lnTo>
                <a:lnTo>
                  <a:pt x="44908" y="32163"/>
                </a:lnTo>
                <a:lnTo>
                  <a:pt x="45330" y="32243"/>
                </a:lnTo>
                <a:lnTo>
                  <a:pt x="45521" y="32283"/>
                </a:lnTo>
                <a:lnTo>
                  <a:pt x="45702" y="32334"/>
                </a:lnTo>
                <a:lnTo>
                  <a:pt x="46235" y="32494"/>
                </a:lnTo>
                <a:lnTo>
                  <a:pt x="46757" y="32665"/>
                </a:lnTo>
                <a:lnTo>
                  <a:pt x="47270" y="32836"/>
                </a:lnTo>
                <a:lnTo>
                  <a:pt x="47762" y="33027"/>
                </a:lnTo>
                <a:lnTo>
                  <a:pt x="48245" y="33218"/>
                </a:lnTo>
                <a:lnTo>
                  <a:pt x="48707" y="33409"/>
                </a:lnTo>
                <a:lnTo>
                  <a:pt x="49159" y="33610"/>
                </a:lnTo>
                <a:lnTo>
                  <a:pt x="49602" y="33811"/>
                </a:lnTo>
                <a:lnTo>
                  <a:pt x="50024" y="34022"/>
                </a:lnTo>
                <a:lnTo>
                  <a:pt x="50436" y="34233"/>
                </a:lnTo>
                <a:lnTo>
                  <a:pt x="50828" y="34434"/>
                </a:lnTo>
                <a:lnTo>
                  <a:pt x="51210" y="34645"/>
                </a:lnTo>
                <a:lnTo>
                  <a:pt x="51582" y="34856"/>
                </a:lnTo>
                <a:lnTo>
                  <a:pt x="51923" y="35067"/>
                </a:lnTo>
                <a:lnTo>
                  <a:pt x="52577" y="35470"/>
                </a:lnTo>
                <a:lnTo>
                  <a:pt x="54446" y="42073"/>
                </a:lnTo>
                <a:lnTo>
                  <a:pt x="54486" y="42183"/>
                </a:lnTo>
                <a:lnTo>
                  <a:pt x="54547" y="42294"/>
                </a:lnTo>
                <a:lnTo>
                  <a:pt x="54627" y="42384"/>
                </a:lnTo>
                <a:lnTo>
                  <a:pt x="54718" y="42455"/>
                </a:lnTo>
                <a:lnTo>
                  <a:pt x="54808" y="42515"/>
                </a:lnTo>
                <a:lnTo>
                  <a:pt x="54919" y="42565"/>
                </a:lnTo>
                <a:lnTo>
                  <a:pt x="55029" y="42596"/>
                </a:lnTo>
                <a:lnTo>
                  <a:pt x="55150" y="42606"/>
                </a:lnTo>
                <a:lnTo>
                  <a:pt x="55250" y="42596"/>
                </a:lnTo>
                <a:lnTo>
                  <a:pt x="55351" y="42575"/>
                </a:lnTo>
                <a:lnTo>
                  <a:pt x="55421" y="42555"/>
                </a:lnTo>
                <a:lnTo>
                  <a:pt x="55481" y="42515"/>
                </a:lnTo>
                <a:lnTo>
                  <a:pt x="55552" y="42485"/>
                </a:lnTo>
                <a:lnTo>
                  <a:pt x="55602" y="42445"/>
                </a:lnTo>
                <a:lnTo>
                  <a:pt x="55662" y="42395"/>
                </a:lnTo>
                <a:lnTo>
                  <a:pt x="55703" y="42344"/>
                </a:lnTo>
                <a:lnTo>
                  <a:pt x="55753" y="42284"/>
                </a:lnTo>
                <a:lnTo>
                  <a:pt x="55783" y="42224"/>
                </a:lnTo>
                <a:lnTo>
                  <a:pt x="55813" y="42163"/>
                </a:lnTo>
                <a:lnTo>
                  <a:pt x="55843" y="42103"/>
                </a:lnTo>
                <a:lnTo>
                  <a:pt x="55863" y="42033"/>
                </a:lnTo>
                <a:lnTo>
                  <a:pt x="55873" y="41962"/>
                </a:lnTo>
                <a:lnTo>
                  <a:pt x="55873" y="41892"/>
                </a:lnTo>
                <a:lnTo>
                  <a:pt x="55873" y="41822"/>
                </a:lnTo>
                <a:lnTo>
                  <a:pt x="55863" y="41751"/>
                </a:lnTo>
                <a:lnTo>
                  <a:pt x="55853" y="41671"/>
                </a:lnTo>
                <a:lnTo>
                  <a:pt x="54476" y="36836"/>
                </a:lnTo>
                <a:lnTo>
                  <a:pt x="54888" y="37168"/>
                </a:lnTo>
                <a:lnTo>
                  <a:pt x="55180" y="37419"/>
                </a:lnTo>
                <a:lnTo>
                  <a:pt x="55431" y="37651"/>
                </a:lnTo>
                <a:lnTo>
                  <a:pt x="55542" y="37751"/>
                </a:lnTo>
                <a:lnTo>
                  <a:pt x="55662" y="37842"/>
                </a:lnTo>
                <a:lnTo>
                  <a:pt x="55783" y="37912"/>
                </a:lnTo>
                <a:lnTo>
                  <a:pt x="55914" y="37972"/>
                </a:lnTo>
                <a:lnTo>
                  <a:pt x="56044" y="38022"/>
                </a:lnTo>
                <a:lnTo>
                  <a:pt x="56185" y="38053"/>
                </a:lnTo>
                <a:lnTo>
                  <a:pt x="56326" y="38073"/>
                </a:lnTo>
                <a:lnTo>
                  <a:pt x="56466" y="38083"/>
                </a:lnTo>
                <a:lnTo>
                  <a:pt x="56597" y="38073"/>
                </a:lnTo>
                <a:lnTo>
                  <a:pt x="56738" y="38053"/>
                </a:lnTo>
                <a:lnTo>
                  <a:pt x="56878" y="38022"/>
                </a:lnTo>
                <a:lnTo>
                  <a:pt x="57009" y="37972"/>
                </a:lnTo>
                <a:lnTo>
                  <a:pt x="57140" y="37912"/>
                </a:lnTo>
                <a:lnTo>
                  <a:pt x="57260" y="37842"/>
                </a:lnTo>
                <a:lnTo>
                  <a:pt x="57381" y="37751"/>
                </a:lnTo>
                <a:lnTo>
                  <a:pt x="57492" y="37651"/>
                </a:lnTo>
                <a:lnTo>
                  <a:pt x="57592" y="37540"/>
                </a:lnTo>
                <a:lnTo>
                  <a:pt x="57683" y="37419"/>
                </a:lnTo>
                <a:lnTo>
                  <a:pt x="57753" y="37299"/>
                </a:lnTo>
                <a:lnTo>
                  <a:pt x="57813" y="37168"/>
                </a:lnTo>
                <a:lnTo>
                  <a:pt x="57863" y="37037"/>
                </a:lnTo>
                <a:lnTo>
                  <a:pt x="57894" y="36897"/>
                </a:lnTo>
                <a:lnTo>
                  <a:pt x="57914" y="36756"/>
                </a:lnTo>
                <a:lnTo>
                  <a:pt x="57924" y="36625"/>
                </a:lnTo>
                <a:lnTo>
                  <a:pt x="57914" y="36485"/>
                </a:lnTo>
                <a:lnTo>
                  <a:pt x="57894" y="36344"/>
                </a:lnTo>
                <a:lnTo>
                  <a:pt x="57863" y="36203"/>
                </a:lnTo>
                <a:lnTo>
                  <a:pt x="57813" y="36073"/>
                </a:lnTo>
                <a:lnTo>
                  <a:pt x="57753" y="35942"/>
                </a:lnTo>
                <a:lnTo>
                  <a:pt x="57683" y="35821"/>
                </a:lnTo>
                <a:lnTo>
                  <a:pt x="57592" y="35701"/>
                </a:lnTo>
                <a:lnTo>
                  <a:pt x="57492" y="35590"/>
                </a:lnTo>
                <a:lnTo>
                  <a:pt x="57391" y="35490"/>
                </a:lnTo>
                <a:lnTo>
                  <a:pt x="57160" y="35279"/>
                </a:lnTo>
                <a:lnTo>
                  <a:pt x="56808" y="34967"/>
                </a:lnTo>
                <a:lnTo>
                  <a:pt x="56326" y="34565"/>
                </a:lnTo>
                <a:lnTo>
                  <a:pt x="56034" y="34344"/>
                </a:lnTo>
                <a:lnTo>
                  <a:pt x="55723" y="34103"/>
                </a:lnTo>
                <a:lnTo>
                  <a:pt x="55381" y="33841"/>
                </a:lnTo>
                <a:lnTo>
                  <a:pt x="55009" y="33580"/>
                </a:lnTo>
                <a:lnTo>
                  <a:pt x="54597" y="33299"/>
                </a:lnTo>
                <a:lnTo>
                  <a:pt x="54165" y="33017"/>
                </a:lnTo>
                <a:lnTo>
                  <a:pt x="53712" y="32726"/>
                </a:lnTo>
                <a:lnTo>
                  <a:pt x="53220" y="32434"/>
                </a:lnTo>
                <a:lnTo>
                  <a:pt x="59592" y="30464"/>
                </a:lnTo>
                <a:lnTo>
                  <a:pt x="59663" y="30434"/>
                </a:lnTo>
                <a:lnTo>
                  <a:pt x="59733" y="30404"/>
                </a:lnTo>
                <a:lnTo>
                  <a:pt x="59793" y="30364"/>
                </a:lnTo>
                <a:lnTo>
                  <a:pt x="59854" y="30323"/>
                </a:lnTo>
                <a:lnTo>
                  <a:pt x="59904" y="30273"/>
                </a:lnTo>
                <a:lnTo>
                  <a:pt x="59944" y="30223"/>
                </a:lnTo>
                <a:lnTo>
                  <a:pt x="59994" y="30163"/>
                </a:lnTo>
                <a:lnTo>
                  <a:pt x="60024" y="30102"/>
                </a:lnTo>
                <a:lnTo>
                  <a:pt x="60055" y="30042"/>
                </a:lnTo>
                <a:lnTo>
                  <a:pt x="60075" y="29972"/>
                </a:lnTo>
                <a:lnTo>
                  <a:pt x="60095" y="29911"/>
                </a:lnTo>
                <a:lnTo>
                  <a:pt x="60105" y="29841"/>
                </a:lnTo>
                <a:lnTo>
                  <a:pt x="60105" y="29761"/>
                </a:lnTo>
                <a:lnTo>
                  <a:pt x="60105" y="29690"/>
                </a:lnTo>
                <a:lnTo>
                  <a:pt x="60095" y="29620"/>
                </a:lnTo>
                <a:lnTo>
                  <a:pt x="60075" y="29550"/>
                </a:lnTo>
                <a:lnTo>
                  <a:pt x="60055" y="29479"/>
                </a:lnTo>
                <a:lnTo>
                  <a:pt x="60014" y="29409"/>
                </a:lnTo>
                <a:lnTo>
                  <a:pt x="59984" y="29349"/>
                </a:lnTo>
                <a:lnTo>
                  <a:pt x="59934" y="29298"/>
                </a:lnTo>
                <a:lnTo>
                  <a:pt x="59894" y="29238"/>
                </a:lnTo>
                <a:lnTo>
                  <a:pt x="59833" y="29198"/>
                </a:lnTo>
                <a:lnTo>
                  <a:pt x="59783" y="29158"/>
                </a:lnTo>
                <a:lnTo>
                  <a:pt x="59723" y="29117"/>
                </a:lnTo>
                <a:lnTo>
                  <a:pt x="59652" y="29087"/>
                </a:lnTo>
                <a:lnTo>
                  <a:pt x="59592" y="29067"/>
                </a:lnTo>
                <a:lnTo>
                  <a:pt x="59522" y="29047"/>
                </a:lnTo>
                <a:lnTo>
                  <a:pt x="59451" y="29037"/>
                </a:lnTo>
                <a:lnTo>
                  <a:pt x="59311" y="29037"/>
                </a:lnTo>
                <a:lnTo>
                  <a:pt x="59240" y="29047"/>
                </a:lnTo>
                <a:lnTo>
                  <a:pt x="59160" y="29067"/>
                </a:lnTo>
                <a:lnTo>
                  <a:pt x="51431" y="31459"/>
                </a:lnTo>
                <a:lnTo>
                  <a:pt x="51049" y="31268"/>
                </a:lnTo>
                <a:lnTo>
                  <a:pt x="50657" y="31077"/>
                </a:lnTo>
                <a:lnTo>
                  <a:pt x="50245" y="30896"/>
                </a:lnTo>
                <a:lnTo>
                  <a:pt x="49833" y="30715"/>
                </a:lnTo>
                <a:lnTo>
                  <a:pt x="49401" y="30535"/>
                </a:lnTo>
                <a:lnTo>
                  <a:pt x="48958" y="30364"/>
                </a:lnTo>
                <a:lnTo>
                  <a:pt x="48516" y="30193"/>
                </a:lnTo>
                <a:lnTo>
                  <a:pt x="48054" y="30022"/>
                </a:lnTo>
                <a:lnTo>
                  <a:pt x="54718" y="27077"/>
                </a:lnTo>
                <a:lnTo>
                  <a:pt x="54778" y="27037"/>
                </a:lnTo>
                <a:lnTo>
                  <a:pt x="54838" y="27007"/>
                </a:lnTo>
                <a:lnTo>
                  <a:pt x="54898" y="26956"/>
                </a:lnTo>
                <a:lnTo>
                  <a:pt x="54949" y="26906"/>
                </a:lnTo>
                <a:lnTo>
                  <a:pt x="54999" y="26856"/>
                </a:lnTo>
                <a:lnTo>
                  <a:pt x="55039" y="26796"/>
                </a:lnTo>
                <a:lnTo>
                  <a:pt x="55069" y="26735"/>
                </a:lnTo>
                <a:lnTo>
                  <a:pt x="55099" y="26675"/>
                </a:lnTo>
                <a:lnTo>
                  <a:pt x="55120" y="26605"/>
                </a:lnTo>
                <a:lnTo>
                  <a:pt x="55140" y="26534"/>
                </a:lnTo>
                <a:lnTo>
                  <a:pt x="55150" y="26464"/>
                </a:lnTo>
                <a:lnTo>
                  <a:pt x="55150" y="26394"/>
                </a:lnTo>
                <a:lnTo>
                  <a:pt x="55140" y="26323"/>
                </a:lnTo>
                <a:lnTo>
                  <a:pt x="55130" y="26253"/>
                </a:lnTo>
                <a:lnTo>
                  <a:pt x="55110" y="26183"/>
                </a:lnTo>
                <a:lnTo>
                  <a:pt x="55089" y="26112"/>
                </a:lnTo>
                <a:lnTo>
                  <a:pt x="55049" y="26042"/>
                </a:lnTo>
                <a:lnTo>
                  <a:pt x="55009" y="25982"/>
                </a:lnTo>
                <a:lnTo>
                  <a:pt x="54969" y="25931"/>
                </a:lnTo>
                <a:lnTo>
                  <a:pt x="54919" y="25881"/>
                </a:lnTo>
                <a:lnTo>
                  <a:pt x="54868" y="25831"/>
                </a:lnTo>
                <a:lnTo>
                  <a:pt x="54808" y="25791"/>
                </a:lnTo>
                <a:lnTo>
                  <a:pt x="54748" y="25760"/>
                </a:lnTo>
                <a:lnTo>
                  <a:pt x="54677" y="25730"/>
                </a:lnTo>
                <a:lnTo>
                  <a:pt x="54617" y="25710"/>
                </a:lnTo>
                <a:lnTo>
                  <a:pt x="54547" y="25690"/>
                </a:lnTo>
                <a:lnTo>
                  <a:pt x="54476" y="25680"/>
                </a:lnTo>
                <a:lnTo>
                  <a:pt x="54336" y="25680"/>
                </a:lnTo>
                <a:lnTo>
                  <a:pt x="54265" y="25700"/>
                </a:lnTo>
                <a:lnTo>
                  <a:pt x="54195" y="25710"/>
                </a:lnTo>
                <a:lnTo>
                  <a:pt x="54125" y="25740"/>
                </a:lnTo>
                <a:lnTo>
                  <a:pt x="45903" y="29379"/>
                </a:lnTo>
                <a:lnTo>
                  <a:pt x="45601" y="29318"/>
                </a:lnTo>
                <a:lnTo>
                  <a:pt x="45270" y="29268"/>
                </a:lnTo>
                <a:lnTo>
                  <a:pt x="51753" y="22082"/>
                </a:lnTo>
                <a:lnTo>
                  <a:pt x="51803" y="22021"/>
                </a:lnTo>
                <a:lnTo>
                  <a:pt x="51843" y="21961"/>
                </a:lnTo>
                <a:lnTo>
                  <a:pt x="51873" y="21901"/>
                </a:lnTo>
                <a:lnTo>
                  <a:pt x="51903" y="21831"/>
                </a:lnTo>
                <a:lnTo>
                  <a:pt x="51923" y="21760"/>
                </a:lnTo>
                <a:lnTo>
                  <a:pt x="51933" y="21700"/>
                </a:lnTo>
                <a:lnTo>
                  <a:pt x="51944" y="21629"/>
                </a:lnTo>
                <a:lnTo>
                  <a:pt x="51933" y="21559"/>
                </a:lnTo>
                <a:lnTo>
                  <a:pt x="51933" y="21489"/>
                </a:lnTo>
                <a:lnTo>
                  <a:pt x="51913" y="21418"/>
                </a:lnTo>
                <a:lnTo>
                  <a:pt x="51893" y="21348"/>
                </a:lnTo>
                <a:lnTo>
                  <a:pt x="51873" y="21288"/>
                </a:lnTo>
                <a:lnTo>
                  <a:pt x="51833" y="21217"/>
                </a:lnTo>
                <a:lnTo>
                  <a:pt x="51793" y="21157"/>
                </a:lnTo>
                <a:lnTo>
                  <a:pt x="51753" y="21107"/>
                </a:lnTo>
                <a:lnTo>
                  <a:pt x="51702" y="21057"/>
                </a:lnTo>
                <a:lnTo>
                  <a:pt x="51642" y="21006"/>
                </a:lnTo>
                <a:lnTo>
                  <a:pt x="51582" y="20966"/>
                </a:lnTo>
                <a:lnTo>
                  <a:pt x="51511" y="20936"/>
                </a:lnTo>
                <a:lnTo>
                  <a:pt x="51451" y="20906"/>
                </a:lnTo>
                <a:lnTo>
                  <a:pt x="51381" y="20886"/>
                </a:lnTo>
                <a:lnTo>
                  <a:pt x="51310" y="20876"/>
                </a:lnTo>
                <a:lnTo>
                  <a:pt x="51240" y="20866"/>
                </a:lnTo>
                <a:lnTo>
                  <a:pt x="51170" y="20866"/>
                </a:lnTo>
                <a:lnTo>
                  <a:pt x="51099" y="20876"/>
                </a:lnTo>
                <a:lnTo>
                  <a:pt x="51029" y="20886"/>
                </a:lnTo>
                <a:lnTo>
                  <a:pt x="50969" y="20906"/>
                </a:lnTo>
                <a:lnTo>
                  <a:pt x="50898" y="20936"/>
                </a:lnTo>
                <a:lnTo>
                  <a:pt x="50838" y="20966"/>
                </a:lnTo>
                <a:lnTo>
                  <a:pt x="50778" y="21006"/>
                </a:lnTo>
                <a:lnTo>
                  <a:pt x="50717" y="21057"/>
                </a:lnTo>
                <a:lnTo>
                  <a:pt x="50667" y="21107"/>
                </a:lnTo>
                <a:lnTo>
                  <a:pt x="43461" y="29097"/>
                </a:lnTo>
                <a:lnTo>
                  <a:pt x="42978" y="29087"/>
                </a:lnTo>
                <a:lnTo>
                  <a:pt x="42466" y="29077"/>
                </a:lnTo>
                <a:lnTo>
                  <a:pt x="41933" y="29077"/>
                </a:lnTo>
                <a:lnTo>
                  <a:pt x="41380" y="29087"/>
                </a:lnTo>
                <a:lnTo>
                  <a:pt x="40797" y="29107"/>
                </a:lnTo>
                <a:lnTo>
                  <a:pt x="40194" y="29137"/>
                </a:lnTo>
                <a:lnTo>
                  <a:pt x="39571" y="29178"/>
                </a:lnTo>
                <a:lnTo>
                  <a:pt x="38918" y="29228"/>
                </a:lnTo>
                <a:lnTo>
                  <a:pt x="34777" y="26022"/>
                </a:lnTo>
                <a:lnTo>
                  <a:pt x="35048" y="24564"/>
                </a:lnTo>
                <a:lnTo>
                  <a:pt x="35320" y="23127"/>
                </a:lnTo>
                <a:lnTo>
                  <a:pt x="35621" y="21589"/>
                </a:lnTo>
                <a:lnTo>
                  <a:pt x="41219" y="19810"/>
                </a:lnTo>
                <a:lnTo>
                  <a:pt x="41290" y="19780"/>
                </a:lnTo>
                <a:lnTo>
                  <a:pt x="41350" y="19750"/>
                </a:lnTo>
                <a:lnTo>
                  <a:pt x="41420" y="19710"/>
                </a:lnTo>
                <a:lnTo>
                  <a:pt x="41471" y="19670"/>
                </a:lnTo>
                <a:lnTo>
                  <a:pt x="41521" y="19619"/>
                </a:lnTo>
                <a:lnTo>
                  <a:pt x="41571" y="19569"/>
                </a:lnTo>
                <a:lnTo>
                  <a:pt x="41611" y="19509"/>
                </a:lnTo>
                <a:lnTo>
                  <a:pt x="41641" y="19448"/>
                </a:lnTo>
                <a:lnTo>
                  <a:pt x="41672" y="19388"/>
                </a:lnTo>
                <a:lnTo>
                  <a:pt x="41702" y="19318"/>
                </a:lnTo>
                <a:lnTo>
                  <a:pt x="41712" y="19247"/>
                </a:lnTo>
                <a:lnTo>
                  <a:pt x="41722" y="19177"/>
                </a:lnTo>
                <a:lnTo>
                  <a:pt x="41732" y="19107"/>
                </a:lnTo>
                <a:lnTo>
                  <a:pt x="41722" y="19036"/>
                </a:lnTo>
                <a:lnTo>
                  <a:pt x="41712" y="18966"/>
                </a:lnTo>
                <a:lnTo>
                  <a:pt x="41692" y="18896"/>
                </a:lnTo>
                <a:lnTo>
                  <a:pt x="41662" y="18825"/>
                </a:lnTo>
                <a:lnTo>
                  <a:pt x="41631" y="18755"/>
                </a:lnTo>
                <a:lnTo>
                  <a:pt x="41591" y="18695"/>
                </a:lnTo>
                <a:lnTo>
                  <a:pt x="41551" y="18634"/>
                </a:lnTo>
                <a:lnTo>
                  <a:pt x="41501" y="18584"/>
                </a:lnTo>
                <a:lnTo>
                  <a:pt x="41450" y="18544"/>
                </a:lnTo>
                <a:lnTo>
                  <a:pt x="41390" y="18504"/>
                </a:lnTo>
                <a:lnTo>
                  <a:pt x="41330" y="18463"/>
                </a:lnTo>
                <a:lnTo>
                  <a:pt x="41270" y="18433"/>
                </a:lnTo>
                <a:lnTo>
                  <a:pt x="41199" y="18413"/>
                </a:lnTo>
                <a:lnTo>
                  <a:pt x="41139" y="18393"/>
                </a:lnTo>
                <a:lnTo>
                  <a:pt x="41069" y="18383"/>
                </a:lnTo>
                <a:lnTo>
                  <a:pt x="40918" y="18383"/>
                </a:lnTo>
                <a:lnTo>
                  <a:pt x="40847" y="18403"/>
                </a:lnTo>
                <a:lnTo>
                  <a:pt x="40777" y="18423"/>
                </a:lnTo>
                <a:lnTo>
                  <a:pt x="35973" y="19951"/>
                </a:lnTo>
                <a:lnTo>
                  <a:pt x="36264" y="18695"/>
                </a:lnTo>
                <a:lnTo>
                  <a:pt x="36415" y="18061"/>
                </a:lnTo>
                <a:lnTo>
                  <a:pt x="36576" y="17418"/>
                </a:lnTo>
                <a:lnTo>
                  <a:pt x="43642" y="14081"/>
                </a:lnTo>
                <a:lnTo>
                  <a:pt x="43712" y="14051"/>
                </a:lnTo>
                <a:lnTo>
                  <a:pt x="43772" y="14011"/>
                </a:lnTo>
                <a:lnTo>
                  <a:pt x="43822" y="13961"/>
                </a:lnTo>
                <a:lnTo>
                  <a:pt x="43873" y="13910"/>
                </a:lnTo>
                <a:lnTo>
                  <a:pt x="43923" y="13860"/>
                </a:lnTo>
                <a:lnTo>
                  <a:pt x="43963" y="13800"/>
                </a:lnTo>
                <a:lnTo>
                  <a:pt x="43993" y="13740"/>
                </a:lnTo>
                <a:lnTo>
                  <a:pt x="44013" y="13669"/>
                </a:lnTo>
                <a:lnTo>
                  <a:pt x="44044" y="13599"/>
                </a:lnTo>
                <a:lnTo>
                  <a:pt x="44054" y="13539"/>
                </a:lnTo>
                <a:lnTo>
                  <a:pt x="44064" y="13468"/>
                </a:lnTo>
                <a:lnTo>
                  <a:pt x="44064" y="13398"/>
                </a:lnTo>
                <a:lnTo>
                  <a:pt x="44054" y="13328"/>
                </a:lnTo>
                <a:lnTo>
                  <a:pt x="44044" y="13247"/>
                </a:lnTo>
                <a:lnTo>
                  <a:pt x="44023" y="13177"/>
                </a:lnTo>
                <a:lnTo>
                  <a:pt x="43993" y="13116"/>
                </a:lnTo>
                <a:lnTo>
                  <a:pt x="43953" y="13046"/>
                </a:lnTo>
                <a:lnTo>
                  <a:pt x="43913" y="12986"/>
                </a:lnTo>
                <a:lnTo>
                  <a:pt x="43873" y="12925"/>
                </a:lnTo>
                <a:lnTo>
                  <a:pt x="43822" y="12885"/>
                </a:lnTo>
                <a:lnTo>
                  <a:pt x="43762" y="12835"/>
                </a:lnTo>
                <a:lnTo>
                  <a:pt x="43702" y="12795"/>
                </a:lnTo>
                <a:lnTo>
                  <a:pt x="43642" y="12765"/>
                </a:lnTo>
                <a:lnTo>
                  <a:pt x="43581" y="12735"/>
                </a:lnTo>
                <a:lnTo>
                  <a:pt x="43511" y="12714"/>
                </a:lnTo>
                <a:lnTo>
                  <a:pt x="43441" y="12704"/>
                </a:lnTo>
                <a:lnTo>
                  <a:pt x="43370" y="12694"/>
                </a:lnTo>
                <a:lnTo>
                  <a:pt x="43300" y="12694"/>
                </a:lnTo>
                <a:lnTo>
                  <a:pt x="43229" y="12704"/>
                </a:lnTo>
                <a:lnTo>
                  <a:pt x="43159" y="12714"/>
                </a:lnTo>
                <a:lnTo>
                  <a:pt x="43089" y="12735"/>
                </a:lnTo>
                <a:lnTo>
                  <a:pt x="43018" y="12765"/>
                </a:lnTo>
                <a:lnTo>
                  <a:pt x="37088" y="15559"/>
                </a:lnTo>
                <a:lnTo>
                  <a:pt x="37269" y="14986"/>
                </a:lnTo>
                <a:lnTo>
                  <a:pt x="37450" y="14413"/>
                </a:lnTo>
                <a:lnTo>
                  <a:pt x="37641" y="13830"/>
                </a:lnTo>
                <a:lnTo>
                  <a:pt x="37842" y="13257"/>
                </a:lnTo>
                <a:lnTo>
                  <a:pt x="38043" y="12684"/>
                </a:lnTo>
                <a:lnTo>
                  <a:pt x="38264" y="12121"/>
                </a:lnTo>
                <a:lnTo>
                  <a:pt x="38486" y="11549"/>
                </a:lnTo>
                <a:lnTo>
                  <a:pt x="38727" y="10986"/>
                </a:lnTo>
                <a:lnTo>
                  <a:pt x="44265" y="7940"/>
                </a:lnTo>
                <a:lnTo>
                  <a:pt x="44335" y="7900"/>
                </a:lnTo>
                <a:lnTo>
                  <a:pt x="44385" y="7850"/>
                </a:lnTo>
                <a:lnTo>
                  <a:pt x="44446" y="7800"/>
                </a:lnTo>
                <a:lnTo>
                  <a:pt x="44486" y="7749"/>
                </a:lnTo>
                <a:lnTo>
                  <a:pt x="44526" y="7689"/>
                </a:lnTo>
                <a:lnTo>
                  <a:pt x="44566" y="7629"/>
                </a:lnTo>
                <a:lnTo>
                  <a:pt x="44596" y="7568"/>
                </a:lnTo>
                <a:lnTo>
                  <a:pt x="44616" y="7498"/>
                </a:lnTo>
                <a:lnTo>
                  <a:pt x="44637" y="7428"/>
                </a:lnTo>
                <a:lnTo>
                  <a:pt x="44647" y="7357"/>
                </a:lnTo>
                <a:lnTo>
                  <a:pt x="44647" y="7287"/>
                </a:lnTo>
                <a:lnTo>
                  <a:pt x="44637" y="7217"/>
                </a:lnTo>
                <a:lnTo>
                  <a:pt x="44627" y="7146"/>
                </a:lnTo>
                <a:lnTo>
                  <a:pt x="44616" y="7076"/>
                </a:lnTo>
                <a:lnTo>
                  <a:pt x="44586" y="7016"/>
                </a:lnTo>
                <a:lnTo>
                  <a:pt x="44556" y="6945"/>
                </a:lnTo>
                <a:lnTo>
                  <a:pt x="44516" y="6885"/>
                </a:lnTo>
                <a:lnTo>
                  <a:pt x="44466" y="6825"/>
                </a:lnTo>
                <a:lnTo>
                  <a:pt x="44426" y="6774"/>
                </a:lnTo>
                <a:lnTo>
                  <a:pt x="44365" y="6724"/>
                </a:lnTo>
                <a:lnTo>
                  <a:pt x="44305" y="6684"/>
                </a:lnTo>
                <a:lnTo>
                  <a:pt x="44245" y="6644"/>
                </a:lnTo>
                <a:lnTo>
                  <a:pt x="44184" y="6614"/>
                </a:lnTo>
                <a:lnTo>
                  <a:pt x="44114" y="6593"/>
                </a:lnTo>
                <a:lnTo>
                  <a:pt x="44054" y="6583"/>
                </a:lnTo>
                <a:lnTo>
                  <a:pt x="43983" y="6573"/>
                </a:lnTo>
                <a:lnTo>
                  <a:pt x="43913" y="6563"/>
                </a:lnTo>
                <a:lnTo>
                  <a:pt x="43843" y="6573"/>
                </a:lnTo>
                <a:lnTo>
                  <a:pt x="43772" y="6583"/>
                </a:lnTo>
                <a:lnTo>
                  <a:pt x="43702" y="6603"/>
                </a:lnTo>
                <a:lnTo>
                  <a:pt x="43632" y="6624"/>
                </a:lnTo>
                <a:lnTo>
                  <a:pt x="43561" y="6654"/>
                </a:lnTo>
                <a:lnTo>
                  <a:pt x="39812" y="8724"/>
                </a:lnTo>
                <a:lnTo>
                  <a:pt x="40003" y="8362"/>
                </a:lnTo>
                <a:lnTo>
                  <a:pt x="40204" y="8011"/>
                </a:lnTo>
                <a:lnTo>
                  <a:pt x="40415" y="7649"/>
                </a:lnTo>
                <a:lnTo>
                  <a:pt x="40626" y="7307"/>
                </a:lnTo>
                <a:lnTo>
                  <a:pt x="40837" y="6955"/>
                </a:lnTo>
                <a:lnTo>
                  <a:pt x="41059" y="6614"/>
                </a:lnTo>
                <a:lnTo>
                  <a:pt x="41290" y="6282"/>
                </a:lnTo>
                <a:lnTo>
                  <a:pt x="41531" y="5940"/>
                </a:lnTo>
                <a:lnTo>
                  <a:pt x="41772" y="5619"/>
                </a:lnTo>
                <a:lnTo>
                  <a:pt x="42013" y="5297"/>
                </a:lnTo>
                <a:lnTo>
                  <a:pt x="42265" y="4975"/>
                </a:lnTo>
                <a:lnTo>
                  <a:pt x="42526" y="4664"/>
                </a:lnTo>
                <a:lnTo>
                  <a:pt x="42787" y="4352"/>
                </a:lnTo>
                <a:lnTo>
                  <a:pt x="43069" y="4051"/>
                </a:lnTo>
                <a:lnTo>
                  <a:pt x="43340" y="3759"/>
                </a:lnTo>
                <a:lnTo>
                  <a:pt x="43632" y="3468"/>
                </a:lnTo>
                <a:lnTo>
                  <a:pt x="43732" y="3357"/>
                </a:lnTo>
                <a:lnTo>
                  <a:pt x="43812" y="3247"/>
                </a:lnTo>
                <a:lnTo>
                  <a:pt x="43893" y="3116"/>
                </a:lnTo>
                <a:lnTo>
                  <a:pt x="43953" y="2985"/>
                </a:lnTo>
                <a:lnTo>
                  <a:pt x="44003" y="2855"/>
                </a:lnTo>
                <a:lnTo>
                  <a:pt x="44034" y="2724"/>
                </a:lnTo>
                <a:lnTo>
                  <a:pt x="44054" y="2583"/>
                </a:lnTo>
                <a:lnTo>
                  <a:pt x="44064" y="2442"/>
                </a:lnTo>
                <a:lnTo>
                  <a:pt x="44054" y="2302"/>
                </a:lnTo>
                <a:lnTo>
                  <a:pt x="44034" y="2161"/>
                </a:lnTo>
                <a:lnTo>
                  <a:pt x="44003" y="2030"/>
                </a:lnTo>
                <a:lnTo>
                  <a:pt x="43953" y="1890"/>
                </a:lnTo>
                <a:lnTo>
                  <a:pt x="43903" y="1759"/>
                </a:lnTo>
                <a:lnTo>
                  <a:pt x="43822" y="1638"/>
                </a:lnTo>
                <a:lnTo>
                  <a:pt x="43742" y="1518"/>
                </a:lnTo>
                <a:lnTo>
                  <a:pt x="43642" y="1407"/>
                </a:lnTo>
                <a:lnTo>
                  <a:pt x="43531" y="1307"/>
                </a:lnTo>
                <a:lnTo>
                  <a:pt x="43410" y="1216"/>
                </a:lnTo>
                <a:lnTo>
                  <a:pt x="43290" y="1146"/>
                </a:lnTo>
                <a:lnTo>
                  <a:pt x="43159" y="1086"/>
                </a:lnTo>
                <a:lnTo>
                  <a:pt x="43028" y="1035"/>
                </a:lnTo>
                <a:lnTo>
                  <a:pt x="42888" y="1005"/>
                </a:lnTo>
                <a:lnTo>
                  <a:pt x="42747" y="985"/>
                </a:lnTo>
                <a:lnTo>
                  <a:pt x="42606" y="975"/>
                </a:lnTo>
                <a:lnTo>
                  <a:pt x="42476" y="985"/>
                </a:lnTo>
                <a:lnTo>
                  <a:pt x="42335" y="995"/>
                </a:lnTo>
                <a:lnTo>
                  <a:pt x="42194" y="1035"/>
                </a:lnTo>
                <a:lnTo>
                  <a:pt x="42064" y="1076"/>
                </a:lnTo>
                <a:lnTo>
                  <a:pt x="41933" y="1136"/>
                </a:lnTo>
                <a:lnTo>
                  <a:pt x="41802" y="1206"/>
                </a:lnTo>
                <a:lnTo>
                  <a:pt x="41692" y="1297"/>
                </a:lnTo>
                <a:lnTo>
                  <a:pt x="41581" y="1397"/>
                </a:lnTo>
                <a:lnTo>
                  <a:pt x="41229" y="1749"/>
                </a:lnTo>
                <a:lnTo>
                  <a:pt x="40878" y="2121"/>
                </a:lnTo>
                <a:lnTo>
                  <a:pt x="40536" y="2493"/>
                </a:lnTo>
                <a:lnTo>
                  <a:pt x="40204" y="2885"/>
                </a:lnTo>
                <a:lnTo>
                  <a:pt x="39883" y="3287"/>
                </a:lnTo>
                <a:lnTo>
                  <a:pt x="39561" y="3689"/>
                </a:lnTo>
                <a:lnTo>
                  <a:pt x="39249" y="4111"/>
                </a:lnTo>
                <a:lnTo>
                  <a:pt x="38938" y="4543"/>
                </a:lnTo>
                <a:lnTo>
                  <a:pt x="38646" y="4985"/>
                </a:lnTo>
                <a:lnTo>
                  <a:pt x="38345" y="5438"/>
                </a:lnTo>
                <a:lnTo>
                  <a:pt x="38063" y="5900"/>
                </a:lnTo>
                <a:lnTo>
                  <a:pt x="37782" y="6372"/>
                </a:lnTo>
                <a:lnTo>
                  <a:pt x="37501" y="6855"/>
                </a:lnTo>
                <a:lnTo>
                  <a:pt x="37229" y="7357"/>
                </a:lnTo>
                <a:lnTo>
                  <a:pt x="36968" y="7870"/>
                </a:lnTo>
                <a:lnTo>
                  <a:pt x="36707" y="8382"/>
                </a:lnTo>
                <a:lnTo>
                  <a:pt x="35139" y="2865"/>
                </a:lnTo>
                <a:lnTo>
                  <a:pt x="35108" y="2794"/>
                </a:lnTo>
                <a:lnTo>
                  <a:pt x="35078" y="2724"/>
                </a:lnTo>
                <a:lnTo>
                  <a:pt x="35038" y="2664"/>
                </a:lnTo>
                <a:lnTo>
                  <a:pt x="34998" y="2603"/>
                </a:lnTo>
                <a:lnTo>
                  <a:pt x="34958" y="2553"/>
                </a:lnTo>
                <a:lnTo>
                  <a:pt x="34897" y="2503"/>
                </a:lnTo>
                <a:lnTo>
                  <a:pt x="34847" y="2463"/>
                </a:lnTo>
                <a:lnTo>
                  <a:pt x="34787" y="2432"/>
                </a:lnTo>
                <a:lnTo>
                  <a:pt x="34727" y="2392"/>
                </a:lnTo>
                <a:lnTo>
                  <a:pt x="34656" y="2372"/>
                </a:lnTo>
                <a:lnTo>
                  <a:pt x="34586" y="2352"/>
                </a:lnTo>
                <a:lnTo>
                  <a:pt x="34525" y="2342"/>
                </a:lnTo>
                <a:lnTo>
                  <a:pt x="34445" y="2332"/>
                </a:lnTo>
                <a:lnTo>
                  <a:pt x="34375" y="2342"/>
                </a:lnTo>
                <a:lnTo>
                  <a:pt x="34304" y="2352"/>
                </a:lnTo>
                <a:lnTo>
                  <a:pt x="34234" y="2362"/>
                </a:lnTo>
                <a:lnTo>
                  <a:pt x="34164" y="2392"/>
                </a:lnTo>
                <a:lnTo>
                  <a:pt x="34093" y="2422"/>
                </a:lnTo>
                <a:lnTo>
                  <a:pt x="34033" y="2452"/>
                </a:lnTo>
                <a:lnTo>
                  <a:pt x="33973" y="2493"/>
                </a:lnTo>
                <a:lnTo>
                  <a:pt x="33922" y="2543"/>
                </a:lnTo>
                <a:lnTo>
                  <a:pt x="33872" y="2593"/>
                </a:lnTo>
                <a:lnTo>
                  <a:pt x="33832" y="2654"/>
                </a:lnTo>
                <a:lnTo>
                  <a:pt x="33792" y="2714"/>
                </a:lnTo>
                <a:lnTo>
                  <a:pt x="33762" y="2774"/>
                </a:lnTo>
                <a:lnTo>
                  <a:pt x="33742" y="2844"/>
                </a:lnTo>
                <a:lnTo>
                  <a:pt x="33721" y="2905"/>
                </a:lnTo>
                <a:lnTo>
                  <a:pt x="33711" y="2975"/>
                </a:lnTo>
                <a:lnTo>
                  <a:pt x="33701" y="3045"/>
                </a:lnTo>
                <a:lnTo>
                  <a:pt x="33701" y="3116"/>
                </a:lnTo>
                <a:lnTo>
                  <a:pt x="33711" y="3196"/>
                </a:lnTo>
                <a:lnTo>
                  <a:pt x="33731" y="3267"/>
                </a:lnTo>
                <a:lnTo>
                  <a:pt x="35792" y="10463"/>
                </a:lnTo>
                <a:lnTo>
                  <a:pt x="35561" y="11026"/>
                </a:lnTo>
                <a:lnTo>
                  <a:pt x="35350" y="11589"/>
                </a:lnTo>
                <a:lnTo>
                  <a:pt x="35129" y="12172"/>
                </a:lnTo>
                <a:lnTo>
                  <a:pt x="34928" y="12765"/>
                </a:lnTo>
                <a:lnTo>
                  <a:pt x="34686" y="13478"/>
                </a:lnTo>
                <a:lnTo>
                  <a:pt x="34455" y="14192"/>
                </a:lnTo>
                <a:lnTo>
                  <a:pt x="34244" y="14905"/>
                </a:lnTo>
                <a:lnTo>
                  <a:pt x="34043" y="15609"/>
                </a:lnTo>
                <a:lnTo>
                  <a:pt x="33852" y="16313"/>
                </a:lnTo>
                <a:lnTo>
                  <a:pt x="33671" y="17006"/>
                </a:lnTo>
                <a:lnTo>
                  <a:pt x="33500" y="17700"/>
                </a:lnTo>
                <a:lnTo>
                  <a:pt x="33339" y="18373"/>
                </a:lnTo>
                <a:lnTo>
                  <a:pt x="28445" y="12101"/>
                </a:lnTo>
                <a:lnTo>
                  <a:pt x="28394" y="12041"/>
                </a:lnTo>
                <a:lnTo>
                  <a:pt x="28344" y="11991"/>
                </a:lnTo>
                <a:lnTo>
                  <a:pt x="28284" y="11951"/>
                </a:lnTo>
                <a:lnTo>
                  <a:pt x="28224" y="11910"/>
                </a:lnTo>
                <a:lnTo>
                  <a:pt x="28163" y="11880"/>
                </a:lnTo>
                <a:lnTo>
                  <a:pt x="28093" y="11850"/>
                </a:lnTo>
                <a:lnTo>
                  <a:pt x="28023" y="11840"/>
                </a:lnTo>
                <a:lnTo>
                  <a:pt x="27952" y="11820"/>
                </a:lnTo>
                <a:lnTo>
                  <a:pt x="27822" y="11820"/>
                </a:lnTo>
                <a:lnTo>
                  <a:pt x="27751" y="11830"/>
                </a:lnTo>
                <a:lnTo>
                  <a:pt x="27681" y="11840"/>
                </a:lnTo>
                <a:lnTo>
                  <a:pt x="27611" y="11870"/>
                </a:lnTo>
                <a:lnTo>
                  <a:pt x="27540" y="11890"/>
                </a:lnTo>
                <a:lnTo>
                  <a:pt x="27480" y="11930"/>
                </a:lnTo>
                <a:lnTo>
                  <a:pt x="27420" y="11971"/>
                </a:lnTo>
                <a:lnTo>
                  <a:pt x="27359" y="12021"/>
                </a:lnTo>
                <a:lnTo>
                  <a:pt x="27309" y="12071"/>
                </a:lnTo>
                <a:lnTo>
                  <a:pt x="27269" y="12131"/>
                </a:lnTo>
                <a:lnTo>
                  <a:pt x="27229" y="12192"/>
                </a:lnTo>
                <a:lnTo>
                  <a:pt x="27198" y="12252"/>
                </a:lnTo>
                <a:lnTo>
                  <a:pt x="27178" y="12322"/>
                </a:lnTo>
                <a:lnTo>
                  <a:pt x="27158" y="12393"/>
                </a:lnTo>
                <a:lnTo>
                  <a:pt x="27148" y="12463"/>
                </a:lnTo>
                <a:lnTo>
                  <a:pt x="27138" y="12533"/>
                </a:lnTo>
                <a:lnTo>
                  <a:pt x="27138" y="12594"/>
                </a:lnTo>
                <a:lnTo>
                  <a:pt x="27148" y="12664"/>
                </a:lnTo>
                <a:lnTo>
                  <a:pt x="27158" y="12735"/>
                </a:lnTo>
                <a:lnTo>
                  <a:pt x="27188" y="12805"/>
                </a:lnTo>
                <a:lnTo>
                  <a:pt x="27209" y="12875"/>
                </a:lnTo>
                <a:lnTo>
                  <a:pt x="27249" y="12936"/>
                </a:lnTo>
                <a:lnTo>
                  <a:pt x="27289" y="12996"/>
                </a:lnTo>
                <a:lnTo>
                  <a:pt x="32927" y="20222"/>
                </a:lnTo>
                <a:lnTo>
                  <a:pt x="32726" y="21227"/>
                </a:lnTo>
                <a:lnTo>
                  <a:pt x="32535" y="22192"/>
                </a:lnTo>
                <a:lnTo>
                  <a:pt x="32184" y="24032"/>
                </a:lnTo>
                <a:lnTo>
                  <a:pt x="25631" y="23408"/>
                </a:lnTo>
                <a:lnTo>
                  <a:pt x="25590" y="23288"/>
                </a:lnTo>
                <a:lnTo>
                  <a:pt x="25540" y="23157"/>
                </a:lnTo>
                <a:lnTo>
                  <a:pt x="25480" y="23037"/>
                </a:lnTo>
                <a:lnTo>
                  <a:pt x="25399" y="22926"/>
                </a:lnTo>
                <a:lnTo>
                  <a:pt x="25078" y="22494"/>
                </a:lnTo>
                <a:lnTo>
                  <a:pt x="24736" y="22072"/>
                </a:lnTo>
                <a:lnTo>
                  <a:pt x="24394" y="21660"/>
                </a:lnTo>
                <a:lnTo>
                  <a:pt x="24032" y="21258"/>
                </a:lnTo>
                <a:lnTo>
                  <a:pt x="23862" y="20976"/>
                </a:lnTo>
                <a:lnTo>
                  <a:pt x="23701" y="20695"/>
                </a:lnTo>
                <a:lnTo>
                  <a:pt x="23550" y="20413"/>
                </a:lnTo>
                <a:lnTo>
                  <a:pt x="23409" y="20132"/>
                </a:lnTo>
                <a:lnTo>
                  <a:pt x="23269" y="19861"/>
                </a:lnTo>
                <a:lnTo>
                  <a:pt x="23138" y="19579"/>
                </a:lnTo>
                <a:lnTo>
                  <a:pt x="23027" y="19308"/>
                </a:lnTo>
                <a:lnTo>
                  <a:pt x="22907" y="19036"/>
                </a:lnTo>
                <a:lnTo>
                  <a:pt x="22806" y="18755"/>
                </a:lnTo>
                <a:lnTo>
                  <a:pt x="22716" y="18484"/>
                </a:lnTo>
                <a:lnTo>
                  <a:pt x="22625" y="18212"/>
                </a:lnTo>
                <a:lnTo>
                  <a:pt x="22545" y="17941"/>
                </a:lnTo>
                <a:lnTo>
                  <a:pt x="22475" y="17669"/>
                </a:lnTo>
                <a:lnTo>
                  <a:pt x="22414" y="17398"/>
                </a:lnTo>
                <a:lnTo>
                  <a:pt x="22354" y="17127"/>
                </a:lnTo>
                <a:lnTo>
                  <a:pt x="22304" y="16865"/>
                </a:lnTo>
                <a:lnTo>
                  <a:pt x="22243" y="16433"/>
                </a:lnTo>
                <a:lnTo>
                  <a:pt x="22203" y="16011"/>
                </a:lnTo>
                <a:lnTo>
                  <a:pt x="22183" y="15599"/>
                </a:lnTo>
                <a:lnTo>
                  <a:pt x="22173" y="15187"/>
                </a:lnTo>
                <a:lnTo>
                  <a:pt x="22183" y="14775"/>
                </a:lnTo>
                <a:lnTo>
                  <a:pt x="22213" y="14383"/>
                </a:lnTo>
                <a:lnTo>
                  <a:pt x="22243" y="13981"/>
                </a:lnTo>
                <a:lnTo>
                  <a:pt x="22294" y="13589"/>
                </a:lnTo>
                <a:lnTo>
                  <a:pt x="22354" y="13197"/>
                </a:lnTo>
                <a:lnTo>
                  <a:pt x="22424" y="12805"/>
                </a:lnTo>
                <a:lnTo>
                  <a:pt x="22505" y="12413"/>
                </a:lnTo>
                <a:lnTo>
                  <a:pt x="22585" y="12031"/>
                </a:lnTo>
                <a:lnTo>
                  <a:pt x="22766" y="11247"/>
                </a:lnTo>
                <a:lnTo>
                  <a:pt x="22967" y="10463"/>
                </a:lnTo>
                <a:lnTo>
                  <a:pt x="23088" y="9960"/>
                </a:lnTo>
                <a:lnTo>
                  <a:pt x="27802" y="8433"/>
                </a:lnTo>
                <a:lnTo>
                  <a:pt x="27872" y="8403"/>
                </a:lnTo>
                <a:lnTo>
                  <a:pt x="27932" y="8372"/>
                </a:lnTo>
                <a:lnTo>
                  <a:pt x="27992" y="8332"/>
                </a:lnTo>
                <a:lnTo>
                  <a:pt x="28053" y="8282"/>
                </a:lnTo>
                <a:lnTo>
                  <a:pt x="28103" y="8242"/>
                </a:lnTo>
                <a:lnTo>
                  <a:pt x="28153" y="8181"/>
                </a:lnTo>
                <a:lnTo>
                  <a:pt x="28193" y="8131"/>
                </a:lnTo>
                <a:lnTo>
                  <a:pt x="28224" y="8061"/>
                </a:lnTo>
                <a:lnTo>
                  <a:pt x="28254" y="8001"/>
                </a:lnTo>
                <a:lnTo>
                  <a:pt x="28274" y="7940"/>
                </a:lnTo>
                <a:lnTo>
                  <a:pt x="28294" y="7870"/>
                </a:lnTo>
                <a:lnTo>
                  <a:pt x="28304" y="7800"/>
                </a:lnTo>
                <a:lnTo>
                  <a:pt x="28304" y="7729"/>
                </a:lnTo>
                <a:lnTo>
                  <a:pt x="28304" y="7649"/>
                </a:lnTo>
                <a:lnTo>
                  <a:pt x="28284" y="7578"/>
                </a:lnTo>
                <a:lnTo>
                  <a:pt x="28274" y="7508"/>
                </a:lnTo>
                <a:lnTo>
                  <a:pt x="28244" y="7438"/>
                </a:lnTo>
                <a:lnTo>
                  <a:pt x="28214" y="7377"/>
                </a:lnTo>
                <a:lnTo>
                  <a:pt x="28173" y="7317"/>
                </a:lnTo>
                <a:lnTo>
                  <a:pt x="28123" y="7257"/>
                </a:lnTo>
                <a:lnTo>
                  <a:pt x="28083" y="7207"/>
                </a:lnTo>
                <a:lnTo>
                  <a:pt x="28023" y="7156"/>
                </a:lnTo>
                <a:lnTo>
                  <a:pt x="27972" y="7116"/>
                </a:lnTo>
                <a:lnTo>
                  <a:pt x="27912" y="7086"/>
                </a:lnTo>
                <a:lnTo>
                  <a:pt x="27842" y="7056"/>
                </a:lnTo>
                <a:lnTo>
                  <a:pt x="27781" y="7036"/>
                </a:lnTo>
                <a:lnTo>
                  <a:pt x="27711" y="7016"/>
                </a:lnTo>
                <a:lnTo>
                  <a:pt x="27641" y="7006"/>
                </a:lnTo>
                <a:lnTo>
                  <a:pt x="27500" y="7006"/>
                </a:lnTo>
                <a:lnTo>
                  <a:pt x="27420" y="7026"/>
                </a:lnTo>
                <a:lnTo>
                  <a:pt x="27349" y="7036"/>
                </a:lnTo>
                <a:lnTo>
                  <a:pt x="23470" y="8302"/>
                </a:lnTo>
                <a:lnTo>
                  <a:pt x="23550" y="7860"/>
                </a:lnTo>
                <a:lnTo>
                  <a:pt x="23620" y="7418"/>
                </a:lnTo>
                <a:lnTo>
                  <a:pt x="23681" y="6965"/>
                </a:lnTo>
                <a:lnTo>
                  <a:pt x="23721" y="6513"/>
                </a:lnTo>
                <a:lnTo>
                  <a:pt x="23751" y="6061"/>
                </a:lnTo>
                <a:lnTo>
                  <a:pt x="23761" y="5608"/>
                </a:lnTo>
                <a:lnTo>
                  <a:pt x="23741" y="5146"/>
                </a:lnTo>
                <a:lnTo>
                  <a:pt x="23711" y="4674"/>
                </a:lnTo>
                <a:lnTo>
                  <a:pt x="23681" y="4443"/>
                </a:lnTo>
                <a:lnTo>
                  <a:pt x="23651" y="4201"/>
                </a:lnTo>
                <a:lnTo>
                  <a:pt x="23610" y="3960"/>
                </a:lnTo>
                <a:lnTo>
                  <a:pt x="23570" y="3729"/>
                </a:lnTo>
                <a:lnTo>
                  <a:pt x="23520" y="3488"/>
                </a:lnTo>
                <a:lnTo>
                  <a:pt x="23460" y="3247"/>
                </a:lnTo>
                <a:lnTo>
                  <a:pt x="23389" y="2995"/>
                </a:lnTo>
                <a:lnTo>
                  <a:pt x="23319" y="2754"/>
                </a:lnTo>
                <a:lnTo>
                  <a:pt x="23238" y="2503"/>
                </a:lnTo>
                <a:lnTo>
                  <a:pt x="23148" y="2262"/>
                </a:lnTo>
                <a:lnTo>
                  <a:pt x="23047" y="2010"/>
                </a:lnTo>
                <a:lnTo>
                  <a:pt x="22937" y="1759"/>
                </a:lnTo>
                <a:lnTo>
                  <a:pt x="22826" y="1508"/>
                </a:lnTo>
                <a:lnTo>
                  <a:pt x="22696" y="1246"/>
                </a:lnTo>
                <a:lnTo>
                  <a:pt x="22565" y="995"/>
                </a:lnTo>
                <a:lnTo>
                  <a:pt x="22424" y="734"/>
                </a:lnTo>
                <a:lnTo>
                  <a:pt x="22344" y="613"/>
                </a:lnTo>
                <a:lnTo>
                  <a:pt x="22253" y="493"/>
                </a:lnTo>
                <a:lnTo>
                  <a:pt x="22153" y="392"/>
                </a:lnTo>
                <a:lnTo>
                  <a:pt x="22042" y="302"/>
                </a:lnTo>
                <a:lnTo>
                  <a:pt x="21922" y="221"/>
                </a:lnTo>
                <a:lnTo>
                  <a:pt x="21801" y="151"/>
                </a:lnTo>
                <a:lnTo>
                  <a:pt x="21671" y="101"/>
                </a:lnTo>
                <a:lnTo>
                  <a:pt x="21540" y="50"/>
                </a:lnTo>
                <a:lnTo>
                  <a:pt x="21399" y="20"/>
                </a:lnTo>
                <a:lnTo>
                  <a:pt x="21258" y="10"/>
                </a:lnTo>
                <a:lnTo>
                  <a:pt x="2111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192;p37">
            <a:extLst>
              <a:ext uri="{FF2B5EF4-FFF2-40B4-BE49-F238E27FC236}">
                <a16:creationId xmlns:a16="http://schemas.microsoft.com/office/drawing/2014/main" id="{5BF54BB4-B26D-6B1C-1F19-388C16E9E2D7}"/>
              </a:ext>
            </a:extLst>
          </p:cNvPr>
          <p:cNvSpPr/>
          <p:nvPr/>
        </p:nvSpPr>
        <p:spPr>
          <a:xfrm rot="-1809306">
            <a:off x="1546653" y="1656782"/>
            <a:ext cx="651447" cy="826069"/>
          </a:xfrm>
          <a:custGeom>
            <a:avLst/>
            <a:gdLst/>
            <a:ahLst/>
            <a:cxnLst/>
            <a:rect l="l" t="t" r="r" b="b"/>
            <a:pathLst>
              <a:path w="60406" h="76598" extrusionOk="0">
                <a:moveTo>
                  <a:pt x="34032" y="36766"/>
                </a:moveTo>
                <a:lnTo>
                  <a:pt x="34264" y="36776"/>
                </a:lnTo>
                <a:lnTo>
                  <a:pt x="34495" y="36806"/>
                </a:lnTo>
                <a:lnTo>
                  <a:pt x="34716" y="36857"/>
                </a:lnTo>
                <a:lnTo>
                  <a:pt x="34927" y="36917"/>
                </a:lnTo>
                <a:lnTo>
                  <a:pt x="35128" y="37007"/>
                </a:lnTo>
                <a:lnTo>
                  <a:pt x="35319" y="37098"/>
                </a:lnTo>
                <a:lnTo>
                  <a:pt x="35490" y="37218"/>
                </a:lnTo>
                <a:lnTo>
                  <a:pt x="35661" y="37339"/>
                </a:lnTo>
                <a:lnTo>
                  <a:pt x="35801" y="37480"/>
                </a:lnTo>
                <a:lnTo>
                  <a:pt x="35942" y="37631"/>
                </a:lnTo>
                <a:lnTo>
                  <a:pt x="36053" y="37801"/>
                </a:lnTo>
                <a:lnTo>
                  <a:pt x="36153" y="37972"/>
                </a:lnTo>
                <a:lnTo>
                  <a:pt x="36224" y="38153"/>
                </a:lnTo>
                <a:lnTo>
                  <a:pt x="36284" y="38334"/>
                </a:lnTo>
                <a:lnTo>
                  <a:pt x="36314" y="38535"/>
                </a:lnTo>
                <a:lnTo>
                  <a:pt x="36334" y="38736"/>
                </a:lnTo>
                <a:lnTo>
                  <a:pt x="36314" y="38937"/>
                </a:lnTo>
                <a:lnTo>
                  <a:pt x="36284" y="39128"/>
                </a:lnTo>
                <a:lnTo>
                  <a:pt x="36224" y="39319"/>
                </a:lnTo>
                <a:lnTo>
                  <a:pt x="36153" y="39500"/>
                </a:lnTo>
                <a:lnTo>
                  <a:pt x="36053" y="39671"/>
                </a:lnTo>
                <a:lnTo>
                  <a:pt x="35942" y="39832"/>
                </a:lnTo>
                <a:lnTo>
                  <a:pt x="35801" y="39992"/>
                </a:lnTo>
                <a:lnTo>
                  <a:pt x="35661" y="40123"/>
                </a:lnTo>
                <a:lnTo>
                  <a:pt x="35490" y="40254"/>
                </a:lnTo>
                <a:lnTo>
                  <a:pt x="35319" y="40364"/>
                </a:lnTo>
                <a:lnTo>
                  <a:pt x="35128" y="40465"/>
                </a:lnTo>
                <a:lnTo>
                  <a:pt x="34927" y="40545"/>
                </a:lnTo>
                <a:lnTo>
                  <a:pt x="34716" y="40616"/>
                </a:lnTo>
                <a:lnTo>
                  <a:pt x="34495" y="40666"/>
                </a:lnTo>
                <a:lnTo>
                  <a:pt x="34264" y="40696"/>
                </a:lnTo>
                <a:lnTo>
                  <a:pt x="34032" y="40706"/>
                </a:lnTo>
                <a:lnTo>
                  <a:pt x="33801" y="40696"/>
                </a:lnTo>
                <a:lnTo>
                  <a:pt x="33570" y="40666"/>
                </a:lnTo>
                <a:lnTo>
                  <a:pt x="33349" y="40616"/>
                </a:lnTo>
                <a:lnTo>
                  <a:pt x="33138" y="40545"/>
                </a:lnTo>
                <a:lnTo>
                  <a:pt x="32937" y="40465"/>
                </a:lnTo>
                <a:lnTo>
                  <a:pt x="32746" y="40364"/>
                </a:lnTo>
                <a:lnTo>
                  <a:pt x="32575" y="40254"/>
                </a:lnTo>
                <a:lnTo>
                  <a:pt x="32404" y="40123"/>
                </a:lnTo>
                <a:lnTo>
                  <a:pt x="32264" y="39992"/>
                </a:lnTo>
                <a:lnTo>
                  <a:pt x="32123" y="39832"/>
                </a:lnTo>
                <a:lnTo>
                  <a:pt x="32012" y="39671"/>
                </a:lnTo>
                <a:lnTo>
                  <a:pt x="31912" y="39500"/>
                </a:lnTo>
                <a:lnTo>
                  <a:pt x="31841" y="39319"/>
                </a:lnTo>
                <a:lnTo>
                  <a:pt x="31781" y="39128"/>
                </a:lnTo>
                <a:lnTo>
                  <a:pt x="31751" y="38937"/>
                </a:lnTo>
                <a:lnTo>
                  <a:pt x="31731" y="38736"/>
                </a:lnTo>
                <a:lnTo>
                  <a:pt x="31751" y="38535"/>
                </a:lnTo>
                <a:lnTo>
                  <a:pt x="31781" y="38334"/>
                </a:lnTo>
                <a:lnTo>
                  <a:pt x="31841" y="38153"/>
                </a:lnTo>
                <a:lnTo>
                  <a:pt x="31912" y="37972"/>
                </a:lnTo>
                <a:lnTo>
                  <a:pt x="32012" y="37801"/>
                </a:lnTo>
                <a:lnTo>
                  <a:pt x="32123" y="37631"/>
                </a:lnTo>
                <a:lnTo>
                  <a:pt x="32264" y="37480"/>
                </a:lnTo>
                <a:lnTo>
                  <a:pt x="32404" y="37339"/>
                </a:lnTo>
                <a:lnTo>
                  <a:pt x="32575" y="37218"/>
                </a:lnTo>
                <a:lnTo>
                  <a:pt x="32746" y="37098"/>
                </a:lnTo>
                <a:lnTo>
                  <a:pt x="32937" y="37007"/>
                </a:lnTo>
                <a:lnTo>
                  <a:pt x="33138" y="36917"/>
                </a:lnTo>
                <a:lnTo>
                  <a:pt x="33349" y="36857"/>
                </a:lnTo>
                <a:lnTo>
                  <a:pt x="33570" y="36806"/>
                </a:lnTo>
                <a:lnTo>
                  <a:pt x="33801" y="36776"/>
                </a:lnTo>
                <a:lnTo>
                  <a:pt x="34032" y="36766"/>
                </a:lnTo>
                <a:close/>
                <a:moveTo>
                  <a:pt x="34143" y="0"/>
                </a:moveTo>
                <a:lnTo>
                  <a:pt x="31731" y="5036"/>
                </a:lnTo>
                <a:lnTo>
                  <a:pt x="29108" y="3719"/>
                </a:lnTo>
                <a:lnTo>
                  <a:pt x="29108" y="3719"/>
                </a:lnTo>
                <a:lnTo>
                  <a:pt x="33731" y="15478"/>
                </a:lnTo>
                <a:lnTo>
                  <a:pt x="33600" y="16001"/>
                </a:lnTo>
                <a:lnTo>
                  <a:pt x="33470" y="16574"/>
                </a:lnTo>
                <a:lnTo>
                  <a:pt x="33339" y="17177"/>
                </a:lnTo>
                <a:lnTo>
                  <a:pt x="33218" y="17820"/>
                </a:lnTo>
                <a:lnTo>
                  <a:pt x="33088" y="18504"/>
                </a:lnTo>
                <a:lnTo>
                  <a:pt x="32957" y="19237"/>
                </a:lnTo>
                <a:lnTo>
                  <a:pt x="32826" y="20021"/>
                </a:lnTo>
                <a:lnTo>
                  <a:pt x="32696" y="20866"/>
                </a:lnTo>
                <a:lnTo>
                  <a:pt x="32424" y="22705"/>
                </a:lnTo>
                <a:lnTo>
                  <a:pt x="32143" y="24786"/>
                </a:lnTo>
                <a:lnTo>
                  <a:pt x="31841" y="27127"/>
                </a:lnTo>
                <a:lnTo>
                  <a:pt x="31520" y="29761"/>
                </a:lnTo>
                <a:lnTo>
                  <a:pt x="31409" y="30746"/>
                </a:lnTo>
                <a:lnTo>
                  <a:pt x="31319" y="31701"/>
                </a:lnTo>
                <a:lnTo>
                  <a:pt x="31258" y="32625"/>
                </a:lnTo>
                <a:lnTo>
                  <a:pt x="31218" y="33510"/>
                </a:lnTo>
                <a:lnTo>
                  <a:pt x="28886" y="34354"/>
                </a:lnTo>
                <a:lnTo>
                  <a:pt x="25168" y="33701"/>
                </a:lnTo>
                <a:lnTo>
                  <a:pt x="29108" y="40706"/>
                </a:lnTo>
                <a:lnTo>
                  <a:pt x="26042" y="41580"/>
                </a:lnTo>
                <a:lnTo>
                  <a:pt x="22323" y="35238"/>
                </a:lnTo>
                <a:lnTo>
                  <a:pt x="23851" y="41802"/>
                </a:lnTo>
                <a:lnTo>
                  <a:pt x="23549" y="41832"/>
                </a:lnTo>
                <a:lnTo>
                  <a:pt x="23168" y="41862"/>
                </a:lnTo>
                <a:lnTo>
                  <a:pt x="22595" y="41882"/>
                </a:lnTo>
                <a:lnTo>
                  <a:pt x="21851" y="41892"/>
                </a:lnTo>
                <a:lnTo>
                  <a:pt x="20896" y="41892"/>
                </a:lnTo>
                <a:lnTo>
                  <a:pt x="20353" y="41882"/>
                </a:lnTo>
                <a:lnTo>
                  <a:pt x="19750" y="41862"/>
                </a:lnTo>
                <a:lnTo>
                  <a:pt x="19097" y="41832"/>
                </a:lnTo>
                <a:lnTo>
                  <a:pt x="18383" y="41802"/>
                </a:lnTo>
                <a:lnTo>
                  <a:pt x="18001" y="41771"/>
                </a:lnTo>
                <a:lnTo>
                  <a:pt x="17589" y="41711"/>
                </a:lnTo>
                <a:lnTo>
                  <a:pt x="17147" y="41641"/>
                </a:lnTo>
                <a:lnTo>
                  <a:pt x="16675" y="41550"/>
                </a:lnTo>
                <a:lnTo>
                  <a:pt x="16192" y="41440"/>
                </a:lnTo>
                <a:lnTo>
                  <a:pt x="15690" y="41309"/>
                </a:lnTo>
                <a:lnTo>
                  <a:pt x="15167" y="41178"/>
                </a:lnTo>
                <a:lnTo>
                  <a:pt x="14634" y="41028"/>
                </a:lnTo>
                <a:lnTo>
                  <a:pt x="14092" y="40857"/>
                </a:lnTo>
                <a:lnTo>
                  <a:pt x="13539" y="40686"/>
                </a:lnTo>
                <a:lnTo>
                  <a:pt x="12433" y="40314"/>
                </a:lnTo>
                <a:lnTo>
                  <a:pt x="11318" y="39932"/>
                </a:lnTo>
                <a:lnTo>
                  <a:pt x="10232" y="39530"/>
                </a:lnTo>
                <a:lnTo>
                  <a:pt x="9187" y="39128"/>
                </a:lnTo>
                <a:lnTo>
                  <a:pt x="8222" y="38746"/>
                </a:lnTo>
                <a:lnTo>
                  <a:pt x="7338" y="38394"/>
                </a:lnTo>
                <a:lnTo>
                  <a:pt x="6564" y="38073"/>
                </a:lnTo>
                <a:lnTo>
                  <a:pt x="5448" y="37600"/>
                </a:lnTo>
                <a:lnTo>
                  <a:pt x="5036" y="37419"/>
                </a:lnTo>
                <a:lnTo>
                  <a:pt x="9197" y="42897"/>
                </a:lnTo>
                <a:lnTo>
                  <a:pt x="0" y="43329"/>
                </a:lnTo>
                <a:lnTo>
                  <a:pt x="121" y="43400"/>
                </a:lnTo>
                <a:lnTo>
                  <a:pt x="473" y="43571"/>
                </a:lnTo>
                <a:lnTo>
                  <a:pt x="724" y="43691"/>
                </a:lnTo>
                <a:lnTo>
                  <a:pt x="1026" y="43832"/>
                </a:lnTo>
                <a:lnTo>
                  <a:pt x="1377" y="43973"/>
                </a:lnTo>
                <a:lnTo>
                  <a:pt x="1779" y="44123"/>
                </a:lnTo>
                <a:lnTo>
                  <a:pt x="2222" y="44274"/>
                </a:lnTo>
                <a:lnTo>
                  <a:pt x="2704" y="44435"/>
                </a:lnTo>
                <a:lnTo>
                  <a:pt x="3227" y="44576"/>
                </a:lnTo>
                <a:lnTo>
                  <a:pt x="3790" y="44716"/>
                </a:lnTo>
                <a:lnTo>
                  <a:pt x="4383" y="44837"/>
                </a:lnTo>
                <a:lnTo>
                  <a:pt x="4684" y="44897"/>
                </a:lnTo>
                <a:lnTo>
                  <a:pt x="5006" y="44948"/>
                </a:lnTo>
                <a:lnTo>
                  <a:pt x="5327" y="44988"/>
                </a:lnTo>
                <a:lnTo>
                  <a:pt x="5659" y="45028"/>
                </a:lnTo>
                <a:lnTo>
                  <a:pt x="6001" y="45058"/>
                </a:lnTo>
                <a:lnTo>
                  <a:pt x="6342" y="45078"/>
                </a:lnTo>
                <a:lnTo>
                  <a:pt x="6704" y="45098"/>
                </a:lnTo>
                <a:lnTo>
                  <a:pt x="7066" y="45098"/>
                </a:lnTo>
                <a:lnTo>
                  <a:pt x="7448" y="45088"/>
                </a:lnTo>
                <a:lnTo>
                  <a:pt x="7840" y="45058"/>
                </a:lnTo>
                <a:lnTo>
                  <a:pt x="8232" y="45028"/>
                </a:lnTo>
                <a:lnTo>
                  <a:pt x="8634" y="44978"/>
                </a:lnTo>
                <a:lnTo>
                  <a:pt x="9046" y="44927"/>
                </a:lnTo>
                <a:lnTo>
                  <a:pt x="9458" y="44867"/>
                </a:lnTo>
                <a:lnTo>
                  <a:pt x="9870" y="44797"/>
                </a:lnTo>
                <a:lnTo>
                  <a:pt x="10282" y="44726"/>
                </a:lnTo>
                <a:lnTo>
                  <a:pt x="11097" y="44556"/>
                </a:lnTo>
                <a:lnTo>
                  <a:pt x="11901" y="44375"/>
                </a:lnTo>
                <a:lnTo>
                  <a:pt x="12664" y="44184"/>
                </a:lnTo>
                <a:lnTo>
                  <a:pt x="13388" y="43983"/>
                </a:lnTo>
                <a:lnTo>
                  <a:pt x="14062" y="43792"/>
                </a:lnTo>
                <a:lnTo>
                  <a:pt x="14665" y="43611"/>
                </a:lnTo>
                <a:lnTo>
                  <a:pt x="15177" y="43450"/>
                </a:lnTo>
                <a:lnTo>
                  <a:pt x="15921" y="43209"/>
                </a:lnTo>
                <a:lnTo>
                  <a:pt x="16192" y="43108"/>
                </a:lnTo>
                <a:lnTo>
                  <a:pt x="24947" y="43993"/>
                </a:lnTo>
                <a:lnTo>
                  <a:pt x="19700" y="45953"/>
                </a:lnTo>
                <a:lnTo>
                  <a:pt x="19801" y="45993"/>
                </a:lnTo>
                <a:lnTo>
                  <a:pt x="20082" y="46083"/>
                </a:lnTo>
                <a:lnTo>
                  <a:pt x="20303" y="46144"/>
                </a:lnTo>
                <a:lnTo>
                  <a:pt x="20554" y="46204"/>
                </a:lnTo>
                <a:lnTo>
                  <a:pt x="20846" y="46254"/>
                </a:lnTo>
                <a:lnTo>
                  <a:pt x="21177" y="46314"/>
                </a:lnTo>
                <a:lnTo>
                  <a:pt x="21539" y="46365"/>
                </a:lnTo>
                <a:lnTo>
                  <a:pt x="21941" y="46395"/>
                </a:lnTo>
                <a:lnTo>
                  <a:pt x="22374" y="46415"/>
                </a:lnTo>
                <a:lnTo>
                  <a:pt x="22836" y="46415"/>
                </a:lnTo>
                <a:lnTo>
                  <a:pt x="23328" y="46405"/>
                </a:lnTo>
                <a:lnTo>
                  <a:pt x="23580" y="46385"/>
                </a:lnTo>
                <a:lnTo>
                  <a:pt x="23841" y="46355"/>
                </a:lnTo>
                <a:lnTo>
                  <a:pt x="24112" y="46324"/>
                </a:lnTo>
                <a:lnTo>
                  <a:pt x="24384" y="46284"/>
                </a:lnTo>
                <a:lnTo>
                  <a:pt x="24665" y="46234"/>
                </a:lnTo>
                <a:lnTo>
                  <a:pt x="24947" y="46174"/>
                </a:lnTo>
                <a:lnTo>
                  <a:pt x="25228" y="46103"/>
                </a:lnTo>
                <a:lnTo>
                  <a:pt x="25499" y="46023"/>
                </a:lnTo>
                <a:lnTo>
                  <a:pt x="25761" y="45933"/>
                </a:lnTo>
                <a:lnTo>
                  <a:pt x="26012" y="45832"/>
                </a:lnTo>
                <a:lnTo>
                  <a:pt x="26243" y="45711"/>
                </a:lnTo>
                <a:lnTo>
                  <a:pt x="26474" y="45591"/>
                </a:lnTo>
                <a:lnTo>
                  <a:pt x="26685" y="45460"/>
                </a:lnTo>
                <a:lnTo>
                  <a:pt x="26896" y="45319"/>
                </a:lnTo>
                <a:lnTo>
                  <a:pt x="27087" y="45169"/>
                </a:lnTo>
                <a:lnTo>
                  <a:pt x="27268" y="45018"/>
                </a:lnTo>
                <a:lnTo>
                  <a:pt x="27449" y="44867"/>
                </a:lnTo>
                <a:lnTo>
                  <a:pt x="27610" y="44706"/>
                </a:lnTo>
                <a:lnTo>
                  <a:pt x="27771" y="44556"/>
                </a:lnTo>
                <a:lnTo>
                  <a:pt x="27912" y="44395"/>
                </a:lnTo>
                <a:lnTo>
                  <a:pt x="28052" y="44234"/>
                </a:lnTo>
                <a:lnTo>
                  <a:pt x="28173" y="44073"/>
                </a:lnTo>
                <a:lnTo>
                  <a:pt x="28404" y="43762"/>
                </a:lnTo>
                <a:lnTo>
                  <a:pt x="28605" y="43460"/>
                </a:lnTo>
                <a:lnTo>
                  <a:pt x="28756" y="43189"/>
                </a:lnTo>
                <a:lnTo>
                  <a:pt x="28886" y="42947"/>
                </a:lnTo>
                <a:lnTo>
                  <a:pt x="28987" y="42746"/>
                </a:lnTo>
                <a:lnTo>
                  <a:pt x="29057" y="42586"/>
                </a:lnTo>
                <a:lnTo>
                  <a:pt x="29108" y="42455"/>
                </a:lnTo>
                <a:lnTo>
                  <a:pt x="33269" y="45078"/>
                </a:lnTo>
                <a:lnTo>
                  <a:pt x="33319" y="45078"/>
                </a:lnTo>
                <a:lnTo>
                  <a:pt x="33580" y="45601"/>
                </a:lnTo>
                <a:lnTo>
                  <a:pt x="33841" y="46103"/>
                </a:lnTo>
                <a:lnTo>
                  <a:pt x="34113" y="46576"/>
                </a:lnTo>
                <a:lnTo>
                  <a:pt x="34384" y="47028"/>
                </a:lnTo>
                <a:lnTo>
                  <a:pt x="34656" y="47460"/>
                </a:lnTo>
                <a:lnTo>
                  <a:pt x="34917" y="47882"/>
                </a:lnTo>
                <a:lnTo>
                  <a:pt x="35440" y="48666"/>
                </a:lnTo>
                <a:lnTo>
                  <a:pt x="35912" y="49400"/>
                </a:lnTo>
                <a:lnTo>
                  <a:pt x="36133" y="49752"/>
                </a:lnTo>
                <a:lnTo>
                  <a:pt x="36344" y="50094"/>
                </a:lnTo>
                <a:lnTo>
                  <a:pt x="36535" y="50435"/>
                </a:lnTo>
                <a:lnTo>
                  <a:pt x="36706" y="50767"/>
                </a:lnTo>
                <a:lnTo>
                  <a:pt x="36857" y="51099"/>
                </a:lnTo>
                <a:lnTo>
                  <a:pt x="36987" y="51430"/>
                </a:lnTo>
                <a:lnTo>
                  <a:pt x="37038" y="51581"/>
                </a:lnTo>
                <a:lnTo>
                  <a:pt x="37078" y="51762"/>
                </a:lnTo>
                <a:lnTo>
                  <a:pt x="37128" y="51953"/>
                </a:lnTo>
                <a:lnTo>
                  <a:pt x="37168" y="52154"/>
                </a:lnTo>
                <a:lnTo>
                  <a:pt x="37229" y="52616"/>
                </a:lnTo>
                <a:lnTo>
                  <a:pt x="37289" y="53149"/>
                </a:lnTo>
                <a:lnTo>
                  <a:pt x="37329" y="53722"/>
                </a:lnTo>
                <a:lnTo>
                  <a:pt x="37359" y="54355"/>
                </a:lnTo>
                <a:lnTo>
                  <a:pt x="37369" y="55039"/>
                </a:lnTo>
                <a:lnTo>
                  <a:pt x="37379" y="55762"/>
                </a:lnTo>
                <a:lnTo>
                  <a:pt x="37269" y="55672"/>
                </a:lnTo>
                <a:lnTo>
                  <a:pt x="37098" y="55531"/>
                </a:lnTo>
                <a:lnTo>
                  <a:pt x="36857" y="55370"/>
                </a:lnTo>
                <a:lnTo>
                  <a:pt x="36716" y="55290"/>
                </a:lnTo>
                <a:lnTo>
                  <a:pt x="36565" y="55199"/>
                </a:lnTo>
                <a:lnTo>
                  <a:pt x="36394" y="55109"/>
                </a:lnTo>
                <a:lnTo>
                  <a:pt x="36213" y="55018"/>
                </a:lnTo>
                <a:lnTo>
                  <a:pt x="36012" y="54938"/>
                </a:lnTo>
                <a:lnTo>
                  <a:pt x="35801" y="54858"/>
                </a:lnTo>
                <a:lnTo>
                  <a:pt x="35570" y="54777"/>
                </a:lnTo>
                <a:lnTo>
                  <a:pt x="35339" y="54707"/>
                </a:lnTo>
                <a:lnTo>
                  <a:pt x="35078" y="54647"/>
                </a:lnTo>
                <a:lnTo>
                  <a:pt x="34816" y="54596"/>
                </a:lnTo>
                <a:lnTo>
                  <a:pt x="34535" y="54556"/>
                </a:lnTo>
                <a:lnTo>
                  <a:pt x="34244" y="54536"/>
                </a:lnTo>
                <a:lnTo>
                  <a:pt x="33932" y="54526"/>
                </a:lnTo>
                <a:lnTo>
                  <a:pt x="33620" y="54526"/>
                </a:lnTo>
                <a:lnTo>
                  <a:pt x="33289" y="54556"/>
                </a:lnTo>
                <a:lnTo>
                  <a:pt x="32947" y="54596"/>
                </a:lnTo>
                <a:lnTo>
                  <a:pt x="32585" y="54667"/>
                </a:lnTo>
                <a:lnTo>
                  <a:pt x="32223" y="54757"/>
                </a:lnTo>
                <a:lnTo>
                  <a:pt x="31841" y="54868"/>
                </a:lnTo>
                <a:lnTo>
                  <a:pt x="31449" y="55008"/>
                </a:lnTo>
                <a:lnTo>
                  <a:pt x="31057" y="55169"/>
                </a:lnTo>
                <a:lnTo>
                  <a:pt x="30645" y="55360"/>
                </a:lnTo>
                <a:lnTo>
                  <a:pt x="30223" y="55591"/>
                </a:lnTo>
                <a:lnTo>
                  <a:pt x="29791" y="55843"/>
                </a:lnTo>
                <a:lnTo>
                  <a:pt x="29339" y="56134"/>
                </a:lnTo>
                <a:lnTo>
                  <a:pt x="28886" y="56466"/>
                </a:lnTo>
                <a:lnTo>
                  <a:pt x="28414" y="56828"/>
                </a:lnTo>
                <a:lnTo>
                  <a:pt x="27992" y="57169"/>
                </a:lnTo>
                <a:lnTo>
                  <a:pt x="27600" y="57511"/>
                </a:lnTo>
                <a:lnTo>
                  <a:pt x="27248" y="57833"/>
                </a:lnTo>
                <a:lnTo>
                  <a:pt x="26937" y="58144"/>
                </a:lnTo>
                <a:lnTo>
                  <a:pt x="26645" y="58436"/>
                </a:lnTo>
                <a:lnTo>
                  <a:pt x="26394" y="58727"/>
                </a:lnTo>
                <a:lnTo>
                  <a:pt x="26163" y="58999"/>
                </a:lnTo>
                <a:lnTo>
                  <a:pt x="25962" y="59270"/>
                </a:lnTo>
                <a:lnTo>
                  <a:pt x="25771" y="59521"/>
                </a:lnTo>
                <a:lnTo>
                  <a:pt x="25610" y="59773"/>
                </a:lnTo>
                <a:lnTo>
                  <a:pt x="25459" y="60004"/>
                </a:lnTo>
                <a:lnTo>
                  <a:pt x="25198" y="60456"/>
                </a:lnTo>
                <a:lnTo>
                  <a:pt x="24977" y="60868"/>
                </a:lnTo>
                <a:lnTo>
                  <a:pt x="24766" y="61250"/>
                </a:lnTo>
                <a:lnTo>
                  <a:pt x="24655" y="61441"/>
                </a:lnTo>
                <a:lnTo>
                  <a:pt x="24544" y="61612"/>
                </a:lnTo>
                <a:lnTo>
                  <a:pt x="24424" y="61793"/>
                </a:lnTo>
                <a:lnTo>
                  <a:pt x="24293" y="61954"/>
                </a:lnTo>
                <a:lnTo>
                  <a:pt x="24153" y="62124"/>
                </a:lnTo>
                <a:lnTo>
                  <a:pt x="23992" y="62275"/>
                </a:lnTo>
                <a:lnTo>
                  <a:pt x="23821" y="62436"/>
                </a:lnTo>
                <a:lnTo>
                  <a:pt x="23630" y="62587"/>
                </a:lnTo>
                <a:lnTo>
                  <a:pt x="23409" y="62738"/>
                </a:lnTo>
                <a:lnTo>
                  <a:pt x="23168" y="62888"/>
                </a:lnTo>
                <a:lnTo>
                  <a:pt x="22896" y="63029"/>
                </a:lnTo>
                <a:lnTo>
                  <a:pt x="22595" y="63180"/>
                </a:lnTo>
                <a:lnTo>
                  <a:pt x="22253" y="63320"/>
                </a:lnTo>
                <a:lnTo>
                  <a:pt x="21881" y="63471"/>
                </a:lnTo>
                <a:lnTo>
                  <a:pt x="21127" y="63753"/>
                </a:lnTo>
                <a:lnTo>
                  <a:pt x="20424" y="64024"/>
                </a:lnTo>
                <a:lnTo>
                  <a:pt x="19780" y="64295"/>
                </a:lnTo>
                <a:lnTo>
                  <a:pt x="19177" y="64557"/>
                </a:lnTo>
                <a:lnTo>
                  <a:pt x="18625" y="64808"/>
                </a:lnTo>
                <a:lnTo>
                  <a:pt x="18122" y="65039"/>
                </a:lnTo>
                <a:lnTo>
                  <a:pt x="17670" y="65260"/>
                </a:lnTo>
                <a:lnTo>
                  <a:pt x="17258" y="65461"/>
                </a:lnTo>
                <a:lnTo>
                  <a:pt x="16604" y="65813"/>
                </a:lnTo>
                <a:lnTo>
                  <a:pt x="16132" y="66084"/>
                </a:lnTo>
                <a:lnTo>
                  <a:pt x="15851" y="66255"/>
                </a:lnTo>
                <a:lnTo>
                  <a:pt x="15760" y="66316"/>
                </a:lnTo>
                <a:lnTo>
                  <a:pt x="15760" y="66316"/>
                </a:lnTo>
                <a:lnTo>
                  <a:pt x="16011" y="66306"/>
                </a:lnTo>
                <a:lnTo>
                  <a:pt x="16685" y="66285"/>
                </a:lnTo>
                <a:lnTo>
                  <a:pt x="17147" y="66255"/>
                </a:lnTo>
                <a:lnTo>
                  <a:pt x="17690" y="66215"/>
                </a:lnTo>
                <a:lnTo>
                  <a:pt x="18273" y="66165"/>
                </a:lnTo>
                <a:lnTo>
                  <a:pt x="18906" y="66094"/>
                </a:lnTo>
                <a:lnTo>
                  <a:pt x="19559" y="66004"/>
                </a:lnTo>
                <a:lnTo>
                  <a:pt x="20233" y="65883"/>
                </a:lnTo>
                <a:lnTo>
                  <a:pt x="20574" y="65813"/>
                </a:lnTo>
                <a:lnTo>
                  <a:pt x="20906" y="65743"/>
                </a:lnTo>
                <a:lnTo>
                  <a:pt x="21248" y="65662"/>
                </a:lnTo>
                <a:lnTo>
                  <a:pt x="21569" y="65572"/>
                </a:lnTo>
                <a:lnTo>
                  <a:pt x="21901" y="65481"/>
                </a:lnTo>
                <a:lnTo>
                  <a:pt x="22213" y="65371"/>
                </a:lnTo>
                <a:lnTo>
                  <a:pt x="22524" y="65260"/>
                </a:lnTo>
                <a:lnTo>
                  <a:pt x="22816" y="65140"/>
                </a:lnTo>
                <a:lnTo>
                  <a:pt x="23097" y="65009"/>
                </a:lnTo>
                <a:lnTo>
                  <a:pt x="23369" y="64868"/>
                </a:lnTo>
                <a:lnTo>
                  <a:pt x="23620" y="64718"/>
                </a:lnTo>
                <a:lnTo>
                  <a:pt x="23851" y="64557"/>
                </a:lnTo>
                <a:lnTo>
                  <a:pt x="24313" y="64215"/>
                </a:lnTo>
                <a:lnTo>
                  <a:pt x="24776" y="63843"/>
                </a:lnTo>
                <a:lnTo>
                  <a:pt x="25238" y="63441"/>
                </a:lnTo>
                <a:lnTo>
                  <a:pt x="25690" y="63039"/>
                </a:lnTo>
                <a:lnTo>
                  <a:pt x="26143" y="62617"/>
                </a:lnTo>
                <a:lnTo>
                  <a:pt x="26575" y="62195"/>
                </a:lnTo>
                <a:lnTo>
                  <a:pt x="26987" y="61783"/>
                </a:lnTo>
                <a:lnTo>
                  <a:pt x="27389" y="61391"/>
                </a:lnTo>
                <a:lnTo>
                  <a:pt x="28082" y="60657"/>
                </a:lnTo>
                <a:lnTo>
                  <a:pt x="28625" y="60064"/>
                </a:lnTo>
                <a:lnTo>
                  <a:pt x="29108" y="59531"/>
                </a:lnTo>
                <a:lnTo>
                  <a:pt x="29158" y="59612"/>
                </a:lnTo>
                <a:lnTo>
                  <a:pt x="29218" y="59702"/>
                </a:lnTo>
                <a:lnTo>
                  <a:pt x="29288" y="59843"/>
                </a:lnTo>
                <a:lnTo>
                  <a:pt x="29369" y="60004"/>
                </a:lnTo>
                <a:lnTo>
                  <a:pt x="29439" y="60205"/>
                </a:lnTo>
                <a:lnTo>
                  <a:pt x="29510" y="60436"/>
                </a:lnTo>
                <a:lnTo>
                  <a:pt x="29570" y="60707"/>
                </a:lnTo>
                <a:lnTo>
                  <a:pt x="29600" y="60848"/>
                </a:lnTo>
                <a:lnTo>
                  <a:pt x="29610" y="60999"/>
                </a:lnTo>
                <a:lnTo>
                  <a:pt x="29630" y="61149"/>
                </a:lnTo>
                <a:lnTo>
                  <a:pt x="29630" y="61310"/>
                </a:lnTo>
                <a:lnTo>
                  <a:pt x="29630" y="61481"/>
                </a:lnTo>
                <a:lnTo>
                  <a:pt x="29620" y="61652"/>
                </a:lnTo>
                <a:lnTo>
                  <a:pt x="29600" y="61833"/>
                </a:lnTo>
                <a:lnTo>
                  <a:pt x="29570" y="62024"/>
                </a:lnTo>
                <a:lnTo>
                  <a:pt x="29530" y="62215"/>
                </a:lnTo>
                <a:lnTo>
                  <a:pt x="29479" y="62406"/>
                </a:lnTo>
                <a:lnTo>
                  <a:pt x="29419" y="62607"/>
                </a:lnTo>
                <a:lnTo>
                  <a:pt x="29339" y="62818"/>
                </a:lnTo>
                <a:lnTo>
                  <a:pt x="29248" y="63029"/>
                </a:lnTo>
                <a:lnTo>
                  <a:pt x="29148" y="63240"/>
                </a:lnTo>
                <a:lnTo>
                  <a:pt x="29027" y="63461"/>
                </a:lnTo>
                <a:lnTo>
                  <a:pt x="28886" y="63682"/>
                </a:lnTo>
                <a:lnTo>
                  <a:pt x="28746" y="63913"/>
                </a:lnTo>
                <a:lnTo>
                  <a:pt x="28585" y="64135"/>
                </a:lnTo>
                <a:lnTo>
                  <a:pt x="28424" y="64346"/>
                </a:lnTo>
                <a:lnTo>
                  <a:pt x="28253" y="64567"/>
                </a:lnTo>
                <a:lnTo>
                  <a:pt x="28072" y="64778"/>
                </a:lnTo>
                <a:lnTo>
                  <a:pt x="27891" y="64979"/>
                </a:lnTo>
                <a:lnTo>
                  <a:pt x="27530" y="65381"/>
                </a:lnTo>
                <a:lnTo>
                  <a:pt x="27148" y="65763"/>
                </a:lnTo>
                <a:lnTo>
                  <a:pt x="26766" y="66125"/>
                </a:lnTo>
                <a:lnTo>
                  <a:pt x="26384" y="66466"/>
                </a:lnTo>
                <a:lnTo>
                  <a:pt x="26012" y="66778"/>
                </a:lnTo>
                <a:lnTo>
                  <a:pt x="25670" y="67059"/>
                </a:lnTo>
                <a:lnTo>
                  <a:pt x="25339" y="67311"/>
                </a:lnTo>
                <a:lnTo>
                  <a:pt x="25047" y="67532"/>
                </a:lnTo>
                <a:lnTo>
                  <a:pt x="24796" y="67713"/>
                </a:lnTo>
                <a:lnTo>
                  <a:pt x="24424" y="67974"/>
                </a:lnTo>
                <a:lnTo>
                  <a:pt x="24293" y="68064"/>
                </a:lnTo>
                <a:lnTo>
                  <a:pt x="24293" y="68064"/>
                </a:lnTo>
                <a:lnTo>
                  <a:pt x="24424" y="68034"/>
                </a:lnTo>
                <a:lnTo>
                  <a:pt x="24796" y="67964"/>
                </a:lnTo>
                <a:lnTo>
                  <a:pt x="25057" y="67894"/>
                </a:lnTo>
                <a:lnTo>
                  <a:pt x="25359" y="67813"/>
                </a:lnTo>
                <a:lnTo>
                  <a:pt x="25690" y="67703"/>
                </a:lnTo>
                <a:lnTo>
                  <a:pt x="26042" y="67572"/>
                </a:lnTo>
                <a:lnTo>
                  <a:pt x="26424" y="67411"/>
                </a:lnTo>
                <a:lnTo>
                  <a:pt x="26816" y="67230"/>
                </a:lnTo>
                <a:lnTo>
                  <a:pt x="27017" y="67130"/>
                </a:lnTo>
                <a:lnTo>
                  <a:pt x="27218" y="67019"/>
                </a:lnTo>
                <a:lnTo>
                  <a:pt x="27419" y="66899"/>
                </a:lnTo>
                <a:lnTo>
                  <a:pt x="27620" y="66768"/>
                </a:lnTo>
                <a:lnTo>
                  <a:pt x="27821" y="66637"/>
                </a:lnTo>
                <a:lnTo>
                  <a:pt x="28012" y="66486"/>
                </a:lnTo>
                <a:lnTo>
                  <a:pt x="28203" y="66336"/>
                </a:lnTo>
                <a:lnTo>
                  <a:pt x="28394" y="66175"/>
                </a:lnTo>
                <a:lnTo>
                  <a:pt x="28585" y="66004"/>
                </a:lnTo>
                <a:lnTo>
                  <a:pt x="28766" y="65823"/>
                </a:lnTo>
                <a:lnTo>
                  <a:pt x="28937" y="65632"/>
                </a:lnTo>
                <a:lnTo>
                  <a:pt x="29108" y="65431"/>
                </a:lnTo>
                <a:lnTo>
                  <a:pt x="29268" y="65230"/>
                </a:lnTo>
                <a:lnTo>
                  <a:pt x="29409" y="65019"/>
                </a:lnTo>
                <a:lnTo>
                  <a:pt x="29550" y="64798"/>
                </a:lnTo>
                <a:lnTo>
                  <a:pt x="29680" y="64577"/>
                </a:lnTo>
                <a:lnTo>
                  <a:pt x="29801" y="64356"/>
                </a:lnTo>
                <a:lnTo>
                  <a:pt x="29912" y="64125"/>
                </a:lnTo>
                <a:lnTo>
                  <a:pt x="30012" y="63903"/>
                </a:lnTo>
                <a:lnTo>
                  <a:pt x="30103" y="63672"/>
                </a:lnTo>
                <a:lnTo>
                  <a:pt x="30193" y="63431"/>
                </a:lnTo>
                <a:lnTo>
                  <a:pt x="30273" y="63200"/>
                </a:lnTo>
                <a:lnTo>
                  <a:pt x="30424" y="62727"/>
                </a:lnTo>
                <a:lnTo>
                  <a:pt x="30545" y="62265"/>
                </a:lnTo>
                <a:lnTo>
                  <a:pt x="30665" y="61793"/>
                </a:lnTo>
                <a:lnTo>
                  <a:pt x="30887" y="60898"/>
                </a:lnTo>
                <a:lnTo>
                  <a:pt x="30997" y="60466"/>
                </a:lnTo>
                <a:lnTo>
                  <a:pt x="31108" y="60054"/>
                </a:lnTo>
                <a:lnTo>
                  <a:pt x="31238" y="59662"/>
                </a:lnTo>
                <a:lnTo>
                  <a:pt x="31309" y="59471"/>
                </a:lnTo>
                <a:lnTo>
                  <a:pt x="31379" y="59290"/>
                </a:lnTo>
                <a:lnTo>
                  <a:pt x="31459" y="59119"/>
                </a:lnTo>
                <a:lnTo>
                  <a:pt x="31540" y="58958"/>
                </a:lnTo>
                <a:lnTo>
                  <a:pt x="31640" y="58798"/>
                </a:lnTo>
                <a:lnTo>
                  <a:pt x="31731" y="58647"/>
                </a:lnTo>
                <a:lnTo>
                  <a:pt x="31932" y="58365"/>
                </a:lnTo>
                <a:lnTo>
                  <a:pt x="32113" y="58084"/>
                </a:lnTo>
                <a:lnTo>
                  <a:pt x="32424" y="57541"/>
                </a:lnTo>
                <a:lnTo>
                  <a:pt x="32575" y="57280"/>
                </a:lnTo>
                <a:lnTo>
                  <a:pt x="32726" y="57039"/>
                </a:lnTo>
                <a:lnTo>
                  <a:pt x="32867" y="56828"/>
                </a:lnTo>
                <a:lnTo>
                  <a:pt x="33017" y="56627"/>
                </a:lnTo>
                <a:lnTo>
                  <a:pt x="33098" y="56536"/>
                </a:lnTo>
                <a:lnTo>
                  <a:pt x="33178" y="56456"/>
                </a:lnTo>
                <a:lnTo>
                  <a:pt x="33259" y="56385"/>
                </a:lnTo>
                <a:lnTo>
                  <a:pt x="33349" y="56315"/>
                </a:lnTo>
                <a:lnTo>
                  <a:pt x="33439" y="56255"/>
                </a:lnTo>
                <a:lnTo>
                  <a:pt x="33530" y="56204"/>
                </a:lnTo>
                <a:lnTo>
                  <a:pt x="33630" y="56164"/>
                </a:lnTo>
                <a:lnTo>
                  <a:pt x="33731" y="56124"/>
                </a:lnTo>
                <a:lnTo>
                  <a:pt x="33841" y="56104"/>
                </a:lnTo>
                <a:lnTo>
                  <a:pt x="33962" y="56094"/>
                </a:lnTo>
                <a:lnTo>
                  <a:pt x="34083" y="56084"/>
                </a:lnTo>
                <a:lnTo>
                  <a:pt x="34213" y="56094"/>
                </a:lnTo>
                <a:lnTo>
                  <a:pt x="34344" y="56114"/>
                </a:lnTo>
                <a:lnTo>
                  <a:pt x="34485" y="56144"/>
                </a:lnTo>
                <a:lnTo>
                  <a:pt x="34636" y="56184"/>
                </a:lnTo>
                <a:lnTo>
                  <a:pt x="34796" y="56245"/>
                </a:lnTo>
                <a:lnTo>
                  <a:pt x="35198" y="56405"/>
                </a:lnTo>
                <a:lnTo>
                  <a:pt x="35590" y="56566"/>
                </a:lnTo>
                <a:lnTo>
                  <a:pt x="35952" y="56727"/>
                </a:lnTo>
                <a:lnTo>
                  <a:pt x="36284" y="56888"/>
                </a:lnTo>
                <a:lnTo>
                  <a:pt x="36605" y="57049"/>
                </a:lnTo>
                <a:lnTo>
                  <a:pt x="36887" y="57200"/>
                </a:lnTo>
                <a:lnTo>
                  <a:pt x="37359" y="57471"/>
                </a:lnTo>
                <a:lnTo>
                  <a:pt x="37309" y="58938"/>
                </a:lnTo>
                <a:lnTo>
                  <a:pt x="37249" y="60476"/>
                </a:lnTo>
                <a:lnTo>
                  <a:pt x="37158" y="62064"/>
                </a:lnTo>
                <a:lnTo>
                  <a:pt x="37058" y="63672"/>
                </a:lnTo>
                <a:lnTo>
                  <a:pt x="36937" y="65280"/>
                </a:lnTo>
                <a:lnTo>
                  <a:pt x="36817" y="66868"/>
                </a:lnTo>
                <a:lnTo>
                  <a:pt x="36686" y="68416"/>
                </a:lnTo>
                <a:lnTo>
                  <a:pt x="36565" y="69894"/>
                </a:lnTo>
                <a:lnTo>
                  <a:pt x="36314" y="72557"/>
                </a:lnTo>
                <a:lnTo>
                  <a:pt x="36093" y="74678"/>
                </a:lnTo>
                <a:lnTo>
                  <a:pt x="35892" y="76598"/>
                </a:lnTo>
                <a:lnTo>
                  <a:pt x="36103" y="76145"/>
                </a:lnTo>
                <a:lnTo>
                  <a:pt x="36344" y="75613"/>
                </a:lnTo>
                <a:lnTo>
                  <a:pt x="36636" y="74929"/>
                </a:lnTo>
                <a:lnTo>
                  <a:pt x="36786" y="74537"/>
                </a:lnTo>
                <a:lnTo>
                  <a:pt x="36947" y="74105"/>
                </a:lnTo>
                <a:lnTo>
                  <a:pt x="37118" y="73653"/>
                </a:lnTo>
                <a:lnTo>
                  <a:pt x="37279" y="73180"/>
                </a:lnTo>
                <a:lnTo>
                  <a:pt x="37440" y="72688"/>
                </a:lnTo>
                <a:lnTo>
                  <a:pt x="37590" y="72175"/>
                </a:lnTo>
                <a:lnTo>
                  <a:pt x="37731" y="71653"/>
                </a:lnTo>
                <a:lnTo>
                  <a:pt x="37862" y="71130"/>
                </a:lnTo>
                <a:lnTo>
                  <a:pt x="37932" y="70768"/>
                </a:lnTo>
                <a:lnTo>
                  <a:pt x="38013" y="70346"/>
                </a:lnTo>
                <a:lnTo>
                  <a:pt x="38083" y="69843"/>
                </a:lnTo>
                <a:lnTo>
                  <a:pt x="38153" y="69281"/>
                </a:lnTo>
                <a:lnTo>
                  <a:pt x="38224" y="68668"/>
                </a:lnTo>
                <a:lnTo>
                  <a:pt x="38294" y="67994"/>
                </a:lnTo>
                <a:lnTo>
                  <a:pt x="38425" y="66527"/>
                </a:lnTo>
                <a:lnTo>
                  <a:pt x="38545" y="64898"/>
                </a:lnTo>
                <a:lnTo>
                  <a:pt x="38656" y="63180"/>
                </a:lnTo>
                <a:lnTo>
                  <a:pt x="38766" y="61401"/>
                </a:lnTo>
                <a:lnTo>
                  <a:pt x="38847" y="59612"/>
                </a:lnTo>
                <a:lnTo>
                  <a:pt x="39309" y="59501"/>
                </a:lnTo>
                <a:lnTo>
                  <a:pt x="39792" y="59411"/>
                </a:lnTo>
                <a:lnTo>
                  <a:pt x="40043" y="59370"/>
                </a:lnTo>
                <a:lnTo>
                  <a:pt x="40284" y="59340"/>
                </a:lnTo>
                <a:lnTo>
                  <a:pt x="40535" y="59320"/>
                </a:lnTo>
                <a:lnTo>
                  <a:pt x="40777" y="59310"/>
                </a:lnTo>
                <a:lnTo>
                  <a:pt x="41008" y="59310"/>
                </a:lnTo>
                <a:lnTo>
                  <a:pt x="41229" y="59320"/>
                </a:lnTo>
                <a:lnTo>
                  <a:pt x="41440" y="59350"/>
                </a:lnTo>
                <a:lnTo>
                  <a:pt x="41641" y="59391"/>
                </a:lnTo>
                <a:lnTo>
                  <a:pt x="41822" y="59451"/>
                </a:lnTo>
                <a:lnTo>
                  <a:pt x="41902" y="59491"/>
                </a:lnTo>
                <a:lnTo>
                  <a:pt x="41983" y="59531"/>
                </a:lnTo>
                <a:lnTo>
                  <a:pt x="42053" y="59572"/>
                </a:lnTo>
                <a:lnTo>
                  <a:pt x="42123" y="59632"/>
                </a:lnTo>
                <a:lnTo>
                  <a:pt x="42184" y="59682"/>
                </a:lnTo>
                <a:lnTo>
                  <a:pt x="42244" y="59742"/>
                </a:lnTo>
                <a:lnTo>
                  <a:pt x="42626" y="60235"/>
                </a:lnTo>
                <a:lnTo>
                  <a:pt x="43118" y="60868"/>
                </a:lnTo>
                <a:lnTo>
                  <a:pt x="43400" y="61210"/>
                </a:lnTo>
                <a:lnTo>
                  <a:pt x="43701" y="61562"/>
                </a:lnTo>
                <a:lnTo>
                  <a:pt x="44013" y="61923"/>
                </a:lnTo>
                <a:lnTo>
                  <a:pt x="44345" y="62285"/>
                </a:lnTo>
                <a:lnTo>
                  <a:pt x="44686" y="62647"/>
                </a:lnTo>
                <a:lnTo>
                  <a:pt x="45048" y="62979"/>
                </a:lnTo>
                <a:lnTo>
                  <a:pt x="45410" y="63300"/>
                </a:lnTo>
                <a:lnTo>
                  <a:pt x="45591" y="63451"/>
                </a:lnTo>
                <a:lnTo>
                  <a:pt x="45782" y="63592"/>
                </a:lnTo>
                <a:lnTo>
                  <a:pt x="45963" y="63722"/>
                </a:lnTo>
                <a:lnTo>
                  <a:pt x="46154" y="63853"/>
                </a:lnTo>
                <a:lnTo>
                  <a:pt x="46335" y="63964"/>
                </a:lnTo>
                <a:lnTo>
                  <a:pt x="46526" y="64064"/>
                </a:lnTo>
                <a:lnTo>
                  <a:pt x="46717" y="64155"/>
                </a:lnTo>
                <a:lnTo>
                  <a:pt x="46897" y="64225"/>
                </a:lnTo>
                <a:lnTo>
                  <a:pt x="47088" y="64295"/>
                </a:lnTo>
                <a:lnTo>
                  <a:pt x="47269" y="64346"/>
                </a:lnTo>
                <a:lnTo>
                  <a:pt x="47450" y="64366"/>
                </a:lnTo>
                <a:lnTo>
                  <a:pt x="47631" y="64376"/>
                </a:lnTo>
                <a:lnTo>
                  <a:pt x="47802" y="64366"/>
                </a:lnTo>
                <a:lnTo>
                  <a:pt x="47973" y="64326"/>
                </a:lnTo>
                <a:lnTo>
                  <a:pt x="48134" y="64275"/>
                </a:lnTo>
                <a:lnTo>
                  <a:pt x="48284" y="64205"/>
                </a:lnTo>
                <a:lnTo>
                  <a:pt x="48435" y="64114"/>
                </a:lnTo>
                <a:lnTo>
                  <a:pt x="48586" y="64014"/>
                </a:lnTo>
                <a:lnTo>
                  <a:pt x="48727" y="63903"/>
                </a:lnTo>
                <a:lnTo>
                  <a:pt x="48857" y="63773"/>
                </a:lnTo>
                <a:lnTo>
                  <a:pt x="48988" y="63642"/>
                </a:lnTo>
                <a:lnTo>
                  <a:pt x="49109" y="63491"/>
                </a:lnTo>
                <a:lnTo>
                  <a:pt x="49229" y="63341"/>
                </a:lnTo>
                <a:lnTo>
                  <a:pt x="49340" y="63190"/>
                </a:lnTo>
                <a:lnTo>
                  <a:pt x="49440" y="63029"/>
                </a:lnTo>
                <a:lnTo>
                  <a:pt x="49541" y="62868"/>
                </a:lnTo>
                <a:lnTo>
                  <a:pt x="49732" y="62536"/>
                </a:lnTo>
                <a:lnTo>
                  <a:pt x="49883" y="62215"/>
                </a:lnTo>
                <a:lnTo>
                  <a:pt x="50023" y="61913"/>
                </a:lnTo>
                <a:lnTo>
                  <a:pt x="50134" y="61632"/>
                </a:lnTo>
                <a:lnTo>
                  <a:pt x="50224" y="61401"/>
                </a:lnTo>
                <a:lnTo>
                  <a:pt x="50285" y="61220"/>
                </a:lnTo>
                <a:lnTo>
                  <a:pt x="50335" y="61059"/>
                </a:lnTo>
                <a:lnTo>
                  <a:pt x="50335" y="61059"/>
                </a:lnTo>
                <a:lnTo>
                  <a:pt x="50254" y="61119"/>
                </a:lnTo>
                <a:lnTo>
                  <a:pt x="50033" y="61290"/>
                </a:lnTo>
                <a:lnTo>
                  <a:pt x="49862" y="61411"/>
                </a:lnTo>
                <a:lnTo>
                  <a:pt x="49672" y="61531"/>
                </a:lnTo>
                <a:lnTo>
                  <a:pt x="49440" y="61662"/>
                </a:lnTo>
                <a:lnTo>
                  <a:pt x="49189" y="61793"/>
                </a:lnTo>
                <a:lnTo>
                  <a:pt x="48908" y="61933"/>
                </a:lnTo>
                <a:lnTo>
                  <a:pt x="48606" y="62054"/>
                </a:lnTo>
                <a:lnTo>
                  <a:pt x="48284" y="62165"/>
                </a:lnTo>
                <a:lnTo>
                  <a:pt x="48114" y="62215"/>
                </a:lnTo>
                <a:lnTo>
                  <a:pt x="47933" y="62255"/>
                </a:lnTo>
                <a:lnTo>
                  <a:pt x="47762" y="62295"/>
                </a:lnTo>
                <a:lnTo>
                  <a:pt x="47571" y="62335"/>
                </a:lnTo>
                <a:lnTo>
                  <a:pt x="47390" y="62356"/>
                </a:lnTo>
                <a:lnTo>
                  <a:pt x="47199" y="62376"/>
                </a:lnTo>
                <a:lnTo>
                  <a:pt x="46998" y="62386"/>
                </a:lnTo>
                <a:lnTo>
                  <a:pt x="46807" y="62396"/>
                </a:lnTo>
                <a:lnTo>
                  <a:pt x="46606" y="62386"/>
                </a:lnTo>
                <a:lnTo>
                  <a:pt x="46395" y="62376"/>
                </a:lnTo>
                <a:lnTo>
                  <a:pt x="46204" y="62346"/>
                </a:lnTo>
                <a:lnTo>
                  <a:pt x="46013" y="62295"/>
                </a:lnTo>
                <a:lnTo>
                  <a:pt x="45842" y="62225"/>
                </a:lnTo>
                <a:lnTo>
                  <a:pt x="45691" y="62134"/>
                </a:lnTo>
                <a:lnTo>
                  <a:pt x="45541" y="62034"/>
                </a:lnTo>
                <a:lnTo>
                  <a:pt x="45410" y="61923"/>
                </a:lnTo>
                <a:lnTo>
                  <a:pt x="45279" y="61793"/>
                </a:lnTo>
                <a:lnTo>
                  <a:pt x="45159" y="61642"/>
                </a:lnTo>
                <a:lnTo>
                  <a:pt x="45048" y="61491"/>
                </a:lnTo>
                <a:lnTo>
                  <a:pt x="44948" y="61330"/>
                </a:lnTo>
                <a:lnTo>
                  <a:pt x="44847" y="61149"/>
                </a:lnTo>
                <a:lnTo>
                  <a:pt x="44757" y="60969"/>
                </a:lnTo>
                <a:lnTo>
                  <a:pt x="44576" y="60587"/>
                </a:lnTo>
                <a:lnTo>
                  <a:pt x="44405" y="60185"/>
                </a:lnTo>
                <a:lnTo>
                  <a:pt x="44224" y="59773"/>
                </a:lnTo>
                <a:lnTo>
                  <a:pt x="44033" y="59350"/>
                </a:lnTo>
                <a:lnTo>
                  <a:pt x="43932" y="59149"/>
                </a:lnTo>
                <a:lnTo>
                  <a:pt x="43832" y="58948"/>
                </a:lnTo>
                <a:lnTo>
                  <a:pt x="43721" y="58747"/>
                </a:lnTo>
                <a:lnTo>
                  <a:pt x="43601" y="58556"/>
                </a:lnTo>
                <a:lnTo>
                  <a:pt x="43470" y="58365"/>
                </a:lnTo>
                <a:lnTo>
                  <a:pt x="43329" y="58195"/>
                </a:lnTo>
                <a:lnTo>
                  <a:pt x="43179" y="58024"/>
                </a:lnTo>
                <a:lnTo>
                  <a:pt x="43018" y="57863"/>
                </a:lnTo>
                <a:lnTo>
                  <a:pt x="42847" y="57712"/>
                </a:lnTo>
                <a:lnTo>
                  <a:pt x="42656" y="57571"/>
                </a:lnTo>
                <a:lnTo>
                  <a:pt x="42455" y="57451"/>
                </a:lnTo>
                <a:lnTo>
                  <a:pt x="42244" y="57340"/>
                </a:lnTo>
                <a:lnTo>
                  <a:pt x="42123" y="57290"/>
                </a:lnTo>
                <a:lnTo>
                  <a:pt x="42003" y="57250"/>
                </a:lnTo>
                <a:lnTo>
                  <a:pt x="41882" y="57210"/>
                </a:lnTo>
                <a:lnTo>
                  <a:pt x="41762" y="57179"/>
                </a:lnTo>
                <a:lnTo>
                  <a:pt x="41651" y="57159"/>
                </a:lnTo>
                <a:lnTo>
                  <a:pt x="41530" y="57149"/>
                </a:lnTo>
                <a:lnTo>
                  <a:pt x="41420" y="57139"/>
                </a:lnTo>
                <a:lnTo>
                  <a:pt x="41299" y="57139"/>
                </a:lnTo>
                <a:lnTo>
                  <a:pt x="41078" y="57149"/>
                </a:lnTo>
                <a:lnTo>
                  <a:pt x="40847" y="57189"/>
                </a:lnTo>
                <a:lnTo>
                  <a:pt x="40626" y="57250"/>
                </a:lnTo>
                <a:lnTo>
                  <a:pt x="40415" y="57320"/>
                </a:lnTo>
                <a:lnTo>
                  <a:pt x="40204" y="57411"/>
                </a:lnTo>
                <a:lnTo>
                  <a:pt x="39993" y="57521"/>
                </a:lnTo>
                <a:lnTo>
                  <a:pt x="39802" y="57642"/>
                </a:lnTo>
                <a:lnTo>
                  <a:pt x="39601" y="57772"/>
                </a:lnTo>
                <a:lnTo>
                  <a:pt x="39420" y="57913"/>
                </a:lnTo>
                <a:lnTo>
                  <a:pt x="39239" y="58064"/>
                </a:lnTo>
                <a:lnTo>
                  <a:pt x="39058" y="58215"/>
                </a:lnTo>
                <a:lnTo>
                  <a:pt x="38897" y="58375"/>
                </a:lnTo>
                <a:lnTo>
                  <a:pt x="38937" y="57340"/>
                </a:lnTo>
                <a:lnTo>
                  <a:pt x="38957" y="56325"/>
                </a:lnTo>
                <a:lnTo>
                  <a:pt x="38977" y="55350"/>
                </a:lnTo>
                <a:lnTo>
                  <a:pt x="38998" y="54436"/>
                </a:lnTo>
                <a:lnTo>
                  <a:pt x="38998" y="53571"/>
                </a:lnTo>
                <a:lnTo>
                  <a:pt x="38998" y="52777"/>
                </a:lnTo>
                <a:lnTo>
                  <a:pt x="38977" y="52064"/>
                </a:lnTo>
                <a:lnTo>
                  <a:pt x="38957" y="51430"/>
                </a:lnTo>
                <a:lnTo>
                  <a:pt x="38937" y="51109"/>
                </a:lnTo>
                <a:lnTo>
                  <a:pt x="38897" y="50777"/>
                </a:lnTo>
                <a:lnTo>
                  <a:pt x="38847" y="50425"/>
                </a:lnTo>
                <a:lnTo>
                  <a:pt x="38786" y="50053"/>
                </a:lnTo>
                <a:lnTo>
                  <a:pt x="38706" y="49681"/>
                </a:lnTo>
                <a:lnTo>
                  <a:pt x="38626" y="49289"/>
                </a:lnTo>
                <a:lnTo>
                  <a:pt x="38525" y="48877"/>
                </a:lnTo>
                <a:lnTo>
                  <a:pt x="38415" y="48465"/>
                </a:lnTo>
                <a:lnTo>
                  <a:pt x="38173" y="47601"/>
                </a:lnTo>
                <a:lnTo>
                  <a:pt x="37902" y="46696"/>
                </a:lnTo>
                <a:lnTo>
                  <a:pt x="37611" y="45762"/>
                </a:lnTo>
                <a:lnTo>
                  <a:pt x="37289" y="44797"/>
                </a:lnTo>
                <a:lnTo>
                  <a:pt x="41802" y="45742"/>
                </a:lnTo>
                <a:lnTo>
                  <a:pt x="52747" y="48144"/>
                </a:lnTo>
                <a:lnTo>
                  <a:pt x="45521" y="45299"/>
                </a:lnTo>
                <a:lnTo>
                  <a:pt x="45681" y="45319"/>
                </a:lnTo>
                <a:lnTo>
                  <a:pt x="46114" y="45360"/>
                </a:lnTo>
                <a:lnTo>
                  <a:pt x="46787" y="45410"/>
                </a:lnTo>
                <a:lnTo>
                  <a:pt x="47199" y="45420"/>
                </a:lnTo>
                <a:lnTo>
                  <a:pt x="47651" y="45440"/>
                </a:lnTo>
                <a:lnTo>
                  <a:pt x="48666" y="45440"/>
                </a:lnTo>
                <a:lnTo>
                  <a:pt x="49209" y="45420"/>
                </a:lnTo>
                <a:lnTo>
                  <a:pt x="49772" y="45390"/>
                </a:lnTo>
                <a:lnTo>
                  <a:pt x="50345" y="45350"/>
                </a:lnTo>
                <a:lnTo>
                  <a:pt x="50928" y="45279"/>
                </a:lnTo>
                <a:lnTo>
                  <a:pt x="51511" y="45189"/>
                </a:lnTo>
                <a:lnTo>
                  <a:pt x="51802" y="45138"/>
                </a:lnTo>
                <a:lnTo>
                  <a:pt x="52084" y="45078"/>
                </a:lnTo>
                <a:lnTo>
                  <a:pt x="52385" y="45008"/>
                </a:lnTo>
                <a:lnTo>
                  <a:pt x="52687" y="44917"/>
                </a:lnTo>
                <a:lnTo>
                  <a:pt x="52998" y="44797"/>
                </a:lnTo>
                <a:lnTo>
                  <a:pt x="53330" y="44666"/>
                </a:lnTo>
                <a:lnTo>
                  <a:pt x="53652" y="44515"/>
                </a:lnTo>
                <a:lnTo>
                  <a:pt x="53993" y="44355"/>
                </a:lnTo>
                <a:lnTo>
                  <a:pt x="54335" y="44174"/>
                </a:lnTo>
                <a:lnTo>
                  <a:pt x="54677" y="43983"/>
                </a:lnTo>
                <a:lnTo>
                  <a:pt x="55029" y="43782"/>
                </a:lnTo>
                <a:lnTo>
                  <a:pt x="55370" y="43571"/>
                </a:lnTo>
                <a:lnTo>
                  <a:pt x="55722" y="43359"/>
                </a:lnTo>
                <a:lnTo>
                  <a:pt x="56064" y="43128"/>
                </a:lnTo>
                <a:lnTo>
                  <a:pt x="56747" y="42676"/>
                </a:lnTo>
                <a:lnTo>
                  <a:pt x="57391" y="42214"/>
                </a:lnTo>
                <a:lnTo>
                  <a:pt x="58014" y="41751"/>
                </a:lnTo>
                <a:lnTo>
                  <a:pt x="58577" y="41319"/>
                </a:lnTo>
                <a:lnTo>
                  <a:pt x="59089" y="40917"/>
                </a:lnTo>
                <a:lnTo>
                  <a:pt x="59531" y="40555"/>
                </a:lnTo>
                <a:lnTo>
                  <a:pt x="60175" y="40033"/>
                </a:lnTo>
                <a:lnTo>
                  <a:pt x="60406" y="39832"/>
                </a:lnTo>
                <a:lnTo>
                  <a:pt x="60406" y="39832"/>
                </a:lnTo>
                <a:lnTo>
                  <a:pt x="51873" y="42897"/>
                </a:lnTo>
                <a:lnTo>
                  <a:pt x="53621" y="38083"/>
                </a:lnTo>
                <a:lnTo>
                  <a:pt x="50777" y="41359"/>
                </a:lnTo>
                <a:lnTo>
                  <a:pt x="50506" y="41661"/>
                </a:lnTo>
                <a:lnTo>
                  <a:pt x="50244" y="41922"/>
                </a:lnTo>
                <a:lnTo>
                  <a:pt x="49973" y="42173"/>
                </a:lnTo>
                <a:lnTo>
                  <a:pt x="49712" y="42395"/>
                </a:lnTo>
                <a:lnTo>
                  <a:pt x="49450" y="42606"/>
                </a:lnTo>
                <a:lnTo>
                  <a:pt x="49189" y="42787"/>
                </a:lnTo>
                <a:lnTo>
                  <a:pt x="48938" y="42947"/>
                </a:lnTo>
                <a:lnTo>
                  <a:pt x="48687" y="43088"/>
                </a:lnTo>
                <a:lnTo>
                  <a:pt x="48435" y="43219"/>
                </a:lnTo>
                <a:lnTo>
                  <a:pt x="48194" y="43319"/>
                </a:lnTo>
                <a:lnTo>
                  <a:pt x="47953" y="43420"/>
                </a:lnTo>
                <a:lnTo>
                  <a:pt x="47722" y="43500"/>
                </a:lnTo>
                <a:lnTo>
                  <a:pt x="47501" y="43561"/>
                </a:lnTo>
                <a:lnTo>
                  <a:pt x="47279" y="43611"/>
                </a:lnTo>
                <a:lnTo>
                  <a:pt x="47068" y="43661"/>
                </a:lnTo>
                <a:lnTo>
                  <a:pt x="46867" y="43691"/>
                </a:lnTo>
                <a:lnTo>
                  <a:pt x="46666" y="43711"/>
                </a:lnTo>
                <a:lnTo>
                  <a:pt x="46475" y="43721"/>
                </a:lnTo>
                <a:lnTo>
                  <a:pt x="46134" y="43721"/>
                </a:lnTo>
                <a:lnTo>
                  <a:pt x="45832" y="43701"/>
                </a:lnTo>
                <a:lnTo>
                  <a:pt x="45571" y="43671"/>
                </a:lnTo>
                <a:lnTo>
                  <a:pt x="45370" y="43631"/>
                </a:lnTo>
                <a:lnTo>
                  <a:pt x="45209" y="43591"/>
                </a:lnTo>
                <a:lnTo>
                  <a:pt x="45088" y="43550"/>
                </a:lnTo>
                <a:lnTo>
                  <a:pt x="46616" y="39168"/>
                </a:lnTo>
                <a:lnTo>
                  <a:pt x="46616" y="39168"/>
                </a:lnTo>
                <a:lnTo>
                  <a:pt x="46274" y="39470"/>
                </a:lnTo>
                <a:lnTo>
                  <a:pt x="45862" y="39822"/>
                </a:lnTo>
                <a:lnTo>
                  <a:pt x="45330" y="40264"/>
                </a:lnTo>
                <a:lnTo>
                  <a:pt x="44686" y="40797"/>
                </a:lnTo>
                <a:lnTo>
                  <a:pt x="43943" y="41390"/>
                </a:lnTo>
                <a:lnTo>
                  <a:pt x="43118" y="42023"/>
                </a:lnTo>
                <a:lnTo>
                  <a:pt x="42244" y="42676"/>
                </a:lnTo>
                <a:lnTo>
                  <a:pt x="42013" y="42827"/>
                </a:lnTo>
                <a:lnTo>
                  <a:pt x="41792" y="42957"/>
                </a:lnTo>
                <a:lnTo>
                  <a:pt x="41571" y="43068"/>
                </a:lnTo>
                <a:lnTo>
                  <a:pt x="41349" y="43158"/>
                </a:lnTo>
                <a:lnTo>
                  <a:pt x="41138" y="43229"/>
                </a:lnTo>
                <a:lnTo>
                  <a:pt x="40917" y="43289"/>
                </a:lnTo>
                <a:lnTo>
                  <a:pt x="40716" y="43319"/>
                </a:lnTo>
                <a:lnTo>
                  <a:pt x="40505" y="43349"/>
                </a:lnTo>
                <a:lnTo>
                  <a:pt x="40103" y="43349"/>
                </a:lnTo>
                <a:lnTo>
                  <a:pt x="39912" y="43329"/>
                </a:lnTo>
                <a:lnTo>
                  <a:pt x="39731" y="43309"/>
                </a:lnTo>
                <a:lnTo>
                  <a:pt x="39550" y="43269"/>
                </a:lnTo>
                <a:lnTo>
                  <a:pt x="39369" y="43219"/>
                </a:lnTo>
                <a:lnTo>
                  <a:pt x="39199" y="43169"/>
                </a:lnTo>
                <a:lnTo>
                  <a:pt x="39038" y="43108"/>
                </a:lnTo>
                <a:lnTo>
                  <a:pt x="38887" y="43048"/>
                </a:lnTo>
                <a:lnTo>
                  <a:pt x="38736" y="42978"/>
                </a:lnTo>
                <a:lnTo>
                  <a:pt x="38465" y="42837"/>
                </a:lnTo>
                <a:lnTo>
                  <a:pt x="38224" y="42696"/>
                </a:lnTo>
                <a:lnTo>
                  <a:pt x="38023" y="42555"/>
                </a:lnTo>
                <a:lnTo>
                  <a:pt x="37862" y="42425"/>
                </a:lnTo>
                <a:lnTo>
                  <a:pt x="37741" y="42324"/>
                </a:lnTo>
                <a:lnTo>
                  <a:pt x="37641" y="42234"/>
                </a:lnTo>
                <a:lnTo>
                  <a:pt x="39832" y="39611"/>
                </a:lnTo>
                <a:lnTo>
                  <a:pt x="39832" y="39540"/>
                </a:lnTo>
                <a:lnTo>
                  <a:pt x="39812" y="39349"/>
                </a:lnTo>
                <a:lnTo>
                  <a:pt x="39792" y="39208"/>
                </a:lnTo>
                <a:lnTo>
                  <a:pt x="39761" y="39048"/>
                </a:lnTo>
                <a:lnTo>
                  <a:pt x="39721" y="38857"/>
                </a:lnTo>
                <a:lnTo>
                  <a:pt x="39671" y="38656"/>
                </a:lnTo>
                <a:lnTo>
                  <a:pt x="39601" y="38425"/>
                </a:lnTo>
                <a:lnTo>
                  <a:pt x="39510" y="38193"/>
                </a:lnTo>
                <a:lnTo>
                  <a:pt x="39410" y="37932"/>
                </a:lnTo>
                <a:lnTo>
                  <a:pt x="39279" y="37671"/>
                </a:lnTo>
                <a:lnTo>
                  <a:pt x="39128" y="37399"/>
                </a:lnTo>
                <a:lnTo>
                  <a:pt x="38947" y="37118"/>
                </a:lnTo>
                <a:lnTo>
                  <a:pt x="38746" y="36836"/>
                </a:lnTo>
                <a:lnTo>
                  <a:pt x="38515" y="36545"/>
                </a:lnTo>
                <a:lnTo>
                  <a:pt x="38405" y="36394"/>
                </a:lnTo>
                <a:lnTo>
                  <a:pt x="38314" y="36243"/>
                </a:lnTo>
                <a:lnTo>
                  <a:pt x="38234" y="36083"/>
                </a:lnTo>
                <a:lnTo>
                  <a:pt x="38183" y="35912"/>
                </a:lnTo>
                <a:lnTo>
                  <a:pt x="38133" y="35731"/>
                </a:lnTo>
                <a:lnTo>
                  <a:pt x="38113" y="35550"/>
                </a:lnTo>
                <a:lnTo>
                  <a:pt x="38103" y="35369"/>
                </a:lnTo>
                <a:lnTo>
                  <a:pt x="38103" y="35178"/>
                </a:lnTo>
                <a:lnTo>
                  <a:pt x="38113" y="34997"/>
                </a:lnTo>
                <a:lnTo>
                  <a:pt x="38143" y="34806"/>
                </a:lnTo>
                <a:lnTo>
                  <a:pt x="38173" y="34615"/>
                </a:lnTo>
                <a:lnTo>
                  <a:pt x="38224" y="34414"/>
                </a:lnTo>
                <a:lnTo>
                  <a:pt x="38274" y="34233"/>
                </a:lnTo>
                <a:lnTo>
                  <a:pt x="38334" y="34042"/>
                </a:lnTo>
                <a:lnTo>
                  <a:pt x="38395" y="33851"/>
                </a:lnTo>
                <a:lnTo>
                  <a:pt x="38465" y="33670"/>
                </a:lnTo>
                <a:lnTo>
                  <a:pt x="38616" y="33329"/>
                </a:lnTo>
                <a:lnTo>
                  <a:pt x="38766" y="32997"/>
                </a:lnTo>
                <a:lnTo>
                  <a:pt x="38927" y="32706"/>
                </a:lnTo>
                <a:lnTo>
                  <a:pt x="39068" y="32454"/>
                </a:lnTo>
                <a:lnTo>
                  <a:pt x="39199" y="32243"/>
                </a:lnTo>
                <a:lnTo>
                  <a:pt x="39299" y="32082"/>
                </a:lnTo>
                <a:lnTo>
                  <a:pt x="39390" y="31952"/>
                </a:lnTo>
                <a:lnTo>
                  <a:pt x="36545" y="33047"/>
                </a:lnTo>
                <a:lnTo>
                  <a:pt x="33701" y="32605"/>
                </a:lnTo>
                <a:lnTo>
                  <a:pt x="33661" y="32042"/>
                </a:lnTo>
                <a:lnTo>
                  <a:pt x="33640" y="31459"/>
                </a:lnTo>
                <a:lnTo>
                  <a:pt x="33640" y="30856"/>
                </a:lnTo>
                <a:lnTo>
                  <a:pt x="33651" y="30243"/>
                </a:lnTo>
                <a:lnTo>
                  <a:pt x="33671" y="29600"/>
                </a:lnTo>
                <a:lnTo>
                  <a:pt x="33711" y="28957"/>
                </a:lnTo>
                <a:lnTo>
                  <a:pt x="33761" y="28283"/>
                </a:lnTo>
                <a:lnTo>
                  <a:pt x="33831" y="27610"/>
                </a:lnTo>
                <a:lnTo>
                  <a:pt x="33912" y="26916"/>
                </a:lnTo>
                <a:lnTo>
                  <a:pt x="34002" y="26223"/>
                </a:lnTo>
                <a:lnTo>
                  <a:pt x="34113" y="25519"/>
                </a:lnTo>
                <a:lnTo>
                  <a:pt x="34223" y="24796"/>
                </a:lnTo>
                <a:lnTo>
                  <a:pt x="34354" y="24082"/>
                </a:lnTo>
                <a:lnTo>
                  <a:pt x="34495" y="23348"/>
                </a:lnTo>
                <a:lnTo>
                  <a:pt x="34636" y="22625"/>
                </a:lnTo>
                <a:lnTo>
                  <a:pt x="34796" y="21891"/>
                </a:lnTo>
                <a:lnTo>
                  <a:pt x="35158" y="21951"/>
                </a:lnTo>
                <a:lnTo>
                  <a:pt x="35550" y="22012"/>
                </a:lnTo>
                <a:lnTo>
                  <a:pt x="35962" y="22042"/>
                </a:lnTo>
                <a:lnTo>
                  <a:pt x="36394" y="22062"/>
                </a:lnTo>
                <a:lnTo>
                  <a:pt x="36847" y="22062"/>
                </a:lnTo>
                <a:lnTo>
                  <a:pt x="37078" y="22052"/>
                </a:lnTo>
                <a:lnTo>
                  <a:pt x="37319" y="22032"/>
                </a:lnTo>
                <a:lnTo>
                  <a:pt x="37560" y="22012"/>
                </a:lnTo>
                <a:lnTo>
                  <a:pt x="37802" y="21971"/>
                </a:lnTo>
                <a:lnTo>
                  <a:pt x="38053" y="21931"/>
                </a:lnTo>
                <a:lnTo>
                  <a:pt x="38304" y="21881"/>
                </a:lnTo>
                <a:lnTo>
                  <a:pt x="38877" y="21750"/>
                </a:lnTo>
                <a:lnTo>
                  <a:pt x="39460" y="21609"/>
                </a:lnTo>
                <a:lnTo>
                  <a:pt x="40043" y="21439"/>
                </a:lnTo>
                <a:lnTo>
                  <a:pt x="40636" y="21258"/>
                </a:lnTo>
                <a:lnTo>
                  <a:pt x="41219" y="21047"/>
                </a:lnTo>
                <a:lnTo>
                  <a:pt x="41812" y="20826"/>
                </a:lnTo>
                <a:lnTo>
                  <a:pt x="42415" y="20574"/>
                </a:lnTo>
                <a:lnTo>
                  <a:pt x="43008" y="20293"/>
                </a:lnTo>
                <a:lnTo>
                  <a:pt x="43601" y="19991"/>
                </a:lnTo>
                <a:lnTo>
                  <a:pt x="43902" y="19841"/>
                </a:lnTo>
                <a:lnTo>
                  <a:pt x="44194" y="19670"/>
                </a:lnTo>
                <a:lnTo>
                  <a:pt x="44495" y="19499"/>
                </a:lnTo>
                <a:lnTo>
                  <a:pt x="44787" y="19318"/>
                </a:lnTo>
                <a:lnTo>
                  <a:pt x="45088" y="19127"/>
                </a:lnTo>
                <a:lnTo>
                  <a:pt x="45380" y="18926"/>
                </a:lnTo>
                <a:lnTo>
                  <a:pt x="45671" y="18725"/>
                </a:lnTo>
                <a:lnTo>
                  <a:pt x="45963" y="18514"/>
                </a:lnTo>
                <a:lnTo>
                  <a:pt x="46264" y="18293"/>
                </a:lnTo>
                <a:lnTo>
                  <a:pt x="46556" y="18062"/>
                </a:lnTo>
                <a:lnTo>
                  <a:pt x="46847" y="17830"/>
                </a:lnTo>
                <a:lnTo>
                  <a:pt x="47139" y="17579"/>
                </a:lnTo>
                <a:lnTo>
                  <a:pt x="47420" y="17328"/>
                </a:lnTo>
                <a:lnTo>
                  <a:pt x="47712" y="17066"/>
                </a:lnTo>
                <a:lnTo>
                  <a:pt x="47852" y="16926"/>
                </a:lnTo>
                <a:lnTo>
                  <a:pt x="47993" y="16785"/>
                </a:lnTo>
                <a:lnTo>
                  <a:pt x="48134" y="16634"/>
                </a:lnTo>
                <a:lnTo>
                  <a:pt x="48264" y="16463"/>
                </a:lnTo>
                <a:lnTo>
                  <a:pt x="48405" y="16293"/>
                </a:lnTo>
                <a:lnTo>
                  <a:pt x="48536" y="16122"/>
                </a:lnTo>
                <a:lnTo>
                  <a:pt x="48787" y="15740"/>
                </a:lnTo>
                <a:lnTo>
                  <a:pt x="49038" y="15348"/>
                </a:lnTo>
                <a:lnTo>
                  <a:pt x="49269" y="14926"/>
                </a:lnTo>
                <a:lnTo>
                  <a:pt x="49501" y="14483"/>
                </a:lnTo>
                <a:lnTo>
                  <a:pt x="49722" y="14021"/>
                </a:lnTo>
                <a:lnTo>
                  <a:pt x="49933" y="13549"/>
                </a:lnTo>
                <a:lnTo>
                  <a:pt x="50134" y="13066"/>
                </a:lnTo>
                <a:lnTo>
                  <a:pt x="50325" y="12574"/>
                </a:lnTo>
                <a:lnTo>
                  <a:pt x="50516" y="12081"/>
                </a:lnTo>
                <a:lnTo>
                  <a:pt x="50687" y="11579"/>
                </a:lnTo>
                <a:lnTo>
                  <a:pt x="50857" y="11076"/>
                </a:lnTo>
                <a:lnTo>
                  <a:pt x="51008" y="10584"/>
                </a:lnTo>
                <a:lnTo>
                  <a:pt x="51159" y="10091"/>
                </a:lnTo>
                <a:lnTo>
                  <a:pt x="51430" y="9136"/>
                </a:lnTo>
                <a:lnTo>
                  <a:pt x="51662" y="8242"/>
                </a:lnTo>
                <a:lnTo>
                  <a:pt x="51863" y="7418"/>
                </a:lnTo>
                <a:lnTo>
                  <a:pt x="52023" y="6694"/>
                </a:lnTo>
                <a:lnTo>
                  <a:pt x="52144" y="6101"/>
                </a:lnTo>
                <a:lnTo>
                  <a:pt x="52234" y="5639"/>
                </a:lnTo>
                <a:lnTo>
                  <a:pt x="52305" y="5247"/>
                </a:lnTo>
                <a:lnTo>
                  <a:pt x="52305" y="5247"/>
                </a:lnTo>
                <a:lnTo>
                  <a:pt x="52134" y="5518"/>
                </a:lnTo>
                <a:lnTo>
                  <a:pt x="51913" y="5870"/>
                </a:lnTo>
                <a:lnTo>
                  <a:pt x="51591" y="6403"/>
                </a:lnTo>
                <a:lnTo>
                  <a:pt x="51169" y="7106"/>
                </a:lnTo>
                <a:lnTo>
                  <a:pt x="50646" y="8021"/>
                </a:lnTo>
                <a:lnTo>
                  <a:pt x="50003" y="9146"/>
                </a:lnTo>
                <a:lnTo>
                  <a:pt x="49239" y="10503"/>
                </a:lnTo>
                <a:lnTo>
                  <a:pt x="49038" y="10865"/>
                </a:lnTo>
                <a:lnTo>
                  <a:pt x="48817" y="11227"/>
                </a:lnTo>
                <a:lnTo>
                  <a:pt x="48596" y="11579"/>
                </a:lnTo>
                <a:lnTo>
                  <a:pt x="48375" y="11920"/>
                </a:lnTo>
                <a:lnTo>
                  <a:pt x="48144" y="12252"/>
                </a:lnTo>
                <a:lnTo>
                  <a:pt x="47903" y="12574"/>
                </a:lnTo>
                <a:lnTo>
                  <a:pt x="47671" y="12885"/>
                </a:lnTo>
                <a:lnTo>
                  <a:pt x="47430" y="13187"/>
                </a:lnTo>
                <a:lnTo>
                  <a:pt x="47189" y="13488"/>
                </a:lnTo>
                <a:lnTo>
                  <a:pt x="46958" y="13770"/>
                </a:lnTo>
                <a:lnTo>
                  <a:pt x="46485" y="14313"/>
                </a:lnTo>
                <a:lnTo>
                  <a:pt x="46023" y="14805"/>
                </a:lnTo>
                <a:lnTo>
                  <a:pt x="45581" y="15267"/>
                </a:lnTo>
                <a:lnTo>
                  <a:pt x="45159" y="15669"/>
                </a:lnTo>
                <a:lnTo>
                  <a:pt x="44777" y="16031"/>
                </a:lnTo>
                <a:lnTo>
                  <a:pt x="44435" y="16343"/>
                </a:lnTo>
                <a:lnTo>
                  <a:pt x="44134" y="16594"/>
                </a:lnTo>
                <a:lnTo>
                  <a:pt x="43711" y="16946"/>
                </a:lnTo>
                <a:lnTo>
                  <a:pt x="43551" y="17066"/>
                </a:lnTo>
                <a:lnTo>
                  <a:pt x="46616" y="5468"/>
                </a:lnTo>
                <a:lnTo>
                  <a:pt x="46465" y="5830"/>
                </a:lnTo>
                <a:lnTo>
                  <a:pt x="46053" y="6805"/>
                </a:lnTo>
                <a:lnTo>
                  <a:pt x="45752" y="7498"/>
                </a:lnTo>
                <a:lnTo>
                  <a:pt x="45400" y="8282"/>
                </a:lnTo>
                <a:lnTo>
                  <a:pt x="45008" y="9167"/>
                </a:lnTo>
                <a:lnTo>
                  <a:pt x="44566" y="10121"/>
                </a:lnTo>
                <a:lnTo>
                  <a:pt x="44083" y="11126"/>
                </a:lnTo>
                <a:lnTo>
                  <a:pt x="43571" y="12182"/>
                </a:lnTo>
                <a:lnTo>
                  <a:pt x="43028" y="13257"/>
                </a:lnTo>
                <a:lnTo>
                  <a:pt x="42465" y="14333"/>
                </a:lnTo>
                <a:lnTo>
                  <a:pt x="42174" y="14865"/>
                </a:lnTo>
                <a:lnTo>
                  <a:pt x="41872" y="15398"/>
                </a:lnTo>
                <a:lnTo>
                  <a:pt x="41581" y="15931"/>
                </a:lnTo>
                <a:lnTo>
                  <a:pt x="41279" y="16443"/>
                </a:lnTo>
                <a:lnTo>
                  <a:pt x="40968" y="16946"/>
                </a:lnTo>
                <a:lnTo>
                  <a:pt x="40666" y="17438"/>
                </a:lnTo>
                <a:lnTo>
                  <a:pt x="40354" y="17921"/>
                </a:lnTo>
                <a:lnTo>
                  <a:pt x="40053" y="18383"/>
                </a:lnTo>
                <a:lnTo>
                  <a:pt x="39852" y="18655"/>
                </a:lnTo>
                <a:lnTo>
                  <a:pt x="39661" y="18916"/>
                </a:lnTo>
                <a:lnTo>
                  <a:pt x="39470" y="19157"/>
                </a:lnTo>
                <a:lnTo>
                  <a:pt x="39289" y="19378"/>
                </a:lnTo>
                <a:lnTo>
                  <a:pt x="39098" y="19579"/>
                </a:lnTo>
                <a:lnTo>
                  <a:pt x="38907" y="19760"/>
                </a:lnTo>
                <a:lnTo>
                  <a:pt x="38726" y="19931"/>
                </a:lnTo>
                <a:lnTo>
                  <a:pt x="38545" y="20092"/>
                </a:lnTo>
                <a:lnTo>
                  <a:pt x="38374" y="20233"/>
                </a:lnTo>
                <a:lnTo>
                  <a:pt x="38193" y="20353"/>
                </a:lnTo>
                <a:lnTo>
                  <a:pt x="38023" y="20464"/>
                </a:lnTo>
                <a:lnTo>
                  <a:pt x="37852" y="20564"/>
                </a:lnTo>
                <a:lnTo>
                  <a:pt x="37681" y="20645"/>
                </a:lnTo>
                <a:lnTo>
                  <a:pt x="37510" y="20725"/>
                </a:lnTo>
                <a:lnTo>
                  <a:pt x="37349" y="20775"/>
                </a:lnTo>
                <a:lnTo>
                  <a:pt x="37188" y="20826"/>
                </a:lnTo>
                <a:lnTo>
                  <a:pt x="37038" y="20866"/>
                </a:lnTo>
                <a:lnTo>
                  <a:pt x="36877" y="20896"/>
                </a:lnTo>
                <a:lnTo>
                  <a:pt x="36726" y="20916"/>
                </a:lnTo>
                <a:lnTo>
                  <a:pt x="36585" y="20926"/>
                </a:lnTo>
                <a:lnTo>
                  <a:pt x="36435" y="20926"/>
                </a:lnTo>
                <a:lnTo>
                  <a:pt x="36294" y="20916"/>
                </a:lnTo>
                <a:lnTo>
                  <a:pt x="36163" y="20906"/>
                </a:lnTo>
                <a:lnTo>
                  <a:pt x="36023" y="20876"/>
                </a:lnTo>
                <a:lnTo>
                  <a:pt x="35902" y="20856"/>
                </a:lnTo>
                <a:lnTo>
                  <a:pt x="35771" y="20815"/>
                </a:lnTo>
                <a:lnTo>
                  <a:pt x="35530" y="20735"/>
                </a:lnTo>
                <a:lnTo>
                  <a:pt x="35309" y="20635"/>
                </a:lnTo>
                <a:lnTo>
                  <a:pt x="35098" y="20524"/>
                </a:lnTo>
                <a:lnTo>
                  <a:pt x="35309" y="19660"/>
                </a:lnTo>
                <a:lnTo>
                  <a:pt x="35530" y="18795"/>
                </a:lnTo>
                <a:lnTo>
                  <a:pt x="35761" y="17931"/>
                </a:lnTo>
                <a:lnTo>
                  <a:pt x="35992" y="17077"/>
                </a:lnTo>
                <a:lnTo>
                  <a:pt x="36234" y="16242"/>
                </a:lnTo>
                <a:lnTo>
                  <a:pt x="36485" y="15408"/>
                </a:lnTo>
                <a:lnTo>
                  <a:pt x="36736" y="14584"/>
                </a:lnTo>
                <a:lnTo>
                  <a:pt x="36987" y="13790"/>
                </a:lnTo>
                <a:lnTo>
                  <a:pt x="37088" y="13498"/>
                </a:lnTo>
                <a:lnTo>
                  <a:pt x="37188" y="13207"/>
                </a:lnTo>
                <a:lnTo>
                  <a:pt x="37299" y="12926"/>
                </a:lnTo>
                <a:lnTo>
                  <a:pt x="37420" y="12634"/>
                </a:lnTo>
                <a:lnTo>
                  <a:pt x="37550" y="12353"/>
                </a:lnTo>
                <a:lnTo>
                  <a:pt x="37691" y="12071"/>
                </a:lnTo>
                <a:lnTo>
                  <a:pt x="37832" y="11780"/>
                </a:lnTo>
                <a:lnTo>
                  <a:pt x="37982" y="11498"/>
                </a:lnTo>
                <a:lnTo>
                  <a:pt x="38304" y="10935"/>
                </a:lnTo>
                <a:lnTo>
                  <a:pt x="38646" y="10383"/>
                </a:lnTo>
                <a:lnTo>
                  <a:pt x="39008" y="9830"/>
                </a:lnTo>
                <a:lnTo>
                  <a:pt x="39390" y="9287"/>
                </a:lnTo>
                <a:lnTo>
                  <a:pt x="39782" y="8754"/>
                </a:lnTo>
                <a:lnTo>
                  <a:pt x="40194" y="8232"/>
                </a:lnTo>
                <a:lnTo>
                  <a:pt x="40616" y="7719"/>
                </a:lnTo>
                <a:lnTo>
                  <a:pt x="41038" y="7217"/>
                </a:lnTo>
                <a:lnTo>
                  <a:pt x="41470" y="6724"/>
                </a:lnTo>
                <a:lnTo>
                  <a:pt x="41902" y="6252"/>
                </a:lnTo>
                <a:lnTo>
                  <a:pt x="42334" y="5799"/>
                </a:lnTo>
                <a:lnTo>
                  <a:pt x="42757" y="5357"/>
                </a:lnTo>
                <a:lnTo>
                  <a:pt x="43179" y="4935"/>
                </a:lnTo>
                <a:lnTo>
                  <a:pt x="43591" y="4533"/>
                </a:lnTo>
                <a:lnTo>
                  <a:pt x="44003" y="4151"/>
                </a:lnTo>
                <a:lnTo>
                  <a:pt x="44385" y="3789"/>
                </a:lnTo>
                <a:lnTo>
                  <a:pt x="45118" y="3136"/>
                </a:lnTo>
                <a:lnTo>
                  <a:pt x="45762" y="2583"/>
                </a:lnTo>
                <a:lnTo>
                  <a:pt x="46294" y="2131"/>
                </a:lnTo>
                <a:lnTo>
                  <a:pt x="46707" y="1809"/>
                </a:lnTo>
                <a:lnTo>
                  <a:pt x="47058" y="1528"/>
                </a:lnTo>
                <a:lnTo>
                  <a:pt x="47058" y="1528"/>
                </a:lnTo>
                <a:lnTo>
                  <a:pt x="46696" y="1739"/>
                </a:lnTo>
                <a:lnTo>
                  <a:pt x="45722" y="2332"/>
                </a:lnTo>
                <a:lnTo>
                  <a:pt x="45048" y="2754"/>
                </a:lnTo>
                <a:lnTo>
                  <a:pt x="44294" y="3237"/>
                </a:lnTo>
                <a:lnTo>
                  <a:pt x="43470" y="3779"/>
                </a:lnTo>
                <a:lnTo>
                  <a:pt x="42596" y="4372"/>
                </a:lnTo>
                <a:lnTo>
                  <a:pt x="41691" y="5005"/>
                </a:lnTo>
                <a:lnTo>
                  <a:pt x="41239" y="5337"/>
                </a:lnTo>
                <a:lnTo>
                  <a:pt x="40777" y="5679"/>
                </a:lnTo>
                <a:lnTo>
                  <a:pt x="40334" y="6021"/>
                </a:lnTo>
                <a:lnTo>
                  <a:pt x="39882" y="6362"/>
                </a:lnTo>
                <a:lnTo>
                  <a:pt x="39450" y="6714"/>
                </a:lnTo>
                <a:lnTo>
                  <a:pt x="39018" y="7066"/>
                </a:lnTo>
                <a:lnTo>
                  <a:pt x="38606" y="7428"/>
                </a:lnTo>
                <a:lnTo>
                  <a:pt x="38214" y="7780"/>
                </a:lnTo>
                <a:lnTo>
                  <a:pt x="37842" y="8131"/>
                </a:lnTo>
                <a:lnTo>
                  <a:pt x="37480" y="8483"/>
                </a:lnTo>
                <a:lnTo>
                  <a:pt x="37148" y="8835"/>
                </a:lnTo>
                <a:lnTo>
                  <a:pt x="36847" y="9177"/>
                </a:lnTo>
                <a:lnTo>
                  <a:pt x="36575" y="9518"/>
                </a:lnTo>
                <a:lnTo>
                  <a:pt x="36334" y="9850"/>
                </a:lnTo>
                <a:lnTo>
                  <a:pt x="35982" y="10363"/>
                </a:lnTo>
                <a:lnTo>
                  <a:pt x="35661" y="10865"/>
                </a:lnTo>
                <a:lnTo>
                  <a:pt x="35349" y="11368"/>
                </a:lnTo>
                <a:lnTo>
                  <a:pt x="35068" y="11880"/>
                </a:lnTo>
                <a:lnTo>
                  <a:pt x="34937" y="12142"/>
                </a:lnTo>
                <a:lnTo>
                  <a:pt x="34806" y="12413"/>
                </a:lnTo>
                <a:lnTo>
                  <a:pt x="34676" y="12684"/>
                </a:lnTo>
                <a:lnTo>
                  <a:pt x="34555" y="12966"/>
                </a:lnTo>
                <a:lnTo>
                  <a:pt x="34434" y="13267"/>
                </a:lnTo>
                <a:lnTo>
                  <a:pt x="34324" y="13569"/>
                </a:lnTo>
                <a:lnTo>
                  <a:pt x="34203" y="13890"/>
                </a:lnTo>
                <a:lnTo>
                  <a:pt x="34093" y="14222"/>
                </a:lnTo>
                <a:lnTo>
                  <a:pt x="34053" y="13408"/>
                </a:lnTo>
                <a:lnTo>
                  <a:pt x="34032" y="12554"/>
                </a:lnTo>
                <a:lnTo>
                  <a:pt x="34032" y="12121"/>
                </a:lnTo>
                <a:lnTo>
                  <a:pt x="34032" y="11679"/>
                </a:lnTo>
                <a:lnTo>
                  <a:pt x="34043" y="11237"/>
                </a:lnTo>
                <a:lnTo>
                  <a:pt x="34063" y="10805"/>
                </a:lnTo>
                <a:lnTo>
                  <a:pt x="34083" y="10373"/>
                </a:lnTo>
                <a:lnTo>
                  <a:pt x="34123" y="9940"/>
                </a:lnTo>
                <a:lnTo>
                  <a:pt x="34173" y="9518"/>
                </a:lnTo>
                <a:lnTo>
                  <a:pt x="34223" y="9116"/>
                </a:lnTo>
                <a:lnTo>
                  <a:pt x="34294" y="8724"/>
                </a:lnTo>
                <a:lnTo>
                  <a:pt x="34374" y="8352"/>
                </a:lnTo>
                <a:lnTo>
                  <a:pt x="34475" y="7991"/>
                </a:lnTo>
                <a:lnTo>
                  <a:pt x="34575" y="7659"/>
                </a:lnTo>
                <a:lnTo>
                  <a:pt x="34786" y="7096"/>
                </a:lnTo>
                <a:lnTo>
                  <a:pt x="34987" y="6563"/>
                </a:lnTo>
                <a:lnTo>
                  <a:pt x="35188" y="6051"/>
                </a:lnTo>
                <a:lnTo>
                  <a:pt x="35379" y="5578"/>
                </a:lnTo>
                <a:lnTo>
                  <a:pt x="35751" y="4714"/>
                </a:lnTo>
                <a:lnTo>
                  <a:pt x="36083" y="3990"/>
                </a:lnTo>
                <a:lnTo>
                  <a:pt x="36364" y="3407"/>
                </a:lnTo>
                <a:lnTo>
                  <a:pt x="36575" y="2975"/>
                </a:lnTo>
                <a:lnTo>
                  <a:pt x="36766" y="2623"/>
                </a:lnTo>
                <a:lnTo>
                  <a:pt x="36766" y="2623"/>
                </a:lnTo>
                <a:lnTo>
                  <a:pt x="33269" y="5689"/>
                </a:lnTo>
                <a:lnTo>
                  <a:pt x="341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1179;p37">
            <a:extLst>
              <a:ext uri="{FF2B5EF4-FFF2-40B4-BE49-F238E27FC236}">
                <a16:creationId xmlns:a16="http://schemas.microsoft.com/office/drawing/2014/main" id="{0B96D8AA-650F-1D15-A889-89272F2D169B}"/>
              </a:ext>
            </a:extLst>
          </p:cNvPr>
          <p:cNvSpPr txBox="1"/>
          <p:nvPr/>
        </p:nvSpPr>
        <p:spPr>
          <a:xfrm>
            <a:off x="3460282" y="3951429"/>
            <a:ext cx="207205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155 of 162 of the heatlhy patients were diagnosed as healthy. 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1179;p37">
            <a:extLst>
              <a:ext uri="{FF2B5EF4-FFF2-40B4-BE49-F238E27FC236}">
                <a16:creationId xmlns:a16="http://schemas.microsoft.com/office/drawing/2014/main" id="{212F4B7D-F827-3D51-184F-37A1D40436BB}"/>
              </a:ext>
            </a:extLst>
          </p:cNvPr>
          <p:cNvSpPr txBox="1"/>
          <p:nvPr/>
        </p:nvSpPr>
        <p:spPr>
          <a:xfrm>
            <a:off x="5965825" y="3951429"/>
            <a:ext cx="207205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253 of 259 Parkinson’s Disease patients were detected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678432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FDC89E4D-D949-F631-2C28-06B1592FF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985B1818-5EA2-A8BF-E6D2-8F2742EED0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B25DC5DA-8E30-BB7B-1B0A-1025F075C5B9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" name="Google Shape;482;p22">
            <a:extLst>
              <a:ext uri="{FF2B5EF4-FFF2-40B4-BE49-F238E27FC236}">
                <a16:creationId xmlns:a16="http://schemas.microsoft.com/office/drawing/2014/main" id="{14F6F742-548A-85F4-E0BF-1D50AE0A5613}"/>
              </a:ext>
            </a:extLst>
          </p:cNvPr>
          <p:cNvSpPr/>
          <p:nvPr/>
        </p:nvSpPr>
        <p:spPr>
          <a:xfrm>
            <a:off x="2314478" y="245248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960379360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3250167E-E57D-326F-40FE-39BFC395D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53469CE0-02DB-6E90-9E25-AB97DD951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3654D897-3D04-EE0F-84F2-87D84C89BF9C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" name="Google Shape;1166;p37">
            <a:extLst>
              <a:ext uri="{FF2B5EF4-FFF2-40B4-BE49-F238E27FC236}">
                <a16:creationId xmlns:a16="http://schemas.microsoft.com/office/drawing/2014/main" id="{B4DE00FD-EEC1-BDEE-E8FE-531211E63051}"/>
              </a:ext>
            </a:extLst>
          </p:cNvPr>
          <p:cNvSpPr/>
          <p:nvPr/>
        </p:nvSpPr>
        <p:spPr>
          <a:xfrm>
            <a:off x="928174" y="1125330"/>
            <a:ext cx="1889400" cy="1888800"/>
          </a:xfrm>
          <a:prstGeom prst="ellipse">
            <a:avLst/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167;p37">
            <a:extLst>
              <a:ext uri="{FF2B5EF4-FFF2-40B4-BE49-F238E27FC236}">
                <a16:creationId xmlns:a16="http://schemas.microsoft.com/office/drawing/2014/main" id="{5C793137-7436-B37A-1589-2CD32BC3B3C2}"/>
              </a:ext>
            </a:extLst>
          </p:cNvPr>
          <p:cNvSpPr/>
          <p:nvPr/>
        </p:nvSpPr>
        <p:spPr>
          <a:xfrm>
            <a:off x="928219" y="1125330"/>
            <a:ext cx="1889400" cy="1888800"/>
          </a:xfrm>
          <a:prstGeom prst="pie">
            <a:avLst>
              <a:gd name="adj1" fmla="val 16261269"/>
              <a:gd name="adj2" fmla="val 15855017"/>
            </a:avLst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8;p37">
            <a:extLst>
              <a:ext uri="{FF2B5EF4-FFF2-40B4-BE49-F238E27FC236}">
                <a16:creationId xmlns:a16="http://schemas.microsoft.com/office/drawing/2014/main" id="{59D17AF8-B6FB-10FA-CD4C-6DA6BE48323E}"/>
              </a:ext>
            </a:extLst>
          </p:cNvPr>
          <p:cNvSpPr/>
          <p:nvPr/>
        </p:nvSpPr>
        <p:spPr>
          <a:xfrm>
            <a:off x="1322485" y="1520158"/>
            <a:ext cx="1099500" cy="109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75;p37">
            <a:extLst>
              <a:ext uri="{FF2B5EF4-FFF2-40B4-BE49-F238E27FC236}">
                <a16:creationId xmlns:a16="http://schemas.microsoft.com/office/drawing/2014/main" id="{E0B9E45E-2E7B-021B-2BB0-A00F123D6658}"/>
              </a:ext>
            </a:extLst>
          </p:cNvPr>
          <p:cNvGrpSpPr/>
          <p:nvPr/>
        </p:nvGrpSpPr>
        <p:grpSpPr>
          <a:xfrm>
            <a:off x="886924" y="3293495"/>
            <a:ext cx="1970622" cy="1133500"/>
            <a:chOff x="1022175" y="3256963"/>
            <a:chExt cx="1970622" cy="1133500"/>
          </a:xfrm>
        </p:grpSpPr>
        <p:sp>
          <p:nvSpPr>
            <p:cNvPr id="12" name="Google Shape;1176;p37">
              <a:extLst>
                <a:ext uri="{FF2B5EF4-FFF2-40B4-BE49-F238E27FC236}">
                  <a16:creationId xmlns:a16="http://schemas.microsoft.com/office/drawing/2014/main" id="{E85C2722-851D-9984-F80F-AEEC5BFC967A}"/>
                </a:ext>
              </a:extLst>
            </p:cNvPr>
            <p:cNvSpPr txBox="1"/>
            <p:nvPr/>
          </p:nvSpPr>
          <p:spPr>
            <a:xfrm>
              <a:off x="1640688" y="3256963"/>
              <a:ext cx="734700" cy="37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96.4% 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" name="Google Shape;1179;p37">
              <a:extLst>
                <a:ext uri="{FF2B5EF4-FFF2-40B4-BE49-F238E27FC236}">
                  <a16:creationId xmlns:a16="http://schemas.microsoft.com/office/drawing/2014/main" id="{BD8F558F-2059-F732-DEBF-E5660520CFBD}"/>
                </a:ext>
              </a:extLst>
            </p:cNvPr>
            <p:cNvSpPr txBox="1"/>
            <p:nvPr/>
          </p:nvSpPr>
          <p:spPr>
            <a:xfrm>
              <a:off x="1022175" y="3907463"/>
              <a:ext cx="1970622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This model predicted correctly 406 of 421 patients’ diagnosis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8" name="Google Shape;1192;p37">
            <a:extLst>
              <a:ext uri="{FF2B5EF4-FFF2-40B4-BE49-F238E27FC236}">
                <a16:creationId xmlns:a16="http://schemas.microsoft.com/office/drawing/2014/main" id="{BDBA5DAC-D728-A138-2034-222FAC4B2117}"/>
              </a:ext>
            </a:extLst>
          </p:cNvPr>
          <p:cNvSpPr/>
          <p:nvPr/>
        </p:nvSpPr>
        <p:spPr>
          <a:xfrm rot="-1809306">
            <a:off x="1546653" y="1656782"/>
            <a:ext cx="651447" cy="826069"/>
          </a:xfrm>
          <a:custGeom>
            <a:avLst/>
            <a:gdLst/>
            <a:ahLst/>
            <a:cxnLst/>
            <a:rect l="l" t="t" r="r" b="b"/>
            <a:pathLst>
              <a:path w="60406" h="76598" extrusionOk="0">
                <a:moveTo>
                  <a:pt x="34032" y="36766"/>
                </a:moveTo>
                <a:lnTo>
                  <a:pt x="34264" y="36776"/>
                </a:lnTo>
                <a:lnTo>
                  <a:pt x="34495" y="36806"/>
                </a:lnTo>
                <a:lnTo>
                  <a:pt x="34716" y="36857"/>
                </a:lnTo>
                <a:lnTo>
                  <a:pt x="34927" y="36917"/>
                </a:lnTo>
                <a:lnTo>
                  <a:pt x="35128" y="37007"/>
                </a:lnTo>
                <a:lnTo>
                  <a:pt x="35319" y="37098"/>
                </a:lnTo>
                <a:lnTo>
                  <a:pt x="35490" y="37218"/>
                </a:lnTo>
                <a:lnTo>
                  <a:pt x="35661" y="37339"/>
                </a:lnTo>
                <a:lnTo>
                  <a:pt x="35801" y="37480"/>
                </a:lnTo>
                <a:lnTo>
                  <a:pt x="35942" y="37631"/>
                </a:lnTo>
                <a:lnTo>
                  <a:pt x="36053" y="37801"/>
                </a:lnTo>
                <a:lnTo>
                  <a:pt x="36153" y="37972"/>
                </a:lnTo>
                <a:lnTo>
                  <a:pt x="36224" y="38153"/>
                </a:lnTo>
                <a:lnTo>
                  <a:pt x="36284" y="38334"/>
                </a:lnTo>
                <a:lnTo>
                  <a:pt x="36314" y="38535"/>
                </a:lnTo>
                <a:lnTo>
                  <a:pt x="36334" y="38736"/>
                </a:lnTo>
                <a:lnTo>
                  <a:pt x="36314" y="38937"/>
                </a:lnTo>
                <a:lnTo>
                  <a:pt x="36284" y="39128"/>
                </a:lnTo>
                <a:lnTo>
                  <a:pt x="36224" y="39319"/>
                </a:lnTo>
                <a:lnTo>
                  <a:pt x="36153" y="39500"/>
                </a:lnTo>
                <a:lnTo>
                  <a:pt x="36053" y="39671"/>
                </a:lnTo>
                <a:lnTo>
                  <a:pt x="35942" y="39832"/>
                </a:lnTo>
                <a:lnTo>
                  <a:pt x="35801" y="39992"/>
                </a:lnTo>
                <a:lnTo>
                  <a:pt x="35661" y="40123"/>
                </a:lnTo>
                <a:lnTo>
                  <a:pt x="35490" y="40254"/>
                </a:lnTo>
                <a:lnTo>
                  <a:pt x="35319" y="40364"/>
                </a:lnTo>
                <a:lnTo>
                  <a:pt x="35128" y="40465"/>
                </a:lnTo>
                <a:lnTo>
                  <a:pt x="34927" y="40545"/>
                </a:lnTo>
                <a:lnTo>
                  <a:pt x="34716" y="40616"/>
                </a:lnTo>
                <a:lnTo>
                  <a:pt x="34495" y="40666"/>
                </a:lnTo>
                <a:lnTo>
                  <a:pt x="34264" y="40696"/>
                </a:lnTo>
                <a:lnTo>
                  <a:pt x="34032" y="40706"/>
                </a:lnTo>
                <a:lnTo>
                  <a:pt x="33801" y="40696"/>
                </a:lnTo>
                <a:lnTo>
                  <a:pt x="33570" y="40666"/>
                </a:lnTo>
                <a:lnTo>
                  <a:pt x="33349" y="40616"/>
                </a:lnTo>
                <a:lnTo>
                  <a:pt x="33138" y="40545"/>
                </a:lnTo>
                <a:lnTo>
                  <a:pt x="32937" y="40465"/>
                </a:lnTo>
                <a:lnTo>
                  <a:pt x="32746" y="40364"/>
                </a:lnTo>
                <a:lnTo>
                  <a:pt x="32575" y="40254"/>
                </a:lnTo>
                <a:lnTo>
                  <a:pt x="32404" y="40123"/>
                </a:lnTo>
                <a:lnTo>
                  <a:pt x="32264" y="39992"/>
                </a:lnTo>
                <a:lnTo>
                  <a:pt x="32123" y="39832"/>
                </a:lnTo>
                <a:lnTo>
                  <a:pt x="32012" y="39671"/>
                </a:lnTo>
                <a:lnTo>
                  <a:pt x="31912" y="39500"/>
                </a:lnTo>
                <a:lnTo>
                  <a:pt x="31841" y="39319"/>
                </a:lnTo>
                <a:lnTo>
                  <a:pt x="31781" y="39128"/>
                </a:lnTo>
                <a:lnTo>
                  <a:pt x="31751" y="38937"/>
                </a:lnTo>
                <a:lnTo>
                  <a:pt x="31731" y="38736"/>
                </a:lnTo>
                <a:lnTo>
                  <a:pt x="31751" y="38535"/>
                </a:lnTo>
                <a:lnTo>
                  <a:pt x="31781" y="38334"/>
                </a:lnTo>
                <a:lnTo>
                  <a:pt x="31841" y="38153"/>
                </a:lnTo>
                <a:lnTo>
                  <a:pt x="31912" y="37972"/>
                </a:lnTo>
                <a:lnTo>
                  <a:pt x="32012" y="37801"/>
                </a:lnTo>
                <a:lnTo>
                  <a:pt x="32123" y="37631"/>
                </a:lnTo>
                <a:lnTo>
                  <a:pt x="32264" y="37480"/>
                </a:lnTo>
                <a:lnTo>
                  <a:pt x="32404" y="37339"/>
                </a:lnTo>
                <a:lnTo>
                  <a:pt x="32575" y="37218"/>
                </a:lnTo>
                <a:lnTo>
                  <a:pt x="32746" y="37098"/>
                </a:lnTo>
                <a:lnTo>
                  <a:pt x="32937" y="37007"/>
                </a:lnTo>
                <a:lnTo>
                  <a:pt x="33138" y="36917"/>
                </a:lnTo>
                <a:lnTo>
                  <a:pt x="33349" y="36857"/>
                </a:lnTo>
                <a:lnTo>
                  <a:pt x="33570" y="36806"/>
                </a:lnTo>
                <a:lnTo>
                  <a:pt x="33801" y="36776"/>
                </a:lnTo>
                <a:lnTo>
                  <a:pt x="34032" y="36766"/>
                </a:lnTo>
                <a:close/>
                <a:moveTo>
                  <a:pt x="34143" y="0"/>
                </a:moveTo>
                <a:lnTo>
                  <a:pt x="31731" y="5036"/>
                </a:lnTo>
                <a:lnTo>
                  <a:pt x="29108" y="3719"/>
                </a:lnTo>
                <a:lnTo>
                  <a:pt x="29108" y="3719"/>
                </a:lnTo>
                <a:lnTo>
                  <a:pt x="33731" y="15478"/>
                </a:lnTo>
                <a:lnTo>
                  <a:pt x="33600" y="16001"/>
                </a:lnTo>
                <a:lnTo>
                  <a:pt x="33470" y="16574"/>
                </a:lnTo>
                <a:lnTo>
                  <a:pt x="33339" y="17177"/>
                </a:lnTo>
                <a:lnTo>
                  <a:pt x="33218" y="17820"/>
                </a:lnTo>
                <a:lnTo>
                  <a:pt x="33088" y="18504"/>
                </a:lnTo>
                <a:lnTo>
                  <a:pt x="32957" y="19237"/>
                </a:lnTo>
                <a:lnTo>
                  <a:pt x="32826" y="20021"/>
                </a:lnTo>
                <a:lnTo>
                  <a:pt x="32696" y="20866"/>
                </a:lnTo>
                <a:lnTo>
                  <a:pt x="32424" y="22705"/>
                </a:lnTo>
                <a:lnTo>
                  <a:pt x="32143" y="24786"/>
                </a:lnTo>
                <a:lnTo>
                  <a:pt x="31841" y="27127"/>
                </a:lnTo>
                <a:lnTo>
                  <a:pt x="31520" y="29761"/>
                </a:lnTo>
                <a:lnTo>
                  <a:pt x="31409" y="30746"/>
                </a:lnTo>
                <a:lnTo>
                  <a:pt x="31319" y="31701"/>
                </a:lnTo>
                <a:lnTo>
                  <a:pt x="31258" y="32625"/>
                </a:lnTo>
                <a:lnTo>
                  <a:pt x="31218" y="33510"/>
                </a:lnTo>
                <a:lnTo>
                  <a:pt x="28886" y="34354"/>
                </a:lnTo>
                <a:lnTo>
                  <a:pt x="25168" y="33701"/>
                </a:lnTo>
                <a:lnTo>
                  <a:pt x="29108" y="40706"/>
                </a:lnTo>
                <a:lnTo>
                  <a:pt x="26042" y="41580"/>
                </a:lnTo>
                <a:lnTo>
                  <a:pt x="22323" y="35238"/>
                </a:lnTo>
                <a:lnTo>
                  <a:pt x="23851" y="41802"/>
                </a:lnTo>
                <a:lnTo>
                  <a:pt x="23549" y="41832"/>
                </a:lnTo>
                <a:lnTo>
                  <a:pt x="23168" y="41862"/>
                </a:lnTo>
                <a:lnTo>
                  <a:pt x="22595" y="41882"/>
                </a:lnTo>
                <a:lnTo>
                  <a:pt x="21851" y="41892"/>
                </a:lnTo>
                <a:lnTo>
                  <a:pt x="20896" y="41892"/>
                </a:lnTo>
                <a:lnTo>
                  <a:pt x="20353" y="41882"/>
                </a:lnTo>
                <a:lnTo>
                  <a:pt x="19750" y="41862"/>
                </a:lnTo>
                <a:lnTo>
                  <a:pt x="19097" y="41832"/>
                </a:lnTo>
                <a:lnTo>
                  <a:pt x="18383" y="41802"/>
                </a:lnTo>
                <a:lnTo>
                  <a:pt x="18001" y="41771"/>
                </a:lnTo>
                <a:lnTo>
                  <a:pt x="17589" y="41711"/>
                </a:lnTo>
                <a:lnTo>
                  <a:pt x="17147" y="41641"/>
                </a:lnTo>
                <a:lnTo>
                  <a:pt x="16675" y="41550"/>
                </a:lnTo>
                <a:lnTo>
                  <a:pt x="16192" y="41440"/>
                </a:lnTo>
                <a:lnTo>
                  <a:pt x="15690" y="41309"/>
                </a:lnTo>
                <a:lnTo>
                  <a:pt x="15167" y="41178"/>
                </a:lnTo>
                <a:lnTo>
                  <a:pt x="14634" y="41028"/>
                </a:lnTo>
                <a:lnTo>
                  <a:pt x="14092" y="40857"/>
                </a:lnTo>
                <a:lnTo>
                  <a:pt x="13539" y="40686"/>
                </a:lnTo>
                <a:lnTo>
                  <a:pt x="12433" y="40314"/>
                </a:lnTo>
                <a:lnTo>
                  <a:pt x="11318" y="39932"/>
                </a:lnTo>
                <a:lnTo>
                  <a:pt x="10232" y="39530"/>
                </a:lnTo>
                <a:lnTo>
                  <a:pt x="9187" y="39128"/>
                </a:lnTo>
                <a:lnTo>
                  <a:pt x="8222" y="38746"/>
                </a:lnTo>
                <a:lnTo>
                  <a:pt x="7338" y="38394"/>
                </a:lnTo>
                <a:lnTo>
                  <a:pt x="6564" y="38073"/>
                </a:lnTo>
                <a:lnTo>
                  <a:pt x="5448" y="37600"/>
                </a:lnTo>
                <a:lnTo>
                  <a:pt x="5036" y="37419"/>
                </a:lnTo>
                <a:lnTo>
                  <a:pt x="9197" y="42897"/>
                </a:lnTo>
                <a:lnTo>
                  <a:pt x="0" y="43329"/>
                </a:lnTo>
                <a:lnTo>
                  <a:pt x="121" y="43400"/>
                </a:lnTo>
                <a:lnTo>
                  <a:pt x="473" y="43571"/>
                </a:lnTo>
                <a:lnTo>
                  <a:pt x="724" y="43691"/>
                </a:lnTo>
                <a:lnTo>
                  <a:pt x="1026" y="43832"/>
                </a:lnTo>
                <a:lnTo>
                  <a:pt x="1377" y="43973"/>
                </a:lnTo>
                <a:lnTo>
                  <a:pt x="1779" y="44123"/>
                </a:lnTo>
                <a:lnTo>
                  <a:pt x="2222" y="44274"/>
                </a:lnTo>
                <a:lnTo>
                  <a:pt x="2704" y="44435"/>
                </a:lnTo>
                <a:lnTo>
                  <a:pt x="3227" y="44576"/>
                </a:lnTo>
                <a:lnTo>
                  <a:pt x="3790" y="44716"/>
                </a:lnTo>
                <a:lnTo>
                  <a:pt x="4383" y="44837"/>
                </a:lnTo>
                <a:lnTo>
                  <a:pt x="4684" y="44897"/>
                </a:lnTo>
                <a:lnTo>
                  <a:pt x="5006" y="44948"/>
                </a:lnTo>
                <a:lnTo>
                  <a:pt x="5327" y="44988"/>
                </a:lnTo>
                <a:lnTo>
                  <a:pt x="5659" y="45028"/>
                </a:lnTo>
                <a:lnTo>
                  <a:pt x="6001" y="45058"/>
                </a:lnTo>
                <a:lnTo>
                  <a:pt x="6342" y="45078"/>
                </a:lnTo>
                <a:lnTo>
                  <a:pt x="6704" y="45098"/>
                </a:lnTo>
                <a:lnTo>
                  <a:pt x="7066" y="45098"/>
                </a:lnTo>
                <a:lnTo>
                  <a:pt x="7448" y="45088"/>
                </a:lnTo>
                <a:lnTo>
                  <a:pt x="7840" y="45058"/>
                </a:lnTo>
                <a:lnTo>
                  <a:pt x="8232" y="45028"/>
                </a:lnTo>
                <a:lnTo>
                  <a:pt x="8634" y="44978"/>
                </a:lnTo>
                <a:lnTo>
                  <a:pt x="9046" y="44927"/>
                </a:lnTo>
                <a:lnTo>
                  <a:pt x="9458" y="44867"/>
                </a:lnTo>
                <a:lnTo>
                  <a:pt x="9870" y="44797"/>
                </a:lnTo>
                <a:lnTo>
                  <a:pt x="10282" y="44726"/>
                </a:lnTo>
                <a:lnTo>
                  <a:pt x="11097" y="44556"/>
                </a:lnTo>
                <a:lnTo>
                  <a:pt x="11901" y="44375"/>
                </a:lnTo>
                <a:lnTo>
                  <a:pt x="12664" y="44184"/>
                </a:lnTo>
                <a:lnTo>
                  <a:pt x="13388" y="43983"/>
                </a:lnTo>
                <a:lnTo>
                  <a:pt x="14062" y="43792"/>
                </a:lnTo>
                <a:lnTo>
                  <a:pt x="14665" y="43611"/>
                </a:lnTo>
                <a:lnTo>
                  <a:pt x="15177" y="43450"/>
                </a:lnTo>
                <a:lnTo>
                  <a:pt x="15921" y="43209"/>
                </a:lnTo>
                <a:lnTo>
                  <a:pt x="16192" y="43108"/>
                </a:lnTo>
                <a:lnTo>
                  <a:pt x="24947" y="43993"/>
                </a:lnTo>
                <a:lnTo>
                  <a:pt x="19700" y="45953"/>
                </a:lnTo>
                <a:lnTo>
                  <a:pt x="19801" y="45993"/>
                </a:lnTo>
                <a:lnTo>
                  <a:pt x="20082" y="46083"/>
                </a:lnTo>
                <a:lnTo>
                  <a:pt x="20303" y="46144"/>
                </a:lnTo>
                <a:lnTo>
                  <a:pt x="20554" y="46204"/>
                </a:lnTo>
                <a:lnTo>
                  <a:pt x="20846" y="46254"/>
                </a:lnTo>
                <a:lnTo>
                  <a:pt x="21177" y="46314"/>
                </a:lnTo>
                <a:lnTo>
                  <a:pt x="21539" y="46365"/>
                </a:lnTo>
                <a:lnTo>
                  <a:pt x="21941" y="46395"/>
                </a:lnTo>
                <a:lnTo>
                  <a:pt x="22374" y="46415"/>
                </a:lnTo>
                <a:lnTo>
                  <a:pt x="22836" y="46415"/>
                </a:lnTo>
                <a:lnTo>
                  <a:pt x="23328" y="46405"/>
                </a:lnTo>
                <a:lnTo>
                  <a:pt x="23580" y="46385"/>
                </a:lnTo>
                <a:lnTo>
                  <a:pt x="23841" y="46355"/>
                </a:lnTo>
                <a:lnTo>
                  <a:pt x="24112" y="46324"/>
                </a:lnTo>
                <a:lnTo>
                  <a:pt x="24384" y="46284"/>
                </a:lnTo>
                <a:lnTo>
                  <a:pt x="24665" y="46234"/>
                </a:lnTo>
                <a:lnTo>
                  <a:pt x="24947" y="46174"/>
                </a:lnTo>
                <a:lnTo>
                  <a:pt x="25228" y="46103"/>
                </a:lnTo>
                <a:lnTo>
                  <a:pt x="25499" y="46023"/>
                </a:lnTo>
                <a:lnTo>
                  <a:pt x="25761" y="45933"/>
                </a:lnTo>
                <a:lnTo>
                  <a:pt x="26012" y="45832"/>
                </a:lnTo>
                <a:lnTo>
                  <a:pt x="26243" y="45711"/>
                </a:lnTo>
                <a:lnTo>
                  <a:pt x="26474" y="45591"/>
                </a:lnTo>
                <a:lnTo>
                  <a:pt x="26685" y="45460"/>
                </a:lnTo>
                <a:lnTo>
                  <a:pt x="26896" y="45319"/>
                </a:lnTo>
                <a:lnTo>
                  <a:pt x="27087" y="45169"/>
                </a:lnTo>
                <a:lnTo>
                  <a:pt x="27268" y="45018"/>
                </a:lnTo>
                <a:lnTo>
                  <a:pt x="27449" y="44867"/>
                </a:lnTo>
                <a:lnTo>
                  <a:pt x="27610" y="44706"/>
                </a:lnTo>
                <a:lnTo>
                  <a:pt x="27771" y="44556"/>
                </a:lnTo>
                <a:lnTo>
                  <a:pt x="27912" y="44395"/>
                </a:lnTo>
                <a:lnTo>
                  <a:pt x="28052" y="44234"/>
                </a:lnTo>
                <a:lnTo>
                  <a:pt x="28173" y="44073"/>
                </a:lnTo>
                <a:lnTo>
                  <a:pt x="28404" y="43762"/>
                </a:lnTo>
                <a:lnTo>
                  <a:pt x="28605" y="43460"/>
                </a:lnTo>
                <a:lnTo>
                  <a:pt x="28756" y="43189"/>
                </a:lnTo>
                <a:lnTo>
                  <a:pt x="28886" y="42947"/>
                </a:lnTo>
                <a:lnTo>
                  <a:pt x="28987" y="42746"/>
                </a:lnTo>
                <a:lnTo>
                  <a:pt x="29057" y="42586"/>
                </a:lnTo>
                <a:lnTo>
                  <a:pt x="29108" y="42455"/>
                </a:lnTo>
                <a:lnTo>
                  <a:pt x="33269" y="45078"/>
                </a:lnTo>
                <a:lnTo>
                  <a:pt x="33319" y="45078"/>
                </a:lnTo>
                <a:lnTo>
                  <a:pt x="33580" y="45601"/>
                </a:lnTo>
                <a:lnTo>
                  <a:pt x="33841" y="46103"/>
                </a:lnTo>
                <a:lnTo>
                  <a:pt x="34113" y="46576"/>
                </a:lnTo>
                <a:lnTo>
                  <a:pt x="34384" y="47028"/>
                </a:lnTo>
                <a:lnTo>
                  <a:pt x="34656" y="47460"/>
                </a:lnTo>
                <a:lnTo>
                  <a:pt x="34917" y="47882"/>
                </a:lnTo>
                <a:lnTo>
                  <a:pt x="35440" y="48666"/>
                </a:lnTo>
                <a:lnTo>
                  <a:pt x="35912" y="49400"/>
                </a:lnTo>
                <a:lnTo>
                  <a:pt x="36133" y="49752"/>
                </a:lnTo>
                <a:lnTo>
                  <a:pt x="36344" y="50094"/>
                </a:lnTo>
                <a:lnTo>
                  <a:pt x="36535" y="50435"/>
                </a:lnTo>
                <a:lnTo>
                  <a:pt x="36706" y="50767"/>
                </a:lnTo>
                <a:lnTo>
                  <a:pt x="36857" y="51099"/>
                </a:lnTo>
                <a:lnTo>
                  <a:pt x="36987" y="51430"/>
                </a:lnTo>
                <a:lnTo>
                  <a:pt x="37038" y="51581"/>
                </a:lnTo>
                <a:lnTo>
                  <a:pt x="37078" y="51762"/>
                </a:lnTo>
                <a:lnTo>
                  <a:pt x="37128" y="51953"/>
                </a:lnTo>
                <a:lnTo>
                  <a:pt x="37168" y="52154"/>
                </a:lnTo>
                <a:lnTo>
                  <a:pt x="37229" y="52616"/>
                </a:lnTo>
                <a:lnTo>
                  <a:pt x="37289" y="53149"/>
                </a:lnTo>
                <a:lnTo>
                  <a:pt x="37329" y="53722"/>
                </a:lnTo>
                <a:lnTo>
                  <a:pt x="37359" y="54355"/>
                </a:lnTo>
                <a:lnTo>
                  <a:pt x="37369" y="55039"/>
                </a:lnTo>
                <a:lnTo>
                  <a:pt x="37379" y="55762"/>
                </a:lnTo>
                <a:lnTo>
                  <a:pt x="37269" y="55672"/>
                </a:lnTo>
                <a:lnTo>
                  <a:pt x="37098" y="55531"/>
                </a:lnTo>
                <a:lnTo>
                  <a:pt x="36857" y="55370"/>
                </a:lnTo>
                <a:lnTo>
                  <a:pt x="36716" y="55290"/>
                </a:lnTo>
                <a:lnTo>
                  <a:pt x="36565" y="55199"/>
                </a:lnTo>
                <a:lnTo>
                  <a:pt x="36394" y="55109"/>
                </a:lnTo>
                <a:lnTo>
                  <a:pt x="36213" y="55018"/>
                </a:lnTo>
                <a:lnTo>
                  <a:pt x="36012" y="54938"/>
                </a:lnTo>
                <a:lnTo>
                  <a:pt x="35801" y="54858"/>
                </a:lnTo>
                <a:lnTo>
                  <a:pt x="35570" y="54777"/>
                </a:lnTo>
                <a:lnTo>
                  <a:pt x="35339" y="54707"/>
                </a:lnTo>
                <a:lnTo>
                  <a:pt x="35078" y="54647"/>
                </a:lnTo>
                <a:lnTo>
                  <a:pt x="34816" y="54596"/>
                </a:lnTo>
                <a:lnTo>
                  <a:pt x="34535" y="54556"/>
                </a:lnTo>
                <a:lnTo>
                  <a:pt x="34244" y="54536"/>
                </a:lnTo>
                <a:lnTo>
                  <a:pt x="33932" y="54526"/>
                </a:lnTo>
                <a:lnTo>
                  <a:pt x="33620" y="54526"/>
                </a:lnTo>
                <a:lnTo>
                  <a:pt x="33289" y="54556"/>
                </a:lnTo>
                <a:lnTo>
                  <a:pt x="32947" y="54596"/>
                </a:lnTo>
                <a:lnTo>
                  <a:pt x="32585" y="54667"/>
                </a:lnTo>
                <a:lnTo>
                  <a:pt x="32223" y="54757"/>
                </a:lnTo>
                <a:lnTo>
                  <a:pt x="31841" y="54868"/>
                </a:lnTo>
                <a:lnTo>
                  <a:pt x="31449" y="55008"/>
                </a:lnTo>
                <a:lnTo>
                  <a:pt x="31057" y="55169"/>
                </a:lnTo>
                <a:lnTo>
                  <a:pt x="30645" y="55360"/>
                </a:lnTo>
                <a:lnTo>
                  <a:pt x="30223" y="55591"/>
                </a:lnTo>
                <a:lnTo>
                  <a:pt x="29791" y="55843"/>
                </a:lnTo>
                <a:lnTo>
                  <a:pt x="29339" y="56134"/>
                </a:lnTo>
                <a:lnTo>
                  <a:pt x="28886" y="56466"/>
                </a:lnTo>
                <a:lnTo>
                  <a:pt x="28414" y="56828"/>
                </a:lnTo>
                <a:lnTo>
                  <a:pt x="27992" y="57169"/>
                </a:lnTo>
                <a:lnTo>
                  <a:pt x="27600" y="57511"/>
                </a:lnTo>
                <a:lnTo>
                  <a:pt x="27248" y="57833"/>
                </a:lnTo>
                <a:lnTo>
                  <a:pt x="26937" y="58144"/>
                </a:lnTo>
                <a:lnTo>
                  <a:pt x="26645" y="58436"/>
                </a:lnTo>
                <a:lnTo>
                  <a:pt x="26394" y="58727"/>
                </a:lnTo>
                <a:lnTo>
                  <a:pt x="26163" y="58999"/>
                </a:lnTo>
                <a:lnTo>
                  <a:pt x="25962" y="59270"/>
                </a:lnTo>
                <a:lnTo>
                  <a:pt x="25771" y="59521"/>
                </a:lnTo>
                <a:lnTo>
                  <a:pt x="25610" y="59773"/>
                </a:lnTo>
                <a:lnTo>
                  <a:pt x="25459" y="60004"/>
                </a:lnTo>
                <a:lnTo>
                  <a:pt x="25198" y="60456"/>
                </a:lnTo>
                <a:lnTo>
                  <a:pt x="24977" y="60868"/>
                </a:lnTo>
                <a:lnTo>
                  <a:pt x="24766" y="61250"/>
                </a:lnTo>
                <a:lnTo>
                  <a:pt x="24655" y="61441"/>
                </a:lnTo>
                <a:lnTo>
                  <a:pt x="24544" y="61612"/>
                </a:lnTo>
                <a:lnTo>
                  <a:pt x="24424" y="61793"/>
                </a:lnTo>
                <a:lnTo>
                  <a:pt x="24293" y="61954"/>
                </a:lnTo>
                <a:lnTo>
                  <a:pt x="24153" y="62124"/>
                </a:lnTo>
                <a:lnTo>
                  <a:pt x="23992" y="62275"/>
                </a:lnTo>
                <a:lnTo>
                  <a:pt x="23821" y="62436"/>
                </a:lnTo>
                <a:lnTo>
                  <a:pt x="23630" y="62587"/>
                </a:lnTo>
                <a:lnTo>
                  <a:pt x="23409" y="62738"/>
                </a:lnTo>
                <a:lnTo>
                  <a:pt x="23168" y="62888"/>
                </a:lnTo>
                <a:lnTo>
                  <a:pt x="22896" y="63029"/>
                </a:lnTo>
                <a:lnTo>
                  <a:pt x="22595" y="63180"/>
                </a:lnTo>
                <a:lnTo>
                  <a:pt x="22253" y="63320"/>
                </a:lnTo>
                <a:lnTo>
                  <a:pt x="21881" y="63471"/>
                </a:lnTo>
                <a:lnTo>
                  <a:pt x="21127" y="63753"/>
                </a:lnTo>
                <a:lnTo>
                  <a:pt x="20424" y="64024"/>
                </a:lnTo>
                <a:lnTo>
                  <a:pt x="19780" y="64295"/>
                </a:lnTo>
                <a:lnTo>
                  <a:pt x="19177" y="64557"/>
                </a:lnTo>
                <a:lnTo>
                  <a:pt x="18625" y="64808"/>
                </a:lnTo>
                <a:lnTo>
                  <a:pt x="18122" y="65039"/>
                </a:lnTo>
                <a:lnTo>
                  <a:pt x="17670" y="65260"/>
                </a:lnTo>
                <a:lnTo>
                  <a:pt x="17258" y="65461"/>
                </a:lnTo>
                <a:lnTo>
                  <a:pt x="16604" y="65813"/>
                </a:lnTo>
                <a:lnTo>
                  <a:pt x="16132" y="66084"/>
                </a:lnTo>
                <a:lnTo>
                  <a:pt x="15851" y="66255"/>
                </a:lnTo>
                <a:lnTo>
                  <a:pt x="15760" y="66316"/>
                </a:lnTo>
                <a:lnTo>
                  <a:pt x="15760" y="66316"/>
                </a:lnTo>
                <a:lnTo>
                  <a:pt x="16011" y="66306"/>
                </a:lnTo>
                <a:lnTo>
                  <a:pt x="16685" y="66285"/>
                </a:lnTo>
                <a:lnTo>
                  <a:pt x="17147" y="66255"/>
                </a:lnTo>
                <a:lnTo>
                  <a:pt x="17690" y="66215"/>
                </a:lnTo>
                <a:lnTo>
                  <a:pt x="18273" y="66165"/>
                </a:lnTo>
                <a:lnTo>
                  <a:pt x="18906" y="66094"/>
                </a:lnTo>
                <a:lnTo>
                  <a:pt x="19559" y="66004"/>
                </a:lnTo>
                <a:lnTo>
                  <a:pt x="20233" y="65883"/>
                </a:lnTo>
                <a:lnTo>
                  <a:pt x="20574" y="65813"/>
                </a:lnTo>
                <a:lnTo>
                  <a:pt x="20906" y="65743"/>
                </a:lnTo>
                <a:lnTo>
                  <a:pt x="21248" y="65662"/>
                </a:lnTo>
                <a:lnTo>
                  <a:pt x="21569" y="65572"/>
                </a:lnTo>
                <a:lnTo>
                  <a:pt x="21901" y="65481"/>
                </a:lnTo>
                <a:lnTo>
                  <a:pt x="22213" y="65371"/>
                </a:lnTo>
                <a:lnTo>
                  <a:pt x="22524" y="65260"/>
                </a:lnTo>
                <a:lnTo>
                  <a:pt x="22816" y="65140"/>
                </a:lnTo>
                <a:lnTo>
                  <a:pt x="23097" y="65009"/>
                </a:lnTo>
                <a:lnTo>
                  <a:pt x="23369" y="64868"/>
                </a:lnTo>
                <a:lnTo>
                  <a:pt x="23620" y="64718"/>
                </a:lnTo>
                <a:lnTo>
                  <a:pt x="23851" y="64557"/>
                </a:lnTo>
                <a:lnTo>
                  <a:pt x="24313" y="64215"/>
                </a:lnTo>
                <a:lnTo>
                  <a:pt x="24776" y="63843"/>
                </a:lnTo>
                <a:lnTo>
                  <a:pt x="25238" y="63441"/>
                </a:lnTo>
                <a:lnTo>
                  <a:pt x="25690" y="63039"/>
                </a:lnTo>
                <a:lnTo>
                  <a:pt x="26143" y="62617"/>
                </a:lnTo>
                <a:lnTo>
                  <a:pt x="26575" y="62195"/>
                </a:lnTo>
                <a:lnTo>
                  <a:pt x="26987" y="61783"/>
                </a:lnTo>
                <a:lnTo>
                  <a:pt x="27389" y="61391"/>
                </a:lnTo>
                <a:lnTo>
                  <a:pt x="28082" y="60657"/>
                </a:lnTo>
                <a:lnTo>
                  <a:pt x="28625" y="60064"/>
                </a:lnTo>
                <a:lnTo>
                  <a:pt x="29108" y="59531"/>
                </a:lnTo>
                <a:lnTo>
                  <a:pt x="29158" y="59612"/>
                </a:lnTo>
                <a:lnTo>
                  <a:pt x="29218" y="59702"/>
                </a:lnTo>
                <a:lnTo>
                  <a:pt x="29288" y="59843"/>
                </a:lnTo>
                <a:lnTo>
                  <a:pt x="29369" y="60004"/>
                </a:lnTo>
                <a:lnTo>
                  <a:pt x="29439" y="60205"/>
                </a:lnTo>
                <a:lnTo>
                  <a:pt x="29510" y="60436"/>
                </a:lnTo>
                <a:lnTo>
                  <a:pt x="29570" y="60707"/>
                </a:lnTo>
                <a:lnTo>
                  <a:pt x="29600" y="60848"/>
                </a:lnTo>
                <a:lnTo>
                  <a:pt x="29610" y="60999"/>
                </a:lnTo>
                <a:lnTo>
                  <a:pt x="29630" y="61149"/>
                </a:lnTo>
                <a:lnTo>
                  <a:pt x="29630" y="61310"/>
                </a:lnTo>
                <a:lnTo>
                  <a:pt x="29630" y="61481"/>
                </a:lnTo>
                <a:lnTo>
                  <a:pt x="29620" y="61652"/>
                </a:lnTo>
                <a:lnTo>
                  <a:pt x="29600" y="61833"/>
                </a:lnTo>
                <a:lnTo>
                  <a:pt x="29570" y="62024"/>
                </a:lnTo>
                <a:lnTo>
                  <a:pt x="29530" y="62215"/>
                </a:lnTo>
                <a:lnTo>
                  <a:pt x="29479" y="62406"/>
                </a:lnTo>
                <a:lnTo>
                  <a:pt x="29419" y="62607"/>
                </a:lnTo>
                <a:lnTo>
                  <a:pt x="29339" y="62818"/>
                </a:lnTo>
                <a:lnTo>
                  <a:pt x="29248" y="63029"/>
                </a:lnTo>
                <a:lnTo>
                  <a:pt x="29148" y="63240"/>
                </a:lnTo>
                <a:lnTo>
                  <a:pt x="29027" y="63461"/>
                </a:lnTo>
                <a:lnTo>
                  <a:pt x="28886" y="63682"/>
                </a:lnTo>
                <a:lnTo>
                  <a:pt x="28746" y="63913"/>
                </a:lnTo>
                <a:lnTo>
                  <a:pt x="28585" y="64135"/>
                </a:lnTo>
                <a:lnTo>
                  <a:pt x="28424" y="64346"/>
                </a:lnTo>
                <a:lnTo>
                  <a:pt x="28253" y="64567"/>
                </a:lnTo>
                <a:lnTo>
                  <a:pt x="28072" y="64778"/>
                </a:lnTo>
                <a:lnTo>
                  <a:pt x="27891" y="64979"/>
                </a:lnTo>
                <a:lnTo>
                  <a:pt x="27530" y="65381"/>
                </a:lnTo>
                <a:lnTo>
                  <a:pt x="27148" y="65763"/>
                </a:lnTo>
                <a:lnTo>
                  <a:pt x="26766" y="66125"/>
                </a:lnTo>
                <a:lnTo>
                  <a:pt x="26384" y="66466"/>
                </a:lnTo>
                <a:lnTo>
                  <a:pt x="26012" y="66778"/>
                </a:lnTo>
                <a:lnTo>
                  <a:pt x="25670" y="67059"/>
                </a:lnTo>
                <a:lnTo>
                  <a:pt x="25339" y="67311"/>
                </a:lnTo>
                <a:lnTo>
                  <a:pt x="25047" y="67532"/>
                </a:lnTo>
                <a:lnTo>
                  <a:pt x="24796" y="67713"/>
                </a:lnTo>
                <a:lnTo>
                  <a:pt x="24424" y="67974"/>
                </a:lnTo>
                <a:lnTo>
                  <a:pt x="24293" y="68064"/>
                </a:lnTo>
                <a:lnTo>
                  <a:pt x="24293" y="68064"/>
                </a:lnTo>
                <a:lnTo>
                  <a:pt x="24424" y="68034"/>
                </a:lnTo>
                <a:lnTo>
                  <a:pt x="24796" y="67964"/>
                </a:lnTo>
                <a:lnTo>
                  <a:pt x="25057" y="67894"/>
                </a:lnTo>
                <a:lnTo>
                  <a:pt x="25359" y="67813"/>
                </a:lnTo>
                <a:lnTo>
                  <a:pt x="25690" y="67703"/>
                </a:lnTo>
                <a:lnTo>
                  <a:pt x="26042" y="67572"/>
                </a:lnTo>
                <a:lnTo>
                  <a:pt x="26424" y="67411"/>
                </a:lnTo>
                <a:lnTo>
                  <a:pt x="26816" y="67230"/>
                </a:lnTo>
                <a:lnTo>
                  <a:pt x="27017" y="67130"/>
                </a:lnTo>
                <a:lnTo>
                  <a:pt x="27218" y="67019"/>
                </a:lnTo>
                <a:lnTo>
                  <a:pt x="27419" y="66899"/>
                </a:lnTo>
                <a:lnTo>
                  <a:pt x="27620" y="66768"/>
                </a:lnTo>
                <a:lnTo>
                  <a:pt x="27821" y="66637"/>
                </a:lnTo>
                <a:lnTo>
                  <a:pt x="28012" y="66486"/>
                </a:lnTo>
                <a:lnTo>
                  <a:pt x="28203" y="66336"/>
                </a:lnTo>
                <a:lnTo>
                  <a:pt x="28394" y="66175"/>
                </a:lnTo>
                <a:lnTo>
                  <a:pt x="28585" y="66004"/>
                </a:lnTo>
                <a:lnTo>
                  <a:pt x="28766" y="65823"/>
                </a:lnTo>
                <a:lnTo>
                  <a:pt x="28937" y="65632"/>
                </a:lnTo>
                <a:lnTo>
                  <a:pt x="29108" y="65431"/>
                </a:lnTo>
                <a:lnTo>
                  <a:pt x="29268" y="65230"/>
                </a:lnTo>
                <a:lnTo>
                  <a:pt x="29409" y="65019"/>
                </a:lnTo>
                <a:lnTo>
                  <a:pt x="29550" y="64798"/>
                </a:lnTo>
                <a:lnTo>
                  <a:pt x="29680" y="64577"/>
                </a:lnTo>
                <a:lnTo>
                  <a:pt x="29801" y="64356"/>
                </a:lnTo>
                <a:lnTo>
                  <a:pt x="29912" y="64125"/>
                </a:lnTo>
                <a:lnTo>
                  <a:pt x="30012" y="63903"/>
                </a:lnTo>
                <a:lnTo>
                  <a:pt x="30103" y="63672"/>
                </a:lnTo>
                <a:lnTo>
                  <a:pt x="30193" y="63431"/>
                </a:lnTo>
                <a:lnTo>
                  <a:pt x="30273" y="63200"/>
                </a:lnTo>
                <a:lnTo>
                  <a:pt x="30424" y="62727"/>
                </a:lnTo>
                <a:lnTo>
                  <a:pt x="30545" y="62265"/>
                </a:lnTo>
                <a:lnTo>
                  <a:pt x="30665" y="61793"/>
                </a:lnTo>
                <a:lnTo>
                  <a:pt x="30887" y="60898"/>
                </a:lnTo>
                <a:lnTo>
                  <a:pt x="30997" y="60466"/>
                </a:lnTo>
                <a:lnTo>
                  <a:pt x="31108" y="60054"/>
                </a:lnTo>
                <a:lnTo>
                  <a:pt x="31238" y="59662"/>
                </a:lnTo>
                <a:lnTo>
                  <a:pt x="31309" y="59471"/>
                </a:lnTo>
                <a:lnTo>
                  <a:pt x="31379" y="59290"/>
                </a:lnTo>
                <a:lnTo>
                  <a:pt x="31459" y="59119"/>
                </a:lnTo>
                <a:lnTo>
                  <a:pt x="31540" y="58958"/>
                </a:lnTo>
                <a:lnTo>
                  <a:pt x="31640" y="58798"/>
                </a:lnTo>
                <a:lnTo>
                  <a:pt x="31731" y="58647"/>
                </a:lnTo>
                <a:lnTo>
                  <a:pt x="31932" y="58365"/>
                </a:lnTo>
                <a:lnTo>
                  <a:pt x="32113" y="58084"/>
                </a:lnTo>
                <a:lnTo>
                  <a:pt x="32424" y="57541"/>
                </a:lnTo>
                <a:lnTo>
                  <a:pt x="32575" y="57280"/>
                </a:lnTo>
                <a:lnTo>
                  <a:pt x="32726" y="57039"/>
                </a:lnTo>
                <a:lnTo>
                  <a:pt x="32867" y="56828"/>
                </a:lnTo>
                <a:lnTo>
                  <a:pt x="33017" y="56627"/>
                </a:lnTo>
                <a:lnTo>
                  <a:pt x="33098" y="56536"/>
                </a:lnTo>
                <a:lnTo>
                  <a:pt x="33178" y="56456"/>
                </a:lnTo>
                <a:lnTo>
                  <a:pt x="33259" y="56385"/>
                </a:lnTo>
                <a:lnTo>
                  <a:pt x="33349" y="56315"/>
                </a:lnTo>
                <a:lnTo>
                  <a:pt x="33439" y="56255"/>
                </a:lnTo>
                <a:lnTo>
                  <a:pt x="33530" y="56204"/>
                </a:lnTo>
                <a:lnTo>
                  <a:pt x="33630" y="56164"/>
                </a:lnTo>
                <a:lnTo>
                  <a:pt x="33731" y="56124"/>
                </a:lnTo>
                <a:lnTo>
                  <a:pt x="33841" y="56104"/>
                </a:lnTo>
                <a:lnTo>
                  <a:pt x="33962" y="56094"/>
                </a:lnTo>
                <a:lnTo>
                  <a:pt x="34083" y="56084"/>
                </a:lnTo>
                <a:lnTo>
                  <a:pt x="34213" y="56094"/>
                </a:lnTo>
                <a:lnTo>
                  <a:pt x="34344" y="56114"/>
                </a:lnTo>
                <a:lnTo>
                  <a:pt x="34485" y="56144"/>
                </a:lnTo>
                <a:lnTo>
                  <a:pt x="34636" y="56184"/>
                </a:lnTo>
                <a:lnTo>
                  <a:pt x="34796" y="56245"/>
                </a:lnTo>
                <a:lnTo>
                  <a:pt x="35198" y="56405"/>
                </a:lnTo>
                <a:lnTo>
                  <a:pt x="35590" y="56566"/>
                </a:lnTo>
                <a:lnTo>
                  <a:pt x="35952" y="56727"/>
                </a:lnTo>
                <a:lnTo>
                  <a:pt x="36284" y="56888"/>
                </a:lnTo>
                <a:lnTo>
                  <a:pt x="36605" y="57049"/>
                </a:lnTo>
                <a:lnTo>
                  <a:pt x="36887" y="57200"/>
                </a:lnTo>
                <a:lnTo>
                  <a:pt x="37359" y="57471"/>
                </a:lnTo>
                <a:lnTo>
                  <a:pt x="37309" y="58938"/>
                </a:lnTo>
                <a:lnTo>
                  <a:pt x="37249" y="60476"/>
                </a:lnTo>
                <a:lnTo>
                  <a:pt x="37158" y="62064"/>
                </a:lnTo>
                <a:lnTo>
                  <a:pt x="37058" y="63672"/>
                </a:lnTo>
                <a:lnTo>
                  <a:pt x="36937" y="65280"/>
                </a:lnTo>
                <a:lnTo>
                  <a:pt x="36817" y="66868"/>
                </a:lnTo>
                <a:lnTo>
                  <a:pt x="36686" y="68416"/>
                </a:lnTo>
                <a:lnTo>
                  <a:pt x="36565" y="69894"/>
                </a:lnTo>
                <a:lnTo>
                  <a:pt x="36314" y="72557"/>
                </a:lnTo>
                <a:lnTo>
                  <a:pt x="36093" y="74678"/>
                </a:lnTo>
                <a:lnTo>
                  <a:pt x="35892" y="76598"/>
                </a:lnTo>
                <a:lnTo>
                  <a:pt x="36103" y="76145"/>
                </a:lnTo>
                <a:lnTo>
                  <a:pt x="36344" y="75613"/>
                </a:lnTo>
                <a:lnTo>
                  <a:pt x="36636" y="74929"/>
                </a:lnTo>
                <a:lnTo>
                  <a:pt x="36786" y="74537"/>
                </a:lnTo>
                <a:lnTo>
                  <a:pt x="36947" y="74105"/>
                </a:lnTo>
                <a:lnTo>
                  <a:pt x="37118" y="73653"/>
                </a:lnTo>
                <a:lnTo>
                  <a:pt x="37279" y="73180"/>
                </a:lnTo>
                <a:lnTo>
                  <a:pt x="37440" y="72688"/>
                </a:lnTo>
                <a:lnTo>
                  <a:pt x="37590" y="72175"/>
                </a:lnTo>
                <a:lnTo>
                  <a:pt x="37731" y="71653"/>
                </a:lnTo>
                <a:lnTo>
                  <a:pt x="37862" y="71130"/>
                </a:lnTo>
                <a:lnTo>
                  <a:pt x="37932" y="70768"/>
                </a:lnTo>
                <a:lnTo>
                  <a:pt x="38013" y="70346"/>
                </a:lnTo>
                <a:lnTo>
                  <a:pt x="38083" y="69843"/>
                </a:lnTo>
                <a:lnTo>
                  <a:pt x="38153" y="69281"/>
                </a:lnTo>
                <a:lnTo>
                  <a:pt x="38224" y="68668"/>
                </a:lnTo>
                <a:lnTo>
                  <a:pt x="38294" y="67994"/>
                </a:lnTo>
                <a:lnTo>
                  <a:pt x="38425" y="66527"/>
                </a:lnTo>
                <a:lnTo>
                  <a:pt x="38545" y="64898"/>
                </a:lnTo>
                <a:lnTo>
                  <a:pt x="38656" y="63180"/>
                </a:lnTo>
                <a:lnTo>
                  <a:pt x="38766" y="61401"/>
                </a:lnTo>
                <a:lnTo>
                  <a:pt x="38847" y="59612"/>
                </a:lnTo>
                <a:lnTo>
                  <a:pt x="39309" y="59501"/>
                </a:lnTo>
                <a:lnTo>
                  <a:pt x="39792" y="59411"/>
                </a:lnTo>
                <a:lnTo>
                  <a:pt x="40043" y="59370"/>
                </a:lnTo>
                <a:lnTo>
                  <a:pt x="40284" y="59340"/>
                </a:lnTo>
                <a:lnTo>
                  <a:pt x="40535" y="59320"/>
                </a:lnTo>
                <a:lnTo>
                  <a:pt x="40777" y="59310"/>
                </a:lnTo>
                <a:lnTo>
                  <a:pt x="41008" y="59310"/>
                </a:lnTo>
                <a:lnTo>
                  <a:pt x="41229" y="59320"/>
                </a:lnTo>
                <a:lnTo>
                  <a:pt x="41440" y="59350"/>
                </a:lnTo>
                <a:lnTo>
                  <a:pt x="41641" y="59391"/>
                </a:lnTo>
                <a:lnTo>
                  <a:pt x="41822" y="59451"/>
                </a:lnTo>
                <a:lnTo>
                  <a:pt x="41902" y="59491"/>
                </a:lnTo>
                <a:lnTo>
                  <a:pt x="41983" y="59531"/>
                </a:lnTo>
                <a:lnTo>
                  <a:pt x="42053" y="59572"/>
                </a:lnTo>
                <a:lnTo>
                  <a:pt x="42123" y="59632"/>
                </a:lnTo>
                <a:lnTo>
                  <a:pt x="42184" y="59682"/>
                </a:lnTo>
                <a:lnTo>
                  <a:pt x="42244" y="59742"/>
                </a:lnTo>
                <a:lnTo>
                  <a:pt x="42626" y="60235"/>
                </a:lnTo>
                <a:lnTo>
                  <a:pt x="43118" y="60868"/>
                </a:lnTo>
                <a:lnTo>
                  <a:pt x="43400" y="61210"/>
                </a:lnTo>
                <a:lnTo>
                  <a:pt x="43701" y="61562"/>
                </a:lnTo>
                <a:lnTo>
                  <a:pt x="44013" y="61923"/>
                </a:lnTo>
                <a:lnTo>
                  <a:pt x="44345" y="62285"/>
                </a:lnTo>
                <a:lnTo>
                  <a:pt x="44686" y="62647"/>
                </a:lnTo>
                <a:lnTo>
                  <a:pt x="45048" y="62979"/>
                </a:lnTo>
                <a:lnTo>
                  <a:pt x="45410" y="63300"/>
                </a:lnTo>
                <a:lnTo>
                  <a:pt x="45591" y="63451"/>
                </a:lnTo>
                <a:lnTo>
                  <a:pt x="45782" y="63592"/>
                </a:lnTo>
                <a:lnTo>
                  <a:pt x="45963" y="63722"/>
                </a:lnTo>
                <a:lnTo>
                  <a:pt x="46154" y="63853"/>
                </a:lnTo>
                <a:lnTo>
                  <a:pt x="46335" y="63964"/>
                </a:lnTo>
                <a:lnTo>
                  <a:pt x="46526" y="64064"/>
                </a:lnTo>
                <a:lnTo>
                  <a:pt x="46717" y="64155"/>
                </a:lnTo>
                <a:lnTo>
                  <a:pt x="46897" y="64225"/>
                </a:lnTo>
                <a:lnTo>
                  <a:pt x="47088" y="64295"/>
                </a:lnTo>
                <a:lnTo>
                  <a:pt x="47269" y="64346"/>
                </a:lnTo>
                <a:lnTo>
                  <a:pt x="47450" y="64366"/>
                </a:lnTo>
                <a:lnTo>
                  <a:pt x="47631" y="64376"/>
                </a:lnTo>
                <a:lnTo>
                  <a:pt x="47802" y="64366"/>
                </a:lnTo>
                <a:lnTo>
                  <a:pt x="47973" y="64326"/>
                </a:lnTo>
                <a:lnTo>
                  <a:pt x="48134" y="64275"/>
                </a:lnTo>
                <a:lnTo>
                  <a:pt x="48284" y="64205"/>
                </a:lnTo>
                <a:lnTo>
                  <a:pt x="48435" y="64114"/>
                </a:lnTo>
                <a:lnTo>
                  <a:pt x="48586" y="64014"/>
                </a:lnTo>
                <a:lnTo>
                  <a:pt x="48727" y="63903"/>
                </a:lnTo>
                <a:lnTo>
                  <a:pt x="48857" y="63773"/>
                </a:lnTo>
                <a:lnTo>
                  <a:pt x="48988" y="63642"/>
                </a:lnTo>
                <a:lnTo>
                  <a:pt x="49109" y="63491"/>
                </a:lnTo>
                <a:lnTo>
                  <a:pt x="49229" y="63341"/>
                </a:lnTo>
                <a:lnTo>
                  <a:pt x="49340" y="63190"/>
                </a:lnTo>
                <a:lnTo>
                  <a:pt x="49440" y="63029"/>
                </a:lnTo>
                <a:lnTo>
                  <a:pt x="49541" y="62868"/>
                </a:lnTo>
                <a:lnTo>
                  <a:pt x="49732" y="62536"/>
                </a:lnTo>
                <a:lnTo>
                  <a:pt x="49883" y="62215"/>
                </a:lnTo>
                <a:lnTo>
                  <a:pt x="50023" y="61913"/>
                </a:lnTo>
                <a:lnTo>
                  <a:pt x="50134" y="61632"/>
                </a:lnTo>
                <a:lnTo>
                  <a:pt x="50224" y="61401"/>
                </a:lnTo>
                <a:lnTo>
                  <a:pt x="50285" y="61220"/>
                </a:lnTo>
                <a:lnTo>
                  <a:pt x="50335" y="61059"/>
                </a:lnTo>
                <a:lnTo>
                  <a:pt x="50335" y="61059"/>
                </a:lnTo>
                <a:lnTo>
                  <a:pt x="50254" y="61119"/>
                </a:lnTo>
                <a:lnTo>
                  <a:pt x="50033" y="61290"/>
                </a:lnTo>
                <a:lnTo>
                  <a:pt x="49862" y="61411"/>
                </a:lnTo>
                <a:lnTo>
                  <a:pt x="49672" y="61531"/>
                </a:lnTo>
                <a:lnTo>
                  <a:pt x="49440" y="61662"/>
                </a:lnTo>
                <a:lnTo>
                  <a:pt x="49189" y="61793"/>
                </a:lnTo>
                <a:lnTo>
                  <a:pt x="48908" y="61933"/>
                </a:lnTo>
                <a:lnTo>
                  <a:pt x="48606" y="62054"/>
                </a:lnTo>
                <a:lnTo>
                  <a:pt x="48284" y="62165"/>
                </a:lnTo>
                <a:lnTo>
                  <a:pt x="48114" y="62215"/>
                </a:lnTo>
                <a:lnTo>
                  <a:pt x="47933" y="62255"/>
                </a:lnTo>
                <a:lnTo>
                  <a:pt x="47762" y="62295"/>
                </a:lnTo>
                <a:lnTo>
                  <a:pt x="47571" y="62335"/>
                </a:lnTo>
                <a:lnTo>
                  <a:pt x="47390" y="62356"/>
                </a:lnTo>
                <a:lnTo>
                  <a:pt x="47199" y="62376"/>
                </a:lnTo>
                <a:lnTo>
                  <a:pt x="46998" y="62386"/>
                </a:lnTo>
                <a:lnTo>
                  <a:pt x="46807" y="62396"/>
                </a:lnTo>
                <a:lnTo>
                  <a:pt x="46606" y="62386"/>
                </a:lnTo>
                <a:lnTo>
                  <a:pt x="46395" y="62376"/>
                </a:lnTo>
                <a:lnTo>
                  <a:pt x="46204" y="62346"/>
                </a:lnTo>
                <a:lnTo>
                  <a:pt x="46013" y="62295"/>
                </a:lnTo>
                <a:lnTo>
                  <a:pt x="45842" y="62225"/>
                </a:lnTo>
                <a:lnTo>
                  <a:pt x="45691" y="62134"/>
                </a:lnTo>
                <a:lnTo>
                  <a:pt x="45541" y="62034"/>
                </a:lnTo>
                <a:lnTo>
                  <a:pt x="45410" y="61923"/>
                </a:lnTo>
                <a:lnTo>
                  <a:pt x="45279" y="61793"/>
                </a:lnTo>
                <a:lnTo>
                  <a:pt x="45159" y="61642"/>
                </a:lnTo>
                <a:lnTo>
                  <a:pt x="45048" y="61491"/>
                </a:lnTo>
                <a:lnTo>
                  <a:pt x="44948" y="61330"/>
                </a:lnTo>
                <a:lnTo>
                  <a:pt x="44847" y="61149"/>
                </a:lnTo>
                <a:lnTo>
                  <a:pt x="44757" y="60969"/>
                </a:lnTo>
                <a:lnTo>
                  <a:pt x="44576" y="60587"/>
                </a:lnTo>
                <a:lnTo>
                  <a:pt x="44405" y="60185"/>
                </a:lnTo>
                <a:lnTo>
                  <a:pt x="44224" y="59773"/>
                </a:lnTo>
                <a:lnTo>
                  <a:pt x="44033" y="59350"/>
                </a:lnTo>
                <a:lnTo>
                  <a:pt x="43932" y="59149"/>
                </a:lnTo>
                <a:lnTo>
                  <a:pt x="43832" y="58948"/>
                </a:lnTo>
                <a:lnTo>
                  <a:pt x="43721" y="58747"/>
                </a:lnTo>
                <a:lnTo>
                  <a:pt x="43601" y="58556"/>
                </a:lnTo>
                <a:lnTo>
                  <a:pt x="43470" y="58365"/>
                </a:lnTo>
                <a:lnTo>
                  <a:pt x="43329" y="58195"/>
                </a:lnTo>
                <a:lnTo>
                  <a:pt x="43179" y="58024"/>
                </a:lnTo>
                <a:lnTo>
                  <a:pt x="43018" y="57863"/>
                </a:lnTo>
                <a:lnTo>
                  <a:pt x="42847" y="57712"/>
                </a:lnTo>
                <a:lnTo>
                  <a:pt x="42656" y="57571"/>
                </a:lnTo>
                <a:lnTo>
                  <a:pt x="42455" y="57451"/>
                </a:lnTo>
                <a:lnTo>
                  <a:pt x="42244" y="57340"/>
                </a:lnTo>
                <a:lnTo>
                  <a:pt x="42123" y="57290"/>
                </a:lnTo>
                <a:lnTo>
                  <a:pt x="42003" y="57250"/>
                </a:lnTo>
                <a:lnTo>
                  <a:pt x="41882" y="57210"/>
                </a:lnTo>
                <a:lnTo>
                  <a:pt x="41762" y="57179"/>
                </a:lnTo>
                <a:lnTo>
                  <a:pt x="41651" y="57159"/>
                </a:lnTo>
                <a:lnTo>
                  <a:pt x="41530" y="57149"/>
                </a:lnTo>
                <a:lnTo>
                  <a:pt x="41420" y="57139"/>
                </a:lnTo>
                <a:lnTo>
                  <a:pt x="41299" y="57139"/>
                </a:lnTo>
                <a:lnTo>
                  <a:pt x="41078" y="57149"/>
                </a:lnTo>
                <a:lnTo>
                  <a:pt x="40847" y="57189"/>
                </a:lnTo>
                <a:lnTo>
                  <a:pt x="40626" y="57250"/>
                </a:lnTo>
                <a:lnTo>
                  <a:pt x="40415" y="57320"/>
                </a:lnTo>
                <a:lnTo>
                  <a:pt x="40204" y="57411"/>
                </a:lnTo>
                <a:lnTo>
                  <a:pt x="39993" y="57521"/>
                </a:lnTo>
                <a:lnTo>
                  <a:pt x="39802" y="57642"/>
                </a:lnTo>
                <a:lnTo>
                  <a:pt x="39601" y="57772"/>
                </a:lnTo>
                <a:lnTo>
                  <a:pt x="39420" y="57913"/>
                </a:lnTo>
                <a:lnTo>
                  <a:pt x="39239" y="58064"/>
                </a:lnTo>
                <a:lnTo>
                  <a:pt x="39058" y="58215"/>
                </a:lnTo>
                <a:lnTo>
                  <a:pt x="38897" y="58375"/>
                </a:lnTo>
                <a:lnTo>
                  <a:pt x="38937" y="57340"/>
                </a:lnTo>
                <a:lnTo>
                  <a:pt x="38957" y="56325"/>
                </a:lnTo>
                <a:lnTo>
                  <a:pt x="38977" y="55350"/>
                </a:lnTo>
                <a:lnTo>
                  <a:pt x="38998" y="54436"/>
                </a:lnTo>
                <a:lnTo>
                  <a:pt x="38998" y="53571"/>
                </a:lnTo>
                <a:lnTo>
                  <a:pt x="38998" y="52777"/>
                </a:lnTo>
                <a:lnTo>
                  <a:pt x="38977" y="52064"/>
                </a:lnTo>
                <a:lnTo>
                  <a:pt x="38957" y="51430"/>
                </a:lnTo>
                <a:lnTo>
                  <a:pt x="38937" y="51109"/>
                </a:lnTo>
                <a:lnTo>
                  <a:pt x="38897" y="50777"/>
                </a:lnTo>
                <a:lnTo>
                  <a:pt x="38847" y="50425"/>
                </a:lnTo>
                <a:lnTo>
                  <a:pt x="38786" y="50053"/>
                </a:lnTo>
                <a:lnTo>
                  <a:pt x="38706" y="49681"/>
                </a:lnTo>
                <a:lnTo>
                  <a:pt x="38626" y="49289"/>
                </a:lnTo>
                <a:lnTo>
                  <a:pt x="38525" y="48877"/>
                </a:lnTo>
                <a:lnTo>
                  <a:pt x="38415" y="48465"/>
                </a:lnTo>
                <a:lnTo>
                  <a:pt x="38173" y="47601"/>
                </a:lnTo>
                <a:lnTo>
                  <a:pt x="37902" y="46696"/>
                </a:lnTo>
                <a:lnTo>
                  <a:pt x="37611" y="45762"/>
                </a:lnTo>
                <a:lnTo>
                  <a:pt x="37289" y="44797"/>
                </a:lnTo>
                <a:lnTo>
                  <a:pt x="41802" y="45742"/>
                </a:lnTo>
                <a:lnTo>
                  <a:pt x="52747" y="48144"/>
                </a:lnTo>
                <a:lnTo>
                  <a:pt x="45521" y="45299"/>
                </a:lnTo>
                <a:lnTo>
                  <a:pt x="45681" y="45319"/>
                </a:lnTo>
                <a:lnTo>
                  <a:pt x="46114" y="45360"/>
                </a:lnTo>
                <a:lnTo>
                  <a:pt x="46787" y="45410"/>
                </a:lnTo>
                <a:lnTo>
                  <a:pt x="47199" y="45420"/>
                </a:lnTo>
                <a:lnTo>
                  <a:pt x="47651" y="45440"/>
                </a:lnTo>
                <a:lnTo>
                  <a:pt x="48666" y="45440"/>
                </a:lnTo>
                <a:lnTo>
                  <a:pt x="49209" y="45420"/>
                </a:lnTo>
                <a:lnTo>
                  <a:pt x="49772" y="45390"/>
                </a:lnTo>
                <a:lnTo>
                  <a:pt x="50345" y="45350"/>
                </a:lnTo>
                <a:lnTo>
                  <a:pt x="50928" y="45279"/>
                </a:lnTo>
                <a:lnTo>
                  <a:pt x="51511" y="45189"/>
                </a:lnTo>
                <a:lnTo>
                  <a:pt x="51802" y="45138"/>
                </a:lnTo>
                <a:lnTo>
                  <a:pt x="52084" y="45078"/>
                </a:lnTo>
                <a:lnTo>
                  <a:pt x="52385" y="45008"/>
                </a:lnTo>
                <a:lnTo>
                  <a:pt x="52687" y="44917"/>
                </a:lnTo>
                <a:lnTo>
                  <a:pt x="52998" y="44797"/>
                </a:lnTo>
                <a:lnTo>
                  <a:pt x="53330" y="44666"/>
                </a:lnTo>
                <a:lnTo>
                  <a:pt x="53652" y="44515"/>
                </a:lnTo>
                <a:lnTo>
                  <a:pt x="53993" y="44355"/>
                </a:lnTo>
                <a:lnTo>
                  <a:pt x="54335" y="44174"/>
                </a:lnTo>
                <a:lnTo>
                  <a:pt x="54677" y="43983"/>
                </a:lnTo>
                <a:lnTo>
                  <a:pt x="55029" y="43782"/>
                </a:lnTo>
                <a:lnTo>
                  <a:pt x="55370" y="43571"/>
                </a:lnTo>
                <a:lnTo>
                  <a:pt x="55722" y="43359"/>
                </a:lnTo>
                <a:lnTo>
                  <a:pt x="56064" y="43128"/>
                </a:lnTo>
                <a:lnTo>
                  <a:pt x="56747" y="42676"/>
                </a:lnTo>
                <a:lnTo>
                  <a:pt x="57391" y="42214"/>
                </a:lnTo>
                <a:lnTo>
                  <a:pt x="58014" y="41751"/>
                </a:lnTo>
                <a:lnTo>
                  <a:pt x="58577" y="41319"/>
                </a:lnTo>
                <a:lnTo>
                  <a:pt x="59089" y="40917"/>
                </a:lnTo>
                <a:lnTo>
                  <a:pt x="59531" y="40555"/>
                </a:lnTo>
                <a:lnTo>
                  <a:pt x="60175" y="40033"/>
                </a:lnTo>
                <a:lnTo>
                  <a:pt x="60406" y="39832"/>
                </a:lnTo>
                <a:lnTo>
                  <a:pt x="60406" y="39832"/>
                </a:lnTo>
                <a:lnTo>
                  <a:pt x="51873" y="42897"/>
                </a:lnTo>
                <a:lnTo>
                  <a:pt x="53621" y="38083"/>
                </a:lnTo>
                <a:lnTo>
                  <a:pt x="50777" y="41359"/>
                </a:lnTo>
                <a:lnTo>
                  <a:pt x="50506" y="41661"/>
                </a:lnTo>
                <a:lnTo>
                  <a:pt x="50244" y="41922"/>
                </a:lnTo>
                <a:lnTo>
                  <a:pt x="49973" y="42173"/>
                </a:lnTo>
                <a:lnTo>
                  <a:pt x="49712" y="42395"/>
                </a:lnTo>
                <a:lnTo>
                  <a:pt x="49450" y="42606"/>
                </a:lnTo>
                <a:lnTo>
                  <a:pt x="49189" y="42787"/>
                </a:lnTo>
                <a:lnTo>
                  <a:pt x="48938" y="42947"/>
                </a:lnTo>
                <a:lnTo>
                  <a:pt x="48687" y="43088"/>
                </a:lnTo>
                <a:lnTo>
                  <a:pt x="48435" y="43219"/>
                </a:lnTo>
                <a:lnTo>
                  <a:pt x="48194" y="43319"/>
                </a:lnTo>
                <a:lnTo>
                  <a:pt x="47953" y="43420"/>
                </a:lnTo>
                <a:lnTo>
                  <a:pt x="47722" y="43500"/>
                </a:lnTo>
                <a:lnTo>
                  <a:pt x="47501" y="43561"/>
                </a:lnTo>
                <a:lnTo>
                  <a:pt x="47279" y="43611"/>
                </a:lnTo>
                <a:lnTo>
                  <a:pt x="47068" y="43661"/>
                </a:lnTo>
                <a:lnTo>
                  <a:pt x="46867" y="43691"/>
                </a:lnTo>
                <a:lnTo>
                  <a:pt x="46666" y="43711"/>
                </a:lnTo>
                <a:lnTo>
                  <a:pt x="46475" y="43721"/>
                </a:lnTo>
                <a:lnTo>
                  <a:pt x="46134" y="43721"/>
                </a:lnTo>
                <a:lnTo>
                  <a:pt x="45832" y="43701"/>
                </a:lnTo>
                <a:lnTo>
                  <a:pt x="45571" y="43671"/>
                </a:lnTo>
                <a:lnTo>
                  <a:pt x="45370" y="43631"/>
                </a:lnTo>
                <a:lnTo>
                  <a:pt x="45209" y="43591"/>
                </a:lnTo>
                <a:lnTo>
                  <a:pt x="45088" y="43550"/>
                </a:lnTo>
                <a:lnTo>
                  <a:pt x="46616" y="39168"/>
                </a:lnTo>
                <a:lnTo>
                  <a:pt x="46616" y="39168"/>
                </a:lnTo>
                <a:lnTo>
                  <a:pt x="46274" y="39470"/>
                </a:lnTo>
                <a:lnTo>
                  <a:pt x="45862" y="39822"/>
                </a:lnTo>
                <a:lnTo>
                  <a:pt x="45330" y="40264"/>
                </a:lnTo>
                <a:lnTo>
                  <a:pt x="44686" y="40797"/>
                </a:lnTo>
                <a:lnTo>
                  <a:pt x="43943" y="41390"/>
                </a:lnTo>
                <a:lnTo>
                  <a:pt x="43118" y="42023"/>
                </a:lnTo>
                <a:lnTo>
                  <a:pt x="42244" y="42676"/>
                </a:lnTo>
                <a:lnTo>
                  <a:pt x="42013" y="42827"/>
                </a:lnTo>
                <a:lnTo>
                  <a:pt x="41792" y="42957"/>
                </a:lnTo>
                <a:lnTo>
                  <a:pt x="41571" y="43068"/>
                </a:lnTo>
                <a:lnTo>
                  <a:pt x="41349" y="43158"/>
                </a:lnTo>
                <a:lnTo>
                  <a:pt x="41138" y="43229"/>
                </a:lnTo>
                <a:lnTo>
                  <a:pt x="40917" y="43289"/>
                </a:lnTo>
                <a:lnTo>
                  <a:pt x="40716" y="43319"/>
                </a:lnTo>
                <a:lnTo>
                  <a:pt x="40505" y="43349"/>
                </a:lnTo>
                <a:lnTo>
                  <a:pt x="40103" y="43349"/>
                </a:lnTo>
                <a:lnTo>
                  <a:pt x="39912" y="43329"/>
                </a:lnTo>
                <a:lnTo>
                  <a:pt x="39731" y="43309"/>
                </a:lnTo>
                <a:lnTo>
                  <a:pt x="39550" y="43269"/>
                </a:lnTo>
                <a:lnTo>
                  <a:pt x="39369" y="43219"/>
                </a:lnTo>
                <a:lnTo>
                  <a:pt x="39199" y="43169"/>
                </a:lnTo>
                <a:lnTo>
                  <a:pt x="39038" y="43108"/>
                </a:lnTo>
                <a:lnTo>
                  <a:pt x="38887" y="43048"/>
                </a:lnTo>
                <a:lnTo>
                  <a:pt x="38736" y="42978"/>
                </a:lnTo>
                <a:lnTo>
                  <a:pt x="38465" y="42837"/>
                </a:lnTo>
                <a:lnTo>
                  <a:pt x="38224" y="42696"/>
                </a:lnTo>
                <a:lnTo>
                  <a:pt x="38023" y="42555"/>
                </a:lnTo>
                <a:lnTo>
                  <a:pt x="37862" y="42425"/>
                </a:lnTo>
                <a:lnTo>
                  <a:pt x="37741" y="42324"/>
                </a:lnTo>
                <a:lnTo>
                  <a:pt x="37641" y="42234"/>
                </a:lnTo>
                <a:lnTo>
                  <a:pt x="39832" y="39611"/>
                </a:lnTo>
                <a:lnTo>
                  <a:pt x="39832" y="39540"/>
                </a:lnTo>
                <a:lnTo>
                  <a:pt x="39812" y="39349"/>
                </a:lnTo>
                <a:lnTo>
                  <a:pt x="39792" y="39208"/>
                </a:lnTo>
                <a:lnTo>
                  <a:pt x="39761" y="39048"/>
                </a:lnTo>
                <a:lnTo>
                  <a:pt x="39721" y="38857"/>
                </a:lnTo>
                <a:lnTo>
                  <a:pt x="39671" y="38656"/>
                </a:lnTo>
                <a:lnTo>
                  <a:pt x="39601" y="38425"/>
                </a:lnTo>
                <a:lnTo>
                  <a:pt x="39510" y="38193"/>
                </a:lnTo>
                <a:lnTo>
                  <a:pt x="39410" y="37932"/>
                </a:lnTo>
                <a:lnTo>
                  <a:pt x="39279" y="37671"/>
                </a:lnTo>
                <a:lnTo>
                  <a:pt x="39128" y="37399"/>
                </a:lnTo>
                <a:lnTo>
                  <a:pt x="38947" y="37118"/>
                </a:lnTo>
                <a:lnTo>
                  <a:pt x="38746" y="36836"/>
                </a:lnTo>
                <a:lnTo>
                  <a:pt x="38515" y="36545"/>
                </a:lnTo>
                <a:lnTo>
                  <a:pt x="38405" y="36394"/>
                </a:lnTo>
                <a:lnTo>
                  <a:pt x="38314" y="36243"/>
                </a:lnTo>
                <a:lnTo>
                  <a:pt x="38234" y="36083"/>
                </a:lnTo>
                <a:lnTo>
                  <a:pt x="38183" y="35912"/>
                </a:lnTo>
                <a:lnTo>
                  <a:pt x="38133" y="35731"/>
                </a:lnTo>
                <a:lnTo>
                  <a:pt x="38113" y="35550"/>
                </a:lnTo>
                <a:lnTo>
                  <a:pt x="38103" y="35369"/>
                </a:lnTo>
                <a:lnTo>
                  <a:pt x="38103" y="35178"/>
                </a:lnTo>
                <a:lnTo>
                  <a:pt x="38113" y="34997"/>
                </a:lnTo>
                <a:lnTo>
                  <a:pt x="38143" y="34806"/>
                </a:lnTo>
                <a:lnTo>
                  <a:pt x="38173" y="34615"/>
                </a:lnTo>
                <a:lnTo>
                  <a:pt x="38224" y="34414"/>
                </a:lnTo>
                <a:lnTo>
                  <a:pt x="38274" y="34233"/>
                </a:lnTo>
                <a:lnTo>
                  <a:pt x="38334" y="34042"/>
                </a:lnTo>
                <a:lnTo>
                  <a:pt x="38395" y="33851"/>
                </a:lnTo>
                <a:lnTo>
                  <a:pt x="38465" y="33670"/>
                </a:lnTo>
                <a:lnTo>
                  <a:pt x="38616" y="33329"/>
                </a:lnTo>
                <a:lnTo>
                  <a:pt x="38766" y="32997"/>
                </a:lnTo>
                <a:lnTo>
                  <a:pt x="38927" y="32706"/>
                </a:lnTo>
                <a:lnTo>
                  <a:pt x="39068" y="32454"/>
                </a:lnTo>
                <a:lnTo>
                  <a:pt x="39199" y="32243"/>
                </a:lnTo>
                <a:lnTo>
                  <a:pt x="39299" y="32082"/>
                </a:lnTo>
                <a:lnTo>
                  <a:pt x="39390" y="31952"/>
                </a:lnTo>
                <a:lnTo>
                  <a:pt x="36545" y="33047"/>
                </a:lnTo>
                <a:lnTo>
                  <a:pt x="33701" y="32605"/>
                </a:lnTo>
                <a:lnTo>
                  <a:pt x="33661" y="32042"/>
                </a:lnTo>
                <a:lnTo>
                  <a:pt x="33640" y="31459"/>
                </a:lnTo>
                <a:lnTo>
                  <a:pt x="33640" y="30856"/>
                </a:lnTo>
                <a:lnTo>
                  <a:pt x="33651" y="30243"/>
                </a:lnTo>
                <a:lnTo>
                  <a:pt x="33671" y="29600"/>
                </a:lnTo>
                <a:lnTo>
                  <a:pt x="33711" y="28957"/>
                </a:lnTo>
                <a:lnTo>
                  <a:pt x="33761" y="28283"/>
                </a:lnTo>
                <a:lnTo>
                  <a:pt x="33831" y="27610"/>
                </a:lnTo>
                <a:lnTo>
                  <a:pt x="33912" y="26916"/>
                </a:lnTo>
                <a:lnTo>
                  <a:pt x="34002" y="26223"/>
                </a:lnTo>
                <a:lnTo>
                  <a:pt x="34113" y="25519"/>
                </a:lnTo>
                <a:lnTo>
                  <a:pt x="34223" y="24796"/>
                </a:lnTo>
                <a:lnTo>
                  <a:pt x="34354" y="24082"/>
                </a:lnTo>
                <a:lnTo>
                  <a:pt x="34495" y="23348"/>
                </a:lnTo>
                <a:lnTo>
                  <a:pt x="34636" y="22625"/>
                </a:lnTo>
                <a:lnTo>
                  <a:pt x="34796" y="21891"/>
                </a:lnTo>
                <a:lnTo>
                  <a:pt x="35158" y="21951"/>
                </a:lnTo>
                <a:lnTo>
                  <a:pt x="35550" y="22012"/>
                </a:lnTo>
                <a:lnTo>
                  <a:pt x="35962" y="22042"/>
                </a:lnTo>
                <a:lnTo>
                  <a:pt x="36394" y="22062"/>
                </a:lnTo>
                <a:lnTo>
                  <a:pt x="36847" y="22062"/>
                </a:lnTo>
                <a:lnTo>
                  <a:pt x="37078" y="22052"/>
                </a:lnTo>
                <a:lnTo>
                  <a:pt x="37319" y="22032"/>
                </a:lnTo>
                <a:lnTo>
                  <a:pt x="37560" y="22012"/>
                </a:lnTo>
                <a:lnTo>
                  <a:pt x="37802" y="21971"/>
                </a:lnTo>
                <a:lnTo>
                  <a:pt x="38053" y="21931"/>
                </a:lnTo>
                <a:lnTo>
                  <a:pt x="38304" y="21881"/>
                </a:lnTo>
                <a:lnTo>
                  <a:pt x="38877" y="21750"/>
                </a:lnTo>
                <a:lnTo>
                  <a:pt x="39460" y="21609"/>
                </a:lnTo>
                <a:lnTo>
                  <a:pt x="40043" y="21439"/>
                </a:lnTo>
                <a:lnTo>
                  <a:pt x="40636" y="21258"/>
                </a:lnTo>
                <a:lnTo>
                  <a:pt x="41219" y="21047"/>
                </a:lnTo>
                <a:lnTo>
                  <a:pt x="41812" y="20826"/>
                </a:lnTo>
                <a:lnTo>
                  <a:pt x="42415" y="20574"/>
                </a:lnTo>
                <a:lnTo>
                  <a:pt x="43008" y="20293"/>
                </a:lnTo>
                <a:lnTo>
                  <a:pt x="43601" y="19991"/>
                </a:lnTo>
                <a:lnTo>
                  <a:pt x="43902" y="19841"/>
                </a:lnTo>
                <a:lnTo>
                  <a:pt x="44194" y="19670"/>
                </a:lnTo>
                <a:lnTo>
                  <a:pt x="44495" y="19499"/>
                </a:lnTo>
                <a:lnTo>
                  <a:pt x="44787" y="19318"/>
                </a:lnTo>
                <a:lnTo>
                  <a:pt x="45088" y="19127"/>
                </a:lnTo>
                <a:lnTo>
                  <a:pt x="45380" y="18926"/>
                </a:lnTo>
                <a:lnTo>
                  <a:pt x="45671" y="18725"/>
                </a:lnTo>
                <a:lnTo>
                  <a:pt x="45963" y="18514"/>
                </a:lnTo>
                <a:lnTo>
                  <a:pt x="46264" y="18293"/>
                </a:lnTo>
                <a:lnTo>
                  <a:pt x="46556" y="18062"/>
                </a:lnTo>
                <a:lnTo>
                  <a:pt x="46847" y="17830"/>
                </a:lnTo>
                <a:lnTo>
                  <a:pt x="47139" y="17579"/>
                </a:lnTo>
                <a:lnTo>
                  <a:pt x="47420" y="17328"/>
                </a:lnTo>
                <a:lnTo>
                  <a:pt x="47712" y="17066"/>
                </a:lnTo>
                <a:lnTo>
                  <a:pt x="47852" y="16926"/>
                </a:lnTo>
                <a:lnTo>
                  <a:pt x="47993" y="16785"/>
                </a:lnTo>
                <a:lnTo>
                  <a:pt x="48134" y="16634"/>
                </a:lnTo>
                <a:lnTo>
                  <a:pt x="48264" y="16463"/>
                </a:lnTo>
                <a:lnTo>
                  <a:pt x="48405" y="16293"/>
                </a:lnTo>
                <a:lnTo>
                  <a:pt x="48536" y="16122"/>
                </a:lnTo>
                <a:lnTo>
                  <a:pt x="48787" y="15740"/>
                </a:lnTo>
                <a:lnTo>
                  <a:pt x="49038" y="15348"/>
                </a:lnTo>
                <a:lnTo>
                  <a:pt x="49269" y="14926"/>
                </a:lnTo>
                <a:lnTo>
                  <a:pt x="49501" y="14483"/>
                </a:lnTo>
                <a:lnTo>
                  <a:pt x="49722" y="14021"/>
                </a:lnTo>
                <a:lnTo>
                  <a:pt x="49933" y="13549"/>
                </a:lnTo>
                <a:lnTo>
                  <a:pt x="50134" y="13066"/>
                </a:lnTo>
                <a:lnTo>
                  <a:pt x="50325" y="12574"/>
                </a:lnTo>
                <a:lnTo>
                  <a:pt x="50516" y="12081"/>
                </a:lnTo>
                <a:lnTo>
                  <a:pt x="50687" y="11579"/>
                </a:lnTo>
                <a:lnTo>
                  <a:pt x="50857" y="11076"/>
                </a:lnTo>
                <a:lnTo>
                  <a:pt x="51008" y="10584"/>
                </a:lnTo>
                <a:lnTo>
                  <a:pt x="51159" y="10091"/>
                </a:lnTo>
                <a:lnTo>
                  <a:pt x="51430" y="9136"/>
                </a:lnTo>
                <a:lnTo>
                  <a:pt x="51662" y="8242"/>
                </a:lnTo>
                <a:lnTo>
                  <a:pt x="51863" y="7418"/>
                </a:lnTo>
                <a:lnTo>
                  <a:pt x="52023" y="6694"/>
                </a:lnTo>
                <a:lnTo>
                  <a:pt x="52144" y="6101"/>
                </a:lnTo>
                <a:lnTo>
                  <a:pt x="52234" y="5639"/>
                </a:lnTo>
                <a:lnTo>
                  <a:pt x="52305" y="5247"/>
                </a:lnTo>
                <a:lnTo>
                  <a:pt x="52305" y="5247"/>
                </a:lnTo>
                <a:lnTo>
                  <a:pt x="52134" y="5518"/>
                </a:lnTo>
                <a:lnTo>
                  <a:pt x="51913" y="5870"/>
                </a:lnTo>
                <a:lnTo>
                  <a:pt x="51591" y="6403"/>
                </a:lnTo>
                <a:lnTo>
                  <a:pt x="51169" y="7106"/>
                </a:lnTo>
                <a:lnTo>
                  <a:pt x="50646" y="8021"/>
                </a:lnTo>
                <a:lnTo>
                  <a:pt x="50003" y="9146"/>
                </a:lnTo>
                <a:lnTo>
                  <a:pt x="49239" y="10503"/>
                </a:lnTo>
                <a:lnTo>
                  <a:pt x="49038" y="10865"/>
                </a:lnTo>
                <a:lnTo>
                  <a:pt x="48817" y="11227"/>
                </a:lnTo>
                <a:lnTo>
                  <a:pt x="48596" y="11579"/>
                </a:lnTo>
                <a:lnTo>
                  <a:pt x="48375" y="11920"/>
                </a:lnTo>
                <a:lnTo>
                  <a:pt x="48144" y="12252"/>
                </a:lnTo>
                <a:lnTo>
                  <a:pt x="47903" y="12574"/>
                </a:lnTo>
                <a:lnTo>
                  <a:pt x="47671" y="12885"/>
                </a:lnTo>
                <a:lnTo>
                  <a:pt x="47430" y="13187"/>
                </a:lnTo>
                <a:lnTo>
                  <a:pt x="47189" y="13488"/>
                </a:lnTo>
                <a:lnTo>
                  <a:pt x="46958" y="13770"/>
                </a:lnTo>
                <a:lnTo>
                  <a:pt x="46485" y="14313"/>
                </a:lnTo>
                <a:lnTo>
                  <a:pt x="46023" y="14805"/>
                </a:lnTo>
                <a:lnTo>
                  <a:pt x="45581" y="15267"/>
                </a:lnTo>
                <a:lnTo>
                  <a:pt x="45159" y="15669"/>
                </a:lnTo>
                <a:lnTo>
                  <a:pt x="44777" y="16031"/>
                </a:lnTo>
                <a:lnTo>
                  <a:pt x="44435" y="16343"/>
                </a:lnTo>
                <a:lnTo>
                  <a:pt x="44134" y="16594"/>
                </a:lnTo>
                <a:lnTo>
                  <a:pt x="43711" y="16946"/>
                </a:lnTo>
                <a:lnTo>
                  <a:pt x="43551" y="17066"/>
                </a:lnTo>
                <a:lnTo>
                  <a:pt x="46616" y="5468"/>
                </a:lnTo>
                <a:lnTo>
                  <a:pt x="46465" y="5830"/>
                </a:lnTo>
                <a:lnTo>
                  <a:pt x="46053" y="6805"/>
                </a:lnTo>
                <a:lnTo>
                  <a:pt x="45752" y="7498"/>
                </a:lnTo>
                <a:lnTo>
                  <a:pt x="45400" y="8282"/>
                </a:lnTo>
                <a:lnTo>
                  <a:pt x="45008" y="9167"/>
                </a:lnTo>
                <a:lnTo>
                  <a:pt x="44566" y="10121"/>
                </a:lnTo>
                <a:lnTo>
                  <a:pt x="44083" y="11126"/>
                </a:lnTo>
                <a:lnTo>
                  <a:pt x="43571" y="12182"/>
                </a:lnTo>
                <a:lnTo>
                  <a:pt x="43028" y="13257"/>
                </a:lnTo>
                <a:lnTo>
                  <a:pt x="42465" y="14333"/>
                </a:lnTo>
                <a:lnTo>
                  <a:pt x="42174" y="14865"/>
                </a:lnTo>
                <a:lnTo>
                  <a:pt x="41872" y="15398"/>
                </a:lnTo>
                <a:lnTo>
                  <a:pt x="41581" y="15931"/>
                </a:lnTo>
                <a:lnTo>
                  <a:pt x="41279" y="16443"/>
                </a:lnTo>
                <a:lnTo>
                  <a:pt x="40968" y="16946"/>
                </a:lnTo>
                <a:lnTo>
                  <a:pt x="40666" y="17438"/>
                </a:lnTo>
                <a:lnTo>
                  <a:pt x="40354" y="17921"/>
                </a:lnTo>
                <a:lnTo>
                  <a:pt x="40053" y="18383"/>
                </a:lnTo>
                <a:lnTo>
                  <a:pt x="39852" y="18655"/>
                </a:lnTo>
                <a:lnTo>
                  <a:pt x="39661" y="18916"/>
                </a:lnTo>
                <a:lnTo>
                  <a:pt x="39470" y="19157"/>
                </a:lnTo>
                <a:lnTo>
                  <a:pt x="39289" y="19378"/>
                </a:lnTo>
                <a:lnTo>
                  <a:pt x="39098" y="19579"/>
                </a:lnTo>
                <a:lnTo>
                  <a:pt x="38907" y="19760"/>
                </a:lnTo>
                <a:lnTo>
                  <a:pt x="38726" y="19931"/>
                </a:lnTo>
                <a:lnTo>
                  <a:pt x="38545" y="20092"/>
                </a:lnTo>
                <a:lnTo>
                  <a:pt x="38374" y="20233"/>
                </a:lnTo>
                <a:lnTo>
                  <a:pt x="38193" y="20353"/>
                </a:lnTo>
                <a:lnTo>
                  <a:pt x="38023" y="20464"/>
                </a:lnTo>
                <a:lnTo>
                  <a:pt x="37852" y="20564"/>
                </a:lnTo>
                <a:lnTo>
                  <a:pt x="37681" y="20645"/>
                </a:lnTo>
                <a:lnTo>
                  <a:pt x="37510" y="20725"/>
                </a:lnTo>
                <a:lnTo>
                  <a:pt x="37349" y="20775"/>
                </a:lnTo>
                <a:lnTo>
                  <a:pt x="37188" y="20826"/>
                </a:lnTo>
                <a:lnTo>
                  <a:pt x="37038" y="20866"/>
                </a:lnTo>
                <a:lnTo>
                  <a:pt x="36877" y="20896"/>
                </a:lnTo>
                <a:lnTo>
                  <a:pt x="36726" y="20916"/>
                </a:lnTo>
                <a:lnTo>
                  <a:pt x="36585" y="20926"/>
                </a:lnTo>
                <a:lnTo>
                  <a:pt x="36435" y="20926"/>
                </a:lnTo>
                <a:lnTo>
                  <a:pt x="36294" y="20916"/>
                </a:lnTo>
                <a:lnTo>
                  <a:pt x="36163" y="20906"/>
                </a:lnTo>
                <a:lnTo>
                  <a:pt x="36023" y="20876"/>
                </a:lnTo>
                <a:lnTo>
                  <a:pt x="35902" y="20856"/>
                </a:lnTo>
                <a:lnTo>
                  <a:pt x="35771" y="20815"/>
                </a:lnTo>
                <a:lnTo>
                  <a:pt x="35530" y="20735"/>
                </a:lnTo>
                <a:lnTo>
                  <a:pt x="35309" y="20635"/>
                </a:lnTo>
                <a:lnTo>
                  <a:pt x="35098" y="20524"/>
                </a:lnTo>
                <a:lnTo>
                  <a:pt x="35309" y="19660"/>
                </a:lnTo>
                <a:lnTo>
                  <a:pt x="35530" y="18795"/>
                </a:lnTo>
                <a:lnTo>
                  <a:pt x="35761" y="17931"/>
                </a:lnTo>
                <a:lnTo>
                  <a:pt x="35992" y="17077"/>
                </a:lnTo>
                <a:lnTo>
                  <a:pt x="36234" y="16242"/>
                </a:lnTo>
                <a:lnTo>
                  <a:pt x="36485" y="15408"/>
                </a:lnTo>
                <a:lnTo>
                  <a:pt x="36736" y="14584"/>
                </a:lnTo>
                <a:lnTo>
                  <a:pt x="36987" y="13790"/>
                </a:lnTo>
                <a:lnTo>
                  <a:pt x="37088" y="13498"/>
                </a:lnTo>
                <a:lnTo>
                  <a:pt x="37188" y="13207"/>
                </a:lnTo>
                <a:lnTo>
                  <a:pt x="37299" y="12926"/>
                </a:lnTo>
                <a:lnTo>
                  <a:pt x="37420" y="12634"/>
                </a:lnTo>
                <a:lnTo>
                  <a:pt x="37550" y="12353"/>
                </a:lnTo>
                <a:lnTo>
                  <a:pt x="37691" y="12071"/>
                </a:lnTo>
                <a:lnTo>
                  <a:pt x="37832" y="11780"/>
                </a:lnTo>
                <a:lnTo>
                  <a:pt x="37982" y="11498"/>
                </a:lnTo>
                <a:lnTo>
                  <a:pt x="38304" y="10935"/>
                </a:lnTo>
                <a:lnTo>
                  <a:pt x="38646" y="10383"/>
                </a:lnTo>
                <a:lnTo>
                  <a:pt x="39008" y="9830"/>
                </a:lnTo>
                <a:lnTo>
                  <a:pt x="39390" y="9287"/>
                </a:lnTo>
                <a:lnTo>
                  <a:pt x="39782" y="8754"/>
                </a:lnTo>
                <a:lnTo>
                  <a:pt x="40194" y="8232"/>
                </a:lnTo>
                <a:lnTo>
                  <a:pt x="40616" y="7719"/>
                </a:lnTo>
                <a:lnTo>
                  <a:pt x="41038" y="7217"/>
                </a:lnTo>
                <a:lnTo>
                  <a:pt x="41470" y="6724"/>
                </a:lnTo>
                <a:lnTo>
                  <a:pt x="41902" y="6252"/>
                </a:lnTo>
                <a:lnTo>
                  <a:pt x="42334" y="5799"/>
                </a:lnTo>
                <a:lnTo>
                  <a:pt x="42757" y="5357"/>
                </a:lnTo>
                <a:lnTo>
                  <a:pt x="43179" y="4935"/>
                </a:lnTo>
                <a:lnTo>
                  <a:pt x="43591" y="4533"/>
                </a:lnTo>
                <a:lnTo>
                  <a:pt x="44003" y="4151"/>
                </a:lnTo>
                <a:lnTo>
                  <a:pt x="44385" y="3789"/>
                </a:lnTo>
                <a:lnTo>
                  <a:pt x="45118" y="3136"/>
                </a:lnTo>
                <a:lnTo>
                  <a:pt x="45762" y="2583"/>
                </a:lnTo>
                <a:lnTo>
                  <a:pt x="46294" y="2131"/>
                </a:lnTo>
                <a:lnTo>
                  <a:pt x="46707" y="1809"/>
                </a:lnTo>
                <a:lnTo>
                  <a:pt x="47058" y="1528"/>
                </a:lnTo>
                <a:lnTo>
                  <a:pt x="47058" y="1528"/>
                </a:lnTo>
                <a:lnTo>
                  <a:pt x="46696" y="1739"/>
                </a:lnTo>
                <a:lnTo>
                  <a:pt x="45722" y="2332"/>
                </a:lnTo>
                <a:lnTo>
                  <a:pt x="45048" y="2754"/>
                </a:lnTo>
                <a:lnTo>
                  <a:pt x="44294" y="3237"/>
                </a:lnTo>
                <a:lnTo>
                  <a:pt x="43470" y="3779"/>
                </a:lnTo>
                <a:lnTo>
                  <a:pt x="42596" y="4372"/>
                </a:lnTo>
                <a:lnTo>
                  <a:pt x="41691" y="5005"/>
                </a:lnTo>
                <a:lnTo>
                  <a:pt x="41239" y="5337"/>
                </a:lnTo>
                <a:lnTo>
                  <a:pt x="40777" y="5679"/>
                </a:lnTo>
                <a:lnTo>
                  <a:pt x="40334" y="6021"/>
                </a:lnTo>
                <a:lnTo>
                  <a:pt x="39882" y="6362"/>
                </a:lnTo>
                <a:lnTo>
                  <a:pt x="39450" y="6714"/>
                </a:lnTo>
                <a:lnTo>
                  <a:pt x="39018" y="7066"/>
                </a:lnTo>
                <a:lnTo>
                  <a:pt x="38606" y="7428"/>
                </a:lnTo>
                <a:lnTo>
                  <a:pt x="38214" y="7780"/>
                </a:lnTo>
                <a:lnTo>
                  <a:pt x="37842" y="8131"/>
                </a:lnTo>
                <a:lnTo>
                  <a:pt x="37480" y="8483"/>
                </a:lnTo>
                <a:lnTo>
                  <a:pt x="37148" y="8835"/>
                </a:lnTo>
                <a:lnTo>
                  <a:pt x="36847" y="9177"/>
                </a:lnTo>
                <a:lnTo>
                  <a:pt x="36575" y="9518"/>
                </a:lnTo>
                <a:lnTo>
                  <a:pt x="36334" y="9850"/>
                </a:lnTo>
                <a:lnTo>
                  <a:pt x="35982" y="10363"/>
                </a:lnTo>
                <a:lnTo>
                  <a:pt x="35661" y="10865"/>
                </a:lnTo>
                <a:lnTo>
                  <a:pt x="35349" y="11368"/>
                </a:lnTo>
                <a:lnTo>
                  <a:pt x="35068" y="11880"/>
                </a:lnTo>
                <a:lnTo>
                  <a:pt x="34937" y="12142"/>
                </a:lnTo>
                <a:lnTo>
                  <a:pt x="34806" y="12413"/>
                </a:lnTo>
                <a:lnTo>
                  <a:pt x="34676" y="12684"/>
                </a:lnTo>
                <a:lnTo>
                  <a:pt x="34555" y="12966"/>
                </a:lnTo>
                <a:lnTo>
                  <a:pt x="34434" y="13267"/>
                </a:lnTo>
                <a:lnTo>
                  <a:pt x="34324" y="13569"/>
                </a:lnTo>
                <a:lnTo>
                  <a:pt x="34203" y="13890"/>
                </a:lnTo>
                <a:lnTo>
                  <a:pt x="34093" y="14222"/>
                </a:lnTo>
                <a:lnTo>
                  <a:pt x="34053" y="13408"/>
                </a:lnTo>
                <a:lnTo>
                  <a:pt x="34032" y="12554"/>
                </a:lnTo>
                <a:lnTo>
                  <a:pt x="34032" y="12121"/>
                </a:lnTo>
                <a:lnTo>
                  <a:pt x="34032" y="11679"/>
                </a:lnTo>
                <a:lnTo>
                  <a:pt x="34043" y="11237"/>
                </a:lnTo>
                <a:lnTo>
                  <a:pt x="34063" y="10805"/>
                </a:lnTo>
                <a:lnTo>
                  <a:pt x="34083" y="10373"/>
                </a:lnTo>
                <a:lnTo>
                  <a:pt x="34123" y="9940"/>
                </a:lnTo>
                <a:lnTo>
                  <a:pt x="34173" y="9518"/>
                </a:lnTo>
                <a:lnTo>
                  <a:pt x="34223" y="9116"/>
                </a:lnTo>
                <a:lnTo>
                  <a:pt x="34294" y="8724"/>
                </a:lnTo>
                <a:lnTo>
                  <a:pt x="34374" y="8352"/>
                </a:lnTo>
                <a:lnTo>
                  <a:pt x="34475" y="7991"/>
                </a:lnTo>
                <a:lnTo>
                  <a:pt x="34575" y="7659"/>
                </a:lnTo>
                <a:lnTo>
                  <a:pt x="34786" y="7096"/>
                </a:lnTo>
                <a:lnTo>
                  <a:pt x="34987" y="6563"/>
                </a:lnTo>
                <a:lnTo>
                  <a:pt x="35188" y="6051"/>
                </a:lnTo>
                <a:lnTo>
                  <a:pt x="35379" y="5578"/>
                </a:lnTo>
                <a:lnTo>
                  <a:pt x="35751" y="4714"/>
                </a:lnTo>
                <a:lnTo>
                  <a:pt x="36083" y="3990"/>
                </a:lnTo>
                <a:lnTo>
                  <a:pt x="36364" y="3407"/>
                </a:lnTo>
                <a:lnTo>
                  <a:pt x="36575" y="2975"/>
                </a:lnTo>
                <a:lnTo>
                  <a:pt x="36766" y="2623"/>
                </a:lnTo>
                <a:lnTo>
                  <a:pt x="36766" y="2623"/>
                </a:lnTo>
                <a:lnTo>
                  <a:pt x="33269" y="5689"/>
                </a:lnTo>
                <a:lnTo>
                  <a:pt x="341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482;p22">
            <a:extLst>
              <a:ext uri="{FF2B5EF4-FFF2-40B4-BE49-F238E27FC236}">
                <a16:creationId xmlns:a16="http://schemas.microsoft.com/office/drawing/2014/main" id="{0264305E-C9A8-D39B-7863-6C1EC2573E64}"/>
              </a:ext>
            </a:extLst>
          </p:cNvPr>
          <p:cNvSpPr/>
          <p:nvPr/>
        </p:nvSpPr>
        <p:spPr>
          <a:xfrm>
            <a:off x="2314478" y="245248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130513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476F484F-12CB-DCAB-3F1C-CA796FAF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4497E28E-EC43-BA59-41D9-A34DB8E63B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CC7F76FE-1100-80CD-C053-5BBD1BF58CC2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" name="Google Shape;1166;p37">
            <a:extLst>
              <a:ext uri="{FF2B5EF4-FFF2-40B4-BE49-F238E27FC236}">
                <a16:creationId xmlns:a16="http://schemas.microsoft.com/office/drawing/2014/main" id="{0DCE3EAB-D054-7319-F882-0D371B90C534}"/>
              </a:ext>
            </a:extLst>
          </p:cNvPr>
          <p:cNvSpPr/>
          <p:nvPr/>
        </p:nvSpPr>
        <p:spPr>
          <a:xfrm>
            <a:off x="928174" y="1125330"/>
            <a:ext cx="1889400" cy="1888800"/>
          </a:xfrm>
          <a:prstGeom prst="ellipse">
            <a:avLst/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167;p37">
            <a:extLst>
              <a:ext uri="{FF2B5EF4-FFF2-40B4-BE49-F238E27FC236}">
                <a16:creationId xmlns:a16="http://schemas.microsoft.com/office/drawing/2014/main" id="{DF85CAB3-E1EF-53E5-39FB-9C1DAAE8ADA5}"/>
              </a:ext>
            </a:extLst>
          </p:cNvPr>
          <p:cNvSpPr/>
          <p:nvPr/>
        </p:nvSpPr>
        <p:spPr>
          <a:xfrm>
            <a:off x="928219" y="1125330"/>
            <a:ext cx="1889400" cy="1888800"/>
          </a:xfrm>
          <a:prstGeom prst="pie">
            <a:avLst>
              <a:gd name="adj1" fmla="val 16261269"/>
              <a:gd name="adj2" fmla="val 15855017"/>
            </a:avLst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8;p37">
            <a:extLst>
              <a:ext uri="{FF2B5EF4-FFF2-40B4-BE49-F238E27FC236}">
                <a16:creationId xmlns:a16="http://schemas.microsoft.com/office/drawing/2014/main" id="{77C687DE-D921-602A-434C-0DAD4A1CD703}"/>
              </a:ext>
            </a:extLst>
          </p:cNvPr>
          <p:cNvSpPr/>
          <p:nvPr/>
        </p:nvSpPr>
        <p:spPr>
          <a:xfrm>
            <a:off x="1322485" y="1520158"/>
            <a:ext cx="1099500" cy="109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169;p37">
            <a:extLst>
              <a:ext uri="{FF2B5EF4-FFF2-40B4-BE49-F238E27FC236}">
                <a16:creationId xmlns:a16="http://schemas.microsoft.com/office/drawing/2014/main" id="{C4195E59-0E9B-DA4F-895A-9B40FAC3B25E}"/>
              </a:ext>
            </a:extLst>
          </p:cNvPr>
          <p:cNvSpPr/>
          <p:nvPr/>
        </p:nvSpPr>
        <p:spPr>
          <a:xfrm>
            <a:off x="3485386" y="1125307"/>
            <a:ext cx="1889400" cy="1889100"/>
          </a:xfrm>
          <a:prstGeom prst="ellipse">
            <a:avLst/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170;p37">
            <a:extLst>
              <a:ext uri="{FF2B5EF4-FFF2-40B4-BE49-F238E27FC236}">
                <a16:creationId xmlns:a16="http://schemas.microsoft.com/office/drawing/2014/main" id="{751F761D-C171-55B5-8716-E90F5E1FF4C4}"/>
              </a:ext>
            </a:extLst>
          </p:cNvPr>
          <p:cNvSpPr/>
          <p:nvPr/>
        </p:nvSpPr>
        <p:spPr>
          <a:xfrm>
            <a:off x="3485406" y="1125307"/>
            <a:ext cx="1889400" cy="1889100"/>
          </a:xfrm>
          <a:prstGeom prst="pie">
            <a:avLst>
              <a:gd name="adj1" fmla="val 16261269"/>
              <a:gd name="adj2" fmla="val 15765753"/>
            </a:avLst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171;p37">
            <a:extLst>
              <a:ext uri="{FF2B5EF4-FFF2-40B4-BE49-F238E27FC236}">
                <a16:creationId xmlns:a16="http://schemas.microsoft.com/office/drawing/2014/main" id="{ED745387-1E1C-75E7-15F8-2E3225051032}"/>
              </a:ext>
            </a:extLst>
          </p:cNvPr>
          <p:cNvSpPr/>
          <p:nvPr/>
        </p:nvSpPr>
        <p:spPr>
          <a:xfrm>
            <a:off x="3879648" y="1520083"/>
            <a:ext cx="1099500" cy="1099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75;p37">
            <a:extLst>
              <a:ext uri="{FF2B5EF4-FFF2-40B4-BE49-F238E27FC236}">
                <a16:creationId xmlns:a16="http://schemas.microsoft.com/office/drawing/2014/main" id="{133036F9-5A06-20F9-2EBA-E5674D0F541F}"/>
              </a:ext>
            </a:extLst>
          </p:cNvPr>
          <p:cNvGrpSpPr/>
          <p:nvPr/>
        </p:nvGrpSpPr>
        <p:grpSpPr>
          <a:xfrm>
            <a:off x="886924" y="3293495"/>
            <a:ext cx="1970622" cy="1133500"/>
            <a:chOff x="1022175" y="3256963"/>
            <a:chExt cx="1970622" cy="1133500"/>
          </a:xfrm>
        </p:grpSpPr>
        <p:sp>
          <p:nvSpPr>
            <p:cNvPr id="12" name="Google Shape;1176;p37">
              <a:extLst>
                <a:ext uri="{FF2B5EF4-FFF2-40B4-BE49-F238E27FC236}">
                  <a16:creationId xmlns:a16="http://schemas.microsoft.com/office/drawing/2014/main" id="{E5601A5D-DDA4-0041-FD87-E807C6EBE1EB}"/>
                </a:ext>
              </a:extLst>
            </p:cNvPr>
            <p:cNvSpPr txBox="1"/>
            <p:nvPr/>
          </p:nvSpPr>
          <p:spPr>
            <a:xfrm>
              <a:off x="1640688" y="3256963"/>
              <a:ext cx="734700" cy="37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96.4% 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" name="Google Shape;1179;p37">
              <a:extLst>
                <a:ext uri="{FF2B5EF4-FFF2-40B4-BE49-F238E27FC236}">
                  <a16:creationId xmlns:a16="http://schemas.microsoft.com/office/drawing/2014/main" id="{6A81BB7A-1BA7-B7F7-E0CE-5F65C12BFF80}"/>
                </a:ext>
              </a:extLst>
            </p:cNvPr>
            <p:cNvSpPr txBox="1"/>
            <p:nvPr/>
          </p:nvSpPr>
          <p:spPr>
            <a:xfrm>
              <a:off x="1022175" y="3907463"/>
              <a:ext cx="1970622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This model predicted correctly 406 of 421 patients’ diagnosis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" name="Google Shape;1181;p37">
            <a:extLst>
              <a:ext uri="{FF2B5EF4-FFF2-40B4-BE49-F238E27FC236}">
                <a16:creationId xmlns:a16="http://schemas.microsoft.com/office/drawing/2014/main" id="{CAF3E504-3882-6619-5B7D-24191598A4C7}"/>
              </a:ext>
            </a:extLst>
          </p:cNvPr>
          <p:cNvSpPr txBox="1"/>
          <p:nvPr/>
        </p:nvSpPr>
        <p:spPr>
          <a:xfrm>
            <a:off x="4062694" y="3293495"/>
            <a:ext cx="734700" cy="37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93.8%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" name="Google Shape;1190;p37">
            <a:extLst>
              <a:ext uri="{FF2B5EF4-FFF2-40B4-BE49-F238E27FC236}">
                <a16:creationId xmlns:a16="http://schemas.microsoft.com/office/drawing/2014/main" id="{1322653A-FFFF-31E6-6E96-6A028B5AF78D}"/>
              </a:ext>
            </a:extLst>
          </p:cNvPr>
          <p:cNvSpPr/>
          <p:nvPr/>
        </p:nvSpPr>
        <p:spPr>
          <a:xfrm>
            <a:off x="4056548" y="1660933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192;p37">
            <a:extLst>
              <a:ext uri="{FF2B5EF4-FFF2-40B4-BE49-F238E27FC236}">
                <a16:creationId xmlns:a16="http://schemas.microsoft.com/office/drawing/2014/main" id="{DEED874B-E1E6-CA98-4967-555381BB561E}"/>
              </a:ext>
            </a:extLst>
          </p:cNvPr>
          <p:cNvSpPr/>
          <p:nvPr/>
        </p:nvSpPr>
        <p:spPr>
          <a:xfrm rot="-1809306">
            <a:off x="1546653" y="1656782"/>
            <a:ext cx="651447" cy="826069"/>
          </a:xfrm>
          <a:custGeom>
            <a:avLst/>
            <a:gdLst/>
            <a:ahLst/>
            <a:cxnLst/>
            <a:rect l="l" t="t" r="r" b="b"/>
            <a:pathLst>
              <a:path w="60406" h="76598" extrusionOk="0">
                <a:moveTo>
                  <a:pt x="34032" y="36766"/>
                </a:moveTo>
                <a:lnTo>
                  <a:pt x="34264" y="36776"/>
                </a:lnTo>
                <a:lnTo>
                  <a:pt x="34495" y="36806"/>
                </a:lnTo>
                <a:lnTo>
                  <a:pt x="34716" y="36857"/>
                </a:lnTo>
                <a:lnTo>
                  <a:pt x="34927" y="36917"/>
                </a:lnTo>
                <a:lnTo>
                  <a:pt x="35128" y="37007"/>
                </a:lnTo>
                <a:lnTo>
                  <a:pt x="35319" y="37098"/>
                </a:lnTo>
                <a:lnTo>
                  <a:pt x="35490" y="37218"/>
                </a:lnTo>
                <a:lnTo>
                  <a:pt x="35661" y="37339"/>
                </a:lnTo>
                <a:lnTo>
                  <a:pt x="35801" y="37480"/>
                </a:lnTo>
                <a:lnTo>
                  <a:pt x="35942" y="37631"/>
                </a:lnTo>
                <a:lnTo>
                  <a:pt x="36053" y="37801"/>
                </a:lnTo>
                <a:lnTo>
                  <a:pt x="36153" y="37972"/>
                </a:lnTo>
                <a:lnTo>
                  <a:pt x="36224" y="38153"/>
                </a:lnTo>
                <a:lnTo>
                  <a:pt x="36284" y="38334"/>
                </a:lnTo>
                <a:lnTo>
                  <a:pt x="36314" y="38535"/>
                </a:lnTo>
                <a:lnTo>
                  <a:pt x="36334" y="38736"/>
                </a:lnTo>
                <a:lnTo>
                  <a:pt x="36314" y="38937"/>
                </a:lnTo>
                <a:lnTo>
                  <a:pt x="36284" y="39128"/>
                </a:lnTo>
                <a:lnTo>
                  <a:pt x="36224" y="39319"/>
                </a:lnTo>
                <a:lnTo>
                  <a:pt x="36153" y="39500"/>
                </a:lnTo>
                <a:lnTo>
                  <a:pt x="36053" y="39671"/>
                </a:lnTo>
                <a:lnTo>
                  <a:pt x="35942" y="39832"/>
                </a:lnTo>
                <a:lnTo>
                  <a:pt x="35801" y="39992"/>
                </a:lnTo>
                <a:lnTo>
                  <a:pt x="35661" y="40123"/>
                </a:lnTo>
                <a:lnTo>
                  <a:pt x="35490" y="40254"/>
                </a:lnTo>
                <a:lnTo>
                  <a:pt x="35319" y="40364"/>
                </a:lnTo>
                <a:lnTo>
                  <a:pt x="35128" y="40465"/>
                </a:lnTo>
                <a:lnTo>
                  <a:pt x="34927" y="40545"/>
                </a:lnTo>
                <a:lnTo>
                  <a:pt x="34716" y="40616"/>
                </a:lnTo>
                <a:lnTo>
                  <a:pt x="34495" y="40666"/>
                </a:lnTo>
                <a:lnTo>
                  <a:pt x="34264" y="40696"/>
                </a:lnTo>
                <a:lnTo>
                  <a:pt x="34032" y="40706"/>
                </a:lnTo>
                <a:lnTo>
                  <a:pt x="33801" y="40696"/>
                </a:lnTo>
                <a:lnTo>
                  <a:pt x="33570" y="40666"/>
                </a:lnTo>
                <a:lnTo>
                  <a:pt x="33349" y="40616"/>
                </a:lnTo>
                <a:lnTo>
                  <a:pt x="33138" y="40545"/>
                </a:lnTo>
                <a:lnTo>
                  <a:pt x="32937" y="40465"/>
                </a:lnTo>
                <a:lnTo>
                  <a:pt x="32746" y="40364"/>
                </a:lnTo>
                <a:lnTo>
                  <a:pt x="32575" y="40254"/>
                </a:lnTo>
                <a:lnTo>
                  <a:pt x="32404" y="40123"/>
                </a:lnTo>
                <a:lnTo>
                  <a:pt x="32264" y="39992"/>
                </a:lnTo>
                <a:lnTo>
                  <a:pt x="32123" y="39832"/>
                </a:lnTo>
                <a:lnTo>
                  <a:pt x="32012" y="39671"/>
                </a:lnTo>
                <a:lnTo>
                  <a:pt x="31912" y="39500"/>
                </a:lnTo>
                <a:lnTo>
                  <a:pt x="31841" y="39319"/>
                </a:lnTo>
                <a:lnTo>
                  <a:pt x="31781" y="39128"/>
                </a:lnTo>
                <a:lnTo>
                  <a:pt x="31751" y="38937"/>
                </a:lnTo>
                <a:lnTo>
                  <a:pt x="31731" y="38736"/>
                </a:lnTo>
                <a:lnTo>
                  <a:pt x="31751" y="38535"/>
                </a:lnTo>
                <a:lnTo>
                  <a:pt x="31781" y="38334"/>
                </a:lnTo>
                <a:lnTo>
                  <a:pt x="31841" y="38153"/>
                </a:lnTo>
                <a:lnTo>
                  <a:pt x="31912" y="37972"/>
                </a:lnTo>
                <a:lnTo>
                  <a:pt x="32012" y="37801"/>
                </a:lnTo>
                <a:lnTo>
                  <a:pt x="32123" y="37631"/>
                </a:lnTo>
                <a:lnTo>
                  <a:pt x="32264" y="37480"/>
                </a:lnTo>
                <a:lnTo>
                  <a:pt x="32404" y="37339"/>
                </a:lnTo>
                <a:lnTo>
                  <a:pt x="32575" y="37218"/>
                </a:lnTo>
                <a:lnTo>
                  <a:pt x="32746" y="37098"/>
                </a:lnTo>
                <a:lnTo>
                  <a:pt x="32937" y="37007"/>
                </a:lnTo>
                <a:lnTo>
                  <a:pt x="33138" y="36917"/>
                </a:lnTo>
                <a:lnTo>
                  <a:pt x="33349" y="36857"/>
                </a:lnTo>
                <a:lnTo>
                  <a:pt x="33570" y="36806"/>
                </a:lnTo>
                <a:lnTo>
                  <a:pt x="33801" y="36776"/>
                </a:lnTo>
                <a:lnTo>
                  <a:pt x="34032" y="36766"/>
                </a:lnTo>
                <a:close/>
                <a:moveTo>
                  <a:pt x="34143" y="0"/>
                </a:moveTo>
                <a:lnTo>
                  <a:pt x="31731" y="5036"/>
                </a:lnTo>
                <a:lnTo>
                  <a:pt x="29108" y="3719"/>
                </a:lnTo>
                <a:lnTo>
                  <a:pt x="29108" y="3719"/>
                </a:lnTo>
                <a:lnTo>
                  <a:pt x="33731" y="15478"/>
                </a:lnTo>
                <a:lnTo>
                  <a:pt x="33600" y="16001"/>
                </a:lnTo>
                <a:lnTo>
                  <a:pt x="33470" y="16574"/>
                </a:lnTo>
                <a:lnTo>
                  <a:pt x="33339" y="17177"/>
                </a:lnTo>
                <a:lnTo>
                  <a:pt x="33218" y="17820"/>
                </a:lnTo>
                <a:lnTo>
                  <a:pt x="33088" y="18504"/>
                </a:lnTo>
                <a:lnTo>
                  <a:pt x="32957" y="19237"/>
                </a:lnTo>
                <a:lnTo>
                  <a:pt x="32826" y="20021"/>
                </a:lnTo>
                <a:lnTo>
                  <a:pt x="32696" y="20866"/>
                </a:lnTo>
                <a:lnTo>
                  <a:pt x="32424" y="22705"/>
                </a:lnTo>
                <a:lnTo>
                  <a:pt x="32143" y="24786"/>
                </a:lnTo>
                <a:lnTo>
                  <a:pt x="31841" y="27127"/>
                </a:lnTo>
                <a:lnTo>
                  <a:pt x="31520" y="29761"/>
                </a:lnTo>
                <a:lnTo>
                  <a:pt x="31409" y="30746"/>
                </a:lnTo>
                <a:lnTo>
                  <a:pt x="31319" y="31701"/>
                </a:lnTo>
                <a:lnTo>
                  <a:pt x="31258" y="32625"/>
                </a:lnTo>
                <a:lnTo>
                  <a:pt x="31218" y="33510"/>
                </a:lnTo>
                <a:lnTo>
                  <a:pt x="28886" y="34354"/>
                </a:lnTo>
                <a:lnTo>
                  <a:pt x="25168" y="33701"/>
                </a:lnTo>
                <a:lnTo>
                  <a:pt x="29108" y="40706"/>
                </a:lnTo>
                <a:lnTo>
                  <a:pt x="26042" y="41580"/>
                </a:lnTo>
                <a:lnTo>
                  <a:pt x="22323" y="35238"/>
                </a:lnTo>
                <a:lnTo>
                  <a:pt x="23851" y="41802"/>
                </a:lnTo>
                <a:lnTo>
                  <a:pt x="23549" y="41832"/>
                </a:lnTo>
                <a:lnTo>
                  <a:pt x="23168" y="41862"/>
                </a:lnTo>
                <a:lnTo>
                  <a:pt x="22595" y="41882"/>
                </a:lnTo>
                <a:lnTo>
                  <a:pt x="21851" y="41892"/>
                </a:lnTo>
                <a:lnTo>
                  <a:pt x="20896" y="41892"/>
                </a:lnTo>
                <a:lnTo>
                  <a:pt x="20353" y="41882"/>
                </a:lnTo>
                <a:lnTo>
                  <a:pt x="19750" y="41862"/>
                </a:lnTo>
                <a:lnTo>
                  <a:pt x="19097" y="41832"/>
                </a:lnTo>
                <a:lnTo>
                  <a:pt x="18383" y="41802"/>
                </a:lnTo>
                <a:lnTo>
                  <a:pt x="18001" y="41771"/>
                </a:lnTo>
                <a:lnTo>
                  <a:pt x="17589" y="41711"/>
                </a:lnTo>
                <a:lnTo>
                  <a:pt x="17147" y="41641"/>
                </a:lnTo>
                <a:lnTo>
                  <a:pt x="16675" y="41550"/>
                </a:lnTo>
                <a:lnTo>
                  <a:pt x="16192" y="41440"/>
                </a:lnTo>
                <a:lnTo>
                  <a:pt x="15690" y="41309"/>
                </a:lnTo>
                <a:lnTo>
                  <a:pt x="15167" y="41178"/>
                </a:lnTo>
                <a:lnTo>
                  <a:pt x="14634" y="41028"/>
                </a:lnTo>
                <a:lnTo>
                  <a:pt x="14092" y="40857"/>
                </a:lnTo>
                <a:lnTo>
                  <a:pt x="13539" y="40686"/>
                </a:lnTo>
                <a:lnTo>
                  <a:pt x="12433" y="40314"/>
                </a:lnTo>
                <a:lnTo>
                  <a:pt x="11318" y="39932"/>
                </a:lnTo>
                <a:lnTo>
                  <a:pt x="10232" y="39530"/>
                </a:lnTo>
                <a:lnTo>
                  <a:pt x="9187" y="39128"/>
                </a:lnTo>
                <a:lnTo>
                  <a:pt x="8222" y="38746"/>
                </a:lnTo>
                <a:lnTo>
                  <a:pt x="7338" y="38394"/>
                </a:lnTo>
                <a:lnTo>
                  <a:pt x="6564" y="38073"/>
                </a:lnTo>
                <a:lnTo>
                  <a:pt x="5448" y="37600"/>
                </a:lnTo>
                <a:lnTo>
                  <a:pt x="5036" y="37419"/>
                </a:lnTo>
                <a:lnTo>
                  <a:pt x="9197" y="42897"/>
                </a:lnTo>
                <a:lnTo>
                  <a:pt x="0" y="43329"/>
                </a:lnTo>
                <a:lnTo>
                  <a:pt x="121" y="43400"/>
                </a:lnTo>
                <a:lnTo>
                  <a:pt x="473" y="43571"/>
                </a:lnTo>
                <a:lnTo>
                  <a:pt x="724" y="43691"/>
                </a:lnTo>
                <a:lnTo>
                  <a:pt x="1026" y="43832"/>
                </a:lnTo>
                <a:lnTo>
                  <a:pt x="1377" y="43973"/>
                </a:lnTo>
                <a:lnTo>
                  <a:pt x="1779" y="44123"/>
                </a:lnTo>
                <a:lnTo>
                  <a:pt x="2222" y="44274"/>
                </a:lnTo>
                <a:lnTo>
                  <a:pt x="2704" y="44435"/>
                </a:lnTo>
                <a:lnTo>
                  <a:pt x="3227" y="44576"/>
                </a:lnTo>
                <a:lnTo>
                  <a:pt x="3790" y="44716"/>
                </a:lnTo>
                <a:lnTo>
                  <a:pt x="4383" y="44837"/>
                </a:lnTo>
                <a:lnTo>
                  <a:pt x="4684" y="44897"/>
                </a:lnTo>
                <a:lnTo>
                  <a:pt x="5006" y="44948"/>
                </a:lnTo>
                <a:lnTo>
                  <a:pt x="5327" y="44988"/>
                </a:lnTo>
                <a:lnTo>
                  <a:pt x="5659" y="45028"/>
                </a:lnTo>
                <a:lnTo>
                  <a:pt x="6001" y="45058"/>
                </a:lnTo>
                <a:lnTo>
                  <a:pt x="6342" y="45078"/>
                </a:lnTo>
                <a:lnTo>
                  <a:pt x="6704" y="45098"/>
                </a:lnTo>
                <a:lnTo>
                  <a:pt x="7066" y="45098"/>
                </a:lnTo>
                <a:lnTo>
                  <a:pt x="7448" y="45088"/>
                </a:lnTo>
                <a:lnTo>
                  <a:pt x="7840" y="45058"/>
                </a:lnTo>
                <a:lnTo>
                  <a:pt x="8232" y="45028"/>
                </a:lnTo>
                <a:lnTo>
                  <a:pt x="8634" y="44978"/>
                </a:lnTo>
                <a:lnTo>
                  <a:pt x="9046" y="44927"/>
                </a:lnTo>
                <a:lnTo>
                  <a:pt x="9458" y="44867"/>
                </a:lnTo>
                <a:lnTo>
                  <a:pt x="9870" y="44797"/>
                </a:lnTo>
                <a:lnTo>
                  <a:pt x="10282" y="44726"/>
                </a:lnTo>
                <a:lnTo>
                  <a:pt x="11097" y="44556"/>
                </a:lnTo>
                <a:lnTo>
                  <a:pt x="11901" y="44375"/>
                </a:lnTo>
                <a:lnTo>
                  <a:pt x="12664" y="44184"/>
                </a:lnTo>
                <a:lnTo>
                  <a:pt x="13388" y="43983"/>
                </a:lnTo>
                <a:lnTo>
                  <a:pt x="14062" y="43792"/>
                </a:lnTo>
                <a:lnTo>
                  <a:pt x="14665" y="43611"/>
                </a:lnTo>
                <a:lnTo>
                  <a:pt x="15177" y="43450"/>
                </a:lnTo>
                <a:lnTo>
                  <a:pt x="15921" y="43209"/>
                </a:lnTo>
                <a:lnTo>
                  <a:pt x="16192" y="43108"/>
                </a:lnTo>
                <a:lnTo>
                  <a:pt x="24947" y="43993"/>
                </a:lnTo>
                <a:lnTo>
                  <a:pt x="19700" y="45953"/>
                </a:lnTo>
                <a:lnTo>
                  <a:pt x="19801" y="45993"/>
                </a:lnTo>
                <a:lnTo>
                  <a:pt x="20082" y="46083"/>
                </a:lnTo>
                <a:lnTo>
                  <a:pt x="20303" y="46144"/>
                </a:lnTo>
                <a:lnTo>
                  <a:pt x="20554" y="46204"/>
                </a:lnTo>
                <a:lnTo>
                  <a:pt x="20846" y="46254"/>
                </a:lnTo>
                <a:lnTo>
                  <a:pt x="21177" y="46314"/>
                </a:lnTo>
                <a:lnTo>
                  <a:pt x="21539" y="46365"/>
                </a:lnTo>
                <a:lnTo>
                  <a:pt x="21941" y="46395"/>
                </a:lnTo>
                <a:lnTo>
                  <a:pt x="22374" y="46415"/>
                </a:lnTo>
                <a:lnTo>
                  <a:pt x="22836" y="46415"/>
                </a:lnTo>
                <a:lnTo>
                  <a:pt x="23328" y="46405"/>
                </a:lnTo>
                <a:lnTo>
                  <a:pt x="23580" y="46385"/>
                </a:lnTo>
                <a:lnTo>
                  <a:pt x="23841" y="46355"/>
                </a:lnTo>
                <a:lnTo>
                  <a:pt x="24112" y="46324"/>
                </a:lnTo>
                <a:lnTo>
                  <a:pt x="24384" y="46284"/>
                </a:lnTo>
                <a:lnTo>
                  <a:pt x="24665" y="46234"/>
                </a:lnTo>
                <a:lnTo>
                  <a:pt x="24947" y="46174"/>
                </a:lnTo>
                <a:lnTo>
                  <a:pt x="25228" y="46103"/>
                </a:lnTo>
                <a:lnTo>
                  <a:pt x="25499" y="46023"/>
                </a:lnTo>
                <a:lnTo>
                  <a:pt x="25761" y="45933"/>
                </a:lnTo>
                <a:lnTo>
                  <a:pt x="26012" y="45832"/>
                </a:lnTo>
                <a:lnTo>
                  <a:pt x="26243" y="45711"/>
                </a:lnTo>
                <a:lnTo>
                  <a:pt x="26474" y="45591"/>
                </a:lnTo>
                <a:lnTo>
                  <a:pt x="26685" y="45460"/>
                </a:lnTo>
                <a:lnTo>
                  <a:pt x="26896" y="45319"/>
                </a:lnTo>
                <a:lnTo>
                  <a:pt x="27087" y="45169"/>
                </a:lnTo>
                <a:lnTo>
                  <a:pt x="27268" y="45018"/>
                </a:lnTo>
                <a:lnTo>
                  <a:pt x="27449" y="44867"/>
                </a:lnTo>
                <a:lnTo>
                  <a:pt x="27610" y="44706"/>
                </a:lnTo>
                <a:lnTo>
                  <a:pt x="27771" y="44556"/>
                </a:lnTo>
                <a:lnTo>
                  <a:pt x="27912" y="44395"/>
                </a:lnTo>
                <a:lnTo>
                  <a:pt x="28052" y="44234"/>
                </a:lnTo>
                <a:lnTo>
                  <a:pt x="28173" y="44073"/>
                </a:lnTo>
                <a:lnTo>
                  <a:pt x="28404" y="43762"/>
                </a:lnTo>
                <a:lnTo>
                  <a:pt x="28605" y="43460"/>
                </a:lnTo>
                <a:lnTo>
                  <a:pt x="28756" y="43189"/>
                </a:lnTo>
                <a:lnTo>
                  <a:pt x="28886" y="42947"/>
                </a:lnTo>
                <a:lnTo>
                  <a:pt x="28987" y="42746"/>
                </a:lnTo>
                <a:lnTo>
                  <a:pt x="29057" y="42586"/>
                </a:lnTo>
                <a:lnTo>
                  <a:pt x="29108" y="42455"/>
                </a:lnTo>
                <a:lnTo>
                  <a:pt x="33269" y="45078"/>
                </a:lnTo>
                <a:lnTo>
                  <a:pt x="33319" y="45078"/>
                </a:lnTo>
                <a:lnTo>
                  <a:pt x="33580" y="45601"/>
                </a:lnTo>
                <a:lnTo>
                  <a:pt x="33841" y="46103"/>
                </a:lnTo>
                <a:lnTo>
                  <a:pt x="34113" y="46576"/>
                </a:lnTo>
                <a:lnTo>
                  <a:pt x="34384" y="47028"/>
                </a:lnTo>
                <a:lnTo>
                  <a:pt x="34656" y="47460"/>
                </a:lnTo>
                <a:lnTo>
                  <a:pt x="34917" y="47882"/>
                </a:lnTo>
                <a:lnTo>
                  <a:pt x="35440" y="48666"/>
                </a:lnTo>
                <a:lnTo>
                  <a:pt x="35912" y="49400"/>
                </a:lnTo>
                <a:lnTo>
                  <a:pt x="36133" y="49752"/>
                </a:lnTo>
                <a:lnTo>
                  <a:pt x="36344" y="50094"/>
                </a:lnTo>
                <a:lnTo>
                  <a:pt x="36535" y="50435"/>
                </a:lnTo>
                <a:lnTo>
                  <a:pt x="36706" y="50767"/>
                </a:lnTo>
                <a:lnTo>
                  <a:pt x="36857" y="51099"/>
                </a:lnTo>
                <a:lnTo>
                  <a:pt x="36987" y="51430"/>
                </a:lnTo>
                <a:lnTo>
                  <a:pt x="37038" y="51581"/>
                </a:lnTo>
                <a:lnTo>
                  <a:pt x="37078" y="51762"/>
                </a:lnTo>
                <a:lnTo>
                  <a:pt x="37128" y="51953"/>
                </a:lnTo>
                <a:lnTo>
                  <a:pt x="37168" y="52154"/>
                </a:lnTo>
                <a:lnTo>
                  <a:pt x="37229" y="52616"/>
                </a:lnTo>
                <a:lnTo>
                  <a:pt x="37289" y="53149"/>
                </a:lnTo>
                <a:lnTo>
                  <a:pt x="37329" y="53722"/>
                </a:lnTo>
                <a:lnTo>
                  <a:pt x="37359" y="54355"/>
                </a:lnTo>
                <a:lnTo>
                  <a:pt x="37369" y="55039"/>
                </a:lnTo>
                <a:lnTo>
                  <a:pt x="37379" y="55762"/>
                </a:lnTo>
                <a:lnTo>
                  <a:pt x="37269" y="55672"/>
                </a:lnTo>
                <a:lnTo>
                  <a:pt x="37098" y="55531"/>
                </a:lnTo>
                <a:lnTo>
                  <a:pt x="36857" y="55370"/>
                </a:lnTo>
                <a:lnTo>
                  <a:pt x="36716" y="55290"/>
                </a:lnTo>
                <a:lnTo>
                  <a:pt x="36565" y="55199"/>
                </a:lnTo>
                <a:lnTo>
                  <a:pt x="36394" y="55109"/>
                </a:lnTo>
                <a:lnTo>
                  <a:pt x="36213" y="55018"/>
                </a:lnTo>
                <a:lnTo>
                  <a:pt x="36012" y="54938"/>
                </a:lnTo>
                <a:lnTo>
                  <a:pt x="35801" y="54858"/>
                </a:lnTo>
                <a:lnTo>
                  <a:pt x="35570" y="54777"/>
                </a:lnTo>
                <a:lnTo>
                  <a:pt x="35339" y="54707"/>
                </a:lnTo>
                <a:lnTo>
                  <a:pt x="35078" y="54647"/>
                </a:lnTo>
                <a:lnTo>
                  <a:pt x="34816" y="54596"/>
                </a:lnTo>
                <a:lnTo>
                  <a:pt x="34535" y="54556"/>
                </a:lnTo>
                <a:lnTo>
                  <a:pt x="34244" y="54536"/>
                </a:lnTo>
                <a:lnTo>
                  <a:pt x="33932" y="54526"/>
                </a:lnTo>
                <a:lnTo>
                  <a:pt x="33620" y="54526"/>
                </a:lnTo>
                <a:lnTo>
                  <a:pt x="33289" y="54556"/>
                </a:lnTo>
                <a:lnTo>
                  <a:pt x="32947" y="54596"/>
                </a:lnTo>
                <a:lnTo>
                  <a:pt x="32585" y="54667"/>
                </a:lnTo>
                <a:lnTo>
                  <a:pt x="32223" y="54757"/>
                </a:lnTo>
                <a:lnTo>
                  <a:pt x="31841" y="54868"/>
                </a:lnTo>
                <a:lnTo>
                  <a:pt x="31449" y="55008"/>
                </a:lnTo>
                <a:lnTo>
                  <a:pt x="31057" y="55169"/>
                </a:lnTo>
                <a:lnTo>
                  <a:pt x="30645" y="55360"/>
                </a:lnTo>
                <a:lnTo>
                  <a:pt x="30223" y="55591"/>
                </a:lnTo>
                <a:lnTo>
                  <a:pt x="29791" y="55843"/>
                </a:lnTo>
                <a:lnTo>
                  <a:pt x="29339" y="56134"/>
                </a:lnTo>
                <a:lnTo>
                  <a:pt x="28886" y="56466"/>
                </a:lnTo>
                <a:lnTo>
                  <a:pt x="28414" y="56828"/>
                </a:lnTo>
                <a:lnTo>
                  <a:pt x="27992" y="57169"/>
                </a:lnTo>
                <a:lnTo>
                  <a:pt x="27600" y="57511"/>
                </a:lnTo>
                <a:lnTo>
                  <a:pt x="27248" y="57833"/>
                </a:lnTo>
                <a:lnTo>
                  <a:pt x="26937" y="58144"/>
                </a:lnTo>
                <a:lnTo>
                  <a:pt x="26645" y="58436"/>
                </a:lnTo>
                <a:lnTo>
                  <a:pt x="26394" y="58727"/>
                </a:lnTo>
                <a:lnTo>
                  <a:pt x="26163" y="58999"/>
                </a:lnTo>
                <a:lnTo>
                  <a:pt x="25962" y="59270"/>
                </a:lnTo>
                <a:lnTo>
                  <a:pt x="25771" y="59521"/>
                </a:lnTo>
                <a:lnTo>
                  <a:pt x="25610" y="59773"/>
                </a:lnTo>
                <a:lnTo>
                  <a:pt x="25459" y="60004"/>
                </a:lnTo>
                <a:lnTo>
                  <a:pt x="25198" y="60456"/>
                </a:lnTo>
                <a:lnTo>
                  <a:pt x="24977" y="60868"/>
                </a:lnTo>
                <a:lnTo>
                  <a:pt x="24766" y="61250"/>
                </a:lnTo>
                <a:lnTo>
                  <a:pt x="24655" y="61441"/>
                </a:lnTo>
                <a:lnTo>
                  <a:pt x="24544" y="61612"/>
                </a:lnTo>
                <a:lnTo>
                  <a:pt x="24424" y="61793"/>
                </a:lnTo>
                <a:lnTo>
                  <a:pt x="24293" y="61954"/>
                </a:lnTo>
                <a:lnTo>
                  <a:pt x="24153" y="62124"/>
                </a:lnTo>
                <a:lnTo>
                  <a:pt x="23992" y="62275"/>
                </a:lnTo>
                <a:lnTo>
                  <a:pt x="23821" y="62436"/>
                </a:lnTo>
                <a:lnTo>
                  <a:pt x="23630" y="62587"/>
                </a:lnTo>
                <a:lnTo>
                  <a:pt x="23409" y="62738"/>
                </a:lnTo>
                <a:lnTo>
                  <a:pt x="23168" y="62888"/>
                </a:lnTo>
                <a:lnTo>
                  <a:pt x="22896" y="63029"/>
                </a:lnTo>
                <a:lnTo>
                  <a:pt x="22595" y="63180"/>
                </a:lnTo>
                <a:lnTo>
                  <a:pt x="22253" y="63320"/>
                </a:lnTo>
                <a:lnTo>
                  <a:pt x="21881" y="63471"/>
                </a:lnTo>
                <a:lnTo>
                  <a:pt x="21127" y="63753"/>
                </a:lnTo>
                <a:lnTo>
                  <a:pt x="20424" y="64024"/>
                </a:lnTo>
                <a:lnTo>
                  <a:pt x="19780" y="64295"/>
                </a:lnTo>
                <a:lnTo>
                  <a:pt x="19177" y="64557"/>
                </a:lnTo>
                <a:lnTo>
                  <a:pt x="18625" y="64808"/>
                </a:lnTo>
                <a:lnTo>
                  <a:pt x="18122" y="65039"/>
                </a:lnTo>
                <a:lnTo>
                  <a:pt x="17670" y="65260"/>
                </a:lnTo>
                <a:lnTo>
                  <a:pt x="17258" y="65461"/>
                </a:lnTo>
                <a:lnTo>
                  <a:pt x="16604" y="65813"/>
                </a:lnTo>
                <a:lnTo>
                  <a:pt x="16132" y="66084"/>
                </a:lnTo>
                <a:lnTo>
                  <a:pt x="15851" y="66255"/>
                </a:lnTo>
                <a:lnTo>
                  <a:pt x="15760" y="66316"/>
                </a:lnTo>
                <a:lnTo>
                  <a:pt x="15760" y="66316"/>
                </a:lnTo>
                <a:lnTo>
                  <a:pt x="16011" y="66306"/>
                </a:lnTo>
                <a:lnTo>
                  <a:pt x="16685" y="66285"/>
                </a:lnTo>
                <a:lnTo>
                  <a:pt x="17147" y="66255"/>
                </a:lnTo>
                <a:lnTo>
                  <a:pt x="17690" y="66215"/>
                </a:lnTo>
                <a:lnTo>
                  <a:pt x="18273" y="66165"/>
                </a:lnTo>
                <a:lnTo>
                  <a:pt x="18906" y="66094"/>
                </a:lnTo>
                <a:lnTo>
                  <a:pt x="19559" y="66004"/>
                </a:lnTo>
                <a:lnTo>
                  <a:pt x="20233" y="65883"/>
                </a:lnTo>
                <a:lnTo>
                  <a:pt x="20574" y="65813"/>
                </a:lnTo>
                <a:lnTo>
                  <a:pt x="20906" y="65743"/>
                </a:lnTo>
                <a:lnTo>
                  <a:pt x="21248" y="65662"/>
                </a:lnTo>
                <a:lnTo>
                  <a:pt x="21569" y="65572"/>
                </a:lnTo>
                <a:lnTo>
                  <a:pt x="21901" y="65481"/>
                </a:lnTo>
                <a:lnTo>
                  <a:pt x="22213" y="65371"/>
                </a:lnTo>
                <a:lnTo>
                  <a:pt x="22524" y="65260"/>
                </a:lnTo>
                <a:lnTo>
                  <a:pt x="22816" y="65140"/>
                </a:lnTo>
                <a:lnTo>
                  <a:pt x="23097" y="65009"/>
                </a:lnTo>
                <a:lnTo>
                  <a:pt x="23369" y="64868"/>
                </a:lnTo>
                <a:lnTo>
                  <a:pt x="23620" y="64718"/>
                </a:lnTo>
                <a:lnTo>
                  <a:pt x="23851" y="64557"/>
                </a:lnTo>
                <a:lnTo>
                  <a:pt x="24313" y="64215"/>
                </a:lnTo>
                <a:lnTo>
                  <a:pt x="24776" y="63843"/>
                </a:lnTo>
                <a:lnTo>
                  <a:pt x="25238" y="63441"/>
                </a:lnTo>
                <a:lnTo>
                  <a:pt x="25690" y="63039"/>
                </a:lnTo>
                <a:lnTo>
                  <a:pt x="26143" y="62617"/>
                </a:lnTo>
                <a:lnTo>
                  <a:pt x="26575" y="62195"/>
                </a:lnTo>
                <a:lnTo>
                  <a:pt x="26987" y="61783"/>
                </a:lnTo>
                <a:lnTo>
                  <a:pt x="27389" y="61391"/>
                </a:lnTo>
                <a:lnTo>
                  <a:pt x="28082" y="60657"/>
                </a:lnTo>
                <a:lnTo>
                  <a:pt x="28625" y="60064"/>
                </a:lnTo>
                <a:lnTo>
                  <a:pt x="29108" y="59531"/>
                </a:lnTo>
                <a:lnTo>
                  <a:pt x="29158" y="59612"/>
                </a:lnTo>
                <a:lnTo>
                  <a:pt x="29218" y="59702"/>
                </a:lnTo>
                <a:lnTo>
                  <a:pt x="29288" y="59843"/>
                </a:lnTo>
                <a:lnTo>
                  <a:pt x="29369" y="60004"/>
                </a:lnTo>
                <a:lnTo>
                  <a:pt x="29439" y="60205"/>
                </a:lnTo>
                <a:lnTo>
                  <a:pt x="29510" y="60436"/>
                </a:lnTo>
                <a:lnTo>
                  <a:pt x="29570" y="60707"/>
                </a:lnTo>
                <a:lnTo>
                  <a:pt x="29600" y="60848"/>
                </a:lnTo>
                <a:lnTo>
                  <a:pt x="29610" y="60999"/>
                </a:lnTo>
                <a:lnTo>
                  <a:pt x="29630" y="61149"/>
                </a:lnTo>
                <a:lnTo>
                  <a:pt x="29630" y="61310"/>
                </a:lnTo>
                <a:lnTo>
                  <a:pt x="29630" y="61481"/>
                </a:lnTo>
                <a:lnTo>
                  <a:pt x="29620" y="61652"/>
                </a:lnTo>
                <a:lnTo>
                  <a:pt x="29600" y="61833"/>
                </a:lnTo>
                <a:lnTo>
                  <a:pt x="29570" y="62024"/>
                </a:lnTo>
                <a:lnTo>
                  <a:pt x="29530" y="62215"/>
                </a:lnTo>
                <a:lnTo>
                  <a:pt x="29479" y="62406"/>
                </a:lnTo>
                <a:lnTo>
                  <a:pt x="29419" y="62607"/>
                </a:lnTo>
                <a:lnTo>
                  <a:pt x="29339" y="62818"/>
                </a:lnTo>
                <a:lnTo>
                  <a:pt x="29248" y="63029"/>
                </a:lnTo>
                <a:lnTo>
                  <a:pt x="29148" y="63240"/>
                </a:lnTo>
                <a:lnTo>
                  <a:pt x="29027" y="63461"/>
                </a:lnTo>
                <a:lnTo>
                  <a:pt x="28886" y="63682"/>
                </a:lnTo>
                <a:lnTo>
                  <a:pt x="28746" y="63913"/>
                </a:lnTo>
                <a:lnTo>
                  <a:pt x="28585" y="64135"/>
                </a:lnTo>
                <a:lnTo>
                  <a:pt x="28424" y="64346"/>
                </a:lnTo>
                <a:lnTo>
                  <a:pt x="28253" y="64567"/>
                </a:lnTo>
                <a:lnTo>
                  <a:pt x="28072" y="64778"/>
                </a:lnTo>
                <a:lnTo>
                  <a:pt x="27891" y="64979"/>
                </a:lnTo>
                <a:lnTo>
                  <a:pt x="27530" y="65381"/>
                </a:lnTo>
                <a:lnTo>
                  <a:pt x="27148" y="65763"/>
                </a:lnTo>
                <a:lnTo>
                  <a:pt x="26766" y="66125"/>
                </a:lnTo>
                <a:lnTo>
                  <a:pt x="26384" y="66466"/>
                </a:lnTo>
                <a:lnTo>
                  <a:pt x="26012" y="66778"/>
                </a:lnTo>
                <a:lnTo>
                  <a:pt x="25670" y="67059"/>
                </a:lnTo>
                <a:lnTo>
                  <a:pt x="25339" y="67311"/>
                </a:lnTo>
                <a:lnTo>
                  <a:pt x="25047" y="67532"/>
                </a:lnTo>
                <a:lnTo>
                  <a:pt x="24796" y="67713"/>
                </a:lnTo>
                <a:lnTo>
                  <a:pt x="24424" y="67974"/>
                </a:lnTo>
                <a:lnTo>
                  <a:pt x="24293" y="68064"/>
                </a:lnTo>
                <a:lnTo>
                  <a:pt x="24293" y="68064"/>
                </a:lnTo>
                <a:lnTo>
                  <a:pt x="24424" y="68034"/>
                </a:lnTo>
                <a:lnTo>
                  <a:pt x="24796" y="67964"/>
                </a:lnTo>
                <a:lnTo>
                  <a:pt x="25057" y="67894"/>
                </a:lnTo>
                <a:lnTo>
                  <a:pt x="25359" y="67813"/>
                </a:lnTo>
                <a:lnTo>
                  <a:pt x="25690" y="67703"/>
                </a:lnTo>
                <a:lnTo>
                  <a:pt x="26042" y="67572"/>
                </a:lnTo>
                <a:lnTo>
                  <a:pt x="26424" y="67411"/>
                </a:lnTo>
                <a:lnTo>
                  <a:pt x="26816" y="67230"/>
                </a:lnTo>
                <a:lnTo>
                  <a:pt x="27017" y="67130"/>
                </a:lnTo>
                <a:lnTo>
                  <a:pt x="27218" y="67019"/>
                </a:lnTo>
                <a:lnTo>
                  <a:pt x="27419" y="66899"/>
                </a:lnTo>
                <a:lnTo>
                  <a:pt x="27620" y="66768"/>
                </a:lnTo>
                <a:lnTo>
                  <a:pt x="27821" y="66637"/>
                </a:lnTo>
                <a:lnTo>
                  <a:pt x="28012" y="66486"/>
                </a:lnTo>
                <a:lnTo>
                  <a:pt x="28203" y="66336"/>
                </a:lnTo>
                <a:lnTo>
                  <a:pt x="28394" y="66175"/>
                </a:lnTo>
                <a:lnTo>
                  <a:pt x="28585" y="66004"/>
                </a:lnTo>
                <a:lnTo>
                  <a:pt x="28766" y="65823"/>
                </a:lnTo>
                <a:lnTo>
                  <a:pt x="28937" y="65632"/>
                </a:lnTo>
                <a:lnTo>
                  <a:pt x="29108" y="65431"/>
                </a:lnTo>
                <a:lnTo>
                  <a:pt x="29268" y="65230"/>
                </a:lnTo>
                <a:lnTo>
                  <a:pt x="29409" y="65019"/>
                </a:lnTo>
                <a:lnTo>
                  <a:pt x="29550" y="64798"/>
                </a:lnTo>
                <a:lnTo>
                  <a:pt x="29680" y="64577"/>
                </a:lnTo>
                <a:lnTo>
                  <a:pt x="29801" y="64356"/>
                </a:lnTo>
                <a:lnTo>
                  <a:pt x="29912" y="64125"/>
                </a:lnTo>
                <a:lnTo>
                  <a:pt x="30012" y="63903"/>
                </a:lnTo>
                <a:lnTo>
                  <a:pt x="30103" y="63672"/>
                </a:lnTo>
                <a:lnTo>
                  <a:pt x="30193" y="63431"/>
                </a:lnTo>
                <a:lnTo>
                  <a:pt x="30273" y="63200"/>
                </a:lnTo>
                <a:lnTo>
                  <a:pt x="30424" y="62727"/>
                </a:lnTo>
                <a:lnTo>
                  <a:pt x="30545" y="62265"/>
                </a:lnTo>
                <a:lnTo>
                  <a:pt x="30665" y="61793"/>
                </a:lnTo>
                <a:lnTo>
                  <a:pt x="30887" y="60898"/>
                </a:lnTo>
                <a:lnTo>
                  <a:pt x="30997" y="60466"/>
                </a:lnTo>
                <a:lnTo>
                  <a:pt x="31108" y="60054"/>
                </a:lnTo>
                <a:lnTo>
                  <a:pt x="31238" y="59662"/>
                </a:lnTo>
                <a:lnTo>
                  <a:pt x="31309" y="59471"/>
                </a:lnTo>
                <a:lnTo>
                  <a:pt x="31379" y="59290"/>
                </a:lnTo>
                <a:lnTo>
                  <a:pt x="31459" y="59119"/>
                </a:lnTo>
                <a:lnTo>
                  <a:pt x="31540" y="58958"/>
                </a:lnTo>
                <a:lnTo>
                  <a:pt x="31640" y="58798"/>
                </a:lnTo>
                <a:lnTo>
                  <a:pt x="31731" y="58647"/>
                </a:lnTo>
                <a:lnTo>
                  <a:pt x="31932" y="58365"/>
                </a:lnTo>
                <a:lnTo>
                  <a:pt x="32113" y="58084"/>
                </a:lnTo>
                <a:lnTo>
                  <a:pt x="32424" y="57541"/>
                </a:lnTo>
                <a:lnTo>
                  <a:pt x="32575" y="57280"/>
                </a:lnTo>
                <a:lnTo>
                  <a:pt x="32726" y="57039"/>
                </a:lnTo>
                <a:lnTo>
                  <a:pt x="32867" y="56828"/>
                </a:lnTo>
                <a:lnTo>
                  <a:pt x="33017" y="56627"/>
                </a:lnTo>
                <a:lnTo>
                  <a:pt x="33098" y="56536"/>
                </a:lnTo>
                <a:lnTo>
                  <a:pt x="33178" y="56456"/>
                </a:lnTo>
                <a:lnTo>
                  <a:pt x="33259" y="56385"/>
                </a:lnTo>
                <a:lnTo>
                  <a:pt x="33349" y="56315"/>
                </a:lnTo>
                <a:lnTo>
                  <a:pt x="33439" y="56255"/>
                </a:lnTo>
                <a:lnTo>
                  <a:pt x="33530" y="56204"/>
                </a:lnTo>
                <a:lnTo>
                  <a:pt x="33630" y="56164"/>
                </a:lnTo>
                <a:lnTo>
                  <a:pt x="33731" y="56124"/>
                </a:lnTo>
                <a:lnTo>
                  <a:pt x="33841" y="56104"/>
                </a:lnTo>
                <a:lnTo>
                  <a:pt x="33962" y="56094"/>
                </a:lnTo>
                <a:lnTo>
                  <a:pt x="34083" y="56084"/>
                </a:lnTo>
                <a:lnTo>
                  <a:pt x="34213" y="56094"/>
                </a:lnTo>
                <a:lnTo>
                  <a:pt x="34344" y="56114"/>
                </a:lnTo>
                <a:lnTo>
                  <a:pt x="34485" y="56144"/>
                </a:lnTo>
                <a:lnTo>
                  <a:pt x="34636" y="56184"/>
                </a:lnTo>
                <a:lnTo>
                  <a:pt x="34796" y="56245"/>
                </a:lnTo>
                <a:lnTo>
                  <a:pt x="35198" y="56405"/>
                </a:lnTo>
                <a:lnTo>
                  <a:pt x="35590" y="56566"/>
                </a:lnTo>
                <a:lnTo>
                  <a:pt x="35952" y="56727"/>
                </a:lnTo>
                <a:lnTo>
                  <a:pt x="36284" y="56888"/>
                </a:lnTo>
                <a:lnTo>
                  <a:pt x="36605" y="57049"/>
                </a:lnTo>
                <a:lnTo>
                  <a:pt x="36887" y="57200"/>
                </a:lnTo>
                <a:lnTo>
                  <a:pt x="37359" y="57471"/>
                </a:lnTo>
                <a:lnTo>
                  <a:pt x="37309" y="58938"/>
                </a:lnTo>
                <a:lnTo>
                  <a:pt x="37249" y="60476"/>
                </a:lnTo>
                <a:lnTo>
                  <a:pt x="37158" y="62064"/>
                </a:lnTo>
                <a:lnTo>
                  <a:pt x="37058" y="63672"/>
                </a:lnTo>
                <a:lnTo>
                  <a:pt x="36937" y="65280"/>
                </a:lnTo>
                <a:lnTo>
                  <a:pt x="36817" y="66868"/>
                </a:lnTo>
                <a:lnTo>
                  <a:pt x="36686" y="68416"/>
                </a:lnTo>
                <a:lnTo>
                  <a:pt x="36565" y="69894"/>
                </a:lnTo>
                <a:lnTo>
                  <a:pt x="36314" y="72557"/>
                </a:lnTo>
                <a:lnTo>
                  <a:pt x="36093" y="74678"/>
                </a:lnTo>
                <a:lnTo>
                  <a:pt x="35892" y="76598"/>
                </a:lnTo>
                <a:lnTo>
                  <a:pt x="36103" y="76145"/>
                </a:lnTo>
                <a:lnTo>
                  <a:pt x="36344" y="75613"/>
                </a:lnTo>
                <a:lnTo>
                  <a:pt x="36636" y="74929"/>
                </a:lnTo>
                <a:lnTo>
                  <a:pt x="36786" y="74537"/>
                </a:lnTo>
                <a:lnTo>
                  <a:pt x="36947" y="74105"/>
                </a:lnTo>
                <a:lnTo>
                  <a:pt x="37118" y="73653"/>
                </a:lnTo>
                <a:lnTo>
                  <a:pt x="37279" y="73180"/>
                </a:lnTo>
                <a:lnTo>
                  <a:pt x="37440" y="72688"/>
                </a:lnTo>
                <a:lnTo>
                  <a:pt x="37590" y="72175"/>
                </a:lnTo>
                <a:lnTo>
                  <a:pt x="37731" y="71653"/>
                </a:lnTo>
                <a:lnTo>
                  <a:pt x="37862" y="71130"/>
                </a:lnTo>
                <a:lnTo>
                  <a:pt x="37932" y="70768"/>
                </a:lnTo>
                <a:lnTo>
                  <a:pt x="38013" y="70346"/>
                </a:lnTo>
                <a:lnTo>
                  <a:pt x="38083" y="69843"/>
                </a:lnTo>
                <a:lnTo>
                  <a:pt x="38153" y="69281"/>
                </a:lnTo>
                <a:lnTo>
                  <a:pt x="38224" y="68668"/>
                </a:lnTo>
                <a:lnTo>
                  <a:pt x="38294" y="67994"/>
                </a:lnTo>
                <a:lnTo>
                  <a:pt x="38425" y="66527"/>
                </a:lnTo>
                <a:lnTo>
                  <a:pt x="38545" y="64898"/>
                </a:lnTo>
                <a:lnTo>
                  <a:pt x="38656" y="63180"/>
                </a:lnTo>
                <a:lnTo>
                  <a:pt x="38766" y="61401"/>
                </a:lnTo>
                <a:lnTo>
                  <a:pt x="38847" y="59612"/>
                </a:lnTo>
                <a:lnTo>
                  <a:pt x="39309" y="59501"/>
                </a:lnTo>
                <a:lnTo>
                  <a:pt x="39792" y="59411"/>
                </a:lnTo>
                <a:lnTo>
                  <a:pt x="40043" y="59370"/>
                </a:lnTo>
                <a:lnTo>
                  <a:pt x="40284" y="59340"/>
                </a:lnTo>
                <a:lnTo>
                  <a:pt x="40535" y="59320"/>
                </a:lnTo>
                <a:lnTo>
                  <a:pt x="40777" y="59310"/>
                </a:lnTo>
                <a:lnTo>
                  <a:pt x="41008" y="59310"/>
                </a:lnTo>
                <a:lnTo>
                  <a:pt x="41229" y="59320"/>
                </a:lnTo>
                <a:lnTo>
                  <a:pt x="41440" y="59350"/>
                </a:lnTo>
                <a:lnTo>
                  <a:pt x="41641" y="59391"/>
                </a:lnTo>
                <a:lnTo>
                  <a:pt x="41822" y="59451"/>
                </a:lnTo>
                <a:lnTo>
                  <a:pt x="41902" y="59491"/>
                </a:lnTo>
                <a:lnTo>
                  <a:pt x="41983" y="59531"/>
                </a:lnTo>
                <a:lnTo>
                  <a:pt x="42053" y="59572"/>
                </a:lnTo>
                <a:lnTo>
                  <a:pt x="42123" y="59632"/>
                </a:lnTo>
                <a:lnTo>
                  <a:pt x="42184" y="59682"/>
                </a:lnTo>
                <a:lnTo>
                  <a:pt x="42244" y="59742"/>
                </a:lnTo>
                <a:lnTo>
                  <a:pt x="42626" y="60235"/>
                </a:lnTo>
                <a:lnTo>
                  <a:pt x="43118" y="60868"/>
                </a:lnTo>
                <a:lnTo>
                  <a:pt x="43400" y="61210"/>
                </a:lnTo>
                <a:lnTo>
                  <a:pt x="43701" y="61562"/>
                </a:lnTo>
                <a:lnTo>
                  <a:pt x="44013" y="61923"/>
                </a:lnTo>
                <a:lnTo>
                  <a:pt x="44345" y="62285"/>
                </a:lnTo>
                <a:lnTo>
                  <a:pt x="44686" y="62647"/>
                </a:lnTo>
                <a:lnTo>
                  <a:pt x="45048" y="62979"/>
                </a:lnTo>
                <a:lnTo>
                  <a:pt x="45410" y="63300"/>
                </a:lnTo>
                <a:lnTo>
                  <a:pt x="45591" y="63451"/>
                </a:lnTo>
                <a:lnTo>
                  <a:pt x="45782" y="63592"/>
                </a:lnTo>
                <a:lnTo>
                  <a:pt x="45963" y="63722"/>
                </a:lnTo>
                <a:lnTo>
                  <a:pt x="46154" y="63853"/>
                </a:lnTo>
                <a:lnTo>
                  <a:pt x="46335" y="63964"/>
                </a:lnTo>
                <a:lnTo>
                  <a:pt x="46526" y="64064"/>
                </a:lnTo>
                <a:lnTo>
                  <a:pt x="46717" y="64155"/>
                </a:lnTo>
                <a:lnTo>
                  <a:pt x="46897" y="64225"/>
                </a:lnTo>
                <a:lnTo>
                  <a:pt x="47088" y="64295"/>
                </a:lnTo>
                <a:lnTo>
                  <a:pt x="47269" y="64346"/>
                </a:lnTo>
                <a:lnTo>
                  <a:pt x="47450" y="64366"/>
                </a:lnTo>
                <a:lnTo>
                  <a:pt x="47631" y="64376"/>
                </a:lnTo>
                <a:lnTo>
                  <a:pt x="47802" y="64366"/>
                </a:lnTo>
                <a:lnTo>
                  <a:pt x="47973" y="64326"/>
                </a:lnTo>
                <a:lnTo>
                  <a:pt x="48134" y="64275"/>
                </a:lnTo>
                <a:lnTo>
                  <a:pt x="48284" y="64205"/>
                </a:lnTo>
                <a:lnTo>
                  <a:pt x="48435" y="64114"/>
                </a:lnTo>
                <a:lnTo>
                  <a:pt x="48586" y="64014"/>
                </a:lnTo>
                <a:lnTo>
                  <a:pt x="48727" y="63903"/>
                </a:lnTo>
                <a:lnTo>
                  <a:pt x="48857" y="63773"/>
                </a:lnTo>
                <a:lnTo>
                  <a:pt x="48988" y="63642"/>
                </a:lnTo>
                <a:lnTo>
                  <a:pt x="49109" y="63491"/>
                </a:lnTo>
                <a:lnTo>
                  <a:pt x="49229" y="63341"/>
                </a:lnTo>
                <a:lnTo>
                  <a:pt x="49340" y="63190"/>
                </a:lnTo>
                <a:lnTo>
                  <a:pt x="49440" y="63029"/>
                </a:lnTo>
                <a:lnTo>
                  <a:pt x="49541" y="62868"/>
                </a:lnTo>
                <a:lnTo>
                  <a:pt x="49732" y="62536"/>
                </a:lnTo>
                <a:lnTo>
                  <a:pt x="49883" y="62215"/>
                </a:lnTo>
                <a:lnTo>
                  <a:pt x="50023" y="61913"/>
                </a:lnTo>
                <a:lnTo>
                  <a:pt x="50134" y="61632"/>
                </a:lnTo>
                <a:lnTo>
                  <a:pt x="50224" y="61401"/>
                </a:lnTo>
                <a:lnTo>
                  <a:pt x="50285" y="61220"/>
                </a:lnTo>
                <a:lnTo>
                  <a:pt x="50335" y="61059"/>
                </a:lnTo>
                <a:lnTo>
                  <a:pt x="50335" y="61059"/>
                </a:lnTo>
                <a:lnTo>
                  <a:pt x="50254" y="61119"/>
                </a:lnTo>
                <a:lnTo>
                  <a:pt x="50033" y="61290"/>
                </a:lnTo>
                <a:lnTo>
                  <a:pt x="49862" y="61411"/>
                </a:lnTo>
                <a:lnTo>
                  <a:pt x="49672" y="61531"/>
                </a:lnTo>
                <a:lnTo>
                  <a:pt x="49440" y="61662"/>
                </a:lnTo>
                <a:lnTo>
                  <a:pt x="49189" y="61793"/>
                </a:lnTo>
                <a:lnTo>
                  <a:pt x="48908" y="61933"/>
                </a:lnTo>
                <a:lnTo>
                  <a:pt x="48606" y="62054"/>
                </a:lnTo>
                <a:lnTo>
                  <a:pt x="48284" y="62165"/>
                </a:lnTo>
                <a:lnTo>
                  <a:pt x="48114" y="62215"/>
                </a:lnTo>
                <a:lnTo>
                  <a:pt x="47933" y="62255"/>
                </a:lnTo>
                <a:lnTo>
                  <a:pt x="47762" y="62295"/>
                </a:lnTo>
                <a:lnTo>
                  <a:pt x="47571" y="62335"/>
                </a:lnTo>
                <a:lnTo>
                  <a:pt x="47390" y="62356"/>
                </a:lnTo>
                <a:lnTo>
                  <a:pt x="47199" y="62376"/>
                </a:lnTo>
                <a:lnTo>
                  <a:pt x="46998" y="62386"/>
                </a:lnTo>
                <a:lnTo>
                  <a:pt x="46807" y="62396"/>
                </a:lnTo>
                <a:lnTo>
                  <a:pt x="46606" y="62386"/>
                </a:lnTo>
                <a:lnTo>
                  <a:pt x="46395" y="62376"/>
                </a:lnTo>
                <a:lnTo>
                  <a:pt x="46204" y="62346"/>
                </a:lnTo>
                <a:lnTo>
                  <a:pt x="46013" y="62295"/>
                </a:lnTo>
                <a:lnTo>
                  <a:pt x="45842" y="62225"/>
                </a:lnTo>
                <a:lnTo>
                  <a:pt x="45691" y="62134"/>
                </a:lnTo>
                <a:lnTo>
                  <a:pt x="45541" y="62034"/>
                </a:lnTo>
                <a:lnTo>
                  <a:pt x="45410" y="61923"/>
                </a:lnTo>
                <a:lnTo>
                  <a:pt x="45279" y="61793"/>
                </a:lnTo>
                <a:lnTo>
                  <a:pt x="45159" y="61642"/>
                </a:lnTo>
                <a:lnTo>
                  <a:pt x="45048" y="61491"/>
                </a:lnTo>
                <a:lnTo>
                  <a:pt x="44948" y="61330"/>
                </a:lnTo>
                <a:lnTo>
                  <a:pt x="44847" y="61149"/>
                </a:lnTo>
                <a:lnTo>
                  <a:pt x="44757" y="60969"/>
                </a:lnTo>
                <a:lnTo>
                  <a:pt x="44576" y="60587"/>
                </a:lnTo>
                <a:lnTo>
                  <a:pt x="44405" y="60185"/>
                </a:lnTo>
                <a:lnTo>
                  <a:pt x="44224" y="59773"/>
                </a:lnTo>
                <a:lnTo>
                  <a:pt x="44033" y="59350"/>
                </a:lnTo>
                <a:lnTo>
                  <a:pt x="43932" y="59149"/>
                </a:lnTo>
                <a:lnTo>
                  <a:pt x="43832" y="58948"/>
                </a:lnTo>
                <a:lnTo>
                  <a:pt x="43721" y="58747"/>
                </a:lnTo>
                <a:lnTo>
                  <a:pt x="43601" y="58556"/>
                </a:lnTo>
                <a:lnTo>
                  <a:pt x="43470" y="58365"/>
                </a:lnTo>
                <a:lnTo>
                  <a:pt x="43329" y="58195"/>
                </a:lnTo>
                <a:lnTo>
                  <a:pt x="43179" y="58024"/>
                </a:lnTo>
                <a:lnTo>
                  <a:pt x="43018" y="57863"/>
                </a:lnTo>
                <a:lnTo>
                  <a:pt x="42847" y="57712"/>
                </a:lnTo>
                <a:lnTo>
                  <a:pt x="42656" y="57571"/>
                </a:lnTo>
                <a:lnTo>
                  <a:pt x="42455" y="57451"/>
                </a:lnTo>
                <a:lnTo>
                  <a:pt x="42244" y="57340"/>
                </a:lnTo>
                <a:lnTo>
                  <a:pt x="42123" y="57290"/>
                </a:lnTo>
                <a:lnTo>
                  <a:pt x="42003" y="57250"/>
                </a:lnTo>
                <a:lnTo>
                  <a:pt x="41882" y="57210"/>
                </a:lnTo>
                <a:lnTo>
                  <a:pt x="41762" y="57179"/>
                </a:lnTo>
                <a:lnTo>
                  <a:pt x="41651" y="57159"/>
                </a:lnTo>
                <a:lnTo>
                  <a:pt x="41530" y="57149"/>
                </a:lnTo>
                <a:lnTo>
                  <a:pt x="41420" y="57139"/>
                </a:lnTo>
                <a:lnTo>
                  <a:pt x="41299" y="57139"/>
                </a:lnTo>
                <a:lnTo>
                  <a:pt x="41078" y="57149"/>
                </a:lnTo>
                <a:lnTo>
                  <a:pt x="40847" y="57189"/>
                </a:lnTo>
                <a:lnTo>
                  <a:pt x="40626" y="57250"/>
                </a:lnTo>
                <a:lnTo>
                  <a:pt x="40415" y="57320"/>
                </a:lnTo>
                <a:lnTo>
                  <a:pt x="40204" y="57411"/>
                </a:lnTo>
                <a:lnTo>
                  <a:pt x="39993" y="57521"/>
                </a:lnTo>
                <a:lnTo>
                  <a:pt x="39802" y="57642"/>
                </a:lnTo>
                <a:lnTo>
                  <a:pt x="39601" y="57772"/>
                </a:lnTo>
                <a:lnTo>
                  <a:pt x="39420" y="57913"/>
                </a:lnTo>
                <a:lnTo>
                  <a:pt x="39239" y="58064"/>
                </a:lnTo>
                <a:lnTo>
                  <a:pt x="39058" y="58215"/>
                </a:lnTo>
                <a:lnTo>
                  <a:pt x="38897" y="58375"/>
                </a:lnTo>
                <a:lnTo>
                  <a:pt x="38937" y="57340"/>
                </a:lnTo>
                <a:lnTo>
                  <a:pt x="38957" y="56325"/>
                </a:lnTo>
                <a:lnTo>
                  <a:pt x="38977" y="55350"/>
                </a:lnTo>
                <a:lnTo>
                  <a:pt x="38998" y="54436"/>
                </a:lnTo>
                <a:lnTo>
                  <a:pt x="38998" y="53571"/>
                </a:lnTo>
                <a:lnTo>
                  <a:pt x="38998" y="52777"/>
                </a:lnTo>
                <a:lnTo>
                  <a:pt x="38977" y="52064"/>
                </a:lnTo>
                <a:lnTo>
                  <a:pt x="38957" y="51430"/>
                </a:lnTo>
                <a:lnTo>
                  <a:pt x="38937" y="51109"/>
                </a:lnTo>
                <a:lnTo>
                  <a:pt x="38897" y="50777"/>
                </a:lnTo>
                <a:lnTo>
                  <a:pt x="38847" y="50425"/>
                </a:lnTo>
                <a:lnTo>
                  <a:pt x="38786" y="50053"/>
                </a:lnTo>
                <a:lnTo>
                  <a:pt x="38706" y="49681"/>
                </a:lnTo>
                <a:lnTo>
                  <a:pt x="38626" y="49289"/>
                </a:lnTo>
                <a:lnTo>
                  <a:pt x="38525" y="48877"/>
                </a:lnTo>
                <a:lnTo>
                  <a:pt x="38415" y="48465"/>
                </a:lnTo>
                <a:lnTo>
                  <a:pt x="38173" y="47601"/>
                </a:lnTo>
                <a:lnTo>
                  <a:pt x="37902" y="46696"/>
                </a:lnTo>
                <a:lnTo>
                  <a:pt x="37611" y="45762"/>
                </a:lnTo>
                <a:lnTo>
                  <a:pt x="37289" y="44797"/>
                </a:lnTo>
                <a:lnTo>
                  <a:pt x="41802" y="45742"/>
                </a:lnTo>
                <a:lnTo>
                  <a:pt x="52747" y="48144"/>
                </a:lnTo>
                <a:lnTo>
                  <a:pt x="45521" y="45299"/>
                </a:lnTo>
                <a:lnTo>
                  <a:pt x="45681" y="45319"/>
                </a:lnTo>
                <a:lnTo>
                  <a:pt x="46114" y="45360"/>
                </a:lnTo>
                <a:lnTo>
                  <a:pt x="46787" y="45410"/>
                </a:lnTo>
                <a:lnTo>
                  <a:pt x="47199" y="45420"/>
                </a:lnTo>
                <a:lnTo>
                  <a:pt x="47651" y="45440"/>
                </a:lnTo>
                <a:lnTo>
                  <a:pt x="48666" y="45440"/>
                </a:lnTo>
                <a:lnTo>
                  <a:pt x="49209" y="45420"/>
                </a:lnTo>
                <a:lnTo>
                  <a:pt x="49772" y="45390"/>
                </a:lnTo>
                <a:lnTo>
                  <a:pt x="50345" y="45350"/>
                </a:lnTo>
                <a:lnTo>
                  <a:pt x="50928" y="45279"/>
                </a:lnTo>
                <a:lnTo>
                  <a:pt x="51511" y="45189"/>
                </a:lnTo>
                <a:lnTo>
                  <a:pt x="51802" y="45138"/>
                </a:lnTo>
                <a:lnTo>
                  <a:pt x="52084" y="45078"/>
                </a:lnTo>
                <a:lnTo>
                  <a:pt x="52385" y="45008"/>
                </a:lnTo>
                <a:lnTo>
                  <a:pt x="52687" y="44917"/>
                </a:lnTo>
                <a:lnTo>
                  <a:pt x="52998" y="44797"/>
                </a:lnTo>
                <a:lnTo>
                  <a:pt x="53330" y="44666"/>
                </a:lnTo>
                <a:lnTo>
                  <a:pt x="53652" y="44515"/>
                </a:lnTo>
                <a:lnTo>
                  <a:pt x="53993" y="44355"/>
                </a:lnTo>
                <a:lnTo>
                  <a:pt x="54335" y="44174"/>
                </a:lnTo>
                <a:lnTo>
                  <a:pt x="54677" y="43983"/>
                </a:lnTo>
                <a:lnTo>
                  <a:pt x="55029" y="43782"/>
                </a:lnTo>
                <a:lnTo>
                  <a:pt x="55370" y="43571"/>
                </a:lnTo>
                <a:lnTo>
                  <a:pt x="55722" y="43359"/>
                </a:lnTo>
                <a:lnTo>
                  <a:pt x="56064" y="43128"/>
                </a:lnTo>
                <a:lnTo>
                  <a:pt x="56747" y="42676"/>
                </a:lnTo>
                <a:lnTo>
                  <a:pt x="57391" y="42214"/>
                </a:lnTo>
                <a:lnTo>
                  <a:pt x="58014" y="41751"/>
                </a:lnTo>
                <a:lnTo>
                  <a:pt x="58577" y="41319"/>
                </a:lnTo>
                <a:lnTo>
                  <a:pt x="59089" y="40917"/>
                </a:lnTo>
                <a:lnTo>
                  <a:pt x="59531" y="40555"/>
                </a:lnTo>
                <a:lnTo>
                  <a:pt x="60175" y="40033"/>
                </a:lnTo>
                <a:lnTo>
                  <a:pt x="60406" y="39832"/>
                </a:lnTo>
                <a:lnTo>
                  <a:pt x="60406" y="39832"/>
                </a:lnTo>
                <a:lnTo>
                  <a:pt x="51873" y="42897"/>
                </a:lnTo>
                <a:lnTo>
                  <a:pt x="53621" y="38083"/>
                </a:lnTo>
                <a:lnTo>
                  <a:pt x="50777" y="41359"/>
                </a:lnTo>
                <a:lnTo>
                  <a:pt x="50506" y="41661"/>
                </a:lnTo>
                <a:lnTo>
                  <a:pt x="50244" y="41922"/>
                </a:lnTo>
                <a:lnTo>
                  <a:pt x="49973" y="42173"/>
                </a:lnTo>
                <a:lnTo>
                  <a:pt x="49712" y="42395"/>
                </a:lnTo>
                <a:lnTo>
                  <a:pt x="49450" y="42606"/>
                </a:lnTo>
                <a:lnTo>
                  <a:pt x="49189" y="42787"/>
                </a:lnTo>
                <a:lnTo>
                  <a:pt x="48938" y="42947"/>
                </a:lnTo>
                <a:lnTo>
                  <a:pt x="48687" y="43088"/>
                </a:lnTo>
                <a:lnTo>
                  <a:pt x="48435" y="43219"/>
                </a:lnTo>
                <a:lnTo>
                  <a:pt x="48194" y="43319"/>
                </a:lnTo>
                <a:lnTo>
                  <a:pt x="47953" y="43420"/>
                </a:lnTo>
                <a:lnTo>
                  <a:pt x="47722" y="43500"/>
                </a:lnTo>
                <a:lnTo>
                  <a:pt x="47501" y="43561"/>
                </a:lnTo>
                <a:lnTo>
                  <a:pt x="47279" y="43611"/>
                </a:lnTo>
                <a:lnTo>
                  <a:pt x="47068" y="43661"/>
                </a:lnTo>
                <a:lnTo>
                  <a:pt x="46867" y="43691"/>
                </a:lnTo>
                <a:lnTo>
                  <a:pt x="46666" y="43711"/>
                </a:lnTo>
                <a:lnTo>
                  <a:pt x="46475" y="43721"/>
                </a:lnTo>
                <a:lnTo>
                  <a:pt x="46134" y="43721"/>
                </a:lnTo>
                <a:lnTo>
                  <a:pt x="45832" y="43701"/>
                </a:lnTo>
                <a:lnTo>
                  <a:pt x="45571" y="43671"/>
                </a:lnTo>
                <a:lnTo>
                  <a:pt x="45370" y="43631"/>
                </a:lnTo>
                <a:lnTo>
                  <a:pt x="45209" y="43591"/>
                </a:lnTo>
                <a:lnTo>
                  <a:pt x="45088" y="43550"/>
                </a:lnTo>
                <a:lnTo>
                  <a:pt x="46616" y="39168"/>
                </a:lnTo>
                <a:lnTo>
                  <a:pt x="46616" y="39168"/>
                </a:lnTo>
                <a:lnTo>
                  <a:pt x="46274" y="39470"/>
                </a:lnTo>
                <a:lnTo>
                  <a:pt x="45862" y="39822"/>
                </a:lnTo>
                <a:lnTo>
                  <a:pt x="45330" y="40264"/>
                </a:lnTo>
                <a:lnTo>
                  <a:pt x="44686" y="40797"/>
                </a:lnTo>
                <a:lnTo>
                  <a:pt x="43943" y="41390"/>
                </a:lnTo>
                <a:lnTo>
                  <a:pt x="43118" y="42023"/>
                </a:lnTo>
                <a:lnTo>
                  <a:pt x="42244" y="42676"/>
                </a:lnTo>
                <a:lnTo>
                  <a:pt x="42013" y="42827"/>
                </a:lnTo>
                <a:lnTo>
                  <a:pt x="41792" y="42957"/>
                </a:lnTo>
                <a:lnTo>
                  <a:pt x="41571" y="43068"/>
                </a:lnTo>
                <a:lnTo>
                  <a:pt x="41349" y="43158"/>
                </a:lnTo>
                <a:lnTo>
                  <a:pt x="41138" y="43229"/>
                </a:lnTo>
                <a:lnTo>
                  <a:pt x="40917" y="43289"/>
                </a:lnTo>
                <a:lnTo>
                  <a:pt x="40716" y="43319"/>
                </a:lnTo>
                <a:lnTo>
                  <a:pt x="40505" y="43349"/>
                </a:lnTo>
                <a:lnTo>
                  <a:pt x="40103" y="43349"/>
                </a:lnTo>
                <a:lnTo>
                  <a:pt x="39912" y="43329"/>
                </a:lnTo>
                <a:lnTo>
                  <a:pt x="39731" y="43309"/>
                </a:lnTo>
                <a:lnTo>
                  <a:pt x="39550" y="43269"/>
                </a:lnTo>
                <a:lnTo>
                  <a:pt x="39369" y="43219"/>
                </a:lnTo>
                <a:lnTo>
                  <a:pt x="39199" y="43169"/>
                </a:lnTo>
                <a:lnTo>
                  <a:pt x="39038" y="43108"/>
                </a:lnTo>
                <a:lnTo>
                  <a:pt x="38887" y="43048"/>
                </a:lnTo>
                <a:lnTo>
                  <a:pt x="38736" y="42978"/>
                </a:lnTo>
                <a:lnTo>
                  <a:pt x="38465" y="42837"/>
                </a:lnTo>
                <a:lnTo>
                  <a:pt x="38224" y="42696"/>
                </a:lnTo>
                <a:lnTo>
                  <a:pt x="38023" y="42555"/>
                </a:lnTo>
                <a:lnTo>
                  <a:pt x="37862" y="42425"/>
                </a:lnTo>
                <a:lnTo>
                  <a:pt x="37741" y="42324"/>
                </a:lnTo>
                <a:lnTo>
                  <a:pt x="37641" y="42234"/>
                </a:lnTo>
                <a:lnTo>
                  <a:pt x="39832" y="39611"/>
                </a:lnTo>
                <a:lnTo>
                  <a:pt x="39832" y="39540"/>
                </a:lnTo>
                <a:lnTo>
                  <a:pt x="39812" y="39349"/>
                </a:lnTo>
                <a:lnTo>
                  <a:pt x="39792" y="39208"/>
                </a:lnTo>
                <a:lnTo>
                  <a:pt x="39761" y="39048"/>
                </a:lnTo>
                <a:lnTo>
                  <a:pt x="39721" y="38857"/>
                </a:lnTo>
                <a:lnTo>
                  <a:pt x="39671" y="38656"/>
                </a:lnTo>
                <a:lnTo>
                  <a:pt x="39601" y="38425"/>
                </a:lnTo>
                <a:lnTo>
                  <a:pt x="39510" y="38193"/>
                </a:lnTo>
                <a:lnTo>
                  <a:pt x="39410" y="37932"/>
                </a:lnTo>
                <a:lnTo>
                  <a:pt x="39279" y="37671"/>
                </a:lnTo>
                <a:lnTo>
                  <a:pt x="39128" y="37399"/>
                </a:lnTo>
                <a:lnTo>
                  <a:pt x="38947" y="37118"/>
                </a:lnTo>
                <a:lnTo>
                  <a:pt x="38746" y="36836"/>
                </a:lnTo>
                <a:lnTo>
                  <a:pt x="38515" y="36545"/>
                </a:lnTo>
                <a:lnTo>
                  <a:pt x="38405" y="36394"/>
                </a:lnTo>
                <a:lnTo>
                  <a:pt x="38314" y="36243"/>
                </a:lnTo>
                <a:lnTo>
                  <a:pt x="38234" y="36083"/>
                </a:lnTo>
                <a:lnTo>
                  <a:pt x="38183" y="35912"/>
                </a:lnTo>
                <a:lnTo>
                  <a:pt x="38133" y="35731"/>
                </a:lnTo>
                <a:lnTo>
                  <a:pt x="38113" y="35550"/>
                </a:lnTo>
                <a:lnTo>
                  <a:pt x="38103" y="35369"/>
                </a:lnTo>
                <a:lnTo>
                  <a:pt x="38103" y="35178"/>
                </a:lnTo>
                <a:lnTo>
                  <a:pt x="38113" y="34997"/>
                </a:lnTo>
                <a:lnTo>
                  <a:pt x="38143" y="34806"/>
                </a:lnTo>
                <a:lnTo>
                  <a:pt x="38173" y="34615"/>
                </a:lnTo>
                <a:lnTo>
                  <a:pt x="38224" y="34414"/>
                </a:lnTo>
                <a:lnTo>
                  <a:pt x="38274" y="34233"/>
                </a:lnTo>
                <a:lnTo>
                  <a:pt x="38334" y="34042"/>
                </a:lnTo>
                <a:lnTo>
                  <a:pt x="38395" y="33851"/>
                </a:lnTo>
                <a:lnTo>
                  <a:pt x="38465" y="33670"/>
                </a:lnTo>
                <a:lnTo>
                  <a:pt x="38616" y="33329"/>
                </a:lnTo>
                <a:lnTo>
                  <a:pt x="38766" y="32997"/>
                </a:lnTo>
                <a:lnTo>
                  <a:pt x="38927" y="32706"/>
                </a:lnTo>
                <a:lnTo>
                  <a:pt x="39068" y="32454"/>
                </a:lnTo>
                <a:lnTo>
                  <a:pt x="39199" y="32243"/>
                </a:lnTo>
                <a:lnTo>
                  <a:pt x="39299" y="32082"/>
                </a:lnTo>
                <a:lnTo>
                  <a:pt x="39390" y="31952"/>
                </a:lnTo>
                <a:lnTo>
                  <a:pt x="36545" y="33047"/>
                </a:lnTo>
                <a:lnTo>
                  <a:pt x="33701" y="32605"/>
                </a:lnTo>
                <a:lnTo>
                  <a:pt x="33661" y="32042"/>
                </a:lnTo>
                <a:lnTo>
                  <a:pt x="33640" y="31459"/>
                </a:lnTo>
                <a:lnTo>
                  <a:pt x="33640" y="30856"/>
                </a:lnTo>
                <a:lnTo>
                  <a:pt x="33651" y="30243"/>
                </a:lnTo>
                <a:lnTo>
                  <a:pt x="33671" y="29600"/>
                </a:lnTo>
                <a:lnTo>
                  <a:pt x="33711" y="28957"/>
                </a:lnTo>
                <a:lnTo>
                  <a:pt x="33761" y="28283"/>
                </a:lnTo>
                <a:lnTo>
                  <a:pt x="33831" y="27610"/>
                </a:lnTo>
                <a:lnTo>
                  <a:pt x="33912" y="26916"/>
                </a:lnTo>
                <a:lnTo>
                  <a:pt x="34002" y="26223"/>
                </a:lnTo>
                <a:lnTo>
                  <a:pt x="34113" y="25519"/>
                </a:lnTo>
                <a:lnTo>
                  <a:pt x="34223" y="24796"/>
                </a:lnTo>
                <a:lnTo>
                  <a:pt x="34354" y="24082"/>
                </a:lnTo>
                <a:lnTo>
                  <a:pt x="34495" y="23348"/>
                </a:lnTo>
                <a:lnTo>
                  <a:pt x="34636" y="22625"/>
                </a:lnTo>
                <a:lnTo>
                  <a:pt x="34796" y="21891"/>
                </a:lnTo>
                <a:lnTo>
                  <a:pt x="35158" y="21951"/>
                </a:lnTo>
                <a:lnTo>
                  <a:pt x="35550" y="22012"/>
                </a:lnTo>
                <a:lnTo>
                  <a:pt x="35962" y="22042"/>
                </a:lnTo>
                <a:lnTo>
                  <a:pt x="36394" y="22062"/>
                </a:lnTo>
                <a:lnTo>
                  <a:pt x="36847" y="22062"/>
                </a:lnTo>
                <a:lnTo>
                  <a:pt x="37078" y="22052"/>
                </a:lnTo>
                <a:lnTo>
                  <a:pt x="37319" y="22032"/>
                </a:lnTo>
                <a:lnTo>
                  <a:pt x="37560" y="22012"/>
                </a:lnTo>
                <a:lnTo>
                  <a:pt x="37802" y="21971"/>
                </a:lnTo>
                <a:lnTo>
                  <a:pt x="38053" y="21931"/>
                </a:lnTo>
                <a:lnTo>
                  <a:pt x="38304" y="21881"/>
                </a:lnTo>
                <a:lnTo>
                  <a:pt x="38877" y="21750"/>
                </a:lnTo>
                <a:lnTo>
                  <a:pt x="39460" y="21609"/>
                </a:lnTo>
                <a:lnTo>
                  <a:pt x="40043" y="21439"/>
                </a:lnTo>
                <a:lnTo>
                  <a:pt x="40636" y="21258"/>
                </a:lnTo>
                <a:lnTo>
                  <a:pt x="41219" y="21047"/>
                </a:lnTo>
                <a:lnTo>
                  <a:pt x="41812" y="20826"/>
                </a:lnTo>
                <a:lnTo>
                  <a:pt x="42415" y="20574"/>
                </a:lnTo>
                <a:lnTo>
                  <a:pt x="43008" y="20293"/>
                </a:lnTo>
                <a:lnTo>
                  <a:pt x="43601" y="19991"/>
                </a:lnTo>
                <a:lnTo>
                  <a:pt x="43902" y="19841"/>
                </a:lnTo>
                <a:lnTo>
                  <a:pt x="44194" y="19670"/>
                </a:lnTo>
                <a:lnTo>
                  <a:pt x="44495" y="19499"/>
                </a:lnTo>
                <a:lnTo>
                  <a:pt x="44787" y="19318"/>
                </a:lnTo>
                <a:lnTo>
                  <a:pt x="45088" y="19127"/>
                </a:lnTo>
                <a:lnTo>
                  <a:pt x="45380" y="18926"/>
                </a:lnTo>
                <a:lnTo>
                  <a:pt x="45671" y="18725"/>
                </a:lnTo>
                <a:lnTo>
                  <a:pt x="45963" y="18514"/>
                </a:lnTo>
                <a:lnTo>
                  <a:pt x="46264" y="18293"/>
                </a:lnTo>
                <a:lnTo>
                  <a:pt x="46556" y="18062"/>
                </a:lnTo>
                <a:lnTo>
                  <a:pt x="46847" y="17830"/>
                </a:lnTo>
                <a:lnTo>
                  <a:pt x="47139" y="17579"/>
                </a:lnTo>
                <a:lnTo>
                  <a:pt x="47420" y="17328"/>
                </a:lnTo>
                <a:lnTo>
                  <a:pt x="47712" y="17066"/>
                </a:lnTo>
                <a:lnTo>
                  <a:pt x="47852" y="16926"/>
                </a:lnTo>
                <a:lnTo>
                  <a:pt x="47993" y="16785"/>
                </a:lnTo>
                <a:lnTo>
                  <a:pt x="48134" y="16634"/>
                </a:lnTo>
                <a:lnTo>
                  <a:pt x="48264" y="16463"/>
                </a:lnTo>
                <a:lnTo>
                  <a:pt x="48405" y="16293"/>
                </a:lnTo>
                <a:lnTo>
                  <a:pt x="48536" y="16122"/>
                </a:lnTo>
                <a:lnTo>
                  <a:pt x="48787" y="15740"/>
                </a:lnTo>
                <a:lnTo>
                  <a:pt x="49038" y="15348"/>
                </a:lnTo>
                <a:lnTo>
                  <a:pt x="49269" y="14926"/>
                </a:lnTo>
                <a:lnTo>
                  <a:pt x="49501" y="14483"/>
                </a:lnTo>
                <a:lnTo>
                  <a:pt x="49722" y="14021"/>
                </a:lnTo>
                <a:lnTo>
                  <a:pt x="49933" y="13549"/>
                </a:lnTo>
                <a:lnTo>
                  <a:pt x="50134" y="13066"/>
                </a:lnTo>
                <a:lnTo>
                  <a:pt x="50325" y="12574"/>
                </a:lnTo>
                <a:lnTo>
                  <a:pt x="50516" y="12081"/>
                </a:lnTo>
                <a:lnTo>
                  <a:pt x="50687" y="11579"/>
                </a:lnTo>
                <a:lnTo>
                  <a:pt x="50857" y="11076"/>
                </a:lnTo>
                <a:lnTo>
                  <a:pt x="51008" y="10584"/>
                </a:lnTo>
                <a:lnTo>
                  <a:pt x="51159" y="10091"/>
                </a:lnTo>
                <a:lnTo>
                  <a:pt x="51430" y="9136"/>
                </a:lnTo>
                <a:lnTo>
                  <a:pt x="51662" y="8242"/>
                </a:lnTo>
                <a:lnTo>
                  <a:pt x="51863" y="7418"/>
                </a:lnTo>
                <a:lnTo>
                  <a:pt x="52023" y="6694"/>
                </a:lnTo>
                <a:lnTo>
                  <a:pt x="52144" y="6101"/>
                </a:lnTo>
                <a:lnTo>
                  <a:pt x="52234" y="5639"/>
                </a:lnTo>
                <a:lnTo>
                  <a:pt x="52305" y="5247"/>
                </a:lnTo>
                <a:lnTo>
                  <a:pt x="52305" y="5247"/>
                </a:lnTo>
                <a:lnTo>
                  <a:pt x="52134" y="5518"/>
                </a:lnTo>
                <a:lnTo>
                  <a:pt x="51913" y="5870"/>
                </a:lnTo>
                <a:lnTo>
                  <a:pt x="51591" y="6403"/>
                </a:lnTo>
                <a:lnTo>
                  <a:pt x="51169" y="7106"/>
                </a:lnTo>
                <a:lnTo>
                  <a:pt x="50646" y="8021"/>
                </a:lnTo>
                <a:lnTo>
                  <a:pt x="50003" y="9146"/>
                </a:lnTo>
                <a:lnTo>
                  <a:pt x="49239" y="10503"/>
                </a:lnTo>
                <a:lnTo>
                  <a:pt x="49038" y="10865"/>
                </a:lnTo>
                <a:lnTo>
                  <a:pt x="48817" y="11227"/>
                </a:lnTo>
                <a:lnTo>
                  <a:pt x="48596" y="11579"/>
                </a:lnTo>
                <a:lnTo>
                  <a:pt x="48375" y="11920"/>
                </a:lnTo>
                <a:lnTo>
                  <a:pt x="48144" y="12252"/>
                </a:lnTo>
                <a:lnTo>
                  <a:pt x="47903" y="12574"/>
                </a:lnTo>
                <a:lnTo>
                  <a:pt x="47671" y="12885"/>
                </a:lnTo>
                <a:lnTo>
                  <a:pt x="47430" y="13187"/>
                </a:lnTo>
                <a:lnTo>
                  <a:pt x="47189" y="13488"/>
                </a:lnTo>
                <a:lnTo>
                  <a:pt x="46958" y="13770"/>
                </a:lnTo>
                <a:lnTo>
                  <a:pt x="46485" y="14313"/>
                </a:lnTo>
                <a:lnTo>
                  <a:pt x="46023" y="14805"/>
                </a:lnTo>
                <a:lnTo>
                  <a:pt x="45581" y="15267"/>
                </a:lnTo>
                <a:lnTo>
                  <a:pt x="45159" y="15669"/>
                </a:lnTo>
                <a:lnTo>
                  <a:pt x="44777" y="16031"/>
                </a:lnTo>
                <a:lnTo>
                  <a:pt x="44435" y="16343"/>
                </a:lnTo>
                <a:lnTo>
                  <a:pt x="44134" y="16594"/>
                </a:lnTo>
                <a:lnTo>
                  <a:pt x="43711" y="16946"/>
                </a:lnTo>
                <a:lnTo>
                  <a:pt x="43551" y="17066"/>
                </a:lnTo>
                <a:lnTo>
                  <a:pt x="46616" y="5468"/>
                </a:lnTo>
                <a:lnTo>
                  <a:pt x="46465" y="5830"/>
                </a:lnTo>
                <a:lnTo>
                  <a:pt x="46053" y="6805"/>
                </a:lnTo>
                <a:lnTo>
                  <a:pt x="45752" y="7498"/>
                </a:lnTo>
                <a:lnTo>
                  <a:pt x="45400" y="8282"/>
                </a:lnTo>
                <a:lnTo>
                  <a:pt x="45008" y="9167"/>
                </a:lnTo>
                <a:lnTo>
                  <a:pt x="44566" y="10121"/>
                </a:lnTo>
                <a:lnTo>
                  <a:pt x="44083" y="11126"/>
                </a:lnTo>
                <a:lnTo>
                  <a:pt x="43571" y="12182"/>
                </a:lnTo>
                <a:lnTo>
                  <a:pt x="43028" y="13257"/>
                </a:lnTo>
                <a:lnTo>
                  <a:pt x="42465" y="14333"/>
                </a:lnTo>
                <a:lnTo>
                  <a:pt x="42174" y="14865"/>
                </a:lnTo>
                <a:lnTo>
                  <a:pt x="41872" y="15398"/>
                </a:lnTo>
                <a:lnTo>
                  <a:pt x="41581" y="15931"/>
                </a:lnTo>
                <a:lnTo>
                  <a:pt x="41279" y="16443"/>
                </a:lnTo>
                <a:lnTo>
                  <a:pt x="40968" y="16946"/>
                </a:lnTo>
                <a:lnTo>
                  <a:pt x="40666" y="17438"/>
                </a:lnTo>
                <a:lnTo>
                  <a:pt x="40354" y="17921"/>
                </a:lnTo>
                <a:lnTo>
                  <a:pt x="40053" y="18383"/>
                </a:lnTo>
                <a:lnTo>
                  <a:pt x="39852" y="18655"/>
                </a:lnTo>
                <a:lnTo>
                  <a:pt x="39661" y="18916"/>
                </a:lnTo>
                <a:lnTo>
                  <a:pt x="39470" y="19157"/>
                </a:lnTo>
                <a:lnTo>
                  <a:pt x="39289" y="19378"/>
                </a:lnTo>
                <a:lnTo>
                  <a:pt x="39098" y="19579"/>
                </a:lnTo>
                <a:lnTo>
                  <a:pt x="38907" y="19760"/>
                </a:lnTo>
                <a:lnTo>
                  <a:pt x="38726" y="19931"/>
                </a:lnTo>
                <a:lnTo>
                  <a:pt x="38545" y="20092"/>
                </a:lnTo>
                <a:lnTo>
                  <a:pt x="38374" y="20233"/>
                </a:lnTo>
                <a:lnTo>
                  <a:pt x="38193" y="20353"/>
                </a:lnTo>
                <a:lnTo>
                  <a:pt x="38023" y="20464"/>
                </a:lnTo>
                <a:lnTo>
                  <a:pt x="37852" y="20564"/>
                </a:lnTo>
                <a:lnTo>
                  <a:pt x="37681" y="20645"/>
                </a:lnTo>
                <a:lnTo>
                  <a:pt x="37510" y="20725"/>
                </a:lnTo>
                <a:lnTo>
                  <a:pt x="37349" y="20775"/>
                </a:lnTo>
                <a:lnTo>
                  <a:pt x="37188" y="20826"/>
                </a:lnTo>
                <a:lnTo>
                  <a:pt x="37038" y="20866"/>
                </a:lnTo>
                <a:lnTo>
                  <a:pt x="36877" y="20896"/>
                </a:lnTo>
                <a:lnTo>
                  <a:pt x="36726" y="20916"/>
                </a:lnTo>
                <a:lnTo>
                  <a:pt x="36585" y="20926"/>
                </a:lnTo>
                <a:lnTo>
                  <a:pt x="36435" y="20926"/>
                </a:lnTo>
                <a:lnTo>
                  <a:pt x="36294" y="20916"/>
                </a:lnTo>
                <a:lnTo>
                  <a:pt x="36163" y="20906"/>
                </a:lnTo>
                <a:lnTo>
                  <a:pt x="36023" y="20876"/>
                </a:lnTo>
                <a:lnTo>
                  <a:pt x="35902" y="20856"/>
                </a:lnTo>
                <a:lnTo>
                  <a:pt x="35771" y="20815"/>
                </a:lnTo>
                <a:lnTo>
                  <a:pt x="35530" y="20735"/>
                </a:lnTo>
                <a:lnTo>
                  <a:pt x="35309" y="20635"/>
                </a:lnTo>
                <a:lnTo>
                  <a:pt x="35098" y="20524"/>
                </a:lnTo>
                <a:lnTo>
                  <a:pt x="35309" y="19660"/>
                </a:lnTo>
                <a:lnTo>
                  <a:pt x="35530" y="18795"/>
                </a:lnTo>
                <a:lnTo>
                  <a:pt x="35761" y="17931"/>
                </a:lnTo>
                <a:lnTo>
                  <a:pt x="35992" y="17077"/>
                </a:lnTo>
                <a:lnTo>
                  <a:pt x="36234" y="16242"/>
                </a:lnTo>
                <a:lnTo>
                  <a:pt x="36485" y="15408"/>
                </a:lnTo>
                <a:lnTo>
                  <a:pt x="36736" y="14584"/>
                </a:lnTo>
                <a:lnTo>
                  <a:pt x="36987" y="13790"/>
                </a:lnTo>
                <a:lnTo>
                  <a:pt x="37088" y="13498"/>
                </a:lnTo>
                <a:lnTo>
                  <a:pt x="37188" y="13207"/>
                </a:lnTo>
                <a:lnTo>
                  <a:pt x="37299" y="12926"/>
                </a:lnTo>
                <a:lnTo>
                  <a:pt x="37420" y="12634"/>
                </a:lnTo>
                <a:lnTo>
                  <a:pt x="37550" y="12353"/>
                </a:lnTo>
                <a:lnTo>
                  <a:pt x="37691" y="12071"/>
                </a:lnTo>
                <a:lnTo>
                  <a:pt x="37832" y="11780"/>
                </a:lnTo>
                <a:lnTo>
                  <a:pt x="37982" y="11498"/>
                </a:lnTo>
                <a:lnTo>
                  <a:pt x="38304" y="10935"/>
                </a:lnTo>
                <a:lnTo>
                  <a:pt x="38646" y="10383"/>
                </a:lnTo>
                <a:lnTo>
                  <a:pt x="39008" y="9830"/>
                </a:lnTo>
                <a:lnTo>
                  <a:pt x="39390" y="9287"/>
                </a:lnTo>
                <a:lnTo>
                  <a:pt x="39782" y="8754"/>
                </a:lnTo>
                <a:lnTo>
                  <a:pt x="40194" y="8232"/>
                </a:lnTo>
                <a:lnTo>
                  <a:pt x="40616" y="7719"/>
                </a:lnTo>
                <a:lnTo>
                  <a:pt x="41038" y="7217"/>
                </a:lnTo>
                <a:lnTo>
                  <a:pt x="41470" y="6724"/>
                </a:lnTo>
                <a:lnTo>
                  <a:pt x="41902" y="6252"/>
                </a:lnTo>
                <a:lnTo>
                  <a:pt x="42334" y="5799"/>
                </a:lnTo>
                <a:lnTo>
                  <a:pt x="42757" y="5357"/>
                </a:lnTo>
                <a:lnTo>
                  <a:pt x="43179" y="4935"/>
                </a:lnTo>
                <a:lnTo>
                  <a:pt x="43591" y="4533"/>
                </a:lnTo>
                <a:lnTo>
                  <a:pt x="44003" y="4151"/>
                </a:lnTo>
                <a:lnTo>
                  <a:pt x="44385" y="3789"/>
                </a:lnTo>
                <a:lnTo>
                  <a:pt x="45118" y="3136"/>
                </a:lnTo>
                <a:lnTo>
                  <a:pt x="45762" y="2583"/>
                </a:lnTo>
                <a:lnTo>
                  <a:pt x="46294" y="2131"/>
                </a:lnTo>
                <a:lnTo>
                  <a:pt x="46707" y="1809"/>
                </a:lnTo>
                <a:lnTo>
                  <a:pt x="47058" y="1528"/>
                </a:lnTo>
                <a:lnTo>
                  <a:pt x="47058" y="1528"/>
                </a:lnTo>
                <a:lnTo>
                  <a:pt x="46696" y="1739"/>
                </a:lnTo>
                <a:lnTo>
                  <a:pt x="45722" y="2332"/>
                </a:lnTo>
                <a:lnTo>
                  <a:pt x="45048" y="2754"/>
                </a:lnTo>
                <a:lnTo>
                  <a:pt x="44294" y="3237"/>
                </a:lnTo>
                <a:lnTo>
                  <a:pt x="43470" y="3779"/>
                </a:lnTo>
                <a:lnTo>
                  <a:pt x="42596" y="4372"/>
                </a:lnTo>
                <a:lnTo>
                  <a:pt x="41691" y="5005"/>
                </a:lnTo>
                <a:lnTo>
                  <a:pt x="41239" y="5337"/>
                </a:lnTo>
                <a:lnTo>
                  <a:pt x="40777" y="5679"/>
                </a:lnTo>
                <a:lnTo>
                  <a:pt x="40334" y="6021"/>
                </a:lnTo>
                <a:lnTo>
                  <a:pt x="39882" y="6362"/>
                </a:lnTo>
                <a:lnTo>
                  <a:pt x="39450" y="6714"/>
                </a:lnTo>
                <a:lnTo>
                  <a:pt x="39018" y="7066"/>
                </a:lnTo>
                <a:lnTo>
                  <a:pt x="38606" y="7428"/>
                </a:lnTo>
                <a:lnTo>
                  <a:pt x="38214" y="7780"/>
                </a:lnTo>
                <a:lnTo>
                  <a:pt x="37842" y="8131"/>
                </a:lnTo>
                <a:lnTo>
                  <a:pt x="37480" y="8483"/>
                </a:lnTo>
                <a:lnTo>
                  <a:pt x="37148" y="8835"/>
                </a:lnTo>
                <a:lnTo>
                  <a:pt x="36847" y="9177"/>
                </a:lnTo>
                <a:lnTo>
                  <a:pt x="36575" y="9518"/>
                </a:lnTo>
                <a:lnTo>
                  <a:pt x="36334" y="9850"/>
                </a:lnTo>
                <a:lnTo>
                  <a:pt x="35982" y="10363"/>
                </a:lnTo>
                <a:lnTo>
                  <a:pt x="35661" y="10865"/>
                </a:lnTo>
                <a:lnTo>
                  <a:pt x="35349" y="11368"/>
                </a:lnTo>
                <a:lnTo>
                  <a:pt x="35068" y="11880"/>
                </a:lnTo>
                <a:lnTo>
                  <a:pt x="34937" y="12142"/>
                </a:lnTo>
                <a:lnTo>
                  <a:pt x="34806" y="12413"/>
                </a:lnTo>
                <a:lnTo>
                  <a:pt x="34676" y="12684"/>
                </a:lnTo>
                <a:lnTo>
                  <a:pt x="34555" y="12966"/>
                </a:lnTo>
                <a:lnTo>
                  <a:pt x="34434" y="13267"/>
                </a:lnTo>
                <a:lnTo>
                  <a:pt x="34324" y="13569"/>
                </a:lnTo>
                <a:lnTo>
                  <a:pt x="34203" y="13890"/>
                </a:lnTo>
                <a:lnTo>
                  <a:pt x="34093" y="14222"/>
                </a:lnTo>
                <a:lnTo>
                  <a:pt x="34053" y="13408"/>
                </a:lnTo>
                <a:lnTo>
                  <a:pt x="34032" y="12554"/>
                </a:lnTo>
                <a:lnTo>
                  <a:pt x="34032" y="12121"/>
                </a:lnTo>
                <a:lnTo>
                  <a:pt x="34032" y="11679"/>
                </a:lnTo>
                <a:lnTo>
                  <a:pt x="34043" y="11237"/>
                </a:lnTo>
                <a:lnTo>
                  <a:pt x="34063" y="10805"/>
                </a:lnTo>
                <a:lnTo>
                  <a:pt x="34083" y="10373"/>
                </a:lnTo>
                <a:lnTo>
                  <a:pt x="34123" y="9940"/>
                </a:lnTo>
                <a:lnTo>
                  <a:pt x="34173" y="9518"/>
                </a:lnTo>
                <a:lnTo>
                  <a:pt x="34223" y="9116"/>
                </a:lnTo>
                <a:lnTo>
                  <a:pt x="34294" y="8724"/>
                </a:lnTo>
                <a:lnTo>
                  <a:pt x="34374" y="8352"/>
                </a:lnTo>
                <a:lnTo>
                  <a:pt x="34475" y="7991"/>
                </a:lnTo>
                <a:lnTo>
                  <a:pt x="34575" y="7659"/>
                </a:lnTo>
                <a:lnTo>
                  <a:pt x="34786" y="7096"/>
                </a:lnTo>
                <a:lnTo>
                  <a:pt x="34987" y="6563"/>
                </a:lnTo>
                <a:lnTo>
                  <a:pt x="35188" y="6051"/>
                </a:lnTo>
                <a:lnTo>
                  <a:pt x="35379" y="5578"/>
                </a:lnTo>
                <a:lnTo>
                  <a:pt x="35751" y="4714"/>
                </a:lnTo>
                <a:lnTo>
                  <a:pt x="36083" y="3990"/>
                </a:lnTo>
                <a:lnTo>
                  <a:pt x="36364" y="3407"/>
                </a:lnTo>
                <a:lnTo>
                  <a:pt x="36575" y="2975"/>
                </a:lnTo>
                <a:lnTo>
                  <a:pt x="36766" y="2623"/>
                </a:lnTo>
                <a:lnTo>
                  <a:pt x="36766" y="2623"/>
                </a:lnTo>
                <a:lnTo>
                  <a:pt x="33269" y="5689"/>
                </a:lnTo>
                <a:lnTo>
                  <a:pt x="341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1179;p37">
            <a:extLst>
              <a:ext uri="{FF2B5EF4-FFF2-40B4-BE49-F238E27FC236}">
                <a16:creationId xmlns:a16="http://schemas.microsoft.com/office/drawing/2014/main" id="{0A7DDE65-7AA6-1800-6A27-BE0404CDC0B1}"/>
              </a:ext>
            </a:extLst>
          </p:cNvPr>
          <p:cNvSpPr txBox="1"/>
          <p:nvPr/>
        </p:nvSpPr>
        <p:spPr>
          <a:xfrm>
            <a:off x="3460282" y="3951429"/>
            <a:ext cx="207205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152 of 162 of the heatlhy patients were diagnosed as healthy. 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482;p22">
            <a:extLst>
              <a:ext uri="{FF2B5EF4-FFF2-40B4-BE49-F238E27FC236}">
                <a16:creationId xmlns:a16="http://schemas.microsoft.com/office/drawing/2014/main" id="{A8CDBA72-3DCA-AA5C-D291-C14F7D9A9850}"/>
              </a:ext>
            </a:extLst>
          </p:cNvPr>
          <p:cNvSpPr/>
          <p:nvPr/>
        </p:nvSpPr>
        <p:spPr>
          <a:xfrm>
            <a:off x="2314478" y="245248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201502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F806E4DA-D3C7-EC1A-4B51-3EA63096E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F68FB372-AD14-1452-63F5-AD97360FA6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EB4AE7FF-607A-33A2-CE0A-46464B7FF167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" name="Google Shape;1166;p37">
            <a:extLst>
              <a:ext uri="{FF2B5EF4-FFF2-40B4-BE49-F238E27FC236}">
                <a16:creationId xmlns:a16="http://schemas.microsoft.com/office/drawing/2014/main" id="{5B5D2729-D207-C4D7-0605-E3BACBA3E8BF}"/>
              </a:ext>
            </a:extLst>
          </p:cNvPr>
          <p:cNvSpPr/>
          <p:nvPr/>
        </p:nvSpPr>
        <p:spPr>
          <a:xfrm>
            <a:off x="928174" y="1125330"/>
            <a:ext cx="1889400" cy="1888800"/>
          </a:xfrm>
          <a:prstGeom prst="ellipse">
            <a:avLst/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167;p37">
            <a:extLst>
              <a:ext uri="{FF2B5EF4-FFF2-40B4-BE49-F238E27FC236}">
                <a16:creationId xmlns:a16="http://schemas.microsoft.com/office/drawing/2014/main" id="{A37FF7F3-25AF-CCF9-1428-DB8DC08084C3}"/>
              </a:ext>
            </a:extLst>
          </p:cNvPr>
          <p:cNvSpPr/>
          <p:nvPr/>
        </p:nvSpPr>
        <p:spPr>
          <a:xfrm>
            <a:off x="928219" y="1125330"/>
            <a:ext cx="1889400" cy="1888800"/>
          </a:xfrm>
          <a:prstGeom prst="pie">
            <a:avLst>
              <a:gd name="adj1" fmla="val 16261269"/>
              <a:gd name="adj2" fmla="val 15855017"/>
            </a:avLst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8;p37">
            <a:extLst>
              <a:ext uri="{FF2B5EF4-FFF2-40B4-BE49-F238E27FC236}">
                <a16:creationId xmlns:a16="http://schemas.microsoft.com/office/drawing/2014/main" id="{62421212-6C1A-5928-08D5-A8163F23C940}"/>
              </a:ext>
            </a:extLst>
          </p:cNvPr>
          <p:cNvSpPr/>
          <p:nvPr/>
        </p:nvSpPr>
        <p:spPr>
          <a:xfrm>
            <a:off x="1322485" y="1520158"/>
            <a:ext cx="1099500" cy="109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169;p37">
            <a:extLst>
              <a:ext uri="{FF2B5EF4-FFF2-40B4-BE49-F238E27FC236}">
                <a16:creationId xmlns:a16="http://schemas.microsoft.com/office/drawing/2014/main" id="{E7BD931A-7B41-672B-DDB9-8D6B82D2A91B}"/>
              </a:ext>
            </a:extLst>
          </p:cNvPr>
          <p:cNvSpPr/>
          <p:nvPr/>
        </p:nvSpPr>
        <p:spPr>
          <a:xfrm>
            <a:off x="3485386" y="1125307"/>
            <a:ext cx="1889400" cy="1889100"/>
          </a:xfrm>
          <a:prstGeom prst="ellipse">
            <a:avLst/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170;p37">
            <a:extLst>
              <a:ext uri="{FF2B5EF4-FFF2-40B4-BE49-F238E27FC236}">
                <a16:creationId xmlns:a16="http://schemas.microsoft.com/office/drawing/2014/main" id="{947406C2-8FC1-E76E-AD75-B9C28FD6E9EF}"/>
              </a:ext>
            </a:extLst>
          </p:cNvPr>
          <p:cNvSpPr/>
          <p:nvPr/>
        </p:nvSpPr>
        <p:spPr>
          <a:xfrm>
            <a:off x="3485406" y="1125307"/>
            <a:ext cx="1889400" cy="1889100"/>
          </a:xfrm>
          <a:prstGeom prst="pie">
            <a:avLst>
              <a:gd name="adj1" fmla="val 16261269"/>
              <a:gd name="adj2" fmla="val 15765753"/>
            </a:avLst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171;p37">
            <a:extLst>
              <a:ext uri="{FF2B5EF4-FFF2-40B4-BE49-F238E27FC236}">
                <a16:creationId xmlns:a16="http://schemas.microsoft.com/office/drawing/2014/main" id="{1054ABB5-9130-8264-BB63-E361B73E8E9D}"/>
              </a:ext>
            </a:extLst>
          </p:cNvPr>
          <p:cNvSpPr/>
          <p:nvPr/>
        </p:nvSpPr>
        <p:spPr>
          <a:xfrm>
            <a:off x="3879648" y="1520083"/>
            <a:ext cx="1099500" cy="1099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172;p37">
            <a:extLst>
              <a:ext uri="{FF2B5EF4-FFF2-40B4-BE49-F238E27FC236}">
                <a16:creationId xmlns:a16="http://schemas.microsoft.com/office/drawing/2014/main" id="{DF18E9DD-AC28-4781-5516-1A08185DB37D}"/>
              </a:ext>
            </a:extLst>
          </p:cNvPr>
          <p:cNvSpPr/>
          <p:nvPr/>
        </p:nvSpPr>
        <p:spPr>
          <a:xfrm>
            <a:off x="6041754" y="1125330"/>
            <a:ext cx="1889400" cy="1888800"/>
          </a:xfrm>
          <a:prstGeom prst="ellipse">
            <a:avLst/>
          </a:prstGeom>
          <a:solidFill>
            <a:srgbClr val="2F8094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173;p37">
            <a:extLst>
              <a:ext uri="{FF2B5EF4-FFF2-40B4-BE49-F238E27FC236}">
                <a16:creationId xmlns:a16="http://schemas.microsoft.com/office/drawing/2014/main" id="{F0537CF8-EF7B-1D07-E2AD-259BCAEDC813}"/>
              </a:ext>
            </a:extLst>
          </p:cNvPr>
          <p:cNvSpPr/>
          <p:nvPr/>
        </p:nvSpPr>
        <p:spPr>
          <a:xfrm>
            <a:off x="6041774" y="1125330"/>
            <a:ext cx="1889400" cy="1888800"/>
          </a:xfrm>
          <a:prstGeom prst="pie">
            <a:avLst>
              <a:gd name="adj1" fmla="val 16261269"/>
              <a:gd name="adj2" fmla="val 15960723"/>
            </a:avLst>
          </a:prstGeom>
          <a:solidFill>
            <a:srgbClr val="2F8094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174;p37">
            <a:extLst>
              <a:ext uri="{FF2B5EF4-FFF2-40B4-BE49-F238E27FC236}">
                <a16:creationId xmlns:a16="http://schemas.microsoft.com/office/drawing/2014/main" id="{2E0EF18E-7685-73FA-D7E3-3925D151A19D}"/>
              </a:ext>
            </a:extLst>
          </p:cNvPr>
          <p:cNvSpPr/>
          <p:nvPr/>
        </p:nvSpPr>
        <p:spPr>
          <a:xfrm>
            <a:off x="6436075" y="1520158"/>
            <a:ext cx="1099200" cy="1099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75;p37">
            <a:extLst>
              <a:ext uri="{FF2B5EF4-FFF2-40B4-BE49-F238E27FC236}">
                <a16:creationId xmlns:a16="http://schemas.microsoft.com/office/drawing/2014/main" id="{45002D12-D863-2C74-835A-967CFCFE90F9}"/>
              </a:ext>
            </a:extLst>
          </p:cNvPr>
          <p:cNvGrpSpPr/>
          <p:nvPr/>
        </p:nvGrpSpPr>
        <p:grpSpPr>
          <a:xfrm>
            <a:off x="886924" y="3293495"/>
            <a:ext cx="1970622" cy="1133500"/>
            <a:chOff x="1022175" y="3256963"/>
            <a:chExt cx="1970622" cy="1133500"/>
          </a:xfrm>
        </p:grpSpPr>
        <p:sp>
          <p:nvSpPr>
            <p:cNvPr id="12" name="Google Shape;1176;p37">
              <a:extLst>
                <a:ext uri="{FF2B5EF4-FFF2-40B4-BE49-F238E27FC236}">
                  <a16:creationId xmlns:a16="http://schemas.microsoft.com/office/drawing/2014/main" id="{65DA7833-21FD-886D-A67D-AEFC563AF43A}"/>
                </a:ext>
              </a:extLst>
            </p:cNvPr>
            <p:cNvSpPr txBox="1"/>
            <p:nvPr/>
          </p:nvSpPr>
          <p:spPr>
            <a:xfrm>
              <a:off x="1640688" y="3256963"/>
              <a:ext cx="734700" cy="37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96.4% 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" name="Google Shape;1179;p37">
              <a:extLst>
                <a:ext uri="{FF2B5EF4-FFF2-40B4-BE49-F238E27FC236}">
                  <a16:creationId xmlns:a16="http://schemas.microsoft.com/office/drawing/2014/main" id="{E7CF2935-A08B-5255-8A60-BCE94645F532}"/>
                </a:ext>
              </a:extLst>
            </p:cNvPr>
            <p:cNvSpPr txBox="1"/>
            <p:nvPr/>
          </p:nvSpPr>
          <p:spPr>
            <a:xfrm>
              <a:off x="1022175" y="3907463"/>
              <a:ext cx="1970622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This model predicted correctly 406 of 421 patients’ diagnosis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" name="Google Shape;1181;p37">
            <a:extLst>
              <a:ext uri="{FF2B5EF4-FFF2-40B4-BE49-F238E27FC236}">
                <a16:creationId xmlns:a16="http://schemas.microsoft.com/office/drawing/2014/main" id="{83D8E1F6-31F9-5E9A-1325-AD86A39C2689}"/>
              </a:ext>
            </a:extLst>
          </p:cNvPr>
          <p:cNvSpPr txBox="1"/>
          <p:nvPr/>
        </p:nvSpPr>
        <p:spPr>
          <a:xfrm>
            <a:off x="4062694" y="3293495"/>
            <a:ext cx="734700" cy="37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93.8%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" name="Google Shape;1186;p37">
            <a:extLst>
              <a:ext uri="{FF2B5EF4-FFF2-40B4-BE49-F238E27FC236}">
                <a16:creationId xmlns:a16="http://schemas.microsoft.com/office/drawing/2014/main" id="{93EBF0B4-DF3B-12DF-EE2D-889666C6C3B6}"/>
              </a:ext>
            </a:extLst>
          </p:cNvPr>
          <p:cNvSpPr txBox="1"/>
          <p:nvPr/>
        </p:nvSpPr>
        <p:spPr>
          <a:xfrm>
            <a:off x="6619003" y="3293495"/>
            <a:ext cx="734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98.1%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" name="Google Shape;1190;p37">
            <a:extLst>
              <a:ext uri="{FF2B5EF4-FFF2-40B4-BE49-F238E27FC236}">
                <a16:creationId xmlns:a16="http://schemas.microsoft.com/office/drawing/2014/main" id="{3EB9DD2A-1A53-BACE-A6F1-D5CD31BD019F}"/>
              </a:ext>
            </a:extLst>
          </p:cNvPr>
          <p:cNvSpPr/>
          <p:nvPr/>
        </p:nvSpPr>
        <p:spPr>
          <a:xfrm>
            <a:off x="4056548" y="1660933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191;p37">
            <a:extLst>
              <a:ext uri="{FF2B5EF4-FFF2-40B4-BE49-F238E27FC236}">
                <a16:creationId xmlns:a16="http://schemas.microsoft.com/office/drawing/2014/main" id="{7151BD50-04FB-0E05-EDD8-7A375ADDB58A}"/>
              </a:ext>
            </a:extLst>
          </p:cNvPr>
          <p:cNvSpPr/>
          <p:nvPr/>
        </p:nvSpPr>
        <p:spPr>
          <a:xfrm>
            <a:off x="6628748" y="1674946"/>
            <a:ext cx="746204" cy="789743"/>
          </a:xfrm>
          <a:custGeom>
            <a:avLst/>
            <a:gdLst/>
            <a:ahLst/>
            <a:cxnLst/>
            <a:rect l="l" t="t" r="r" b="b"/>
            <a:pathLst>
              <a:path w="60105" h="63612" extrusionOk="0">
                <a:moveTo>
                  <a:pt x="29068" y="29620"/>
                </a:moveTo>
                <a:lnTo>
                  <a:pt x="29249" y="29640"/>
                </a:lnTo>
                <a:lnTo>
                  <a:pt x="29420" y="29660"/>
                </a:lnTo>
                <a:lnTo>
                  <a:pt x="29591" y="29690"/>
                </a:lnTo>
                <a:lnTo>
                  <a:pt x="29761" y="29730"/>
                </a:lnTo>
                <a:lnTo>
                  <a:pt x="29932" y="29771"/>
                </a:lnTo>
                <a:lnTo>
                  <a:pt x="30093" y="29831"/>
                </a:lnTo>
                <a:lnTo>
                  <a:pt x="30254" y="29891"/>
                </a:lnTo>
                <a:lnTo>
                  <a:pt x="30405" y="29962"/>
                </a:lnTo>
                <a:lnTo>
                  <a:pt x="30555" y="30042"/>
                </a:lnTo>
                <a:lnTo>
                  <a:pt x="30706" y="30122"/>
                </a:lnTo>
                <a:lnTo>
                  <a:pt x="30847" y="30213"/>
                </a:lnTo>
                <a:lnTo>
                  <a:pt x="30988" y="30313"/>
                </a:lnTo>
                <a:lnTo>
                  <a:pt x="31118" y="30414"/>
                </a:lnTo>
                <a:lnTo>
                  <a:pt x="31239" y="30524"/>
                </a:lnTo>
                <a:lnTo>
                  <a:pt x="31359" y="30645"/>
                </a:lnTo>
                <a:lnTo>
                  <a:pt x="31480" y="30766"/>
                </a:lnTo>
                <a:lnTo>
                  <a:pt x="31591" y="30896"/>
                </a:lnTo>
                <a:lnTo>
                  <a:pt x="31691" y="31027"/>
                </a:lnTo>
                <a:lnTo>
                  <a:pt x="31792" y="31158"/>
                </a:lnTo>
                <a:lnTo>
                  <a:pt x="31882" y="31308"/>
                </a:lnTo>
                <a:lnTo>
                  <a:pt x="31963" y="31449"/>
                </a:lnTo>
                <a:lnTo>
                  <a:pt x="32043" y="31600"/>
                </a:lnTo>
                <a:lnTo>
                  <a:pt x="32113" y="31761"/>
                </a:lnTo>
                <a:lnTo>
                  <a:pt x="32174" y="31912"/>
                </a:lnTo>
                <a:lnTo>
                  <a:pt x="32234" y="32082"/>
                </a:lnTo>
                <a:lnTo>
                  <a:pt x="32284" y="32243"/>
                </a:lnTo>
                <a:lnTo>
                  <a:pt x="32314" y="32414"/>
                </a:lnTo>
                <a:lnTo>
                  <a:pt x="32355" y="32585"/>
                </a:lnTo>
                <a:lnTo>
                  <a:pt x="32375" y="32766"/>
                </a:lnTo>
                <a:lnTo>
                  <a:pt x="32385" y="32937"/>
                </a:lnTo>
                <a:lnTo>
                  <a:pt x="32395" y="33118"/>
                </a:lnTo>
                <a:lnTo>
                  <a:pt x="32385" y="33299"/>
                </a:lnTo>
                <a:lnTo>
                  <a:pt x="32375" y="33479"/>
                </a:lnTo>
                <a:lnTo>
                  <a:pt x="32355" y="33650"/>
                </a:lnTo>
                <a:lnTo>
                  <a:pt x="32314" y="33821"/>
                </a:lnTo>
                <a:lnTo>
                  <a:pt x="32284" y="33992"/>
                </a:lnTo>
                <a:lnTo>
                  <a:pt x="32234" y="34163"/>
                </a:lnTo>
                <a:lnTo>
                  <a:pt x="32174" y="34324"/>
                </a:lnTo>
                <a:lnTo>
                  <a:pt x="32113" y="34485"/>
                </a:lnTo>
                <a:lnTo>
                  <a:pt x="32043" y="34635"/>
                </a:lnTo>
                <a:lnTo>
                  <a:pt x="31963" y="34786"/>
                </a:lnTo>
                <a:lnTo>
                  <a:pt x="31882" y="34937"/>
                </a:lnTo>
                <a:lnTo>
                  <a:pt x="31792" y="35078"/>
                </a:lnTo>
                <a:lnTo>
                  <a:pt x="31691" y="35218"/>
                </a:lnTo>
                <a:lnTo>
                  <a:pt x="31591" y="35349"/>
                </a:lnTo>
                <a:lnTo>
                  <a:pt x="31480" y="35470"/>
                </a:lnTo>
                <a:lnTo>
                  <a:pt x="31359" y="35590"/>
                </a:lnTo>
                <a:lnTo>
                  <a:pt x="31239" y="35711"/>
                </a:lnTo>
                <a:lnTo>
                  <a:pt x="31118" y="35821"/>
                </a:lnTo>
                <a:lnTo>
                  <a:pt x="30988" y="35922"/>
                </a:lnTo>
                <a:lnTo>
                  <a:pt x="30847" y="36022"/>
                </a:lnTo>
                <a:lnTo>
                  <a:pt x="30706" y="36113"/>
                </a:lnTo>
                <a:lnTo>
                  <a:pt x="30555" y="36193"/>
                </a:lnTo>
                <a:lnTo>
                  <a:pt x="30405" y="36274"/>
                </a:lnTo>
                <a:lnTo>
                  <a:pt x="30254" y="36344"/>
                </a:lnTo>
                <a:lnTo>
                  <a:pt x="30093" y="36404"/>
                </a:lnTo>
                <a:lnTo>
                  <a:pt x="29932" y="36465"/>
                </a:lnTo>
                <a:lnTo>
                  <a:pt x="29761" y="36515"/>
                </a:lnTo>
                <a:lnTo>
                  <a:pt x="29591" y="36545"/>
                </a:lnTo>
                <a:lnTo>
                  <a:pt x="29420" y="36585"/>
                </a:lnTo>
                <a:lnTo>
                  <a:pt x="29249" y="36605"/>
                </a:lnTo>
                <a:lnTo>
                  <a:pt x="29068" y="36615"/>
                </a:lnTo>
                <a:lnTo>
                  <a:pt x="28887" y="36625"/>
                </a:lnTo>
                <a:lnTo>
                  <a:pt x="28706" y="36615"/>
                </a:lnTo>
                <a:lnTo>
                  <a:pt x="28535" y="36605"/>
                </a:lnTo>
                <a:lnTo>
                  <a:pt x="28354" y="36585"/>
                </a:lnTo>
                <a:lnTo>
                  <a:pt x="28183" y="36545"/>
                </a:lnTo>
                <a:lnTo>
                  <a:pt x="28013" y="36515"/>
                </a:lnTo>
                <a:lnTo>
                  <a:pt x="27852" y="36465"/>
                </a:lnTo>
                <a:lnTo>
                  <a:pt x="27681" y="36404"/>
                </a:lnTo>
                <a:lnTo>
                  <a:pt x="27530" y="36344"/>
                </a:lnTo>
                <a:lnTo>
                  <a:pt x="27369" y="36274"/>
                </a:lnTo>
                <a:lnTo>
                  <a:pt x="27219" y="36193"/>
                </a:lnTo>
                <a:lnTo>
                  <a:pt x="27078" y="36113"/>
                </a:lnTo>
                <a:lnTo>
                  <a:pt x="26927" y="36022"/>
                </a:lnTo>
                <a:lnTo>
                  <a:pt x="26796" y="35922"/>
                </a:lnTo>
                <a:lnTo>
                  <a:pt x="26666" y="35821"/>
                </a:lnTo>
                <a:lnTo>
                  <a:pt x="26535" y="35711"/>
                </a:lnTo>
                <a:lnTo>
                  <a:pt x="26414" y="35590"/>
                </a:lnTo>
                <a:lnTo>
                  <a:pt x="26294" y="35470"/>
                </a:lnTo>
                <a:lnTo>
                  <a:pt x="26183" y="35349"/>
                </a:lnTo>
                <a:lnTo>
                  <a:pt x="26083" y="35218"/>
                </a:lnTo>
                <a:lnTo>
                  <a:pt x="25982" y="35078"/>
                </a:lnTo>
                <a:lnTo>
                  <a:pt x="25892" y="34937"/>
                </a:lnTo>
                <a:lnTo>
                  <a:pt x="25811" y="34786"/>
                </a:lnTo>
                <a:lnTo>
                  <a:pt x="25731" y="34635"/>
                </a:lnTo>
                <a:lnTo>
                  <a:pt x="25661" y="34485"/>
                </a:lnTo>
                <a:lnTo>
                  <a:pt x="25600" y="34324"/>
                </a:lnTo>
                <a:lnTo>
                  <a:pt x="25540" y="34163"/>
                </a:lnTo>
                <a:lnTo>
                  <a:pt x="25500" y="33992"/>
                </a:lnTo>
                <a:lnTo>
                  <a:pt x="25460" y="33821"/>
                </a:lnTo>
                <a:lnTo>
                  <a:pt x="25430" y="33650"/>
                </a:lnTo>
                <a:lnTo>
                  <a:pt x="25409" y="33479"/>
                </a:lnTo>
                <a:lnTo>
                  <a:pt x="25389" y="33299"/>
                </a:lnTo>
                <a:lnTo>
                  <a:pt x="25389" y="33118"/>
                </a:lnTo>
                <a:lnTo>
                  <a:pt x="25389" y="32937"/>
                </a:lnTo>
                <a:lnTo>
                  <a:pt x="25409" y="32766"/>
                </a:lnTo>
                <a:lnTo>
                  <a:pt x="25430" y="32585"/>
                </a:lnTo>
                <a:lnTo>
                  <a:pt x="25460" y="32414"/>
                </a:lnTo>
                <a:lnTo>
                  <a:pt x="25500" y="32243"/>
                </a:lnTo>
                <a:lnTo>
                  <a:pt x="25540" y="32082"/>
                </a:lnTo>
                <a:lnTo>
                  <a:pt x="25600" y="31912"/>
                </a:lnTo>
                <a:lnTo>
                  <a:pt x="25661" y="31761"/>
                </a:lnTo>
                <a:lnTo>
                  <a:pt x="25731" y="31600"/>
                </a:lnTo>
                <a:lnTo>
                  <a:pt x="25811" y="31449"/>
                </a:lnTo>
                <a:lnTo>
                  <a:pt x="25892" y="31308"/>
                </a:lnTo>
                <a:lnTo>
                  <a:pt x="25982" y="31158"/>
                </a:lnTo>
                <a:lnTo>
                  <a:pt x="26083" y="31027"/>
                </a:lnTo>
                <a:lnTo>
                  <a:pt x="26183" y="30896"/>
                </a:lnTo>
                <a:lnTo>
                  <a:pt x="26294" y="30766"/>
                </a:lnTo>
                <a:lnTo>
                  <a:pt x="26414" y="30645"/>
                </a:lnTo>
                <a:lnTo>
                  <a:pt x="26535" y="30524"/>
                </a:lnTo>
                <a:lnTo>
                  <a:pt x="26666" y="30414"/>
                </a:lnTo>
                <a:lnTo>
                  <a:pt x="26796" y="30313"/>
                </a:lnTo>
                <a:lnTo>
                  <a:pt x="26927" y="30213"/>
                </a:lnTo>
                <a:lnTo>
                  <a:pt x="27078" y="30122"/>
                </a:lnTo>
                <a:lnTo>
                  <a:pt x="27219" y="30042"/>
                </a:lnTo>
                <a:lnTo>
                  <a:pt x="27369" y="29962"/>
                </a:lnTo>
                <a:lnTo>
                  <a:pt x="27530" y="29891"/>
                </a:lnTo>
                <a:lnTo>
                  <a:pt x="27681" y="29831"/>
                </a:lnTo>
                <a:lnTo>
                  <a:pt x="27852" y="29771"/>
                </a:lnTo>
                <a:lnTo>
                  <a:pt x="28013" y="29730"/>
                </a:lnTo>
                <a:lnTo>
                  <a:pt x="28183" y="29690"/>
                </a:lnTo>
                <a:lnTo>
                  <a:pt x="28354" y="29660"/>
                </a:lnTo>
                <a:lnTo>
                  <a:pt x="28535" y="29640"/>
                </a:lnTo>
                <a:lnTo>
                  <a:pt x="28706" y="29620"/>
                </a:lnTo>
                <a:close/>
                <a:moveTo>
                  <a:pt x="50396" y="38806"/>
                </a:moveTo>
                <a:lnTo>
                  <a:pt x="50395" y="38815"/>
                </a:lnTo>
                <a:lnTo>
                  <a:pt x="50395" y="38815"/>
                </a:lnTo>
                <a:lnTo>
                  <a:pt x="50406" y="38816"/>
                </a:lnTo>
                <a:lnTo>
                  <a:pt x="50396" y="38806"/>
                </a:lnTo>
                <a:close/>
                <a:moveTo>
                  <a:pt x="21118" y="0"/>
                </a:moveTo>
                <a:lnTo>
                  <a:pt x="20977" y="10"/>
                </a:lnTo>
                <a:lnTo>
                  <a:pt x="20836" y="40"/>
                </a:lnTo>
                <a:lnTo>
                  <a:pt x="20706" y="70"/>
                </a:lnTo>
                <a:lnTo>
                  <a:pt x="20565" y="131"/>
                </a:lnTo>
                <a:lnTo>
                  <a:pt x="20434" y="191"/>
                </a:lnTo>
                <a:lnTo>
                  <a:pt x="20304" y="271"/>
                </a:lnTo>
                <a:lnTo>
                  <a:pt x="20193" y="362"/>
                </a:lnTo>
                <a:lnTo>
                  <a:pt x="20082" y="472"/>
                </a:lnTo>
                <a:lnTo>
                  <a:pt x="19992" y="573"/>
                </a:lnTo>
                <a:lnTo>
                  <a:pt x="19912" y="694"/>
                </a:lnTo>
                <a:lnTo>
                  <a:pt x="19851" y="814"/>
                </a:lnTo>
                <a:lnTo>
                  <a:pt x="19791" y="945"/>
                </a:lnTo>
                <a:lnTo>
                  <a:pt x="19751" y="1076"/>
                </a:lnTo>
                <a:lnTo>
                  <a:pt x="19721" y="1216"/>
                </a:lnTo>
                <a:lnTo>
                  <a:pt x="19701" y="1357"/>
                </a:lnTo>
                <a:lnTo>
                  <a:pt x="19701" y="1498"/>
                </a:lnTo>
                <a:lnTo>
                  <a:pt x="19711" y="1638"/>
                </a:lnTo>
                <a:lnTo>
                  <a:pt x="19731" y="1779"/>
                </a:lnTo>
                <a:lnTo>
                  <a:pt x="19771" y="1920"/>
                </a:lnTo>
                <a:lnTo>
                  <a:pt x="19821" y="2050"/>
                </a:lnTo>
                <a:lnTo>
                  <a:pt x="19892" y="2191"/>
                </a:lnTo>
                <a:lnTo>
                  <a:pt x="20062" y="2493"/>
                </a:lnTo>
                <a:lnTo>
                  <a:pt x="20213" y="2804"/>
                </a:lnTo>
                <a:lnTo>
                  <a:pt x="20344" y="3106"/>
                </a:lnTo>
                <a:lnTo>
                  <a:pt x="20454" y="3407"/>
                </a:lnTo>
                <a:lnTo>
                  <a:pt x="20555" y="3699"/>
                </a:lnTo>
                <a:lnTo>
                  <a:pt x="20635" y="4000"/>
                </a:lnTo>
                <a:lnTo>
                  <a:pt x="20706" y="4292"/>
                </a:lnTo>
                <a:lnTo>
                  <a:pt x="20756" y="4583"/>
                </a:lnTo>
                <a:lnTo>
                  <a:pt x="20796" y="4875"/>
                </a:lnTo>
                <a:lnTo>
                  <a:pt x="20816" y="5166"/>
                </a:lnTo>
                <a:lnTo>
                  <a:pt x="20836" y="5458"/>
                </a:lnTo>
                <a:lnTo>
                  <a:pt x="20836" y="5749"/>
                </a:lnTo>
                <a:lnTo>
                  <a:pt x="20826" y="6041"/>
                </a:lnTo>
                <a:lnTo>
                  <a:pt x="20806" y="6332"/>
                </a:lnTo>
                <a:lnTo>
                  <a:pt x="20776" y="6624"/>
                </a:lnTo>
                <a:lnTo>
                  <a:pt x="20746" y="6925"/>
                </a:lnTo>
                <a:lnTo>
                  <a:pt x="16726" y="2704"/>
                </a:lnTo>
                <a:lnTo>
                  <a:pt x="16665" y="2654"/>
                </a:lnTo>
                <a:lnTo>
                  <a:pt x="16615" y="2613"/>
                </a:lnTo>
                <a:lnTo>
                  <a:pt x="16555" y="2573"/>
                </a:lnTo>
                <a:lnTo>
                  <a:pt x="16484" y="2543"/>
                </a:lnTo>
                <a:lnTo>
                  <a:pt x="16424" y="2513"/>
                </a:lnTo>
                <a:lnTo>
                  <a:pt x="16354" y="2503"/>
                </a:lnTo>
                <a:lnTo>
                  <a:pt x="16283" y="2483"/>
                </a:lnTo>
                <a:lnTo>
                  <a:pt x="16143" y="2483"/>
                </a:lnTo>
                <a:lnTo>
                  <a:pt x="16072" y="2493"/>
                </a:lnTo>
                <a:lnTo>
                  <a:pt x="16002" y="2503"/>
                </a:lnTo>
                <a:lnTo>
                  <a:pt x="15942" y="2533"/>
                </a:lnTo>
                <a:lnTo>
                  <a:pt x="15871" y="2553"/>
                </a:lnTo>
                <a:lnTo>
                  <a:pt x="15811" y="2593"/>
                </a:lnTo>
                <a:lnTo>
                  <a:pt x="15751" y="2633"/>
                </a:lnTo>
                <a:lnTo>
                  <a:pt x="15690" y="2684"/>
                </a:lnTo>
                <a:lnTo>
                  <a:pt x="15640" y="2734"/>
                </a:lnTo>
                <a:lnTo>
                  <a:pt x="15600" y="2794"/>
                </a:lnTo>
                <a:lnTo>
                  <a:pt x="15560" y="2855"/>
                </a:lnTo>
                <a:lnTo>
                  <a:pt x="15529" y="2925"/>
                </a:lnTo>
                <a:lnTo>
                  <a:pt x="15499" y="2985"/>
                </a:lnTo>
                <a:lnTo>
                  <a:pt x="15479" y="3056"/>
                </a:lnTo>
                <a:lnTo>
                  <a:pt x="15469" y="3126"/>
                </a:lnTo>
                <a:lnTo>
                  <a:pt x="15469" y="3196"/>
                </a:lnTo>
                <a:lnTo>
                  <a:pt x="15469" y="3267"/>
                </a:lnTo>
                <a:lnTo>
                  <a:pt x="15479" y="3337"/>
                </a:lnTo>
                <a:lnTo>
                  <a:pt x="15489" y="3407"/>
                </a:lnTo>
                <a:lnTo>
                  <a:pt x="15509" y="3468"/>
                </a:lnTo>
                <a:lnTo>
                  <a:pt x="15540" y="3538"/>
                </a:lnTo>
                <a:lnTo>
                  <a:pt x="15580" y="3598"/>
                </a:lnTo>
                <a:lnTo>
                  <a:pt x="15620" y="3659"/>
                </a:lnTo>
                <a:lnTo>
                  <a:pt x="15670" y="3719"/>
                </a:lnTo>
                <a:lnTo>
                  <a:pt x="20394" y="8674"/>
                </a:lnTo>
                <a:lnTo>
                  <a:pt x="20133" y="9749"/>
                </a:lnTo>
                <a:lnTo>
                  <a:pt x="19922" y="10584"/>
                </a:lnTo>
                <a:lnTo>
                  <a:pt x="19721" y="11448"/>
                </a:lnTo>
                <a:lnTo>
                  <a:pt x="19630" y="11900"/>
                </a:lnTo>
                <a:lnTo>
                  <a:pt x="19540" y="12343"/>
                </a:lnTo>
                <a:lnTo>
                  <a:pt x="19469" y="12805"/>
                </a:lnTo>
                <a:lnTo>
                  <a:pt x="19399" y="13277"/>
                </a:lnTo>
                <a:lnTo>
                  <a:pt x="19339" y="13750"/>
                </a:lnTo>
                <a:lnTo>
                  <a:pt x="19299" y="14232"/>
                </a:lnTo>
                <a:lnTo>
                  <a:pt x="19268" y="14725"/>
                </a:lnTo>
                <a:lnTo>
                  <a:pt x="19258" y="15227"/>
                </a:lnTo>
                <a:lnTo>
                  <a:pt x="19268" y="15740"/>
                </a:lnTo>
                <a:lnTo>
                  <a:pt x="19299" y="16262"/>
                </a:lnTo>
                <a:lnTo>
                  <a:pt x="19349" y="16795"/>
                </a:lnTo>
                <a:lnTo>
                  <a:pt x="19429" y="17328"/>
                </a:lnTo>
                <a:lnTo>
                  <a:pt x="19479" y="17649"/>
                </a:lnTo>
                <a:lnTo>
                  <a:pt x="19138" y="17448"/>
                </a:lnTo>
                <a:lnTo>
                  <a:pt x="18776" y="17257"/>
                </a:lnTo>
                <a:lnTo>
                  <a:pt x="18424" y="17066"/>
                </a:lnTo>
                <a:lnTo>
                  <a:pt x="18052" y="16886"/>
                </a:lnTo>
                <a:lnTo>
                  <a:pt x="17690" y="16715"/>
                </a:lnTo>
                <a:lnTo>
                  <a:pt x="17319" y="16544"/>
                </a:lnTo>
                <a:lnTo>
                  <a:pt x="16937" y="16383"/>
                </a:lnTo>
                <a:lnTo>
                  <a:pt x="16555" y="16232"/>
                </a:lnTo>
                <a:lnTo>
                  <a:pt x="14404" y="10262"/>
                </a:lnTo>
                <a:lnTo>
                  <a:pt x="14374" y="10192"/>
                </a:lnTo>
                <a:lnTo>
                  <a:pt x="14343" y="10121"/>
                </a:lnTo>
                <a:lnTo>
                  <a:pt x="14293" y="10061"/>
                </a:lnTo>
                <a:lnTo>
                  <a:pt x="14253" y="10011"/>
                </a:lnTo>
                <a:lnTo>
                  <a:pt x="14203" y="9960"/>
                </a:lnTo>
                <a:lnTo>
                  <a:pt x="14142" y="9920"/>
                </a:lnTo>
                <a:lnTo>
                  <a:pt x="14092" y="9880"/>
                </a:lnTo>
                <a:lnTo>
                  <a:pt x="14022" y="9850"/>
                </a:lnTo>
                <a:lnTo>
                  <a:pt x="13962" y="9820"/>
                </a:lnTo>
                <a:lnTo>
                  <a:pt x="13891" y="9800"/>
                </a:lnTo>
                <a:lnTo>
                  <a:pt x="13831" y="9790"/>
                </a:lnTo>
                <a:lnTo>
                  <a:pt x="13761" y="9780"/>
                </a:lnTo>
                <a:lnTo>
                  <a:pt x="13610" y="9780"/>
                </a:lnTo>
                <a:lnTo>
                  <a:pt x="13539" y="9800"/>
                </a:lnTo>
                <a:lnTo>
                  <a:pt x="13469" y="9820"/>
                </a:lnTo>
                <a:lnTo>
                  <a:pt x="13399" y="9850"/>
                </a:lnTo>
                <a:lnTo>
                  <a:pt x="13338" y="9880"/>
                </a:lnTo>
                <a:lnTo>
                  <a:pt x="13278" y="9920"/>
                </a:lnTo>
                <a:lnTo>
                  <a:pt x="13218" y="9971"/>
                </a:lnTo>
                <a:lnTo>
                  <a:pt x="13168" y="10021"/>
                </a:lnTo>
                <a:lnTo>
                  <a:pt x="13127" y="10071"/>
                </a:lnTo>
                <a:lnTo>
                  <a:pt x="13087" y="10131"/>
                </a:lnTo>
                <a:lnTo>
                  <a:pt x="13057" y="10192"/>
                </a:lnTo>
                <a:lnTo>
                  <a:pt x="13027" y="10262"/>
                </a:lnTo>
                <a:lnTo>
                  <a:pt x="13007" y="10322"/>
                </a:lnTo>
                <a:lnTo>
                  <a:pt x="12997" y="10393"/>
                </a:lnTo>
                <a:lnTo>
                  <a:pt x="12987" y="10463"/>
                </a:lnTo>
                <a:lnTo>
                  <a:pt x="12987" y="10533"/>
                </a:lnTo>
                <a:lnTo>
                  <a:pt x="12997" y="10614"/>
                </a:lnTo>
                <a:lnTo>
                  <a:pt x="13007" y="10684"/>
                </a:lnTo>
                <a:lnTo>
                  <a:pt x="13027" y="10754"/>
                </a:lnTo>
                <a:lnTo>
                  <a:pt x="14776" y="15599"/>
                </a:lnTo>
                <a:lnTo>
                  <a:pt x="14273" y="15448"/>
                </a:lnTo>
                <a:lnTo>
                  <a:pt x="13781" y="15318"/>
                </a:lnTo>
                <a:lnTo>
                  <a:pt x="13318" y="15197"/>
                </a:lnTo>
                <a:lnTo>
                  <a:pt x="12866" y="15096"/>
                </a:lnTo>
                <a:lnTo>
                  <a:pt x="9368" y="9669"/>
                </a:lnTo>
                <a:lnTo>
                  <a:pt x="9328" y="9609"/>
                </a:lnTo>
                <a:lnTo>
                  <a:pt x="9278" y="9558"/>
                </a:lnTo>
                <a:lnTo>
                  <a:pt x="9228" y="9508"/>
                </a:lnTo>
                <a:lnTo>
                  <a:pt x="9167" y="9468"/>
                </a:lnTo>
                <a:lnTo>
                  <a:pt x="9107" y="9428"/>
                </a:lnTo>
                <a:lnTo>
                  <a:pt x="9047" y="9398"/>
                </a:lnTo>
                <a:lnTo>
                  <a:pt x="8976" y="9378"/>
                </a:lnTo>
                <a:lnTo>
                  <a:pt x="8906" y="9357"/>
                </a:lnTo>
                <a:lnTo>
                  <a:pt x="8846" y="9347"/>
                </a:lnTo>
                <a:lnTo>
                  <a:pt x="8775" y="9337"/>
                </a:lnTo>
                <a:lnTo>
                  <a:pt x="8705" y="9337"/>
                </a:lnTo>
                <a:lnTo>
                  <a:pt x="8635" y="9347"/>
                </a:lnTo>
                <a:lnTo>
                  <a:pt x="8564" y="9367"/>
                </a:lnTo>
                <a:lnTo>
                  <a:pt x="8494" y="9388"/>
                </a:lnTo>
                <a:lnTo>
                  <a:pt x="8424" y="9418"/>
                </a:lnTo>
                <a:lnTo>
                  <a:pt x="8363" y="9458"/>
                </a:lnTo>
                <a:lnTo>
                  <a:pt x="8303" y="9498"/>
                </a:lnTo>
                <a:lnTo>
                  <a:pt x="8243" y="9548"/>
                </a:lnTo>
                <a:lnTo>
                  <a:pt x="8192" y="9599"/>
                </a:lnTo>
                <a:lnTo>
                  <a:pt x="8152" y="9659"/>
                </a:lnTo>
                <a:lnTo>
                  <a:pt x="8112" y="9719"/>
                </a:lnTo>
                <a:lnTo>
                  <a:pt x="8082" y="9780"/>
                </a:lnTo>
                <a:lnTo>
                  <a:pt x="8062" y="9850"/>
                </a:lnTo>
                <a:lnTo>
                  <a:pt x="8042" y="9910"/>
                </a:lnTo>
                <a:lnTo>
                  <a:pt x="8032" y="9981"/>
                </a:lnTo>
                <a:lnTo>
                  <a:pt x="8022" y="10051"/>
                </a:lnTo>
                <a:lnTo>
                  <a:pt x="8032" y="10121"/>
                </a:lnTo>
                <a:lnTo>
                  <a:pt x="8042" y="10192"/>
                </a:lnTo>
                <a:lnTo>
                  <a:pt x="8052" y="10262"/>
                </a:lnTo>
                <a:lnTo>
                  <a:pt x="8072" y="10332"/>
                </a:lnTo>
                <a:lnTo>
                  <a:pt x="8102" y="10403"/>
                </a:lnTo>
                <a:lnTo>
                  <a:pt x="8142" y="10463"/>
                </a:lnTo>
                <a:lnTo>
                  <a:pt x="10896" y="14735"/>
                </a:lnTo>
                <a:lnTo>
                  <a:pt x="10283" y="14664"/>
                </a:lnTo>
                <a:lnTo>
                  <a:pt x="9821" y="14614"/>
                </a:lnTo>
                <a:lnTo>
                  <a:pt x="9509" y="14594"/>
                </a:lnTo>
                <a:lnTo>
                  <a:pt x="9238" y="14594"/>
                </a:lnTo>
                <a:lnTo>
                  <a:pt x="9087" y="14614"/>
                </a:lnTo>
                <a:lnTo>
                  <a:pt x="8946" y="14644"/>
                </a:lnTo>
                <a:lnTo>
                  <a:pt x="8816" y="14684"/>
                </a:lnTo>
                <a:lnTo>
                  <a:pt x="8685" y="14745"/>
                </a:lnTo>
                <a:lnTo>
                  <a:pt x="8564" y="14815"/>
                </a:lnTo>
                <a:lnTo>
                  <a:pt x="8444" y="14895"/>
                </a:lnTo>
                <a:lnTo>
                  <a:pt x="8343" y="14986"/>
                </a:lnTo>
                <a:lnTo>
                  <a:pt x="8243" y="15086"/>
                </a:lnTo>
                <a:lnTo>
                  <a:pt x="8152" y="15197"/>
                </a:lnTo>
                <a:lnTo>
                  <a:pt x="8082" y="15318"/>
                </a:lnTo>
                <a:lnTo>
                  <a:pt x="8011" y="15438"/>
                </a:lnTo>
                <a:lnTo>
                  <a:pt x="7961" y="15569"/>
                </a:lnTo>
                <a:lnTo>
                  <a:pt x="7921" y="15710"/>
                </a:lnTo>
                <a:lnTo>
                  <a:pt x="7891" y="15860"/>
                </a:lnTo>
                <a:lnTo>
                  <a:pt x="7881" y="16001"/>
                </a:lnTo>
                <a:lnTo>
                  <a:pt x="7881" y="16152"/>
                </a:lnTo>
                <a:lnTo>
                  <a:pt x="7901" y="16303"/>
                </a:lnTo>
                <a:lnTo>
                  <a:pt x="7931" y="16443"/>
                </a:lnTo>
                <a:lnTo>
                  <a:pt x="7981" y="16574"/>
                </a:lnTo>
                <a:lnTo>
                  <a:pt x="8032" y="16705"/>
                </a:lnTo>
                <a:lnTo>
                  <a:pt x="8102" y="16825"/>
                </a:lnTo>
                <a:lnTo>
                  <a:pt x="8182" y="16946"/>
                </a:lnTo>
                <a:lnTo>
                  <a:pt x="8273" y="17046"/>
                </a:lnTo>
                <a:lnTo>
                  <a:pt x="8373" y="17147"/>
                </a:lnTo>
                <a:lnTo>
                  <a:pt x="8484" y="17237"/>
                </a:lnTo>
                <a:lnTo>
                  <a:pt x="8604" y="17308"/>
                </a:lnTo>
                <a:lnTo>
                  <a:pt x="8735" y="17378"/>
                </a:lnTo>
                <a:lnTo>
                  <a:pt x="8866" y="17428"/>
                </a:lnTo>
                <a:lnTo>
                  <a:pt x="9007" y="17468"/>
                </a:lnTo>
                <a:lnTo>
                  <a:pt x="9147" y="17499"/>
                </a:lnTo>
                <a:lnTo>
                  <a:pt x="9298" y="17509"/>
                </a:lnTo>
                <a:lnTo>
                  <a:pt x="9509" y="17519"/>
                </a:lnTo>
                <a:lnTo>
                  <a:pt x="9750" y="17539"/>
                </a:lnTo>
                <a:lnTo>
                  <a:pt x="10072" y="17569"/>
                </a:lnTo>
                <a:lnTo>
                  <a:pt x="6916" y="19509"/>
                </a:lnTo>
                <a:lnTo>
                  <a:pt x="6856" y="19559"/>
                </a:lnTo>
                <a:lnTo>
                  <a:pt x="6795" y="19599"/>
                </a:lnTo>
                <a:lnTo>
                  <a:pt x="6745" y="19660"/>
                </a:lnTo>
                <a:lnTo>
                  <a:pt x="6705" y="19710"/>
                </a:lnTo>
                <a:lnTo>
                  <a:pt x="6665" y="19770"/>
                </a:lnTo>
                <a:lnTo>
                  <a:pt x="6635" y="19830"/>
                </a:lnTo>
                <a:lnTo>
                  <a:pt x="6604" y="19901"/>
                </a:lnTo>
                <a:lnTo>
                  <a:pt x="6584" y="19961"/>
                </a:lnTo>
                <a:lnTo>
                  <a:pt x="6574" y="20031"/>
                </a:lnTo>
                <a:lnTo>
                  <a:pt x="6564" y="20102"/>
                </a:lnTo>
                <a:lnTo>
                  <a:pt x="6564" y="20172"/>
                </a:lnTo>
                <a:lnTo>
                  <a:pt x="6574" y="20242"/>
                </a:lnTo>
                <a:lnTo>
                  <a:pt x="6594" y="20313"/>
                </a:lnTo>
                <a:lnTo>
                  <a:pt x="6614" y="20383"/>
                </a:lnTo>
                <a:lnTo>
                  <a:pt x="6645" y="20454"/>
                </a:lnTo>
                <a:lnTo>
                  <a:pt x="6675" y="20514"/>
                </a:lnTo>
                <a:lnTo>
                  <a:pt x="6735" y="20594"/>
                </a:lnTo>
                <a:lnTo>
                  <a:pt x="6795" y="20665"/>
                </a:lnTo>
                <a:lnTo>
                  <a:pt x="6866" y="20725"/>
                </a:lnTo>
                <a:lnTo>
                  <a:pt x="6946" y="20775"/>
                </a:lnTo>
                <a:lnTo>
                  <a:pt x="7026" y="20815"/>
                </a:lnTo>
                <a:lnTo>
                  <a:pt x="7117" y="20846"/>
                </a:lnTo>
                <a:lnTo>
                  <a:pt x="7207" y="20856"/>
                </a:lnTo>
                <a:lnTo>
                  <a:pt x="7298" y="20866"/>
                </a:lnTo>
                <a:lnTo>
                  <a:pt x="7398" y="20856"/>
                </a:lnTo>
                <a:lnTo>
                  <a:pt x="7489" y="20835"/>
                </a:lnTo>
                <a:lnTo>
                  <a:pt x="7589" y="20805"/>
                </a:lnTo>
                <a:lnTo>
                  <a:pt x="7680" y="20755"/>
                </a:lnTo>
                <a:lnTo>
                  <a:pt x="12243" y="17951"/>
                </a:lnTo>
                <a:lnTo>
                  <a:pt x="12745" y="18061"/>
                </a:lnTo>
                <a:lnTo>
                  <a:pt x="13278" y="18202"/>
                </a:lnTo>
                <a:lnTo>
                  <a:pt x="13831" y="18363"/>
                </a:lnTo>
                <a:lnTo>
                  <a:pt x="14404" y="18544"/>
                </a:lnTo>
                <a:lnTo>
                  <a:pt x="14987" y="18755"/>
                </a:lnTo>
                <a:lnTo>
                  <a:pt x="15590" y="18986"/>
                </a:lnTo>
                <a:lnTo>
                  <a:pt x="16203" y="19247"/>
                </a:lnTo>
                <a:lnTo>
                  <a:pt x="16514" y="19388"/>
                </a:lnTo>
                <a:lnTo>
                  <a:pt x="16826" y="19529"/>
                </a:lnTo>
                <a:lnTo>
                  <a:pt x="17138" y="19690"/>
                </a:lnTo>
                <a:lnTo>
                  <a:pt x="17449" y="19850"/>
                </a:lnTo>
                <a:lnTo>
                  <a:pt x="17761" y="20021"/>
                </a:lnTo>
                <a:lnTo>
                  <a:pt x="18072" y="20202"/>
                </a:lnTo>
                <a:lnTo>
                  <a:pt x="18384" y="20383"/>
                </a:lnTo>
                <a:lnTo>
                  <a:pt x="18695" y="20584"/>
                </a:lnTo>
                <a:lnTo>
                  <a:pt x="19007" y="20785"/>
                </a:lnTo>
                <a:lnTo>
                  <a:pt x="19319" y="20996"/>
                </a:lnTo>
                <a:lnTo>
                  <a:pt x="19630" y="21217"/>
                </a:lnTo>
                <a:lnTo>
                  <a:pt x="19932" y="21449"/>
                </a:lnTo>
                <a:lnTo>
                  <a:pt x="20243" y="21690"/>
                </a:lnTo>
                <a:lnTo>
                  <a:pt x="20535" y="21941"/>
                </a:lnTo>
                <a:lnTo>
                  <a:pt x="20836" y="22202"/>
                </a:lnTo>
                <a:lnTo>
                  <a:pt x="21128" y="22474"/>
                </a:lnTo>
                <a:lnTo>
                  <a:pt x="21419" y="22755"/>
                </a:lnTo>
                <a:lnTo>
                  <a:pt x="21701" y="23037"/>
                </a:lnTo>
                <a:lnTo>
                  <a:pt x="18967" y="32324"/>
                </a:lnTo>
                <a:lnTo>
                  <a:pt x="18223" y="32464"/>
                </a:lnTo>
                <a:lnTo>
                  <a:pt x="14836" y="29851"/>
                </a:lnTo>
                <a:lnTo>
                  <a:pt x="14153" y="23408"/>
                </a:lnTo>
                <a:lnTo>
                  <a:pt x="14142" y="23338"/>
                </a:lnTo>
                <a:lnTo>
                  <a:pt x="14122" y="23268"/>
                </a:lnTo>
                <a:lnTo>
                  <a:pt x="14092" y="23197"/>
                </a:lnTo>
                <a:lnTo>
                  <a:pt x="14062" y="23137"/>
                </a:lnTo>
                <a:lnTo>
                  <a:pt x="14022" y="23077"/>
                </a:lnTo>
                <a:lnTo>
                  <a:pt x="13982" y="23017"/>
                </a:lnTo>
                <a:lnTo>
                  <a:pt x="13931" y="22966"/>
                </a:lnTo>
                <a:lnTo>
                  <a:pt x="13881" y="22926"/>
                </a:lnTo>
                <a:lnTo>
                  <a:pt x="13831" y="22886"/>
                </a:lnTo>
                <a:lnTo>
                  <a:pt x="13771" y="22846"/>
                </a:lnTo>
                <a:lnTo>
                  <a:pt x="13700" y="22815"/>
                </a:lnTo>
                <a:lnTo>
                  <a:pt x="13640" y="22795"/>
                </a:lnTo>
                <a:lnTo>
                  <a:pt x="13570" y="22775"/>
                </a:lnTo>
                <a:lnTo>
                  <a:pt x="13499" y="22765"/>
                </a:lnTo>
                <a:lnTo>
                  <a:pt x="13348" y="22765"/>
                </a:lnTo>
                <a:lnTo>
                  <a:pt x="13278" y="22775"/>
                </a:lnTo>
                <a:lnTo>
                  <a:pt x="13198" y="22795"/>
                </a:lnTo>
                <a:lnTo>
                  <a:pt x="13137" y="22815"/>
                </a:lnTo>
                <a:lnTo>
                  <a:pt x="13067" y="22856"/>
                </a:lnTo>
                <a:lnTo>
                  <a:pt x="13007" y="22886"/>
                </a:lnTo>
                <a:lnTo>
                  <a:pt x="12956" y="22936"/>
                </a:lnTo>
                <a:lnTo>
                  <a:pt x="12906" y="22976"/>
                </a:lnTo>
                <a:lnTo>
                  <a:pt x="12856" y="23037"/>
                </a:lnTo>
                <a:lnTo>
                  <a:pt x="12816" y="23087"/>
                </a:lnTo>
                <a:lnTo>
                  <a:pt x="12776" y="23147"/>
                </a:lnTo>
                <a:lnTo>
                  <a:pt x="12745" y="23207"/>
                </a:lnTo>
                <a:lnTo>
                  <a:pt x="12725" y="23278"/>
                </a:lnTo>
                <a:lnTo>
                  <a:pt x="12705" y="23348"/>
                </a:lnTo>
                <a:lnTo>
                  <a:pt x="12695" y="23419"/>
                </a:lnTo>
                <a:lnTo>
                  <a:pt x="12695" y="23489"/>
                </a:lnTo>
                <a:lnTo>
                  <a:pt x="12695" y="23569"/>
                </a:lnTo>
                <a:lnTo>
                  <a:pt x="13238" y="28625"/>
                </a:lnTo>
                <a:lnTo>
                  <a:pt x="10363" y="26414"/>
                </a:lnTo>
                <a:lnTo>
                  <a:pt x="10303" y="26373"/>
                </a:lnTo>
                <a:lnTo>
                  <a:pt x="10243" y="26333"/>
                </a:lnTo>
                <a:lnTo>
                  <a:pt x="10172" y="26303"/>
                </a:lnTo>
                <a:lnTo>
                  <a:pt x="10112" y="26283"/>
                </a:lnTo>
                <a:lnTo>
                  <a:pt x="10042" y="26273"/>
                </a:lnTo>
                <a:lnTo>
                  <a:pt x="9971" y="26263"/>
                </a:lnTo>
                <a:lnTo>
                  <a:pt x="9901" y="26263"/>
                </a:lnTo>
                <a:lnTo>
                  <a:pt x="9831" y="26273"/>
                </a:lnTo>
                <a:lnTo>
                  <a:pt x="9760" y="26283"/>
                </a:lnTo>
                <a:lnTo>
                  <a:pt x="9690" y="26303"/>
                </a:lnTo>
                <a:lnTo>
                  <a:pt x="9630" y="26323"/>
                </a:lnTo>
                <a:lnTo>
                  <a:pt x="9559" y="26353"/>
                </a:lnTo>
                <a:lnTo>
                  <a:pt x="9499" y="26394"/>
                </a:lnTo>
                <a:lnTo>
                  <a:pt x="9449" y="26444"/>
                </a:lnTo>
                <a:lnTo>
                  <a:pt x="9398" y="26494"/>
                </a:lnTo>
                <a:lnTo>
                  <a:pt x="9348" y="26544"/>
                </a:lnTo>
                <a:lnTo>
                  <a:pt x="9298" y="26605"/>
                </a:lnTo>
                <a:lnTo>
                  <a:pt x="9268" y="26675"/>
                </a:lnTo>
                <a:lnTo>
                  <a:pt x="9238" y="26735"/>
                </a:lnTo>
                <a:lnTo>
                  <a:pt x="9218" y="26806"/>
                </a:lnTo>
                <a:lnTo>
                  <a:pt x="9208" y="26876"/>
                </a:lnTo>
                <a:lnTo>
                  <a:pt x="9197" y="26946"/>
                </a:lnTo>
                <a:lnTo>
                  <a:pt x="9197" y="27017"/>
                </a:lnTo>
                <a:lnTo>
                  <a:pt x="9197" y="27087"/>
                </a:lnTo>
                <a:lnTo>
                  <a:pt x="9208" y="27157"/>
                </a:lnTo>
                <a:lnTo>
                  <a:pt x="9228" y="27218"/>
                </a:lnTo>
                <a:lnTo>
                  <a:pt x="9258" y="27288"/>
                </a:lnTo>
                <a:lnTo>
                  <a:pt x="9288" y="27348"/>
                </a:lnTo>
                <a:lnTo>
                  <a:pt x="9328" y="27409"/>
                </a:lnTo>
                <a:lnTo>
                  <a:pt x="9368" y="27469"/>
                </a:lnTo>
                <a:lnTo>
                  <a:pt x="9419" y="27519"/>
                </a:lnTo>
                <a:lnTo>
                  <a:pt x="9479" y="27570"/>
                </a:lnTo>
                <a:lnTo>
                  <a:pt x="13499" y="30665"/>
                </a:lnTo>
                <a:lnTo>
                  <a:pt x="13539" y="30746"/>
                </a:lnTo>
                <a:lnTo>
                  <a:pt x="13590" y="30806"/>
                </a:lnTo>
                <a:lnTo>
                  <a:pt x="13650" y="30866"/>
                </a:lnTo>
                <a:lnTo>
                  <a:pt x="13710" y="30927"/>
                </a:lnTo>
                <a:lnTo>
                  <a:pt x="13781" y="30967"/>
                </a:lnTo>
                <a:lnTo>
                  <a:pt x="13851" y="31007"/>
                </a:lnTo>
                <a:lnTo>
                  <a:pt x="13931" y="31037"/>
                </a:lnTo>
                <a:lnTo>
                  <a:pt x="14012" y="31067"/>
                </a:lnTo>
                <a:lnTo>
                  <a:pt x="16293" y="32816"/>
                </a:lnTo>
                <a:lnTo>
                  <a:pt x="14816" y="33087"/>
                </a:lnTo>
                <a:lnTo>
                  <a:pt x="13509" y="33299"/>
                </a:lnTo>
                <a:lnTo>
                  <a:pt x="12936" y="33389"/>
                </a:lnTo>
                <a:lnTo>
                  <a:pt x="12414" y="33469"/>
                </a:lnTo>
                <a:lnTo>
                  <a:pt x="11951" y="33520"/>
                </a:lnTo>
                <a:lnTo>
                  <a:pt x="11549" y="33560"/>
                </a:lnTo>
                <a:lnTo>
                  <a:pt x="11298" y="33580"/>
                </a:lnTo>
                <a:lnTo>
                  <a:pt x="11057" y="33580"/>
                </a:lnTo>
                <a:lnTo>
                  <a:pt x="10806" y="33570"/>
                </a:lnTo>
                <a:lnTo>
                  <a:pt x="10554" y="33550"/>
                </a:lnTo>
                <a:lnTo>
                  <a:pt x="10303" y="33520"/>
                </a:lnTo>
                <a:lnTo>
                  <a:pt x="10052" y="33479"/>
                </a:lnTo>
                <a:lnTo>
                  <a:pt x="9811" y="33439"/>
                </a:lnTo>
                <a:lnTo>
                  <a:pt x="9559" y="33379"/>
                </a:lnTo>
                <a:lnTo>
                  <a:pt x="9318" y="33309"/>
                </a:lnTo>
                <a:lnTo>
                  <a:pt x="9077" y="33238"/>
                </a:lnTo>
                <a:lnTo>
                  <a:pt x="8836" y="33158"/>
                </a:lnTo>
                <a:lnTo>
                  <a:pt x="8594" y="33067"/>
                </a:lnTo>
                <a:lnTo>
                  <a:pt x="8353" y="32967"/>
                </a:lnTo>
                <a:lnTo>
                  <a:pt x="8122" y="32866"/>
                </a:lnTo>
                <a:lnTo>
                  <a:pt x="7891" y="32756"/>
                </a:lnTo>
                <a:lnTo>
                  <a:pt x="7660" y="32635"/>
                </a:lnTo>
                <a:lnTo>
                  <a:pt x="7660" y="32404"/>
                </a:lnTo>
                <a:lnTo>
                  <a:pt x="7640" y="32153"/>
                </a:lnTo>
                <a:lnTo>
                  <a:pt x="7619" y="31901"/>
                </a:lnTo>
                <a:lnTo>
                  <a:pt x="7579" y="31650"/>
                </a:lnTo>
                <a:lnTo>
                  <a:pt x="7529" y="31389"/>
                </a:lnTo>
                <a:lnTo>
                  <a:pt x="7469" y="31117"/>
                </a:lnTo>
                <a:lnTo>
                  <a:pt x="7398" y="30856"/>
                </a:lnTo>
                <a:lnTo>
                  <a:pt x="7318" y="30585"/>
                </a:lnTo>
                <a:lnTo>
                  <a:pt x="7228" y="30313"/>
                </a:lnTo>
                <a:lnTo>
                  <a:pt x="7137" y="30052"/>
                </a:lnTo>
                <a:lnTo>
                  <a:pt x="6926" y="29519"/>
                </a:lnTo>
                <a:lnTo>
                  <a:pt x="6705" y="28987"/>
                </a:lnTo>
                <a:lnTo>
                  <a:pt x="6464" y="28484"/>
                </a:lnTo>
                <a:lnTo>
                  <a:pt x="6222" y="28002"/>
                </a:lnTo>
                <a:lnTo>
                  <a:pt x="5991" y="27549"/>
                </a:lnTo>
                <a:lnTo>
                  <a:pt x="5760" y="27137"/>
                </a:lnTo>
                <a:lnTo>
                  <a:pt x="5549" y="26765"/>
                </a:lnTo>
                <a:lnTo>
                  <a:pt x="5197" y="26183"/>
                </a:lnTo>
                <a:lnTo>
                  <a:pt x="4986" y="25861"/>
                </a:lnTo>
                <a:lnTo>
                  <a:pt x="4946" y="25801"/>
                </a:lnTo>
                <a:lnTo>
                  <a:pt x="4896" y="25750"/>
                </a:lnTo>
                <a:lnTo>
                  <a:pt x="4845" y="25700"/>
                </a:lnTo>
                <a:lnTo>
                  <a:pt x="4785" y="25660"/>
                </a:lnTo>
                <a:lnTo>
                  <a:pt x="4725" y="25620"/>
                </a:lnTo>
                <a:lnTo>
                  <a:pt x="4665" y="25590"/>
                </a:lnTo>
                <a:lnTo>
                  <a:pt x="4594" y="25569"/>
                </a:lnTo>
                <a:lnTo>
                  <a:pt x="4524" y="25549"/>
                </a:lnTo>
                <a:lnTo>
                  <a:pt x="4453" y="25539"/>
                </a:lnTo>
                <a:lnTo>
                  <a:pt x="4393" y="25529"/>
                </a:lnTo>
                <a:lnTo>
                  <a:pt x="4323" y="25539"/>
                </a:lnTo>
                <a:lnTo>
                  <a:pt x="4252" y="25549"/>
                </a:lnTo>
                <a:lnTo>
                  <a:pt x="4182" y="25559"/>
                </a:lnTo>
                <a:lnTo>
                  <a:pt x="4112" y="25579"/>
                </a:lnTo>
                <a:lnTo>
                  <a:pt x="4041" y="25610"/>
                </a:lnTo>
                <a:lnTo>
                  <a:pt x="3981" y="25650"/>
                </a:lnTo>
                <a:lnTo>
                  <a:pt x="3921" y="25700"/>
                </a:lnTo>
                <a:lnTo>
                  <a:pt x="3860" y="25750"/>
                </a:lnTo>
                <a:lnTo>
                  <a:pt x="3820" y="25801"/>
                </a:lnTo>
                <a:lnTo>
                  <a:pt x="3770" y="25861"/>
                </a:lnTo>
                <a:lnTo>
                  <a:pt x="3740" y="25921"/>
                </a:lnTo>
                <a:lnTo>
                  <a:pt x="3710" y="25982"/>
                </a:lnTo>
                <a:lnTo>
                  <a:pt x="3680" y="26042"/>
                </a:lnTo>
                <a:lnTo>
                  <a:pt x="3670" y="26112"/>
                </a:lnTo>
                <a:lnTo>
                  <a:pt x="3649" y="26183"/>
                </a:lnTo>
                <a:lnTo>
                  <a:pt x="3649" y="26253"/>
                </a:lnTo>
                <a:lnTo>
                  <a:pt x="3649" y="26323"/>
                </a:lnTo>
                <a:lnTo>
                  <a:pt x="3659" y="26394"/>
                </a:lnTo>
                <a:lnTo>
                  <a:pt x="3680" y="26464"/>
                </a:lnTo>
                <a:lnTo>
                  <a:pt x="3700" y="26534"/>
                </a:lnTo>
                <a:lnTo>
                  <a:pt x="3730" y="26595"/>
                </a:lnTo>
                <a:lnTo>
                  <a:pt x="3770" y="26665"/>
                </a:lnTo>
                <a:lnTo>
                  <a:pt x="4102" y="27188"/>
                </a:lnTo>
                <a:lnTo>
                  <a:pt x="4453" y="27781"/>
                </a:lnTo>
                <a:lnTo>
                  <a:pt x="4795" y="28414"/>
                </a:lnTo>
                <a:lnTo>
                  <a:pt x="4966" y="28745"/>
                </a:lnTo>
                <a:lnTo>
                  <a:pt x="5137" y="29087"/>
                </a:lnTo>
                <a:lnTo>
                  <a:pt x="5298" y="29429"/>
                </a:lnTo>
                <a:lnTo>
                  <a:pt x="5449" y="29771"/>
                </a:lnTo>
                <a:lnTo>
                  <a:pt x="5589" y="30112"/>
                </a:lnTo>
                <a:lnTo>
                  <a:pt x="5730" y="30444"/>
                </a:lnTo>
                <a:lnTo>
                  <a:pt x="5841" y="30776"/>
                </a:lnTo>
                <a:lnTo>
                  <a:pt x="5951" y="31097"/>
                </a:lnTo>
                <a:lnTo>
                  <a:pt x="6042" y="31409"/>
                </a:lnTo>
                <a:lnTo>
                  <a:pt x="6112" y="31710"/>
                </a:lnTo>
                <a:lnTo>
                  <a:pt x="6112" y="31710"/>
                </a:lnTo>
                <a:lnTo>
                  <a:pt x="5730" y="31439"/>
                </a:lnTo>
                <a:lnTo>
                  <a:pt x="5368" y="31168"/>
                </a:lnTo>
                <a:lnTo>
                  <a:pt x="5026" y="30886"/>
                </a:lnTo>
                <a:lnTo>
                  <a:pt x="4695" y="30615"/>
                </a:lnTo>
                <a:lnTo>
                  <a:pt x="4393" y="30354"/>
                </a:lnTo>
                <a:lnTo>
                  <a:pt x="4102" y="30092"/>
                </a:lnTo>
                <a:lnTo>
                  <a:pt x="3830" y="29841"/>
                </a:lnTo>
                <a:lnTo>
                  <a:pt x="3589" y="29600"/>
                </a:lnTo>
                <a:lnTo>
                  <a:pt x="3167" y="29178"/>
                </a:lnTo>
                <a:lnTo>
                  <a:pt x="2855" y="28846"/>
                </a:lnTo>
                <a:lnTo>
                  <a:pt x="2584" y="28534"/>
                </a:lnTo>
                <a:lnTo>
                  <a:pt x="2484" y="28434"/>
                </a:lnTo>
                <a:lnTo>
                  <a:pt x="2373" y="28333"/>
                </a:lnTo>
                <a:lnTo>
                  <a:pt x="2252" y="28243"/>
                </a:lnTo>
                <a:lnTo>
                  <a:pt x="2132" y="28173"/>
                </a:lnTo>
                <a:lnTo>
                  <a:pt x="2001" y="28112"/>
                </a:lnTo>
                <a:lnTo>
                  <a:pt x="1870" y="28072"/>
                </a:lnTo>
                <a:lnTo>
                  <a:pt x="1730" y="28042"/>
                </a:lnTo>
                <a:lnTo>
                  <a:pt x="1599" y="28022"/>
                </a:lnTo>
                <a:lnTo>
                  <a:pt x="1458" y="28012"/>
                </a:lnTo>
                <a:lnTo>
                  <a:pt x="1318" y="28022"/>
                </a:lnTo>
                <a:lnTo>
                  <a:pt x="1177" y="28042"/>
                </a:lnTo>
                <a:lnTo>
                  <a:pt x="1036" y="28072"/>
                </a:lnTo>
                <a:lnTo>
                  <a:pt x="906" y="28122"/>
                </a:lnTo>
                <a:lnTo>
                  <a:pt x="775" y="28183"/>
                </a:lnTo>
                <a:lnTo>
                  <a:pt x="654" y="28263"/>
                </a:lnTo>
                <a:lnTo>
                  <a:pt x="534" y="28354"/>
                </a:lnTo>
                <a:lnTo>
                  <a:pt x="423" y="28454"/>
                </a:lnTo>
                <a:lnTo>
                  <a:pt x="323" y="28555"/>
                </a:lnTo>
                <a:lnTo>
                  <a:pt x="242" y="28675"/>
                </a:lnTo>
                <a:lnTo>
                  <a:pt x="162" y="28796"/>
                </a:lnTo>
                <a:lnTo>
                  <a:pt x="112" y="28926"/>
                </a:lnTo>
                <a:lnTo>
                  <a:pt x="61" y="29057"/>
                </a:lnTo>
                <a:lnTo>
                  <a:pt x="31" y="29198"/>
                </a:lnTo>
                <a:lnTo>
                  <a:pt x="11" y="29338"/>
                </a:lnTo>
                <a:lnTo>
                  <a:pt x="1" y="29479"/>
                </a:lnTo>
                <a:lnTo>
                  <a:pt x="11" y="29620"/>
                </a:lnTo>
                <a:lnTo>
                  <a:pt x="31" y="29751"/>
                </a:lnTo>
                <a:lnTo>
                  <a:pt x="61" y="29891"/>
                </a:lnTo>
                <a:lnTo>
                  <a:pt x="112" y="30032"/>
                </a:lnTo>
                <a:lnTo>
                  <a:pt x="172" y="30163"/>
                </a:lnTo>
                <a:lnTo>
                  <a:pt x="252" y="30283"/>
                </a:lnTo>
                <a:lnTo>
                  <a:pt x="343" y="30404"/>
                </a:lnTo>
                <a:lnTo>
                  <a:pt x="463" y="30555"/>
                </a:lnTo>
                <a:lnTo>
                  <a:pt x="735" y="30856"/>
                </a:lnTo>
                <a:lnTo>
                  <a:pt x="1157" y="31298"/>
                </a:lnTo>
                <a:lnTo>
                  <a:pt x="1408" y="31560"/>
                </a:lnTo>
                <a:lnTo>
                  <a:pt x="1700" y="31841"/>
                </a:lnTo>
                <a:lnTo>
                  <a:pt x="2011" y="32143"/>
                </a:lnTo>
                <a:lnTo>
                  <a:pt x="2363" y="32454"/>
                </a:lnTo>
                <a:lnTo>
                  <a:pt x="2735" y="32776"/>
                </a:lnTo>
                <a:lnTo>
                  <a:pt x="3127" y="33108"/>
                </a:lnTo>
                <a:lnTo>
                  <a:pt x="3559" y="33449"/>
                </a:lnTo>
                <a:lnTo>
                  <a:pt x="4001" y="33781"/>
                </a:lnTo>
                <a:lnTo>
                  <a:pt x="4474" y="34113"/>
                </a:lnTo>
                <a:lnTo>
                  <a:pt x="4956" y="34434"/>
                </a:lnTo>
                <a:lnTo>
                  <a:pt x="4725" y="34605"/>
                </a:lnTo>
                <a:lnTo>
                  <a:pt x="4484" y="34766"/>
                </a:lnTo>
                <a:lnTo>
                  <a:pt x="4212" y="34927"/>
                </a:lnTo>
                <a:lnTo>
                  <a:pt x="3931" y="35078"/>
                </a:lnTo>
                <a:lnTo>
                  <a:pt x="3529" y="35289"/>
                </a:lnTo>
                <a:lnTo>
                  <a:pt x="3117" y="35470"/>
                </a:lnTo>
                <a:lnTo>
                  <a:pt x="2695" y="35640"/>
                </a:lnTo>
                <a:lnTo>
                  <a:pt x="2293" y="35791"/>
                </a:lnTo>
                <a:lnTo>
                  <a:pt x="1901" y="35922"/>
                </a:lnTo>
                <a:lnTo>
                  <a:pt x="1529" y="36042"/>
                </a:lnTo>
                <a:lnTo>
                  <a:pt x="1187" y="36133"/>
                </a:lnTo>
                <a:lnTo>
                  <a:pt x="885" y="36193"/>
                </a:lnTo>
                <a:lnTo>
                  <a:pt x="805" y="36213"/>
                </a:lnTo>
                <a:lnTo>
                  <a:pt x="735" y="36243"/>
                </a:lnTo>
                <a:lnTo>
                  <a:pt x="674" y="36274"/>
                </a:lnTo>
                <a:lnTo>
                  <a:pt x="614" y="36314"/>
                </a:lnTo>
                <a:lnTo>
                  <a:pt x="554" y="36354"/>
                </a:lnTo>
                <a:lnTo>
                  <a:pt x="504" y="36394"/>
                </a:lnTo>
                <a:lnTo>
                  <a:pt x="453" y="36454"/>
                </a:lnTo>
                <a:lnTo>
                  <a:pt x="413" y="36505"/>
                </a:lnTo>
                <a:lnTo>
                  <a:pt x="383" y="36565"/>
                </a:lnTo>
                <a:lnTo>
                  <a:pt x="353" y="36635"/>
                </a:lnTo>
                <a:lnTo>
                  <a:pt x="323" y="36696"/>
                </a:lnTo>
                <a:lnTo>
                  <a:pt x="313" y="36766"/>
                </a:lnTo>
                <a:lnTo>
                  <a:pt x="303" y="36836"/>
                </a:lnTo>
                <a:lnTo>
                  <a:pt x="292" y="36907"/>
                </a:lnTo>
                <a:lnTo>
                  <a:pt x="292" y="36977"/>
                </a:lnTo>
                <a:lnTo>
                  <a:pt x="313" y="37058"/>
                </a:lnTo>
                <a:lnTo>
                  <a:pt x="343" y="37178"/>
                </a:lnTo>
                <a:lnTo>
                  <a:pt x="403" y="37289"/>
                </a:lnTo>
                <a:lnTo>
                  <a:pt x="473" y="37389"/>
                </a:lnTo>
                <a:lnTo>
                  <a:pt x="564" y="37480"/>
                </a:lnTo>
                <a:lnTo>
                  <a:pt x="664" y="37550"/>
                </a:lnTo>
                <a:lnTo>
                  <a:pt x="775" y="37600"/>
                </a:lnTo>
                <a:lnTo>
                  <a:pt x="896" y="37630"/>
                </a:lnTo>
                <a:lnTo>
                  <a:pt x="1026" y="37640"/>
                </a:lnTo>
                <a:lnTo>
                  <a:pt x="1097" y="37640"/>
                </a:lnTo>
                <a:lnTo>
                  <a:pt x="1167" y="37630"/>
                </a:lnTo>
                <a:lnTo>
                  <a:pt x="1489" y="37560"/>
                </a:lnTo>
                <a:lnTo>
                  <a:pt x="1860" y="37460"/>
                </a:lnTo>
                <a:lnTo>
                  <a:pt x="2272" y="37339"/>
                </a:lnTo>
                <a:lnTo>
                  <a:pt x="2715" y="37188"/>
                </a:lnTo>
                <a:lnTo>
                  <a:pt x="3177" y="37017"/>
                </a:lnTo>
                <a:lnTo>
                  <a:pt x="3649" y="36826"/>
                </a:lnTo>
                <a:lnTo>
                  <a:pt x="4132" y="36615"/>
                </a:lnTo>
                <a:lnTo>
                  <a:pt x="4373" y="36495"/>
                </a:lnTo>
                <a:lnTo>
                  <a:pt x="4614" y="36374"/>
                </a:lnTo>
                <a:lnTo>
                  <a:pt x="4856" y="36233"/>
                </a:lnTo>
                <a:lnTo>
                  <a:pt x="5097" y="36093"/>
                </a:lnTo>
                <a:lnTo>
                  <a:pt x="5328" y="35952"/>
                </a:lnTo>
                <a:lnTo>
                  <a:pt x="5539" y="35811"/>
                </a:lnTo>
                <a:lnTo>
                  <a:pt x="5750" y="35671"/>
                </a:lnTo>
                <a:lnTo>
                  <a:pt x="5951" y="35520"/>
                </a:lnTo>
                <a:lnTo>
                  <a:pt x="6132" y="35369"/>
                </a:lnTo>
                <a:lnTo>
                  <a:pt x="6313" y="35218"/>
                </a:lnTo>
                <a:lnTo>
                  <a:pt x="6594" y="35359"/>
                </a:lnTo>
                <a:lnTo>
                  <a:pt x="6896" y="35500"/>
                </a:lnTo>
                <a:lnTo>
                  <a:pt x="7197" y="35630"/>
                </a:lnTo>
                <a:lnTo>
                  <a:pt x="7499" y="35751"/>
                </a:lnTo>
                <a:lnTo>
                  <a:pt x="7800" y="35872"/>
                </a:lnTo>
                <a:lnTo>
                  <a:pt x="8112" y="35982"/>
                </a:lnTo>
                <a:lnTo>
                  <a:pt x="8424" y="36083"/>
                </a:lnTo>
                <a:lnTo>
                  <a:pt x="8745" y="36173"/>
                </a:lnTo>
                <a:lnTo>
                  <a:pt x="9067" y="36253"/>
                </a:lnTo>
                <a:lnTo>
                  <a:pt x="9388" y="36324"/>
                </a:lnTo>
                <a:lnTo>
                  <a:pt x="9720" y="36384"/>
                </a:lnTo>
                <a:lnTo>
                  <a:pt x="10042" y="36424"/>
                </a:lnTo>
                <a:lnTo>
                  <a:pt x="10373" y="36465"/>
                </a:lnTo>
                <a:lnTo>
                  <a:pt x="10705" y="36485"/>
                </a:lnTo>
                <a:lnTo>
                  <a:pt x="11047" y="36495"/>
                </a:lnTo>
                <a:lnTo>
                  <a:pt x="11378" y="36495"/>
                </a:lnTo>
                <a:lnTo>
                  <a:pt x="10796" y="36967"/>
                </a:lnTo>
                <a:lnTo>
                  <a:pt x="10504" y="37208"/>
                </a:lnTo>
                <a:lnTo>
                  <a:pt x="10213" y="37460"/>
                </a:lnTo>
                <a:lnTo>
                  <a:pt x="9931" y="37721"/>
                </a:lnTo>
                <a:lnTo>
                  <a:pt x="9650" y="37972"/>
                </a:lnTo>
                <a:lnTo>
                  <a:pt x="9388" y="38244"/>
                </a:lnTo>
                <a:lnTo>
                  <a:pt x="9127" y="38505"/>
                </a:lnTo>
                <a:lnTo>
                  <a:pt x="8816" y="38696"/>
                </a:lnTo>
                <a:lnTo>
                  <a:pt x="8504" y="38867"/>
                </a:lnTo>
                <a:lnTo>
                  <a:pt x="8192" y="39028"/>
                </a:lnTo>
                <a:lnTo>
                  <a:pt x="7881" y="39168"/>
                </a:lnTo>
                <a:lnTo>
                  <a:pt x="7569" y="39299"/>
                </a:lnTo>
                <a:lnTo>
                  <a:pt x="7258" y="39419"/>
                </a:lnTo>
                <a:lnTo>
                  <a:pt x="6946" y="39520"/>
                </a:lnTo>
                <a:lnTo>
                  <a:pt x="6645" y="39610"/>
                </a:lnTo>
                <a:lnTo>
                  <a:pt x="6333" y="39691"/>
                </a:lnTo>
                <a:lnTo>
                  <a:pt x="6042" y="39751"/>
                </a:lnTo>
                <a:lnTo>
                  <a:pt x="5740" y="39811"/>
                </a:lnTo>
                <a:lnTo>
                  <a:pt x="5459" y="39862"/>
                </a:lnTo>
                <a:lnTo>
                  <a:pt x="5177" y="39902"/>
                </a:lnTo>
                <a:lnTo>
                  <a:pt x="4896" y="39932"/>
                </a:lnTo>
                <a:lnTo>
                  <a:pt x="4634" y="39952"/>
                </a:lnTo>
                <a:lnTo>
                  <a:pt x="4373" y="39972"/>
                </a:lnTo>
                <a:lnTo>
                  <a:pt x="3891" y="39992"/>
                </a:lnTo>
                <a:lnTo>
                  <a:pt x="3448" y="39982"/>
                </a:lnTo>
                <a:lnTo>
                  <a:pt x="3056" y="39962"/>
                </a:lnTo>
                <a:lnTo>
                  <a:pt x="2715" y="39942"/>
                </a:lnTo>
                <a:lnTo>
                  <a:pt x="2443" y="39912"/>
                </a:lnTo>
                <a:lnTo>
                  <a:pt x="2242" y="39882"/>
                </a:lnTo>
                <a:lnTo>
                  <a:pt x="2051" y="39852"/>
                </a:lnTo>
                <a:lnTo>
                  <a:pt x="1981" y="39832"/>
                </a:lnTo>
                <a:lnTo>
                  <a:pt x="1830" y="39832"/>
                </a:lnTo>
                <a:lnTo>
                  <a:pt x="1760" y="39842"/>
                </a:lnTo>
                <a:lnTo>
                  <a:pt x="1700" y="39862"/>
                </a:lnTo>
                <a:lnTo>
                  <a:pt x="1629" y="39882"/>
                </a:lnTo>
                <a:lnTo>
                  <a:pt x="1569" y="39912"/>
                </a:lnTo>
                <a:lnTo>
                  <a:pt x="1509" y="39942"/>
                </a:lnTo>
                <a:lnTo>
                  <a:pt x="1448" y="39982"/>
                </a:lnTo>
                <a:lnTo>
                  <a:pt x="1398" y="40033"/>
                </a:lnTo>
                <a:lnTo>
                  <a:pt x="1348" y="40083"/>
                </a:lnTo>
                <a:lnTo>
                  <a:pt x="1308" y="40143"/>
                </a:lnTo>
                <a:lnTo>
                  <a:pt x="1267" y="40203"/>
                </a:lnTo>
                <a:lnTo>
                  <a:pt x="1227" y="40264"/>
                </a:lnTo>
                <a:lnTo>
                  <a:pt x="1207" y="40334"/>
                </a:lnTo>
                <a:lnTo>
                  <a:pt x="1187" y="40404"/>
                </a:lnTo>
                <a:lnTo>
                  <a:pt x="1177" y="40475"/>
                </a:lnTo>
                <a:lnTo>
                  <a:pt x="1167" y="40555"/>
                </a:lnTo>
                <a:lnTo>
                  <a:pt x="1177" y="40626"/>
                </a:lnTo>
                <a:lnTo>
                  <a:pt x="1177" y="40696"/>
                </a:lnTo>
                <a:lnTo>
                  <a:pt x="1197" y="40766"/>
                </a:lnTo>
                <a:lnTo>
                  <a:pt x="1217" y="40827"/>
                </a:lnTo>
                <a:lnTo>
                  <a:pt x="1247" y="40897"/>
                </a:lnTo>
                <a:lnTo>
                  <a:pt x="1287" y="40957"/>
                </a:lnTo>
                <a:lnTo>
                  <a:pt x="1328" y="41008"/>
                </a:lnTo>
                <a:lnTo>
                  <a:pt x="1368" y="41068"/>
                </a:lnTo>
                <a:lnTo>
                  <a:pt x="1418" y="41108"/>
                </a:lnTo>
                <a:lnTo>
                  <a:pt x="1478" y="41158"/>
                </a:lnTo>
                <a:lnTo>
                  <a:pt x="1539" y="41198"/>
                </a:lnTo>
                <a:lnTo>
                  <a:pt x="1599" y="41229"/>
                </a:lnTo>
                <a:lnTo>
                  <a:pt x="1669" y="41249"/>
                </a:lnTo>
                <a:lnTo>
                  <a:pt x="1740" y="41269"/>
                </a:lnTo>
                <a:lnTo>
                  <a:pt x="1931" y="41309"/>
                </a:lnTo>
                <a:lnTo>
                  <a:pt x="2122" y="41339"/>
                </a:lnTo>
                <a:lnTo>
                  <a:pt x="2363" y="41369"/>
                </a:lnTo>
                <a:lnTo>
                  <a:pt x="2654" y="41400"/>
                </a:lnTo>
                <a:lnTo>
                  <a:pt x="2996" y="41430"/>
                </a:lnTo>
                <a:lnTo>
                  <a:pt x="3378" y="41450"/>
                </a:lnTo>
                <a:lnTo>
                  <a:pt x="3800" y="41460"/>
                </a:lnTo>
                <a:lnTo>
                  <a:pt x="4212" y="41450"/>
                </a:lnTo>
                <a:lnTo>
                  <a:pt x="4644" y="41430"/>
                </a:lnTo>
                <a:lnTo>
                  <a:pt x="5107" y="41389"/>
                </a:lnTo>
                <a:lnTo>
                  <a:pt x="5589" y="41329"/>
                </a:lnTo>
                <a:lnTo>
                  <a:pt x="6092" y="41239"/>
                </a:lnTo>
                <a:lnTo>
                  <a:pt x="6343" y="41188"/>
                </a:lnTo>
                <a:lnTo>
                  <a:pt x="6604" y="41128"/>
                </a:lnTo>
                <a:lnTo>
                  <a:pt x="6866" y="41068"/>
                </a:lnTo>
                <a:lnTo>
                  <a:pt x="7127" y="40997"/>
                </a:lnTo>
                <a:lnTo>
                  <a:pt x="7398" y="40917"/>
                </a:lnTo>
                <a:lnTo>
                  <a:pt x="7670" y="40827"/>
                </a:lnTo>
                <a:lnTo>
                  <a:pt x="7599" y="41038"/>
                </a:lnTo>
                <a:lnTo>
                  <a:pt x="7529" y="41259"/>
                </a:lnTo>
                <a:lnTo>
                  <a:pt x="7479" y="41470"/>
                </a:lnTo>
                <a:lnTo>
                  <a:pt x="7429" y="41691"/>
                </a:lnTo>
                <a:lnTo>
                  <a:pt x="7388" y="41902"/>
                </a:lnTo>
                <a:lnTo>
                  <a:pt x="7348" y="42113"/>
                </a:lnTo>
                <a:lnTo>
                  <a:pt x="7298" y="42535"/>
                </a:lnTo>
                <a:lnTo>
                  <a:pt x="7258" y="42947"/>
                </a:lnTo>
                <a:lnTo>
                  <a:pt x="7238" y="43339"/>
                </a:lnTo>
                <a:lnTo>
                  <a:pt x="7238" y="43711"/>
                </a:lnTo>
                <a:lnTo>
                  <a:pt x="7258" y="44073"/>
                </a:lnTo>
                <a:lnTo>
                  <a:pt x="7278" y="44395"/>
                </a:lnTo>
                <a:lnTo>
                  <a:pt x="7298" y="44696"/>
                </a:lnTo>
                <a:lnTo>
                  <a:pt x="7338" y="44968"/>
                </a:lnTo>
                <a:lnTo>
                  <a:pt x="7368" y="45199"/>
                </a:lnTo>
                <a:lnTo>
                  <a:pt x="7429" y="45540"/>
                </a:lnTo>
                <a:lnTo>
                  <a:pt x="7459" y="45691"/>
                </a:lnTo>
                <a:lnTo>
                  <a:pt x="7499" y="45812"/>
                </a:lnTo>
                <a:lnTo>
                  <a:pt x="7559" y="45922"/>
                </a:lnTo>
                <a:lnTo>
                  <a:pt x="7640" y="46013"/>
                </a:lnTo>
                <a:lnTo>
                  <a:pt x="7720" y="46093"/>
                </a:lnTo>
                <a:lnTo>
                  <a:pt x="7821" y="46164"/>
                </a:lnTo>
                <a:lnTo>
                  <a:pt x="7931" y="46214"/>
                </a:lnTo>
                <a:lnTo>
                  <a:pt x="8052" y="46244"/>
                </a:lnTo>
                <a:lnTo>
                  <a:pt x="8172" y="46254"/>
                </a:lnTo>
                <a:lnTo>
                  <a:pt x="8253" y="46244"/>
                </a:lnTo>
                <a:lnTo>
                  <a:pt x="8343" y="46234"/>
                </a:lnTo>
                <a:lnTo>
                  <a:pt x="8414" y="46204"/>
                </a:lnTo>
                <a:lnTo>
                  <a:pt x="8484" y="46184"/>
                </a:lnTo>
                <a:lnTo>
                  <a:pt x="8544" y="46144"/>
                </a:lnTo>
                <a:lnTo>
                  <a:pt x="8604" y="46103"/>
                </a:lnTo>
                <a:lnTo>
                  <a:pt x="8665" y="46063"/>
                </a:lnTo>
                <a:lnTo>
                  <a:pt x="8705" y="46013"/>
                </a:lnTo>
                <a:lnTo>
                  <a:pt x="8755" y="45963"/>
                </a:lnTo>
                <a:lnTo>
                  <a:pt x="8795" y="45902"/>
                </a:lnTo>
                <a:lnTo>
                  <a:pt x="8826" y="45842"/>
                </a:lnTo>
                <a:lnTo>
                  <a:pt x="8856" y="45772"/>
                </a:lnTo>
                <a:lnTo>
                  <a:pt x="8876" y="45711"/>
                </a:lnTo>
                <a:lnTo>
                  <a:pt x="8896" y="45641"/>
                </a:lnTo>
                <a:lnTo>
                  <a:pt x="8896" y="45571"/>
                </a:lnTo>
                <a:lnTo>
                  <a:pt x="8906" y="45500"/>
                </a:lnTo>
                <a:lnTo>
                  <a:pt x="8896" y="45420"/>
                </a:lnTo>
                <a:lnTo>
                  <a:pt x="8886" y="45349"/>
                </a:lnTo>
                <a:lnTo>
                  <a:pt x="8846" y="45199"/>
                </a:lnTo>
                <a:lnTo>
                  <a:pt x="8816" y="45028"/>
                </a:lnTo>
                <a:lnTo>
                  <a:pt x="8785" y="44787"/>
                </a:lnTo>
                <a:lnTo>
                  <a:pt x="8755" y="44505"/>
                </a:lnTo>
                <a:lnTo>
                  <a:pt x="8725" y="44184"/>
                </a:lnTo>
                <a:lnTo>
                  <a:pt x="8705" y="43812"/>
                </a:lnTo>
                <a:lnTo>
                  <a:pt x="8705" y="43420"/>
                </a:lnTo>
                <a:lnTo>
                  <a:pt x="8715" y="43028"/>
                </a:lnTo>
                <a:lnTo>
                  <a:pt x="8755" y="42616"/>
                </a:lnTo>
                <a:lnTo>
                  <a:pt x="8785" y="42395"/>
                </a:lnTo>
                <a:lnTo>
                  <a:pt x="8816" y="42173"/>
                </a:lnTo>
                <a:lnTo>
                  <a:pt x="8866" y="41952"/>
                </a:lnTo>
                <a:lnTo>
                  <a:pt x="8916" y="41731"/>
                </a:lnTo>
                <a:lnTo>
                  <a:pt x="8986" y="41500"/>
                </a:lnTo>
                <a:lnTo>
                  <a:pt x="9057" y="41279"/>
                </a:lnTo>
                <a:lnTo>
                  <a:pt x="9137" y="41058"/>
                </a:lnTo>
                <a:lnTo>
                  <a:pt x="9238" y="40837"/>
                </a:lnTo>
                <a:lnTo>
                  <a:pt x="9348" y="40616"/>
                </a:lnTo>
                <a:lnTo>
                  <a:pt x="9469" y="40404"/>
                </a:lnTo>
                <a:lnTo>
                  <a:pt x="9610" y="40193"/>
                </a:lnTo>
                <a:lnTo>
                  <a:pt x="9760" y="40002"/>
                </a:lnTo>
                <a:lnTo>
                  <a:pt x="9911" y="39811"/>
                </a:lnTo>
                <a:lnTo>
                  <a:pt x="10072" y="39631"/>
                </a:lnTo>
                <a:lnTo>
                  <a:pt x="10454" y="39369"/>
                </a:lnTo>
                <a:lnTo>
                  <a:pt x="10816" y="39088"/>
                </a:lnTo>
                <a:lnTo>
                  <a:pt x="11439" y="38585"/>
                </a:lnTo>
                <a:lnTo>
                  <a:pt x="12042" y="38123"/>
                </a:lnTo>
                <a:lnTo>
                  <a:pt x="12615" y="37691"/>
                </a:lnTo>
                <a:lnTo>
                  <a:pt x="13168" y="37289"/>
                </a:lnTo>
                <a:lnTo>
                  <a:pt x="13690" y="36927"/>
                </a:lnTo>
                <a:lnTo>
                  <a:pt x="14173" y="36585"/>
                </a:lnTo>
                <a:lnTo>
                  <a:pt x="14635" y="36284"/>
                </a:lnTo>
                <a:lnTo>
                  <a:pt x="15057" y="36002"/>
                </a:lnTo>
                <a:lnTo>
                  <a:pt x="16916" y="35671"/>
                </a:lnTo>
                <a:lnTo>
                  <a:pt x="19027" y="35279"/>
                </a:lnTo>
                <a:lnTo>
                  <a:pt x="23218" y="41781"/>
                </a:lnTo>
                <a:lnTo>
                  <a:pt x="23118" y="42485"/>
                </a:lnTo>
                <a:lnTo>
                  <a:pt x="23037" y="43199"/>
                </a:lnTo>
                <a:lnTo>
                  <a:pt x="22967" y="43912"/>
                </a:lnTo>
                <a:lnTo>
                  <a:pt x="22907" y="44616"/>
                </a:lnTo>
                <a:lnTo>
                  <a:pt x="22726" y="44706"/>
                </a:lnTo>
                <a:lnTo>
                  <a:pt x="22525" y="44777"/>
                </a:lnTo>
                <a:lnTo>
                  <a:pt x="22324" y="44847"/>
                </a:lnTo>
                <a:lnTo>
                  <a:pt x="22103" y="44917"/>
                </a:lnTo>
                <a:lnTo>
                  <a:pt x="21872" y="44968"/>
                </a:lnTo>
                <a:lnTo>
                  <a:pt x="21630" y="45028"/>
                </a:lnTo>
                <a:lnTo>
                  <a:pt x="21389" y="45068"/>
                </a:lnTo>
                <a:lnTo>
                  <a:pt x="21128" y="45118"/>
                </a:lnTo>
                <a:lnTo>
                  <a:pt x="20605" y="45189"/>
                </a:lnTo>
                <a:lnTo>
                  <a:pt x="20042" y="45239"/>
                </a:lnTo>
                <a:lnTo>
                  <a:pt x="19469" y="45269"/>
                </a:lnTo>
                <a:lnTo>
                  <a:pt x="18886" y="45289"/>
                </a:lnTo>
                <a:lnTo>
                  <a:pt x="17630" y="40937"/>
                </a:lnTo>
                <a:lnTo>
                  <a:pt x="17600" y="40867"/>
                </a:lnTo>
                <a:lnTo>
                  <a:pt x="17570" y="40807"/>
                </a:lnTo>
                <a:lnTo>
                  <a:pt x="17530" y="40736"/>
                </a:lnTo>
                <a:lnTo>
                  <a:pt x="17489" y="40686"/>
                </a:lnTo>
                <a:lnTo>
                  <a:pt x="17449" y="40626"/>
                </a:lnTo>
                <a:lnTo>
                  <a:pt x="17389" y="40585"/>
                </a:lnTo>
                <a:lnTo>
                  <a:pt x="17339" y="40545"/>
                </a:lnTo>
                <a:lnTo>
                  <a:pt x="17278" y="40505"/>
                </a:lnTo>
                <a:lnTo>
                  <a:pt x="17218" y="40475"/>
                </a:lnTo>
                <a:lnTo>
                  <a:pt x="17148" y="40445"/>
                </a:lnTo>
                <a:lnTo>
                  <a:pt x="17077" y="40435"/>
                </a:lnTo>
                <a:lnTo>
                  <a:pt x="17007" y="40415"/>
                </a:lnTo>
                <a:lnTo>
                  <a:pt x="16866" y="40415"/>
                </a:lnTo>
                <a:lnTo>
                  <a:pt x="16796" y="40425"/>
                </a:lnTo>
                <a:lnTo>
                  <a:pt x="16726" y="40445"/>
                </a:lnTo>
                <a:lnTo>
                  <a:pt x="16655" y="40465"/>
                </a:lnTo>
                <a:lnTo>
                  <a:pt x="16585" y="40495"/>
                </a:lnTo>
                <a:lnTo>
                  <a:pt x="16525" y="40535"/>
                </a:lnTo>
                <a:lnTo>
                  <a:pt x="16464" y="40575"/>
                </a:lnTo>
                <a:lnTo>
                  <a:pt x="16414" y="40626"/>
                </a:lnTo>
                <a:lnTo>
                  <a:pt x="16364" y="40676"/>
                </a:lnTo>
                <a:lnTo>
                  <a:pt x="16323" y="40736"/>
                </a:lnTo>
                <a:lnTo>
                  <a:pt x="16283" y="40796"/>
                </a:lnTo>
                <a:lnTo>
                  <a:pt x="16253" y="40857"/>
                </a:lnTo>
                <a:lnTo>
                  <a:pt x="16233" y="40917"/>
                </a:lnTo>
                <a:lnTo>
                  <a:pt x="16213" y="40987"/>
                </a:lnTo>
                <a:lnTo>
                  <a:pt x="16203" y="41058"/>
                </a:lnTo>
                <a:lnTo>
                  <a:pt x="16193" y="41128"/>
                </a:lnTo>
                <a:lnTo>
                  <a:pt x="16203" y="41198"/>
                </a:lnTo>
                <a:lnTo>
                  <a:pt x="16213" y="41269"/>
                </a:lnTo>
                <a:lnTo>
                  <a:pt x="16223" y="41349"/>
                </a:lnTo>
                <a:lnTo>
                  <a:pt x="17369" y="45279"/>
                </a:lnTo>
                <a:lnTo>
                  <a:pt x="16796" y="45249"/>
                </a:lnTo>
                <a:lnTo>
                  <a:pt x="16233" y="45219"/>
                </a:lnTo>
                <a:lnTo>
                  <a:pt x="15690" y="45179"/>
                </a:lnTo>
                <a:lnTo>
                  <a:pt x="15188" y="45138"/>
                </a:lnTo>
                <a:lnTo>
                  <a:pt x="14705" y="45088"/>
                </a:lnTo>
                <a:lnTo>
                  <a:pt x="14273" y="45038"/>
                </a:lnTo>
                <a:lnTo>
                  <a:pt x="13529" y="44947"/>
                </a:lnTo>
                <a:lnTo>
                  <a:pt x="13459" y="44937"/>
                </a:lnTo>
                <a:lnTo>
                  <a:pt x="13379" y="44937"/>
                </a:lnTo>
                <a:lnTo>
                  <a:pt x="13308" y="44947"/>
                </a:lnTo>
                <a:lnTo>
                  <a:pt x="13238" y="44958"/>
                </a:lnTo>
                <a:lnTo>
                  <a:pt x="13178" y="44978"/>
                </a:lnTo>
                <a:lnTo>
                  <a:pt x="13107" y="45008"/>
                </a:lnTo>
                <a:lnTo>
                  <a:pt x="13047" y="45038"/>
                </a:lnTo>
                <a:lnTo>
                  <a:pt x="12987" y="45078"/>
                </a:lnTo>
                <a:lnTo>
                  <a:pt x="12936" y="45128"/>
                </a:lnTo>
                <a:lnTo>
                  <a:pt x="12886" y="45179"/>
                </a:lnTo>
                <a:lnTo>
                  <a:pt x="12836" y="45229"/>
                </a:lnTo>
                <a:lnTo>
                  <a:pt x="12806" y="45289"/>
                </a:lnTo>
                <a:lnTo>
                  <a:pt x="12766" y="45349"/>
                </a:lnTo>
                <a:lnTo>
                  <a:pt x="12735" y="45420"/>
                </a:lnTo>
                <a:lnTo>
                  <a:pt x="12715" y="45490"/>
                </a:lnTo>
                <a:lnTo>
                  <a:pt x="12705" y="45561"/>
                </a:lnTo>
                <a:lnTo>
                  <a:pt x="12695" y="45631"/>
                </a:lnTo>
                <a:lnTo>
                  <a:pt x="12695" y="45711"/>
                </a:lnTo>
                <a:lnTo>
                  <a:pt x="12705" y="45782"/>
                </a:lnTo>
                <a:lnTo>
                  <a:pt x="12715" y="45852"/>
                </a:lnTo>
                <a:lnTo>
                  <a:pt x="12735" y="45912"/>
                </a:lnTo>
                <a:lnTo>
                  <a:pt x="12766" y="45983"/>
                </a:lnTo>
                <a:lnTo>
                  <a:pt x="12796" y="46043"/>
                </a:lnTo>
                <a:lnTo>
                  <a:pt x="12836" y="46103"/>
                </a:lnTo>
                <a:lnTo>
                  <a:pt x="12886" y="46154"/>
                </a:lnTo>
                <a:lnTo>
                  <a:pt x="12936" y="46204"/>
                </a:lnTo>
                <a:lnTo>
                  <a:pt x="12987" y="46254"/>
                </a:lnTo>
                <a:lnTo>
                  <a:pt x="13047" y="46284"/>
                </a:lnTo>
                <a:lnTo>
                  <a:pt x="13107" y="46324"/>
                </a:lnTo>
                <a:lnTo>
                  <a:pt x="13178" y="46355"/>
                </a:lnTo>
                <a:lnTo>
                  <a:pt x="13248" y="46375"/>
                </a:lnTo>
                <a:lnTo>
                  <a:pt x="13318" y="46385"/>
                </a:lnTo>
                <a:lnTo>
                  <a:pt x="13710" y="46445"/>
                </a:lnTo>
                <a:lnTo>
                  <a:pt x="14122" y="46485"/>
                </a:lnTo>
                <a:lnTo>
                  <a:pt x="14655" y="46546"/>
                </a:lnTo>
                <a:lnTo>
                  <a:pt x="15298" y="46606"/>
                </a:lnTo>
                <a:lnTo>
                  <a:pt x="16022" y="46666"/>
                </a:lnTo>
                <a:lnTo>
                  <a:pt x="16816" y="46706"/>
                </a:lnTo>
                <a:lnTo>
                  <a:pt x="17660" y="46737"/>
                </a:lnTo>
                <a:lnTo>
                  <a:pt x="18394" y="46747"/>
                </a:lnTo>
                <a:lnTo>
                  <a:pt x="19057" y="46747"/>
                </a:lnTo>
                <a:lnTo>
                  <a:pt x="19691" y="46716"/>
                </a:lnTo>
                <a:lnTo>
                  <a:pt x="20284" y="46676"/>
                </a:lnTo>
                <a:lnTo>
                  <a:pt x="20856" y="46616"/>
                </a:lnTo>
                <a:lnTo>
                  <a:pt x="21389" y="46546"/>
                </a:lnTo>
                <a:lnTo>
                  <a:pt x="21882" y="46455"/>
                </a:lnTo>
                <a:lnTo>
                  <a:pt x="22344" y="46355"/>
                </a:lnTo>
                <a:lnTo>
                  <a:pt x="22565" y="46294"/>
                </a:lnTo>
                <a:lnTo>
                  <a:pt x="22776" y="46224"/>
                </a:lnTo>
                <a:lnTo>
                  <a:pt x="22706" y="46867"/>
                </a:lnTo>
                <a:lnTo>
                  <a:pt x="22635" y="47480"/>
                </a:lnTo>
                <a:lnTo>
                  <a:pt x="22555" y="48063"/>
                </a:lnTo>
                <a:lnTo>
                  <a:pt x="22454" y="48616"/>
                </a:lnTo>
                <a:lnTo>
                  <a:pt x="22344" y="49139"/>
                </a:lnTo>
                <a:lnTo>
                  <a:pt x="22284" y="49390"/>
                </a:lnTo>
                <a:lnTo>
                  <a:pt x="22213" y="49631"/>
                </a:lnTo>
                <a:lnTo>
                  <a:pt x="22143" y="49872"/>
                </a:lnTo>
                <a:lnTo>
                  <a:pt x="22062" y="50104"/>
                </a:lnTo>
                <a:lnTo>
                  <a:pt x="21982" y="50325"/>
                </a:lnTo>
                <a:lnTo>
                  <a:pt x="21892" y="50546"/>
                </a:lnTo>
                <a:lnTo>
                  <a:pt x="21791" y="50757"/>
                </a:lnTo>
                <a:lnTo>
                  <a:pt x="21691" y="50958"/>
                </a:lnTo>
                <a:lnTo>
                  <a:pt x="21580" y="51149"/>
                </a:lnTo>
                <a:lnTo>
                  <a:pt x="21469" y="51340"/>
                </a:lnTo>
                <a:lnTo>
                  <a:pt x="21339" y="51521"/>
                </a:lnTo>
                <a:lnTo>
                  <a:pt x="21208" y="51702"/>
                </a:lnTo>
                <a:lnTo>
                  <a:pt x="21067" y="51872"/>
                </a:lnTo>
                <a:lnTo>
                  <a:pt x="20917" y="52033"/>
                </a:lnTo>
                <a:lnTo>
                  <a:pt x="20766" y="52184"/>
                </a:lnTo>
                <a:lnTo>
                  <a:pt x="20595" y="52335"/>
                </a:lnTo>
                <a:lnTo>
                  <a:pt x="20414" y="52476"/>
                </a:lnTo>
                <a:lnTo>
                  <a:pt x="20233" y="52616"/>
                </a:lnTo>
                <a:lnTo>
                  <a:pt x="20032" y="52747"/>
                </a:lnTo>
                <a:lnTo>
                  <a:pt x="19831" y="52868"/>
                </a:lnTo>
                <a:lnTo>
                  <a:pt x="19610" y="52978"/>
                </a:lnTo>
                <a:lnTo>
                  <a:pt x="19389" y="53089"/>
                </a:lnTo>
                <a:lnTo>
                  <a:pt x="19027" y="53249"/>
                </a:lnTo>
                <a:lnTo>
                  <a:pt x="18675" y="53400"/>
                </a:lnTo>
                <a:lnTo>
                  <a:pt x="18324" y="53541"/>
                </a:lnTo>
                <a:lnTo>
                  <a:pt x="17982" y="53672"/>
                </a:lnTo>
                <a:lnTo>
                  <a:pt x="17489" y="53521"/>
                </a:lnTo>
                <a:lnTo>
                  <a:pt x="16967" y="53340"/>
                </a:lnTo>
                <a:lnTo>
                  <a:pt x="16414" y="53149"/>
                </a:lnTo>
                <a:lnTo>
                  <a:pt x="15831" y="52928"/>
                </a:lnTo>
                <a:lnTo>
                  <a:pt x="14886" y="52586"/>
                </a:lnTo>
                <a:lnTo>
                  <a:pt x="14414" y="52425"/>
                </a:lnTo>
                <a:lnTo>
                  <a:pt x="13941" y="52264"/>
                </a:lnTo>
                <a:lnTo>
                  <a:pt x="13781" y="52214"/>
                </a:lnTo>
                <a:lnTo>
                  <a:pt x="13650" y="52154"/>
                </a:lnTo>
                <a:lnTo>
                  <a:pt x="13529" y="52104"/>
                </a:lnTo>
                <a:lnTo>
                  <a:pt x="13429" y="52043"/>
                </a:lnTo>
                <a:lnTo>
                  <a:pt x="13348" y="51973"/>
                </a:lnTo>
                <a:lnTo>
                  <a:pt x="13278" y="51913"/>
                </a:lnTo>
                <a:lnTo>
                  <a:pt x="13238" y="51852"/>
                </a:lnTo>
                <a:lnTo>
                  <a:pt x="13218" y="51792"/>
                </a:lnTo>
                <a:lnTo>
                  <a:pt x="13218" y="51722"/>
                </a:lnTo>
                <a:lnTo>
                  <a:pt x="13228" y="51621"/>
                </a:lnTo>
                <a:lnTo>
                  <a:pt x="13268" y="51521"/>
                </a:lnTo>
                <a:lnTo>
                  <a:pt x="13318" y="51410"/>
                </a:lnTo>
                <a:lnTo>
                  <a:pt x="13379" y="51290"/>
                </a:lnTo>
                <a:lnTo>
                  <a:pt x="13459" y="51149"/>
                </a:lnTo>
                <a:lnTo>
                  <a:pt x="13560" y="51018"/>
                </a:lnTo>
                <a:lnTo>
                  <a:pt x="13670" y="50867"/>
                </a:lnTo>
                <a:lnTo>
                  <a:pt x="13791" y="50717"/>
                </a:lnTo>
                <a:lnTo>
                  <a:pt x="13931" y="50566"/>
                </a:lnTo>
                <a:lnTo>
                  <a:pt x="14082" y="50405"/>
                </a:lnTo>
                <a:lnTo>
                  <a:pt x="14253" y="50244"/>
                </a:lnTo>
                <a:lnTo>
                  <a:pt x="14424" y="50083"/>
                </a:lnTo>
                <a:lnTo>
                  <a:pt x="14615" y="49923"/>
                </a:lnTo>
                <a:lnTo>
                  <a:pt x="14806" y="49772"/>
                </a:lnTo>
                <a:lnTo>
                  <a:pt x="15017" y="49611"/>
                </a:lnTo>
                <a:lnTo>
                  <a:pt x="15077" y="49571"/>
                </a:lnTo>
                <a:lnTo>
                  <a:pt x="15127" y="49521"/>
                </a:lnTo>
                <a:lnTo>
                  <a:pt x="15178" y="49460"/>
                </a:lnTo>
                <a:lnTo>
                  <a:pt x="15218" y="49400"/>
                </a:lnTo>
                <a:lnTo>
                  <a:pt x="15248" y="49340"/>
                </a:lnTo>
                <a:lnTo>
                  <a:pt x="15278" y="49279"/>
                </a:lnTo>
                <a:lnTo>
                  <a:pt x="15298" y="49209"/>
                </a:lnTo>
                <a:lnTo>
                  <a:pt x="15308" y="49139"/>
                </a:lnTo>
                <a:lnTo>
                  <a:pt x="15318" y="49068"/>
                </a:lnTo>
                <a:lnTo>
                  <a:pt x="15318" y="48998"/>
                </a:lnTo>
                <a:lnTo>
                  <a:pt x="15318" y="48928"/>
                </a:lnTo>
                <a:lnTo>
                  <a:pt x="15308" y="48857"/>
                </a:lnTo>
                <a:lnTo>
                  <a:pt x="15288" y="48797"/>
                </a:lnTo>
                <a:lnTo>
                  <a:pt x="15258" y="48727"/>
                </a:lnTo>
                <a:lnTo>
                  <a:pt x="15228" y="48656"/>
                </a:lnTo>
                <a:lnTo>
                  <a:pt x="15188" y="48596"/>
                </a:lnTo>
                <a:lnTo>
                  <a:pt x="15137" y="48536"/>
                </a:lnTo>
                <a:lnTo>
                  <a:pt x="15087" y="48485"/>
                </a:lnTo>
                <a:lnTo>
                  <a:pt x="15037" y="48435"/>
                </a:lnTo>
                <a:lnTo>
                  <a:pt x="14977" y="48395"/>
                </a:lnTo>
                <a:lnTo>
                  <a:pt x="14906" y="48365"/>
                </a:lnTo>
                <a:lnTo>
                  <a:pt x="14846" y="48335"/>
                </a:lnTo>
                <a:lnTo>
                  <a:pt x="14776" y="48314"/>
                </a:lnTo>
                <a:lnTo>
                  <a:pt x="14715" y="48304"/>
                </a:lnTo>
                <a:lnTo>
                  <a:pt x="14645" y="48294"/>
                </a:lnTo>
                <a:lnTo>
                  <a:pt x="14504" y="48294"/>
                </a:lnTo>
                <a:lnTo>
                  <a:pt x="14434" y="48304"/>
                </a:lnTo>
                <a:lnTo>
                  <a:pt x="14364" y="48325"/>
                </a:lnTo>
                <a:lnTo>
                  <a:pt x="14293" y="48355"/>
                </a:lnTo>
                <a:lnTo>
                  <a:pt x="14233" y="48385"/>
                </a:lnTo>
                <a:lnTo>
                  <a:pt x="14163" y="48425"/>
                </a:lnTo>
                <a:lnTo>
                  <a:pt x="13931" y="48606"/>
                </a:lnTo>
                <a:lnTo>
                  <a:pt x="13761" y="48737"/>
                </a:lnTo>
                <a:lnTo>
                  <a:pt x="13570" y="48897"/>
                </a:lnTo>
                <a:lnTo>
                  <a:pt x="13369" y="49078"/>
                </a:lnTo>
                <a:lnTo>
                  <a:pt x="13147" y="49279"/>
                </a:lnTo>
                <a:lnTo>
                  <a:pt x="12926" y="49500"/>
                </a:lnTo>
                <a:lnTo>
                  <a:pt x="12715" y="49742"/>
                </a:lnTo>
                <a:lnTo>
                  <a:pt x="12504" y="49993"/>
                </a:lnTo>
                <a:lnTo>
                  <a:pt x="12303" y="50254"/>
                </a:lnTo>
                <a:lnTo>
                  <a:pt x="12213" y="50395"/>
                </a:lnTo>
                <a:lnTo>
                  <a:pt x="12132" y="50536"/>
                </a:lnTo>
                <a:lnTo>
                  <a:pt x="12052" y="50676"/>
                </a:lnTo>
                <a:lnTo>
                  <a:pt x="11982" y="50827"/>
                </a:lnTo>
                <a:lnTo>
                  <a:pt x="11921" y="50968"/>
                </a:lnTo>
                <a:lnTo>
                  <a:pt x="11861" y="51119"/>
                </a:lnTo>
                <a:lnTo>
                  <a:pt x="11821" y="51269"/>
                </a:lnTo>
                <a:lnTo>
                  <a:pt x="11791" y="51420"/>
                </a:lnTo>
                <a:lnTo>
                  <a:pt x="11770" y="51571"/>
                </a:lnTo>
                <a:lnTo>
                  <a:pt x="11760" y="51722"/>
                </a:lnTo>
                <a:lnTo>
                  <a:pt x="11760" y="51872"/>
                </a:lnTo>
                <a:lnTo>
                  <a:pt x="11781" y="52023"/>
                </a:lnTo>
                <a:lnTo>
                  <a:pt x="11811" y="52194"/>
                </a:lnTo>
                <a:lnTo>
                  <a:pt x="11861" y="52355"/>
                </a:lnTo>
                <a:lnTo>
                  <a:pt x="11931" y="52506"/>
                </a:lnTo>
                <a:lnTo>
                  <a:pt x="12012" y="52646"/>
                </a:lnTo>
                <a:lnTo>
                  <a:pt x="12102" y="52777"/>
                </a:lnTo>
                <a:lnTo>
                  <a:pt x="12203" y="52898"/>
                </a:lnTo>
                <a:lnTo>
                  <a:pt x="12313" y="53008"/>
                </a:lnTo>
                <a:lnTo>
                  <a:pt x="12434" y="53109"/>
                </a:lnTo>
                <a:lnTo>
                  <a:pt x="12554" y="53199"/>
                </a:lnTo>
                <a:lnTo>
                  <a:pt x="12685" y="53290"/>
                </a:lnTo>
                <a:lnTo>
                  <a:pt x="12816" y="53370"/>
                </a:lnTo>
                <a:lnTo>
                  <a:pt x="12956" y="53440"/>
                </a:lnTo>
                <a:lnTo>
                  <a:pt x="13087" y="53501"/>
                </a:lnTo>
                <a:lnTo>
                  <a:pt x="13228" y="53561"/>
                </a:lnTo>
                <a:lnTo>
                  <a:pt x="13499" y="53651"/>
                </a:lnTo>
                <a:lnTo>
                  <a:pt x="13951" y="53802"/>
                </a:lnTo>
                <a:lnTo>
                  <a:pt x="14414" y="53963"/>
                </a:lnTo>
                <a:lnTo>
                  <a:pt x="15318" y="54305"/>
                </a:lnTo>
                <a:lnTo>
                  <a:pt x="15580" y="54395"/>
                </a:lnTo>
                <a:lnTo>
                  <a:pt x="15077" y="54506"/>
                </a:lnTo>
                <a:lnTo>
                  <a:pt x="14605" y="54606"/>
                </a:lnTo>
                <a:lnTo>
                  <a:pt x="14142" y="54697"/>
                </a:lnTo>
                <a:lnTo>
                  <a:pt x="13700" y="54767"/>
                </a:lnTo>
                <a:lnTo>
                  <a:pt x="13288" y="54827"/>
                </a:lnTo>
                <a:lnTo>
                  <a:pt x="12906" y="54878"/>
                </a:lnTo>
                <a:lnTo>
                  <a:pt x="12544" y="54918"/>
                </a:lnTo>
                <a:lnTo>
                  <a:pt x="12213" y="54948"/>
                </a:lnTo>
                <a:lnTo>
                  <a:pt x="11650" y="54988"/>
                </a:lnTo>
                <a:lnTo>
                  <a:pt x="11218" y="54998"/>
                </a:lnTo>
                <a:lnTo>
                  <a:pt x="10946" y="55008"/>
                </a:lnTo>
                <a:lnTo>
                  <a:pt x="10695" y="55008"/>
                </a:lnTo>
                <a:lnTo>
                  <a:pt x="10554" y="55028"/>
                </a:lnTo>
                <a:lnTo>
                  <a:pt x="10414" y="55059"/>
                </a:lnTo>
                <a:lnTo>
                  <a:pt x="10273" y="55099"/>
                </a:lnTo>
                <a:lnTo>
                  <a:pt x="10142" y="55159"/>
                </a:lnTo>
                <a:lnTo>
                  <a:pt x="10022" y="55229"/>
                </a:lnTo>
                <a:lnTo>
                  <a:pt x="9911" y="55310"/>
                </a:lnTo>
                <a:lnTo>
                  <a:pt x="9801" y="55400"/>
                </a:lnTo>
                <a:lnTo>
                  <a:pt x="9700" y="55501"/>
                </a:lnTo>
                <a:lnTo>
                  <a:pt x="9620" y="55611"/>
                </a:lnTo>
                <a:lnTo>
                  <a:pt x="9539" y="55722"/>
                </a:lnTo>
                <a:lnTo>
                  <a:pt x="9469" y="55853"/>
                </a:lnTo>
                <a:lnTo>
                  <a:pt x="9419" y="55983"/>
                </a:lnTo>
                <a:lnTo>
                  <a:pt x="9378" y="56124"/>
                </a:lnTo>
                <a:lnTo>
                  <a:pt x="9348" y="56265"/>
                </a:lnTo>
                <a:lnTo>
                  <a:pt x="9338" y="56415"/>
                </a:lnTo>
                <a:lnTo>
                  <a:pt x="9338" y="56566"/>
                </a:lnTo>
                <a:lnTo>
                  <a:pt x="9358" y="56707"/>
                </a:lnTo>
                <a:lnTo>
                  <a:pt x="9388" y="56848"/>
                </a:lnTo>
                <a:lnTo>
                  <a:pt x="9439" y="56988"/>
                </a:lnTo>
                <a:lnTo>
                  <a:pt x="9489" y="57109"/>
                </a:lnTo>
                <a:lnTo>
                  <a:pt x="9559" y="57240"/>
                </a:lnTo>
                <a:lnTo>
                  <a:pt x="9640" y="57350"/>
                </a:lnTo>
                <a:lnTo>
                  <a:pt x="9730" y="57461"/>
                </a:lnTo>
                <a:lnTo>
                  <a:pt x="9831" y="57551"/>
                </a:lnTo>
                <a:lnTo>
                  <a:pt x="9941" y="57642"/>
                </a:lnTo>
                <a:lnTo>
                  <a:pt x="10062" y="57722"/>
                </a:lnTo>
                <a:lnTo>
                  <a:pt x="10182" y="57782"/>
                </a:lnTo>
                <a:lnTo>
                  <a:pt x="10323" y="57843"/>
                </a:lnTo>
                <a:lnTo>
                  <a:pt x="10454" y="57883"/>
                </a:lnTo>
                <a:lnTo>
                  <a:pt x="10605" y="57903"/>
                </a:lnTo>
                <a:lnTo>
                  <a:pt x="10745" y="57923"/>
                </a:lnTo>
                <a:lnTo>
                  <a:pt x="11298" y="57923"/>
                </a:lnTo>
                <a:lnTo>
                  <a:pt x="11720" y="57903"/>
                </a:lnTo>
                <a:lnTo>
                  <a:pt x="12253" y="57873"/>
                </a:lnTo>
                <a:lnTo>
                  <a:pt x="12886" y="57813"/>
                </a:lnTo>
                <a:lnTo>
                  <a:pt x="13610" y="57732"/>
                </a:lnTo>
                <a:lnTo>
                  <a:pt x="13992" y="57682"/>
                </a:lnTo>
                <a:lnTo>
                  <a:pt x="14404" y="57612"/>
                </a:lnTo>
                <a:lnTo>
                  <a:pt x="14836" y="57541"/>
                </a:lnTo>
                <a:lnTo>
                  <a:pt x="15278" y="57451"/>
                </a:lnTo>
                <a:lnTo>
                  <a:pt x="15730" y="57360"/>
                </a:lnTo>
                <a:lnTo>
                  <a:pt x="16203" y="57250"/>
                </a:lnTo>
                <a:lnTo>
                  <a:pt x="16012" y="57692"/>
                </a:lnTo>
                <a:lnTo>
                  <a:pt x="15821" y="58164"/>
                </a:lnTo>
                <a:lnTo>
                  <a:pt x="15640" y="58667"/>
                </a:lnTo>
                <a:lnTo>
                  <a:pt x="15469" y="59189"/>
                </a:lnTo>
                <a:lnTo>
                  <a:pt x="15258" y="59873"/>
                </a:lnTo>
                <a:lnTo>
                  <a:pt x="15077" y="60526"/>
                </a:lnTo>
                <a:lnTo>
                  <a:pt x="14936" y="61119"/>
                </a:lnTo>
                <a:lnTo>
                  <a:pt x="14816" y="61652"/>
                </a:lnTo>
                <a:lnTo>
                  <a:pt x="14725" y="62094"/>
                </a:lnTo>
                <a:lnTo>
                  <a:pt x="14655" y="62446"/>
                </a:lnTo>
                <a:lnTo>
                  <a:pt x="14605" y="62768"/>
                </a:lnTo>
                <a:lnTo>
                  <a:pt x="14595" y="62848"/>
                </a:lnTo>
                <a:lnTo>
                  <a:pt x="14595" y="62918"/>
                </a:lnTo>
                <a:lnTo>
                  <a:pt x="14595" y="62989"/>
                </a:lnTo>
                <a:lnTo>
                  <a:pt x="14615" y="63059"/>
                </a:lnTo>
                <a:lnTo>
                  <a:pt x="14635" y="63129"/>
                </a:lnTo>
                <a:lnTo>
                  <a:pt x="14665" y="63190"/>
                </a:lnTo>
                <a:lnTo>
                  <a:pt x="14695" y="63250"/>
                </a:lnTo>
                <a:lnTo>
                  <a:pt x="14735" y="63310"/>
                </a:lnTo>
                <a:lnTo>
                  <a:pt x="14776" y="63361"/>
                </a:lnTo>
                <a:lnTo>
                  <a:pt x="14826" y="63411"/>
                </a:lnTo>
                <a:lnTo>
                  <a:pt x="14876" y="63461"/>
                </a:lnTo>
                <a:lnTo>
                  <a:pt x="14936" y="63501"/>
                </a:lnTo>
                <a:lnTo>
                  <a:pt x="14997" y="63531"/>
                </a:lnTo>
                <a:lnTo>
                  <a:pt x="15067" y="63562"/>
                </a:lnTo>
                <a:lnTo>
                  <a:pt x="15137" y="63582"/>
                </a:lnTo>
                <a:lnTo>
                  <a:pt x="15208" y="63602"/>
                </a:lnTo>
                <a:lnTo>
                  <a:pt x="15318" y="63612"/>
                </a:lnTo>
                <a:lnTo>
                  <a:pt x="15449" y="63602"/>
                </a:lnTo>
                <a:lnTo>
                  <a:pt x="15580" y="63562"/>
                </a:lnTo>
                <a:lnTo>
                  <a:pt x="15690" y="63511"/>
                </a:lnTo>
                <a:lnTo>
                  <a:pt x="15791" y="63441"/>
                </a:lnTo>
                <a:lnTo>
                  <a:pt x="15881" y="63351"/>
                </a:lnTo>
                <a:lnTo>
                  <a:pt x="15952" y="63240"/>
                </a:lnTo>
                <a:lnTo>
                  <a:pt x="16012" y="63119"/>
                </a:lnTo>
                <a:lnTo>
                  <a:pt x="16032" y="63059"/>
                </a:lnTo>
                <a:lnTo>
                  <a:pt x="16042" y="62989"/>
                </a:lnTo>
                <a:lnTo>
                  <a:pt x="16143" y="62416"/>
                </a:lnTo>
                <a:lnTo>
                  <a:pt x="16293" y="61702"/>
                </a:lnTo>
                <a:lnTo>
                  <a:pt x="16384" y="61310"/>
                </a:lnTo>
                <a:lnTo>
                  <a:pt x="16484" y="60898"/>
                </a:lnTo>
                <a:lnTo>
                  <a:pt x="16605" y="60466"/>
                </a:lnTo>
                <a:lnTo>
                  <a:pt x="16736" y="60034"/>
                </a:lnTo>
                <a:lnTo>
                  <a:pt x="16866" y="59592"/>
                </a:lnTo>
                <a:lnTo>
                  <a:pt x="17017" y="59139"/>
                </a:lnTo>
                <a:lnTo>
                  <a:pt x="17178" y="58697"/>
                </a:lnTo>
                <a:lnTo>
                  <a:pt x="17349" y="58265"/>
                </a:lnTo>
                <a:lnTo>
                  <a:pt x="17540" y="57843"/>
                </a:lnTo>
                <a:lnTo>
                  <a:pt x="17731" y="57441"/>
                </a:lnTo>
                <a:lnTo>
                  <a:pt x="17942" y="57059"/>
                </a:lnTo>
                <a:lnTo>
                  <a:pt x="18042" y="56868"/>
                </a:lnTo>
                <a:lnTo>
                  <a:pt x="18153" y="56697"/>
                </a:lnTo>
                <a:lnTo>
                  <a:pt x="18665" y="56526"/>
                </a:lnTo>
                <a:lnTo>
                  <a:pt x="19178" y="56335"/>
                </a:lnTo>
                <a:lnTo>
                  <a:pt x="19701" y="56134"/>
                </a:lnTo>
                <a:lnTo>
                  <a:pt x="20223" y="55913"/>
                </a:lnTo>
                <a:lnTo>
                  <a:pt x="20304" y="56064"/>
                </a:lnTo>
                <a:lnTo>
                  <a:pt x="20384" y="56235"/>
                </a:lnTo>
                <a:lnTo>
                  <a:pt x="20464" y="56436"/>
                </a:lnTo>
                <a:lnTo>
                  <a:pt x="20555" y="56677"/>
                </a:lnTo>
                <a:lnTo>
                  <a:pt x="20635" y="56938"/>
                </a:lnTo>
                <a:lnTo>
                  <a:pt x="20716" y="57240"/>
                </a:lnTo>
                <a:lnTo>
                  <a:pt x="20796" y="57581"/>
                </a:lnTo>
                <a:lnTo>
                  <a:pt x="20877" y="57963"/>
                </a:lnTo>
                <a:lnTo>
                  <a:pt x="20957" y="58406"/>
                </a:lnTo>
                <a:lnTo>
                  <a:pt x="21017" y="58828"/>
                </a:lnTo>
                <a:lnTo>
                  <a:pt x="21067" y="59220"/>
                </a:lnTo>
                <a:lnTo>
                  <a:pt x="21108" y="59571"/>
                </a:lnTo>
                <a:lnTo>
                  <a:pt x="21148" y="60084"/>
                </a:lnTo>
                <a:lnTo>
                  <a:pt x="21158" y="60285"/>
                </a:lnTo>
                <a:lnTo>
                  <a:pt x="21168" y="60355"/>
                </a:lnTo>
                <a:lnTo>
                  <a:pt x="21178" y="60436"/>
                </a:lnTo>
                <a:lnTo>
                  <a:pt x="21198" y="60506"/>
                </a:lnTo>
                <a:lnTo>
                  <a:pt x="21228" y="60566"/>
                </a:lnTo>
                <a:lnTo>
                  <a:pt x="21258" y="60627"/>
                </a:lnTo>
                <a:lnTo>
                  <a:pt x="21299" y="60687"/>
                </a:lnTo>
                <a:lnTo>
                  <a:pt x="21339" y="60747"/>
                </a:lnTo>
                <a:lnTo>
                  <a:pt x="21389" y="60788"/>
                </a:lnTo>
                <a:lnTo>
                  <a:pt x="21449" y="60838"/>
                </a:lnTo>
                <a:lnTo>
                  <a:pt x="21500" y="60878"/>
                </a:lnTo>
                <a:lnTo>
                  <a:pt x="21570" y="60908"/>
                </a:lnTo>
                <a:lnTo>
                  <a:pt x="21630" y="60938"/>
                </a:lnTo>
                <a:lnTo>
                  <a:pt x="21701" y="60958"/>
                </a:lnTo>
                <a:lnTo>
                  <a:pt x="21771" y="60979"/>
                </a:lnTo>
                <a:lnTo>
                  <a:pt x="21841" y="60979"/>
                </a:lnTo>
                <a:lnTo>
                  <a:pt x="21922" y="60989"/>
                </a:lnTo>
                <a:lnTo>
                  <a:pt x="21992" y="60979"/>
                </a:lnTo>
                <a:lnTo>
                  <a:pt x="22062" y="60958"/>
                </a:lnTo>
                <a:lnTo>
                  <a:pt x="22133" y="60938"/>
                </a:lnTo>
                <a:lnTo>
                  <a:pt x="22193" y="60918"/>
                </a:lnTo>
                <a:lnTo>
                  <a:pt x="22264" y="60878"/>
                </a:lnTo>
                <a:lnTo>
                  <a:pt x="22324" y="60838"/>
                </a:lnTo>
                <a:lnTo>
                  <a:pt x="22374" y="60798"/>
                </a:lnTo>
                <a:lnTo>
                  <a:pt x="22424" y="60747"/>
                </a:lnTo>
                <a:lnTo>
                  <a:pt x="22465" y="60697"/>
                </a:lnTo>
                <a:lnTo>
                  <a:pt x="22505" y="60637"/>
                </a:lnTo>
                <a:lnTo>
                  <a:pt x="22545" y="60577"/>
                </a:lnTo>
                <a:lnTo>
                  <a:pt x="22565" y="60506"/>
                </a:lnTo>
                <a:lnTo>
                  <a:pt x="22595" y="60446"/>
                </a:lnTo>
                <a:lnTo>
                  <a:pt x="22605" y="60375"/>
                </a:lnTo>
                <a:lnTo>
                  <a:pt x="22615" y="60295"/>
                </a:lnTo>
                <a:lnTo>
                  <a:pt x="22615" y="60225"/>
                </a:lnTo>
                <a:lnTo>
                  <a:pt x="22605" y="59994"/>
                </a:lnTo>
                <a:lnTo>
                  <a:pt x="22555" y="59431"/>
                </a:lnTo>
                <a:lnTo>
                  <a:pt x="22515" y="59059"/>
                </a:lnTo>
                <a:lnTo>
                  <a:pt x="22465" y="58637"/>
                </a:lnTo>
                <a:lnTo>
                  <a:pt x="22394" y="58184"/>
                </a:lnTo>
                <a:lnTo>
                  <a:pt x="22314" y="57702"/>
                </a:lnTo>
                <a:lnTo>
                  <a:pt x="22233" y="57330"/>
                </a:lnTo>
                <a:lnTo>
                  <a:pt x="22153" y="56968"/>
                </a:lnTo>
                <a:lnTo>
                  <a:pt x="22062" y="56637"/>
                </a:lnTo>
                <a:lnTo>
                  <a:pt x="21972" y="56315"/>
                </a:lnTo>
                <a:lnTo>
                  <a:pt x="21872" y="56023"/>
                </a:lnTo>
                <a:lnTo>
                  <a:pt x="21761" y="55742"/>
                </a:lnTo>
                <a:lnTo>
                  <a:pt x="21650" y="55491"/>
                </a:lnTo>
                <a:lnTo>
                  <a:pt x="21530" y="55250"/>
                </a:lnTo>
                <a:lnTo>
                  <a:pt x="21811" y="55069"/>
                </a:lnTo>
                <a:lnTo>
                  <a:pt x="22083" y="54878"/>
                </a:lnTo>
                <a:lnTo>
                  <a:pt x="22354" y="54667"/>
                </a:lnTo>
                <a:lnTo>
                  <a:pt x="22605" y="54456"/>
                </a:lnTo>
                <a:lnTo>
                  <a:pt x="22846" y="54224"/>
                </a:lnTo>
                <a:lnTo>
                  <a:pt x="23078" y="53993"/>
                </a:lnTo>
                <a:lnTo>
                  <a:pt x="23299" y="53742"/>
                </a:lnTo>
                <a:lnTo>
                  <a:pt x="23510" y="53491"/>
                </a:lnTo>
                <a:lnTo>
                  <a:pt x="23711" y="53219"/>
                </a:lnTo>
                <a:lnTo>
                  <a:pt x="23902" y="52938"/>
                </a:lnTo>
                <a:lnTo>
                  <a:pt x="24083" y="52656"/>
                </a:lnTo>
                <a:lnTo>
                  <a:pt x="24254" y="52355"/>
                </a:lnTo>
                <a:lnTo>
                  <a:pt x="24414" y="52043"/>
                </a:lnTo>
                <a:lnTo>
                  <a:pt x="24565" y="51712"/>
                </a:lnTo>
                <a:lnTo>
                  <a:pt x="24706" y="51380"/>
                </a:lnTo>
                <a:lnTo>
                  <a:pt x="24826" y="51038"/>
                </a:lnTo>
                <a:lnTo>
                  <a:pt x="24947" y="50686"/>
                </a:lnTo>
                <a:lnTo>
                  <a:pt x="25048" y="50345"/>
                </a:lnTo>
                <a:lnTo>
                  <a:pt x="25148" y="49993"/>
                </a:lnTo>
                <a:lnTo>
                  <a:pt x="25228" y="49641"/>
                </a:lnTo>
                <a:lnTo>
                  <a:pt x="25309" y="49279"/>
                </a:lnTo>
                <a:lnTo>
                  <a:pt x="25379" y="48918"/>
                </a:lnTo>
                <a:lnTo>
                  <a:pt x="25440" y="48556"/>
                </a:lnTo>
                <a:lnTo>
                  <a:pt x="25490" y="48194"/>
                </a:lnTo>
                <a:lnTo>
                  <a:pt x="25590" y="47460"/>
                </a:lnTo>
                <a:lnTo>
                  <a:pt x="25661" y="46726"/>
                </a:lnTo>
                <a:lnTo>
                  <a:pt x="25731" y="45993"/>
                </a:lnTo>
                <a:lnTo>
                  <a:pt x="25781" y="45259"/>
                </a:lnTo>
                <a:lnTo>
                  <a:pt x="25852" y="44475"/>
                </a:lnTo>
                <a:lnTo>
                  <a:pt x="25912" y="43711"/>
                </a:lnTo>
                <a:lnTo>
                  <a:pt x="25992" y="42967"/>
                </a:lnTo>
                <a:lnTo>
                  <a:pt x="26043" y="42606"/>
                </a:lnTo>
                <a:lnTo>
                  <a:pt x="26103" y="42254"/>
                </a:lnTo>
                <a:lnTo>
                  <a:pt x="26133" y="42053"/>
                </a:lnTo>
                <a:lnTo>
                  <a:pt x="26173" y="41852"/>
                </a:lnTo>
                <a:lnTo>
                  <a:pt x="31299" y="41962"/>
                </a:lnTo>
                <a:lnTo>
                  <a:pt x="32133" y="44224"/>
                </a:lnTo>
                <a:lnTo>
                  <a:pt x="32475" y="45148"/>
                </a:lnTo>
                <a:lnTo>
                  <a:pt x="32777" y="45942"/>
                </a:lnTo>
                <a:lnTo>
                  <a:pt x="33038" y="46596"/>
                </a:lnTo>
                <a:lnTo>
                  <a:pt x="33259" y="47139"/>
                </a:lnTo>
                <a:lnTo>
                  <a:pt x="33450" y="47551"/>
                </a:lnTo>
                <a:lnTo>
                  <a:pt x="33530" y="47721"/>
                </a:lnTo>
                <a:lnTo>
                  <a:pt x="33611" y="47862"/>
                </a:lnTo>
                <a:lnTo>
                  <a:pt x="33742" y="48103"/>
                </a:lnTo>
                <a:lnTo>
                  <a:pt x="33872" y="48365"/>
                </a:lnTo>
                <a:lnTo>
                  <a:pt x="34134" y="48907"/>
                </a:lnTo>
                <a:lnTo>
                  <a:pt x="34314" y="49289"/>
                </a:lnTo>
                <a:lnTo>
                  <a:pt x="34515" y="49681"/>
                </a:lnTo>
                <a:lnTo>
                  <a:pt x="34727" y="50083"/>
                </a:lnTo>
                <a:lnTo>
                  <a:pt x="34958" y="50496"/>
                </a:lnTo>
                <a:lnTo>
                  <a:pt x="34988" y="50797"/>
                </a:lnTo>
                <a:lnTo>
                  <a:pt x="35018" y="51129"/>
                </a:lnTo>
                <a:lnTo>
                  <a:pt x="35038" y="51460"/>
                </a:lnTo>
                <a:lnTo>
                  <a:pt x="35048" y="51802"/>
                </a:lnTo>
                <a:lnTo>
                  <a:pt x="35048" y="52164"/>
                </a:lnTo>
                <a:lnTo>
                  <a:pt x="35038" y="52516"/>
                </a:lnTo>
                <a:lnTo>
                  <a:pt x="35018" y="52888"/>
                </a:lnTo>
                <a:lnTo>
                  <a:pt x="34978" y="53249"/>
                </a:lnTo>
                <a:lnTo>
                  <a:pt x="34928" y="53621"/>
                </a:lnTo>
                <a:lnTo>
                  <a:pt x="34857" y="53983"/>
                </a:lnTo>
                <a:lnTo>
                  <a:pt x="34767" y="54345"/>
                </a:lnTo>
                <a:lnTo>
                  <a:pt x="34656" y="54707"/>
                </a:lnTo>
                <a:lnTo>
                  <a:pt x="34596" y="54878"/>
                </a:lnTo>
                <a:lnTo>
                  <a:pt x="34525" y="55059"/>
                </a:lnTo>
                <a:lnTo>
                  <a:pt x="34455" y="55229"/>
                </a:lnTo>
                <a:lnTo>
                  <a:pt x="34375" y="55400"/>
                </a:lnTo>
                <a:lnTo>
                  <a:pt x="34284" y="55561"/>
                </a:lnTo>
                <a:lnTo>
                  <a:pt x="34194" y="55722"/>
                </a:lnTo>
                <a:lnTo>
                  <a:pt x="34093" y="55883"/>
                </a:lnTo>
                <a:lnTo>
                  <a:pt x="33983" y="56034"/>
                </a:lnTo>
                <a:lnTo>
                  <a:pt x="33792" y="56295"/>
                </a:lnTo>
                <a:lnTo>
                  <a:pt x="33601" y="56536"/>
                </a:lnTo>
                <a:lnTo>
                  <a:pt x="33400" y="56777"/>
                </a:lnTo>
                <a:lnTo>
                  <a:pt x="33199" y="56998"/>
                </a:lnTo>
                <a:lnTo>
                  <a:pt x="32998" y="57209"/>
                </a:lnTo>
                <a:lnTo>
                  <a:pt x="32797" y="57421"/>
                </a:lnTo>
                <a:lnTo>
                  <a:pt x="32586" y="57612"/>
                </a:lnTo>
                <a:lnTo>
                  <a:pt x="32385" y="57792"/>
                </a:lnTo>
                <a:lnTo>
                  <a:pt x="32184" y="57963"/>
                </a:lnTo>
                <a:lnTo>
                  <a:pt x="31973" y="58124"/>
                </a:lnTo>
                <a:lnTo>
                  <a:pt x="31772" y="58285"/>
                </a:lnTo>
                <a:lnTo>
                  <a:pt x="31571" y="58426"/>
                </a:lnTo>
                <a:lnTo>
                  <a:pt x="31189" y="58687"/>
                </a:lnTo>
                <a:lnTo>
                  <a:pt x="30817" y="58918"/>
                </a:lnTo>
                <a:lnTo>
                  <a:pt x="30465" y="59109"/>
                </a:lnTo>
                <a:lnTo>
                  <a:pt x="30143" y="59280"/>
                </a:lnTo>
                <a:lnTo>
                  <a:pt x="29862" y="59411"/>
                </a:lnTo>
                <a:lnTo>
                  <a:pt x="29611" y="59521"/>
                </a:lnTo>
                <a:lnTo>
                  <a:pt x="29410" y="59602"/>
                </a:lnTo>
                <a:lnTo>
                  <a:pt x="29259" y="59652"/>
                </a:lnTo>
                <a:lnTo>
                  <a:pt x="29128" y="59702"/>
                </a:lnTo>
                <a:lnTo>
                  <a:pt x="29058" y="59722"/>
                </a:lnTo>
                <a:lnTo>
                  <a:pt x="28987" y="59752"/>
                </a:lnTo>
                <a:lnTo>
                  <a:pt x="28927" y="59793"/>
                </a:lnTo>
                <a:lnTo>
                  <a:pt x="28867" y="59833"/>
                </a:lnTo>
                <a:lnTo>
                  <a:pt x="28817" y="59883"/>
                </a:lnTo>
                <a:lnTo>
                  <a:pt x="28766" y="59933"/>
                </a:lnTo>
                <a:lnTo>
                  <a:pt x="28726" y="59984"/>
                </a:lnTo>
                <a:lnTo>
                  <a:pt x="28686" y="60044"/>
                </a:lnTo>
                <a:lnTo>
                  <a:pt x="28656" y="60114"/>
                </a:lnTo>
                <a:lnTo>
                  <a:pt x="28636" y="60174"/>
                </a:lnTo>
                <a:lnTo>
                  <a:pt x="28616" y="60245"/>
                </a:lnTo>
                <a:lnTo>
                  <a:pt x="28606" y="60315"/>
                </a:lnTo>
                <a:lnTo>
                  <a:pt x="28596" y="60386"/>
                </a:lnTo>
                <a:lnTo>
                  <a:pt x="28596" y="60456"/>
                </a:lnTo>
                <a:lnTo>
                  <a:pt x="28606" y="60526"/>
                </a:lnTo>
                <a:lnTo>
                  <a:pt x="28626" y="60597"/>
                </a:lnTo>
                <a:lnTo>
                  <a:pt x="28646" y="60667"/>
                </a:lnTo>
                <a:lnTo>
                  <a:pt x="28676" y="60737"/>
                </a:lnTo>
                <a:lnTo>
                  <a:pt x="28716" y="60798"/>
                </a:lnTo>
                <a:lnTo>
                  <a:pt x="28756" y="60858"/>
                </a:lnTo>
                <a:lnTo>
                  <a:pt x="28807" y="60908"/>
                </a:lnTo>
                <a:lnTo>
                  <a:pt x="28857" y="60958"/>
                </a:lnTo>
                <a:lnTo>
                  <a:pt x="28917" y="60999"/>
                </a:lnTo>
                <a:lnTo>
                  <a:pt x="28967" y="61039"/>
                </a:lnTo>
                <a:lnTo>
                  <a:pt x="29038" y="61069"/>
                </a:lnTo>
                <a:lnTo>
                  <a:pt x="29098" y="61099"/>
                </a:lnTo>
                <a:lnTo>
                  <a:pt x="29168" y="61109"/>
                </a:lnTo>
                <a:lnTo>
                  <a:pt x="29239" y="61129"/>
                </a:lnTo>
                <a:lnTo>
                  <a:pt x="29379" y="61129"/>
                </a:lnTo>
                <a:lnTo>
                  <a:pt x="29450" y="61119"/>
                </a:lnTo>
                <a:lnTo>
                  <a:pt x="29530" y="61099"/>
                </a:lnTo>
                <a:lnTo>
                  <a:pt x="29711" y="61039"/>
                </a:lnTo>
                <a:lnTo>
                  <a:pt x="29902" y="60979"/>
                </a:lnTo>
                <a:lnTo>
                  <a:pt x="30143" y="60878"/>
                </a:lnTo>
                <a:lnTo>
                  <a:pt x="30435" y="60757"/>
                </a:lnTo>
                <a:lnTo>
                  <a:pt x="30766" y="60607"/>
                </a:lnTo>
                <a:lnTo>
                  <a:pt x="31128" y="60416"/>
                </a:lnTo>
                <a:lnTo>
                  <a:pt x="31530" y="60195"/>
                </a:lnTo>
                <a:lnTo>
                  <a:pt x="31963" y="59933"/>
                </a:lnTo>
                <a:lnTo>
                  <a:pt x="32184" y="59782"/>
                </a:lnTo>
                <a:lnTo>
                  <a:pt x="32405" y="59632"/>
                </a:lnTo>
                <a:lnTo>
                  <a:pt x="32636" y="59461"/>
                </a:lnTo>
                <a:lnTo>
                  <a:pt x="32867" y="59290"/>
                </a:lnTo>
                <a:lnTo>
                  <a:pt x="33098" y="59099"/>
                </a:lnTo>
                <a:lnTo>
                  <a:pt x="33329" y="58908"/>
                </a:lnTo>
                <a:lnTo>
                  <a:pt x="33571" y="58697"/>
                </a:lnTo>
                <a:lnTo>
                  <a:pt x="33802" y="58476"/>
                </a:lnTo>
                <a:lnTo>
                  <a:pt x="34043" y="58235"/>
                </a:lnTo>
                <a:lnTo>
                  <a:pt x="34274" y="57993"/>
                </a:lnTo>
                <a:lnTo>
                  <a:pt x="34505" y="57732"/>
                </a:lnTo>
                <a:lnTo>
                  <a:pt x="34727" y="57461"/>
                </a:lnTo>
                <a:lnTo>
                  <a:pt x="34958" y="57179"/>
                </a:lnTo>
                <a:lnTo>
                  <a:pt x="35169" y="56888"/>
                </a:lnTo>
                <a:lnTo>
                  <a:pt x="35340" y="56627"/>
                </a:lnTo>
                <a:lnTo>
                  <a:pt x="35500" y="56365"/>
                </a:lnTo>
                <a:lnTo>
                  <a:pt x="35651" y="56104"/>
                </a:lnTo>
                <a:lnTo>
                  <a:pt x="35782" y="55833"/>
                </a:lnTo>
                <a:lnTo>
                  <a:pt x="35892" y="55551"/>
                </a:lnTo>
                <a:lnTo>
                  <a:pt x="36003" y="55280"/>
                </a:lnTo>
                <a:lnTo>
                  <a:pt x="36093" y="54988"/>
                </a:lnTo>
                <a:lnTo>
                  <a:pt x="36184" y="54707"/>
                </a:lnTo>
                <a:lnTo>
                  <a:pt x="36254" y="54425"/>
                </a:lnTo>
                <a:lnTo>
                  <a:pt x="36315" y="54134"/>
                </a:lnTo>
                <a:lnTo>
                  <a:pt x="36365" y="53842"/>
                </a:lnTo>
                <a:lnTo>
                  <a:pt x="36415" y="53561"/>
                </a:lnTo>
                <a:lnTo>
                  <a:pt x="36445" y="53270"/>
                </a:lnTo>
                <a:lnTo>
                  <a:pt x="36475" y="52988"/>
                </a:lnTo>
                <a:lnTo>
                  <a:pt x="36495" y="52697"/>
                </a:lnTo>
                <a:lnTo>
                  <a:pt x="36505" y="52415"/>
                </a:lnTo>
                <a:lnTo>
                  <a:pt x="36666" y="52566"/>
                </a:lnTo>
                <a:lnTo>
                  <a:pt x="41370" y="61471"/>
                </a:lnTo>
                <a:lnTo>
                  <a:pt x="41430" y="61561"/>
                </a:lnTo>
                <a:lnTo>
                  <a:pt x="41491" y="61632"/>
                </a:lnTo>
                <a:lnTo>
                  <a:pt x="41571" y="61702"/>
                </a:lnTo>
                <a:lnTo>
                  <a:pt x="41652" y="61763"/>
                </a:lnTo>
                <a:lnTo>
                  <a:pt x="41732" y="61803"/>
                </a:lnTo>
                <a:lnTo>
                  <a:pt x="41822" y="61833"/>
                </a:lnTo>
                <a:lnTo>
                  <a:pt x="41923" y="61853"/>
                </a:lnTo>
                <a:lnTo>
                  <a:pt x="42023" y="61863"/>
                </a:lnTo>
                <a:lnTo>
                  <a:pt x="42104" y="61853"/>
                </a:lnTo>
                <a:lnTo>
                  <a:pt x="42194" y="61843"/>
                </a:lnTo>
                <a:lnTo>
                  <a:pt x="42275" y="61813"/>
                </a:lnTo>
                <a:lnTo>
                  <a:pt x="42355" y="61773"/>
                </a:lnTo>
                <a:lnTo>
                  <a:pt x="42425" y="61732"/>
                </a:lnTo>
                <a:lnTo>
                  <a:pt x="42486" y="61692"/>
                </a:lnTo>
                <a:lnTo>
                  <a:pt x="42536" y="61642"/>
                </a:lnTo>
                <a:lnTo>
                  <a:pt x="42586" y="61592"/>
                </a:lnTo>
                <a:lnTo>
                  <a:pt x="42626" y="61531"/>
                </a:lnTo>
                <a:lnTo>
                  <a:pt x="42667" y="61471"/>
                </a:lnTo>
                <a:lnTo>
                  <a:pt x="42697" y="61411"/>
                </a:lnTo>
                <a:lnTo>
                  <a:pt x="42717" y="61340"/>
                </a:lnTo>
                <a:lnTo>
                  <a:pt x="42737" y="61280"/>
                </a:lnTo>
                <a:lnTo>
                  <a:pt x="42747" y="61210"/>
                </a:lnTo>
                <a:lnTo>
                  <a:pt x="42747" y="61139"/>
                </a:lnTo>
                <a:lnTo>
                  <a:pt x="42747" y="61069"/>
                </a:lnTo>
                <a:lnTo>
                  <a:pt x="42737" y="60999"/>
                </a:lnTo>
                <a:lnTo>
                  <a:pt x="42717" y="60928"/>
                </a:lnTo>
                <a:lnTo>
                  <a:pt x="42697" y="60858"/>
                </a:lnTo>
                <a:lnTo>
                  <a:pt x="42667" y="60788"/>
                </a:lnTo>
                <a:lnTo>
                  <a:pt x="39229" y="54295"/>
                </a:lnTo>
                <a:lnTo>
                  <a:pt x="39229" y="54295"/>
                </a:lnTo>
                <a:lnTo>
                  <a:pt x="40526" y="54968"/>
                </a:lnTo>
                <a:lnTo>
                  <a:pt x="41732" y="55611"/>
                </a:lnTo>
                <a:lnTo>
                  <a:pt x="43782" y="56707"/>
                </a:lnTo>
                <a:lnTo>
                  <a:pt x="45169" y="57451"/>
                </a:lnTo>
                <a:lnTo>
                  <a:pt x="45692" y="57742"/>
                </a:lnTo>
                <a:lnTo>
                  <a:pt x="45772" y="57782"/>
                </a:lnTo>
                <a:lnTo>
                  <a:pt x="45863" y="57823"/>
                </a:lnTo>
                <a:lnTo>
                  <a:pt x="46034" y="57873"/>
                </a:lnTo>
                <a:lnTo>
                  <a:pt x="46215" y="57913"/>
                </a:lnTo>
                <a:lnTo>
                  <a:pt x="46395" y="57923"/>
                </a:lnTo>
                <a:lnTo>
                  <a:pt x="46486" y="57913"/>
                </a:lnTo>
                <a:lnTo>
                  <a:pt x="46586" y="57913"/>
                </a:lnTo>
                <a:lnTo>
                  <a:pt x="46677" y="57893"/>
                </a:lnTo>
                <a:lnTo>
                  <a:pt x="46777" y="57873"/>
                </a:lnTo>
                <a:lnTo>
                  <a:pt x="46868" y="57843"/>
                </a:lnTo>
                <a:lnTo>
                  <a:pt x="46958" y="57813"/>
                </a:lnTo>
                <a:lnTo>
                  <a:pt x="47039" y="57772"/>
                </a:lnTo>
                <a:lnTo>
                  <a:pt x="47129" y="57722"/>
                </a:lnTo>
                <a:lnTo>
                  <a:pt x="47210" y="57672"/>
                </a:lnTo>
                <a:lnTo>
                  <a:pt x="47290" y="57612"/>
                </a:lnTo>
                <a:lnTo>
                  <a:pt x="47360" y="57551"/>
                </a:lnTo>
                <a:lnTo>
                  <a:pt x="47431" y="57491"/>
                </a:lnTo>
                <a:lnTo>
                  <a:pt x="47501" y="57410"/>
                </a:lnTo>
                <a:lnTo>
                  <a:pt x="47561" y="57340"/>
                </a:lnTo>
                <a:lnTo>
                  <a:pt x="47622" y="57250"/>
                </a:lnTo>
                <a:lnTo>
                  <a:pt x="47672" y="57169"/>
                </a:lnTo>
                <a:lnTo>
                  <a:pt x="47742" y="57029"/>
                </a:lnTo>
                <a:lnTo>
                  <a:pt x="47793" y="56888"/>
                </a:lnTo>
                <a:lnTo>
                  <a:pt x="47823" y="56757"/>
                </a:lnTo>
                <a:lnTo>
                  <a:pt x="47843" y="56616"/>
                </a:lnTo>
                <a:lnTo>
                  <a:pt x="47853" y="56466"/>
                </a:lnTo>
                <a:lnTo>
                  <a:pt x="47853" y="56325"/>
                </a:lnTo>
                <a:lnTo>
                  <a:pt x="47833" y="56194"/>
                </a:lnTo>
                <a:lnTo>
                  <a:pt x="47793" y="56054"/>
                </a:lnTo>
                <a:lnTo>
                  <a:pt x="47752" y="55923"/>
                </a:lnTo>
                <a:lnTo>
                  <a:pt x="47692" y="55792"/>
                </a:lnTo>
                <a:lnTo>
                  <a:pt x="47622" y="55672"/>
                </a:lnTo>
                <a:lnTo>
                  <a:pt x="47541" y="55561"/>
                </a:lnTo>
                <a:lnTo>
                  <a:pt x="47451" y="55451"/>
                </a:lnTo>
                <a:lnTo>
                  <a:pt x="47340" y="55350"/>
                </a:lnTo>
                <a:lnTo>
                  <a:pt x="47230" y="55260"/>
                </a:lnTo>
                <a:lnTo>
                  <a:pt x="47099" y="55179"/>
                </a:lnTo>
                <a:lnTo>
                  <a:pt x="46566" y="54888"/>
                </a:lnTo>
                <a:lnTo>
                  <a:pt x="45149" y="54124"/>
                </a:lnTo>
                <a:lnTo>
                  <a:pt x="43059" y="53008"/>
                </a:lnTo>
                <a:lnTo>
                  <a:pt x="41822" y="52355"/>
                </a:lnTo>
                <a:lnTo>
                  <a:pt x="40506" y="51661"/>
                </a:lnTo>
                <a:lnTo>
                  <a:pt x="40063" y="51430"/>
                </a:lnTo>
                <a:lnTo>
                  <a:pt x="39671" y="51189"/>
                </a:lnTo>
                <a:lnTo>
                  <a:pt x="39310" y="50948"/>
                </a:lnTo>
                <a:lnTo>
                  <a:pt x="38988" y="50707"/>
                </a:lnTo>
                <a:lnTo>
                  <a:pt x="38697" y="50455"/>
                </a:lnTo>
                <a:lnTo>
                  <a:pt x="38425" y="50214"/>
                </a:lnTo>
                <a:lnTo>
                  <a:pt x="38184" y="49963"/>
                </a:lnTo>
                <a:lnTo>
                  <a:pt x="37973" y="49712"/>
                </a:lnTo>
                <a:lnTo>
                  <a:pt x="37782" y="49470"/>
                </a:lnTo>
                <a:lnTo>
                  <a:pt x="37601" y="49209"/>
                </a:lnTo>
                <a:lnTo>
                  <a:pt x="37440" y="48958"/>
                </a:lnTo>
                <a:lnTo>
                  <a:pt x="37300" y="48706"/>
                </a:lnTo>
                <a:lnTo>
                  <a:pt x="37159" y="48445"/>
                </a:lnTo>
                <a:lnTo>
                  <a:pt x="37028" y="48184"/>
                </a:lnTo>
                <a:lnTo>
                  <a:pt x="36777" y="47661"/>
                </a:lnTo>
                <a:lnTo>
                  <a:pt x="36475" y="47028"/>
                </a:lnTo>
                <a:lnTo>
                  <a:pt x="36304" y="46706"/>
                </a:lnTo>
                <a:lnTo>
                  <a:pt x="36134" y="46385"/>
                </a:lnTo>
                <a:lnTo>
                  <a:pt x="36043" y="46224"/>
                </a:lnTo>
                <a:lnTo>
                  <a:pt x="36747" y="46334"/>
                </a:lnTo>
                <a:lnTo>
                  <a:pt x="37470" y="46465"/>
                </a:lnTo>
                <a:lnTo>
                  <a:pt x="38204" y="46626"/>
                </a:lnTo>
                <a:lnTo>
                  <a:pt x="38556" y="46706"/>
                </a:lnTo>
                <a:lnTo>
                  <a:pt x="38908" y="46797"/>
                </a:lnTo>
                <a:lnTo>
                  <a:pt x="39249" y="46897"/>
                </a:lnTo>
                <a:lnTo>
                  <a:pt x="39571" y="46998"/>
                </a:lnTo>
                <a:lnTo>
                  <a:pt x="39883" y="47098"/>
                </a:lnTo>
                <a:lnTo>
                  <a:pt x="40184" y="47219"/>
                </a:lnTo>
                <a:lnTo>
                  <a:pt x="40466" y="47330"/>
                </a:lnTo>
                <a:lnTo>
                  <a:pt x="40717" y="47450"/>
                </a:lnTo>
                <a:lnTo>
                  <a:pt x="40948" y="47581"/>
                </a:lnTo>
                <a:lnTo>
                  <a:pt x="41159" y="47721"/>
                </a:lnTo>
                <a:lnTo>
                  <a:pt x="45240" y="50636"/>
                </a:lnTo>
                <a:lnTo>
                  <a:pt x="45340" y="50697"/>
                </a:lnTo>
                <a:lnTo>
                  <a:pt x="45451" y="50737"/>
                </a:lnTo>
                <a:lnTo>
                  <a:pt x="45551" y="50767"/>
                </a:lnTo>
                <a:lnTo>
                  <a:pt x="45662" y="50777"/>
                </a:lnTo>
                <a:lnTo>
                  <a:pt x="45752" y="50767"/>
                </a:lnTo>
                <a:lnTo>
                  <a:pt x="45833" y="50757"/>
                </a:lnTo>
                <a:lnTo>
                  <a:pt x="45913" y="50727"/>
                </a:lnTo>
                <a:lnTo>
                  <a:pt x="45993" y="50697"/>
                </a:lnTo>
                <a:lnTo>
                  <a:pt x="46074" y="50646"/>
                </a:lnTo>
                <a:lnTo>
                  <a:pt x="46134" y="50596"/>
                </a:lnTo>
                <a:lnTo>
                  <a:pt x="46205" y="50536"/>
                </a:lnTo>
                <a:lnTo>
                  <a:pt x="46255" y="50465"/>
                </a:lnTo>
                <a:lnTo>
                  <a:pt x="46295" y="50405"/>
                </a:lnTo>
                <a:lnTo>
                  <a:pt x="46335" y="50335"/>
                </a:lnTo>
                <a:lnTo>
                  <a:pt x="46355" y="50274"/>
                </a:lnTo>
                <a:lnTo>
                  <a:pt x="46375" y="50204"/>
                </a:lnTo>
                <a:lnTo>
                  <a:pt x="46385" y="50134"/>
                </a:lnTo>
                <a:lnTo>
                  <a:pt x="46395" y="50063"/>
                </a:lnTo>
                <a:lnTo>
                  <a:pt x="46395" y="49993"/>
                </a:lnTo>
                <a:lnTo>
                  <a:pt x="46385" y="49923"/>
                </a:lnTo>
                <a:lnTo>
                  <a:pt x="46375" y="49852"/>
                </a:lnTo>
                <a:lnTo>
                  <a:pt x="46345" y="49792"/>
                </a:lnTo>
                <a:lnTo>
                  <a:pt x="46325" y="49722"/>
                </a:lnTo>
                <a:lnTo>
                  <a:pt x="46285" y="49661"/>
                </a:lnTo>
                <a:lnTo>
                  <a:pt x="46245" y="49601"/>
                </a:lnTo>
                <a:lnTo>
                  <a:pt x="46205" y="49551"/>
                </a:lnTo>
                <a:lnTo>
                  <a:pt x="46144" y="49490"/>
                </a:lnTo>
                <a:lnTo>
                  <a:pt x="46094" y="49450"/>
                </a:lnTo>
                <a:lnTo>
                  <a:pt x="42003" y="46535"/>
                </a:lnTo>
                <a:lnTo>
                  <a:pt x="41863" y="46435"/>
                </a:lnTo>
                <a:lnTo>
                  <a:pt x="41702" y="46334"/>
                </a:lnTo>
                <a:lnTo>
                  <a:pt x="41541" y="46244"/>
                </a:lnTo>
                <a:lnTo>
                  <a:pt x="41370" y="46154"/>
                </a:lnTo>
                <a:lnTo>
                  <a:pt x="40998" y="45983"/>
                </a:lnTo>
                <a:lnTo>
                  <a:pt x="40606" y="45822"/>
                </a:lnTo>
                <a:lnTo>
                  <a:pt x="40184" y="45671"/>
                </a:lnTo>
                <a:lnTo>
                  <a:pt x="39752" y="45530"/>
                </a:lnTo>
                <a:lnTo>
                  <a:pt x="39310" y="45400"/>
                </a:lnTo>
                <a:lnTo>
                  <a:pt x="38857" y="45279"/>
                </a:lnTo>
                <a:lnTo>
                  <a:pt x="38395" y="45169"/>
                </a:lnTo>
                <a:lnTo>
                  <a:pt x="37933" y="45078"/>
                </a:lnTo>
                <a:lnTo>
                  <a:pt x="37480" y="44988"/>
                </a:lnTo>
                <a:lnTo>
                  <a:pt x="37028" y="44907"/>
                </a:lnTo>
                <a:lnTo>
                  <a:pt x="36174" y="44767"/>
                </a:lnTo>
                <a:lnTo>
                  <a:pt x="35410" y="44656"/>
                </a:lnTo>
                <a:lnTo>
                  <a:pt x="34757" y="42917"/>
                </a:lnTo>
                <a:lnTo>
                  <a:pt x="34043" y="40957"/>
                </a:lnTo>
                <a:lnTo>
                  <a:pt x="38224" y="35158"/>
                </a:lnTo>
                <a:lnTo>
                  <a:pt x="39762" y="32092"/>
                </a:lnTo>
                <a:lnTo>
                  <a:pt x="40496" y="32042"/>
                </a:lnTo>
                <a:lnTo>
                  <a:pt x="41189" y="32012"/>
                </a:lnTo>
                <a:lnTo>
                  <a:pt x="41853" y="32002"/>
                </a:lnTo>
                <a:lnTo>
                  <a:pt x="42466" y="31992"/>
                </a:lnTo>
                <a:lnTo>
                  <a:pt x="42496" y="32303"/>
                </a:lnTo>
                <a:lnTo>
                  <a:pt x="42546" y="32625"/>
                </a:lnTo>
                <a:lnTo>
                  <a:pt x="42596" y="32957"/>
                </a:lnTo>
                <a:lnTo>
                  <a:pt x="42667" y="33309"/>
                </a:lnTo>
                <a:lnTo>
                  <a:pt x="42757" y="33670"/>
                </a:lnTo>
                <a:lnTo>
                  <a:pt x="42858" y="34042"/>
                </a:lnTo>
                <a:lnTo>
                  <a:pt x="42978" y="34414"/>
                </a:lnTo>
                <a:lnTo>
                  <a:pt x="43129" y="34786"/>
                </a:lnTo>
                <a:lnTo>
                  <a:pt x="43290" y="35168"/>
                </a:lnTo>
                <a:lnTo>
                  <a:pt x="43481" y="35540"/>
                </a:lnTo>
                <a:lnTo>
                  <a:pt x="43581" y="35731"/>
                </a:lnTo>
                <a:lnTo>
                  <a:pt x="43692" y="35912"/>
                </a:lnTo>
                <a:lnTo>
                  <a:pt x="43812" y="36103"/>
                </a:lnTo>
                <a:lnTo>
                  <a:pt x="43943" y="36284"/>
                </a:lnTo>
                <a:lnTo>
                  <a:pt x="44074" y="36454"/>
                </a:lnTo>
                <a:lnTo>
                  <a:pt x="44214" y="36635"/>
                </a:lnTo>
                <a:lnTo>
                  <a:pt x="44355" y="36806"/>
                </a:lnTo>
                <a:lnTo>
                  <a:pt x="44516" y="36977"/>
                </a:lnTo>
                <a:lnTo>
                  <a:pt x="44677" y="37148"/>
                </a:lnTo>
                <a:lnTo>
                  <a:pt x="44848" y="37309"/>
                </a:lnTo>
                <a:lnTo>
                  <a:pt x="45019" y="37470"/>
                </a:lnTo>
                <a:lnTo>
                  <a:pt x="45209" y="37630"/>
                </a:lnTo>
                <a:lnTo>
                  <a:pt x="45762" y="38053"/>
                </a:lnTo>
                <a:lnTo>
                  <a:pt x="46285" y="38435"/>
                </a:lnTo>
                <a:lnTo>
                  <a:pt x="46777" y="38766"/>
                </a:lnTo>
                <a:lnTo>
                  <a:pt x="47240" y="39048"/>
                </a:lnTo>
                <a:lnTo>
                  <a:pt x="47672" y="39299"/>
                </a:lnTo>
                <a:lnTo>
                  <a:pt x="48084" y="39510"/>
                </a:lnTo>
                <a:lnTo>
                  <a:pt x="48456" y="39691"/>
                </a:lnTo>
                <a:lnTo>
                  <a:pt x="48798" y="39842"/>
                </a:lnTo>
                <a:lnTo>
                  <a:pt x="49099" y="39962"/>
                </a:lnTo>
                <a:lnTo>
                  <a:pt x="49371" y="40053"/>
                </a:lnTo>
                <a:lnTo>
                  <a:pt x="49612" y="40133"/>
                </a:lnTo>
                <a:lnTo>
                  <a:pt x="49823" y="40183"/>
                </a:lnTo>
                <a:lnTo>
                  <a:pt x="49994" y="40224"/>
                </a:lnTo>
                <a:lnTo>
                  <a:pt x="50124" y="40244"/>
                </a:lnTo>
                <a:lnTo>
                  <a:pt x="50275" y="40264"/>
                </a:lnTo>
                <a:lnTo>
                  <a:pt x="50395" y="38815"/>
                </a:lnTo>
                <a:lnTo>
                  <a:pt x="50395" y="38815"/>
                </a:lnTo>
                <a:lnTo>
                  <a:pt x="50285" y="38796"/>
                </a:lnTo>
                <a:lnTo>
                  <a:pt x="50144" y="38766"/>
                </a:lnTo>
                <a:lnTo>
                  <a:pt x="49984" y="38726"/>
                </a:lnTo>
                <a:lnTo>
                  <a:pt x="49803" y="38666"/>
                </a:lnTo>
                <a:lnTo>
                  <a:pt x="49592" y="38585"/>
                </a:lnTo>
                <a:lnTo>
                  <a:pt x="49371" y="38495"/>
                </a:lnTo>
                <a:lnTo>
                  <a:pt x="49119" y="38394"/>
                </a:lnTo>
                <a:lnTo>
                  <a:pt x="48858" y="38264"/>
                </a:lnTo>
                <a:lnTo>
                  <a:pt x="48566" y="38123"/>
                </a:lnTo>
                <a:lnTo>
                  <a:pt x="48265" y="37952"/>
                </a:lnTo>
                <a:lnTo>
                  <a:pt x="47943" y="37771"/>
                </a:lnTo>
                <a:lnTo>
                  <a:pt x="47612" y="37560"/>
                </a:lnTo>
                <a:lnTo>
                  <a:pt x="47260" y="37329"/>
                </a:lnTo>
                <a:lnTo>
                  <a:pt x="46898" y="37078"/>
                </a:lnTo>
                <a:lnTo>
                  <a:pt x="46516" y="36796"/>
                </a:lnTo>
                <a:lnTo>
                  <a:pt x="46124" y="36485"/>
                </a:lnTo>
                <a:lnTo>
                  <a:pt x="45983" y="36374"/>
                </a:lnTo>
                <a:lnTo>
                  <a:pt x="45843" y="36253"/>
                </a:lnTo>
                <a:lnTo>
                  <a:pt x="45712" y="36123"/>
                </a:lnTo>
                <a:lnTo>
                  <a:pt x="45591" y="35992"/>
                </a:lnTo>
                <a:lnTo>
                  <a:pt x="45471" y="35861"/>
                </a:lnTo>
                <a:lnTo>
                  <a:pt x="45360" y="35731"/>
                </a:lnTo>
                <a:lnTo>
                  <a:pt x="45149" y="35459"/>
                </a:lnTo>
                <a:lnTo>
                  <a:pt x="44958" y="35178"/>
                </a:lnTo>
                <a:lnTo>
                  <a:pt x="44787" y="34887"/>
                </a:lnTo>
                <a:lnTo>
                  <a:pt x="44637" y="34595"/>
                </a:lnTo>
                <a:lnTo>
                  <a:pt x="44506" y="34294"/>
                </a:lnTo>
                <a:lnTo>
                  <a:pt x="44385" y="34002"/>
                </a:lnTo>
                <a:lnTo>
                  <a:pt x="44285" y="33701"/>
                </a:lnTo>
                <a:lnTo>
                  <a:pt x="44204" y="33409"/>
                </a:lnTo>
                <a:lnTo>
                  <a:pt x="44124" y="33118"/>
                </a:lnTo>
                <a:lnTo>
                  <a:pt x="44064" y="32836"/>
                </a:lnTo>
                <a:lnTo>
                  <a:pt x="44013" y="32565"/>
                </a:lnTo>
                <a:lnTo>
                  <a:pt x="43973" y="32303"/>
                </a:lnTo>
                <a:lnTo>
                  <a:pt x="43943" y="32052"/>
                </a:lnTo>
                <a:lnTo>
                  <a:pt x="43943" y="32052"/>
                </a:lnTo>
                <a:lnTo>
                  <a:pt x="44456" y="32102"/>
                </a:lnTo>
                <a:lnTo>
                  <a:pt x="44908" y="32163"/>
                </a:lnTo>
                <a:lnTo>
                  <a:pt x="45330" y="32243"/>
                </a:lnTo>
                <a:lnTo>
                  <a:pt x="45521" y="32283"/>
                </a:lnTo>
                <a:lnTo>
                  <a:pt x="45702" y="32334"/>
                </a:lnTo>
                <a:lnTo>
                  <a:pt x="46235" y="32494"/>
                </a:lnTo>
                <a:lnTo>
                  <a:pt x="46757" y="32665"/>
                </a:lnTo>
                <a:lnTo>
                  <a:pt x="47270" y="32836"/>
                </a:lnTo>
                <a:lnTo>
                  <a:pt x="47762" y="33027"/>
                </a:lnTo>
                <a:lnTo>
                  <a:pt x="48245" y="33218"/>
                </a:lnTo>
                <a:lnTo>
                  <a:pt x="48707" y="33409"/>
                </a:lnTo>
                <a:lnTo>
                  <a:pt x="49159" y="33610"/>
                </a:lnTo>
                <a:lnTo>
                  <a:pt x="49602" y="33811"/>
                </a:lnTo>
                <a:lnTo>
                  <a:pt x="50024" y="34022"/>
                </a:lnTo>
                <a:lnTo>
                  <a:pt x="50436" y="34233"/>
                </a:lnTo>
                <a:lnTo>
                  <a:pt x="50828" y="34434"/>
                </a:lnTo>
                <a:lnTo>
                  <a:pt x="51210" y="34645"/>
                </a:lnTo>
                <a:lnTo>
                  <a:pt x="51582" y="34856"/>
                </a:lnTo>
                <a:lnTo>
                  <a:pt x="51923" y="35067"/>
                </a:lnTo>
                <a:lnTo>
                  <a:pt x="52577" y="35470"/>
                </a:lnTo>
                <a:lnTo>
                  <a:pt x="54446" y="42073"/>
                </a:lnTo>
                <a:lnTo>
                  <a:pt x="54486" y="42183"/>
                </a:lnTo>
                <a:lnTo>
                  <a:pt x="54547" y="42294"/>
                </a:lnTo>
                <a:lnTo>
                  <a:pt x="54627" y="42384"/>
                </a:lnTo>
                <a:lnTo>
                  <a:pt x="54718" y="42455"/>
                </a:lnTo>
                <a:lnTo>
                  <a:pt x="54808" y="42515"/>
                </a:lnTo>
                <a:lnTo>
                  <a:pt x="54919" y="42565"/>
                </a:lnTo>
                <a:lnTo>
                  <a:pt x="55029" y="42596"/>
                </a:lnTo>
                <a:lnTo>
                  <a:pt x="55150" y="42606"/>
                </a:lnTo>
                <a:lnTo>
                  <a:pt x="55250" y="42596"/>
                </a:lnTo>
                <a:lnTo>
                  <a:pt x="55351" y="42575"/>
                </a:lnTo>
                <a:lnTo>
                  <a:pt x="55421" y="42555"/>
                </a:lnTo>
                <a:lnTo>
                  <a:pt x="55481" y="42515"/>
                </a:lnTo>
                <a:lnTo>
                  <a:pt x="55552" y="42485"/>
                </a:lnTo>
                <a:lnTo>
                  <a:pt x="55602" y="42445"/>
                </a:lnTo>
                <a:lnTo>
                  <a:pt x="55662" y="42395"/>
                </a:lnTo>
                <a:lnTo>
                  <a:pt x="55703" y="42344"/>
                </a:lnTo>
                <a:lnTo>
                  <a:pt x="55753" y="42284"/>
                </a:lnTo>
                <a:lnTo>
                  <a:pt x="55783" y="42224"/>
                </a:lnTo>
                <a:lnTo>
                  <a:pt x="55813" y="42163"/>
                </a:lnTo>
                <a:lnTo>
                  <a:pt x="55843" y="42103"/>
                </a:lnTo>
                <a:lnTo>
                  <a:pt x="55863" y="42033"/>
                </a:lnTo>
                <a:lnTo>
                  <a:pt x="55873" y="41962"/>
                </a:lnTo>
                <a:lnTo>
                  <a:pt x="55873" y="41892"/>
                </a:lnTo>
                <a:lnTo>
                  <a:pt x="55873" y="41822"/>
                </a:lnTo>
                <a:lnTo>
                  <a:pt x="55863" y="41751"/>
                </a:lnTo>
                <a:lnTo>
                  <a:pt x="55853" y="41671"/>
                </a:lnTo>
                <a:lnTo>
                  <a:pt x="54476" y="36836"/>
                </a:lnTo>
                <a:lnTo>
                  <a:pt x="54888" y="37168"/>
                </a:lnTo>
                <a:lnTo>
                  <a:pt x="55180" y="37419"/>
                </a:lnTo>
                <a:lnTo>
                  <a:pt x="55431" y="37651"/>
                </a:lnTo>
                <a:lnTo>
                  <a:pt x="55542" y="37751"/>
                </a:lnTo>
                <a:lnTo>
                  <a:pt x="55662" y="37842"/>
                </a:lnTo>
                <a:lnTo>
                  <a:pt x="55783" y="37912"/>
                </a:lnTo>
                <a:lnTo>
                  <a:pt x="55914" y="37972"/>
                </a:lnTo>
                <a:lnTo>
                  <a:pt x="56044" y="38022"/>
                </a:lnTo>
                <a:lnTo>
                  <a:pt x="56185" y="38053"/>
                </a:lnTo>
                <a:lnTo>
                  <a:pt x="56326" y="38073"/>
                </a:lnTo>
                <a:lnTo>
                  <a:pt x="56466" y="38083"/>
                </a:lnTo>
                <a:lnTo>
                  <a:pt x="56597" y="38073"/>
                </a:lnTo>
                <a:lnTo>
                  <a:pt x="56738" y="38053"/>
                </a:lnTo>
                <a:lnTo>
                  <a:pt x="56878" y="38022"/>
                </a:lnTo>
                <a:lnTo>
                  <a:pt x="57009" y="37972"/>
                </a:lnTo>
                <a:lnTo>
                  <a:pt x="57140" y="37912"/>
                </a:lnTo>
                <a:lnTo>
                  <a:pt x="57260" y="37842"/>
                </a:lnTo>
                <a:lnTo>
                  <a:pt x="57381" y="37751"/>
                </a:lnTo>
                <a:lnTo>
                  <a:pt x="57492" y="37651"/>
                </a:lnTo>
                <a:lnTo>
                  <a:pt x="57592" y="37540"/>
                </a:lnTo>
                <a:lnTo>
                  <a:pt x="57683" y="37419"/>
                </a:lnTo>
                <a:lnTo>
                  <a:pt x="57753" y="37299"/>
                </a:lnTo>
                <a:lnTo>
                  <a:pt x="57813" y="37168"/>
                </a:lnTo>
                <a:lnTo>
                  <a:pt x="57863" y="37037"/>
                </a:lnTo>
                <a:lnTo>
                  <a:pt x="57894" y="36897"/>
                </a:lnTo>
                <a:lnTo>
                  <a:pt x="57914" y="36756"/>
                </a:lnTo>
                <a:lnTo>
                  <a:pt x="57924" y="36625"/>
                </a:lnTo>
                <a:lnTo>
                  <a:pt x="57914" y="36485"/>
                </a:lnTo>
                <a:lnTo>
                  <a:pt x="57894" y="36344"/>
                </a:lnTo>
                <a:lnTo>
                  <a:pt x="57863" y="36203"/>
                </a:lnTo>
                <a:lnTo>
                  <a:pt x="57813" y="36073"/>
                </a:lnTo>
                <a:lnTo>
                  <a:pt x="57753" y="35942"/>
                </a:lnTo>
                <a:lnTo>
                  <a:pt x="57683" y="35821"/>
                </a:lnTo>
                <a:lnTo>
                  <a:pt x="57592" y="35701"/>
                </a:lnTo>
                <a:lnTo>
                  <a:pt x="57492" y="35590"/>
                </a:lnTo>
                <a:lnTo>
                  <a:pt x="57391" y="35490"/>
                </a:lnTo>
                <a:lnTo>
                  <a:pt x="57160" y="35279"/>
                </a:lnTo>
                <a:lnTo>
                  <a:pt x="56808" y="34967"/>
                </a:lnTo>
                <a:lnTo>
                  <a:pt x="56326" y="34565"/>
                </a:lnTo>
                <a:lnTo>
                  <a:pt x="56034" y="34344"/>
                </a:lnTo>
                <a:lnTo>
                  <a:pt x="55723" y="34103"/>
                </a:lnTo>
                <a:lnTo>
                  <a:pt x="55381" y="33841"/>
                </a:lnTo>
                <a:lnTo>
                  <a:pt x="55009" y="33580"/>
                </a:lnTo>
                <a:lnTo>
                  <a:pt x="54597" y="33299"/>
                </a:lnTo>
                <a:lnTo>
                  <a:pt x="54165" y="33017"/>
                </a:lnTo>
                <a:lnTo>
                  <a:pt x="53712" y="32726"/>
                </a:lnTo>
                <a:lnTo>
                  <a:pt x="53220" y="32434"/>
                </a:lnTo>
                <a:lnTo>
                  <a:pt x="59592" y="30464"/>
                </a:lnTo>
                <a:lnTo>
                  <a:pt x="59663" y="30434"/>
                </a:lnTo>
                <a:lnTo>
                  <a:pt x="59733" y="30404"/>
                </a:lnTo>
                <a:lnTo>
                  <a:pt x="59793" y="30364"/>
                </a:lnTo>
                <a:lnTo>
                  <a:pt x="59854" y="30323"/>
                </a:lnTo>
                <a:lnTo>
                  <a:pt x="59904" y="30273"/>
                </a:lnTo>
                <a:lnTo>
                  <a:pt x="59944" y="30223"/>
                </a:lnTo>
                <a:lnTo>
                  <a:pt x="59994" y="30163"/>
                </a:lnTo>
                <a:lnTo>
                  <a:pt x="60024" y="30102"/>
                </a:lnTo>
                <a:lnTo>
                  <a:pt x="60055" y="30042"/>
                </a:lnTo>
                <a:lnTo>
                  <a:pt x="60075" y="29972"/>
                </a:lnTo>
                <a:lnTo>
                  <a:pt x="60095" y="29911"/>
                </a:lnTo>
                <a:lnTo>
                  <a:pt x="60105" y="29841"/>
                </a:lnTo>
                <a:lnTo>
                  <a:pt x="60105" y="29761"/>
                </a:lnTo>
                <a:lnTo>
                  <a:pt x="60105" y="29690"/>
                </a:lnTo>
                <a:lnTo>
                  <a:pt x="60095" y="29620"/>
                </a:lnTo>
                <a:lnTo>
                  <a:pt x="60075" y="29550"/>
                </a:lnTo>
                <a:lnTo>
                  <a:pt x="60055" y="29479"/>
                </a:lnTo>
                <a:lnTo>
                  <a:pt x="60014" y="29409"/>
                </a:lnTo>
                <a:lnTo>
                  <a:pt x="59984" y="29349"/>
                </a:lnTo>
                <a:lnTo>
                  <a:pt x="59934" y="29298"/>
                </a:lnTo>
                <a:lnTo>
                  <a:pt x="59894" y="29238"/>
                </a:lnTo>
                <a:lnTo>
                  <a:pt x="59833" y="29198"/>
                </a:lnTo>
                <a:lnTo>
                  <a:pt x="59783" y="29158"/>
                </a:lnTo>
                <a:lnTo>
                  <a:pt x="59723" y="29117"/>
                </a:lnTo>
                <a:lnTo>
                  <a:pt x="59652" y="29087"/>
                </a:lnTo>
                <a:lnTo>
                  <a:pt x="59592" y="29067"/>
                </a:lnTo>
                <a:lnTo>
                  <a:pt x="59522" y="29047"/>
                </a:lnTo>
                <a:lnTo>
                  <a:pt x="59451" y="29037"/>
                </a:lnTo>
                <a:lnTo>
                  <a:pt x="59311" y="29037"/>
                </a:lnTo>
                <a:lnTo>
                  <a:pt x="59240" y="29047"/>
                </a:lnTo>
                <a:lnTo>
                  <a:pt x="59160" y="29067"/>
                </a:lnTo>
                <a:lnTo>
                  <a:pt x="51431" y="31459"/>
                </a:lnTo>
                <a:lnTo>
                  <a:pt x="51049" y="31268"/>
                </a:lnTo>
                <a:lnTo>
                  <a:pt x="50657" y="31077"/>
                </a:lnTo>
                <a:lnTo>
                  <a:pt x="50245" y="30896"/>
                </a:lnTo>
                <a:lnTo>
                  <a:pt x="49833" y="30715"/>
                </a:lnTo>
                <a:lnTo>
                  <a:pt x="49401" y="30535"/>
                </a:lnTo>
                <a:lnTo>
                  <a:pt x="48958" y="30364"/>
                </a:lnTo>
                <a:lnTo>
                  <a:pt x="48516" y="30193"/>
                </a:lnTo>
                <a:lnTo>
                  <a:pt x="48054" y="30022"/>
                </a:lnTo>
                <a:lnTo>
                  <a:pt x="54718" y="27077"/>
                </a:lnTo>
                <a:lnTo>
                  <a:pt x="54778" y="27037"/>
                </a:lnTo>
                <a:lnTo>
                  <a:pt x="54838" y="27007"/>
                </a:lnTo>
                <a:lnTo>
                  <a:pt x="54898" y="26956"/>
                </a:lnTo>
                <a:lnTo>
                  <a:pt x="54949" y="26906"/>
                </a:lnTo>
                <a:lnTo>
                  <a:pt x="54999" y="26856"/>
                </a:lnTo>
                <a:lnTo>
                  <a:pt x="55039" y="26796"/>
                </a:lnTo>
                <a:lnTo>
                  <a:pt x="55069" y="26735"/>
                </a:lnTo>
                <a:lnTo>
                  <a:pt x="55099" y="26675"/>
                </a:lnTo>
                <a:lnTo>
                  <a:pt x="55120" y="26605"/>
                </a:lnTo>
                <a:lnTo>
                  <a:pt x="55140" y="26534"/>
                </a:lnTo>
                <a:lnTo>
                  <a:pt x="55150" y="26464"/>
                </a:lnTo>
                <a:lnTo>
                  <a:pt x="55150" y="26394"/>
                </a:lnTo>
                <a:lnTo>
                  <a:pt x="55140" y="26323"/>
                </a:lnTo>
                <a:lnTo>
                  <a:pt x="55130" y="26253"/>
                </a:lnTo>
                <a:lnTo>
                  <a:pt x="55110" y="26183"/>
                </a:lnTo>
                <a:lnTo>
                  <a:pt x="55089" y="26112"/>
                </a:lnTo>
                <a:lnTo>
                  <a:pt x="55049" y="26042"/>
                </a:lnTo>
                <a:lnTo>
                  <a:pt x="55009" y="25982"/>
                </a:lnTo>
                <a:lnTo>
                  <a:pt x="54969" y="25931"/>
                </a:lnTo>
                <a:lnTo>
                  <a:pt x="54919" y="25881"/>
                </a:lnTo>
                <a:lnTo>
                  <a:pt x="54868" y="25831"/>
                </a:lnTo>
                <a:lnTo>
                  <a:pt x="54808" y="25791"/>
                </a:lnTo>
                <a:lnTo>
                  <a:pt x="54748" y="25760"/>
                </a:lnTo>
                <a:lnTo>
                  <a:pt x="54677" y="25730"/>
                </a:lnTo>
                <a:lnTo>
                  <a:pt x="54617" y="25710"/>
                </a:lnTo>
                <a:lnTo>
                  <a:pt x="54547" y="25690"/>
                </a:lnTo>
                <a:lnTo>
                  <a:pt x="54476" y="25680"/>
                </a:lnTo>
                <a:lnTo>
                  <a:pt x="54336" y="25680"/>
                </a:lnTo>
                <a:lnTo>
                  <a:pt x="54265" y="25700"/>
                </a:lnTo>
                <a:lnTo>
                  <a:pt x="54195" y="25710"/>
                </a:lnTo>
                <a:lnTo>
                  <a:pt x="54125" y="25740"/>
                </a:lnTo>
                <a:lnTo>
                  <a:pt x="45903" y="29379"/>
                </a:lnTo>
                <a:lnTo>
                  <a:pt x="45601" y="29318"/>
                </a:lnTo>
                <a:lnTo>
                  <a:pt x="45270" y="29268"/>
                </a:lnTo>
                <a:lnTo>
                  <a:pt x="51753" y="22082"/>
                </a:lnTo>
                <a:lnTo>
                  <a:pt x="51803" y="22021"/>
                </a:lnTo>
                <a:lnTo>
                  <a:pt x="51843" y="21961"/>
                </a:lnTo>
                <a:lnTo>
                  <a:pt x="51873" y="21901"/>
                </a:lnTo>
                <a:lnTo>
                  <a:pt x="51903" y="21831"/>
                </a:lnTo>
                <a:lnTo>
                  <a:pt x="51923" y="21760"/>
                </a:lnTo>
                <a:lnTo>
                  <a:pt x="51933" y="21700"/>
                </a:lnTo>
                <a:lnTo>
                  <a:pt x="51944" y="21629"/>
                </a:lnTo>
                <a:lnTo>
                  <a:pt x="51933" y="21559"/>
                </a:lnTo>
                <a:lnTo>
                  <a:pt x="51933" y="21489"/>
                </a:lnTo>
                <a:lnTo>
                  <a:pt x="51913" y="21418"/>
                </a:lnTo>
                <a:lnTo>
                  <a:pt x="51893" y="21348"/>
                </a:lnTo>
                <a:lnTo>
                  <a:pt x="51873" y="21288"/>
                </a:lnTo>
                <a:lnTo>
                  <a:pt x="51833" y="21217"/>
                </a:lnTo>
                <a:lnTo>
                  <a:pt x="51793" y="21157"/>
                </a:lnTo>
                <a:lnTo>
                  <a:pt x="51753" y="21107"/>
                </a:lnTo>
                <a:lnTo>
                  <a:pt x="51702" y="21057"/>
                </a:lnTo>
                <a:lnTo>
                  <a:pt x="51642" y="21006"/>
                </a:lnTo>
                <a:lnTo>
                  <a:pt x="51582" y="20966"/>
                </a:lnTo>
                <a:lnTo>
                  <a:pt x="51511" y="20936"/>
                </a:lnTo>
                <a:lnTo>
                  <a:pt x="51451" y="20906"/>
                </a:lnTo>
                <a:lnTo>
                  <a:pt x="51381" y="20886"/>
                </a:lnTo>
                <a:lnTo>
                  <a:pt x="51310" y="20876"/>
                </a:lnTo>
                <a:lnTo>
                  <a:pt x="51240" y="20866"/>
                </a:lnTo>
                <a:lnTo>
                  <a:pt x="51170" y="20866"/>
                </a:lnTo>
                <a:lnTo>
                  <a:pt x="51099" y="20876"/>
                </a:lnTo>
                <a:lnTo>
                  <a:pt x="51029" y="20886"/>
                </a:lnTo>
                <a:lnTo>
                  <a:pt x="50969" y="20906"/>
                </a:lnTo>
                <a:lnTo>
                  <a:pt x="50898" y="20936"/>
                </a:lnTo>
                <a:lnTo>
                  <a:pt x="50838" y="20966"/>
                </a:lnTo>
                <a:lnTo>
                  <a:pt x="50778" y="21006"/>
                </a:lnTo>
                <a:lnTo>
                  <a:pt x="50717" y="21057"/>
                </a:lnTo>
                <a:lnTo>
                  <a:pt x="50667" y="21107"/>
                </a:lnTo>
                <a:lnTo>
                  <a:pt x="43461" y="29097"/>
                </a:lnTo>
                <a:lnTo>
                  <a:pt x="42978" y="29087"/>
                </a:lnTo>
                <a:lnTo>
                  <a:pt x="42466" y="29077"/>
                </a:lnTo>
                <a:lnTo>
                  <a:pt x="41933" y="29077"/>
                </a:lnTo>
                <a:lnTo>
                  <a:pt x="41380" y="29087"/>
                </a:lnTo>
                <a:lnTo>
                  <a:pt x="40797" y="29107"/>
                </a:lnTo>
                <a:lnTo>
                  <a:pt x="40194" y="29137"/>
                </a:lnTo>
                <a:lnTo>
                  <a:pt x="39571" y="29178"/>
                </a:lnTo>
                <a:lnTo>
                  <a:pt x="38918" y="29228"/>
                </a:lnTo>
                <a:lnTo>
                  <a:pt x="34777" y="26022"/>
                </a:lnTo>
                <a:lnTo>
                  <a:pt x="35048" y="24564"/>
                </a:lnTo>
                <a:lnTo>
                  <a:pt x="35320" y="23127"/>
                </a:lnTo>
                <a:lnTo>
                  <a:pt x="35621" y="21589"/>
                </a:lnTo>
                <a:lnTo>
                  <a:pt x="41219" y="19810"/>
                </a:lnTo>
                <a:lnTo>
                  <a:pt x="41290" y="19780"/>
                </a:lnTo>
                <a:lnTo>
                  <a:pt x="41350" y="19750"/>
                </a:lnTo>
                <a:lnTo>
                  <a:pt x="41420" y="19710"/>
                </a:lnTo>
                <a:lnTo>
                  <a:pt x="41471" y="19670"/>
                </a:lnTo>
                <a:lnTo>
                  <a:pt x="41521" y="19619"/>
                </a:lnTo>
                <a:lnTo>
                  <a:pt x="41571" y="19569"/>
                </a:lnTo>
                <a:lnTo>
                  <a:pt x="41611" y="19509"/>
                </a:lnTo>
                <a:lnTo>
                  <a:pt x="41641" y="19448"/>
                </a:lnTo>
                <a:lnTo>
                  <a:pt x="41672" y="19388"/>
                </a:lnTo>
                <a:lnTo>
                  <a:pt x="41702" y="19318"/>
                </a:lnTo>
                <a:lnTo>
                  <a:pt x="41712" y="19247"/>
                </a:lnTo>
                <a:lnTo>
                  <a:pt x="41722" y="19177"/>
                </a:lnTo>
                <a:lnTo>
                  <a:pt x="41732" y="19107"/>
                </a:lnTo>
                <a:lnTo>
                  <a:pt x="41722" y="19036"/>
                </a:lnTo>
                <a:lnTo>
                  <a:pt x="41712" y="18966"/>
                </a:lnTo>
                <a:lnTo>
                  <a:pt x="41692" y="18896"/>
                </a:lnTo>
                <a:lnTo>
                  <a:pt x="41662" y="18825"/>
                </a:lnTo>
                <a:lnTo>
                  <a:pt x="41631" y="18755"/>
                </a:lnTo>
                <a:lnTo>
                  <a:pt x="41591" y="18695"/>
                </a:lnTo>
                <a:lnTo>
                  <a:pt x="41551" y="18634"/>
                </a:lnTo>
                <a:lnTo>
                  <a:pt x="41501" y="18584"/>
                </a:lnTo>
                <a:lnTo>
                  <a:pt x="41450" y="18544"/>
                </a:lnTo>
                <a:lnTo>
                  <a:pt x="41390" y="18504"/>
                </a:lnTo>
                <a:lnTo>
                  <a:pt x="41330" y="18463"/>
                </a:lnTo>
                <a:lnTo>
                  <a:pt x="41270" y="18433"/>
                </a:lnTo>
                <a:lnTo>
                  <a:pt x="41199" y="18413"/>
                </a:lnTo>
                <a:lnTo>
                  <a:pt x="41139" y="18393"/>
                </a:lnTo>
                <a:lnTo>
                  <a:pt x="41069" y="18383"/>
                </a:lnTo>
                <a:lnTo>
                  <a:pt x="40918" y="18383"/>
                </a:lnTo>
                <a:lnTo>
                  <a:pt x="40847" y="18403"/>
                </a:lnTo>
                <a:lnTo>
                  <a:pt x="40777" y="18423"/>
                </a:lnTo>
                <a:lnTo>
                  <a:pt x="35973" y="19951"/>
                </a:lnTo>
                <a:lnTo>
                  <a:pt x="36264" y="18695"/>
                </a:lnTo>
                <a:lnTo>
                  <a:pt x="36415" y="18061"/>
                </a:lnTo>
                <a:lnTo>
                  <a:pt x="36576" y="17418"/>
                </a:lnTo>
                <a:lnTo>
                  <a:pt x="43642" y="14081"/>
                </a:lnTo>
                <a:lnTo>
                  <a:pt x="43712" y="14051"/>
                </a:lnTo>
                <a:lnTo>
                  <a:pt x="43772" y="14011"/>
                </a:lnTo>
                <a:lnTo>
                  <a:pt x="43822" y="13961"/>
                </a:lnTo>
                <a:lnTo>
                  <a:pt x="43873" y="13910"/>
                </a:lnTo>
                <a:lnTo>
                  <a:pt x="43923" y="13860"/>
                </a:lnTo>
                <a:lnTo>
                  <a:pt x="43963" y="13800"/>
                </a:lnTo>
                <a:lnTo>
                  <a:pt x="43993" y="13740"/>
                </a:lnTo>
                <a:lnTo>
                  <a:pt x="44013" y="13669"/>
                </a:lnTo>
                <a:lnTo>
                  <a:pt x="44044" y="13599"/>
                </a:lnTo>
                <a:lnTo>
                  <a:pt x="44054" y="13539"/>
                </a:lnTo>
                <a:lnTo>
                  <a:pt x="44064" y="13468"/>
                </a:lnTo>
                <a:lnTo>
                  <a:pt x="44064" y="13398"/>
                </a:lnTo>
                <a:lnTo>
                  <a:pt x="44054" y="13328"/>
                </a:lnTo>
                <a:lnTo>
                  <a:pt x="44044" y="13247"/>
                </a:lnTo>
                <a:lnTo>
                  <a:pt x="44023" y="13177"/>
                </a:lnTo>
                <a:lnTo>
                  <a:pt x="43993" y="13116"/>
                </a:lnTo>
                <a:lnTo>
                  <a:pt x="43953" y="13046"/>
                </a:lnTo>
                <a:lnTo>
                  <a:pt x="43913" y="12986"/>
                </a:lnTo>
                <a:lnTo>
                  <a:pt x="43873" y="12925"/>
                </a:lnTo>
                <a:lnTo>
                  <a:pt x="43822" y="12885"/>
                </a:lnTo>
                <a:lnTo>
                  <a:pt x="43762" y="12835"/>
                </a:lnTo>
                <a:lnTo>
                  <a:pt x="43702" y="12795"/>
                </a:lnTo>
                <a:lnTo>
                  <a:pt x="43642" y="12765"/>
                </a:lnTo>
                <a:lnTo>
                  <a:pt x="43581" y="12735"/>
                </a:lnTo>
                <a:lnTo>
                  <a:pt x="43511" y="12714"/>
                </a:lnTo>
                <a:lnTo>
                  <a:pt x="43441" y="12704"/>
                </a:lnTo>
                <a:lnTo>
                  <a:pt x="43370" y="12694"/>
                </a:lnTo>
                <a:lnTo>
                  <a:pt x="43300" y="12694"/>
                </a:lnTo>
                <a:lnTo>
                  <a:pt x="43229" y="12704"/>
                </a:lnTo>
                <a:lnTo>
                  <a:pt x="43159" y="12714"/>
                </a:lnTo>
                <a:lnTo>
                  <a:pt x="43089" y="12735"/>
                </a:lnTo>
                <a:lnTo>
                  <a:pt x="43018" y="12765"/>
                </a:lnTo>
                <a:lnTo>
                  <a:pt x="37088" y="15559"/>
                </a:lnTo>
                <a:lnTo>
                  <a:pt x="37269" y="14986"/>
                </a:lnTo>
                <a:lnTo>
                  <a:pt x="37450" y="14413"/>
                </a:lnTo>
                <a:lnTo>
                  <a:pt x="37641" y="13830"/>
                </a:lnTo>
                <a:lnTo>
                  <a:pt x="37842" y="13257"/>
                </a:lnTo>
                <a:lnTo>
                  <a:pt x="38043" y="12684"/>
                </a:lnTo>
                <a:lnTo>
                  <a:pt x="38264" y="12121"/>
                </a:lnTo>
                <a:lnTo>
                  <a:pt x="38486" y="11549"/>
                </a:lnTo>
                <a:lnTo>
                  <a:pt x="38727" y="10986"/>
                </a:lnTo>
                <a:lnTo>
                  <a:pt x="44265" y="7940"/>
                </a:lnTo>
                <a:lnTo>
                  <a:pt x="44335" y="7900"/>
                </a:lnTo>
                <a:lnTo>
                  <a:pt x="44385" y="7850"/>
                </a:lnTo>
                <a:lnTo>
                  <a:pt x="44446" y="7800"/>
                </a:lnTo>
                <a:lnTo>
                  <a:pt x="44486" y="7749"/>
                </a:lnTo>
                <a:lnTo>
                  <a:pt x="44526" y="7689"/>
                </a:lnTo>
                <a:lnTo>
                  <a:pt x="44566" y="7629"/>
                </a:lnTo>
                <a:lnTo>
                  <a:pt x="44596" y="7568"/>
                </a:lnTo>
                <a:lnTo>
                  <a:pt x="44616" y="7498"/>
                </a:lnTo>
                <a:lnTo>
                  <a:pt x="44637" y="7428"/>
                </a:lnTo>
                <a:lnTo>
                  <a:pt x="44647" y="7357"/>
                </a:lnTo>
                <a:lnTo>
                  <a:pt x="44647" y="7287"/>
                </a:lnTo>
                <a:lnTo>
                  <a:pt x="44637" y="7217"/>
                </a:lnTo>
                <a:lnTo>
                  <a:pt x="44627" y="7146"/>
                </a:lnTo>
                <a:lnTo>
                  <a:pt x="44616" y="7076"/>
                </a:lnTo>
                <a:lnTo>
                  <a:pt x="44586" y="7016"/>
                </a:lnTo>
                <a:lnTo>
                  <a:pt x="44556" y="6945"/>
                </a:lnTo>
                <a:lnTo>
                  <a:pt x="44516" y="6885"/>
                </a:lnTo>
                <a:lnTo>
                  <a:pt x="44466" y="6825"/>
                </a:lnTo>
                <a:lnTo>
                  <a:pt x="44426" y="6774"/>
                </a:lnTo>
                <a:lnTo>
                  <a:pt x="44365" y="6724"/>
                </a:lnTo>
                <a:lnTo>
                  <a:pt x="44305" y="6684"/>
                </a:lnTo>
                <a:lnTo>
                  <a:pt x="44245" y="6644"/>
                </a:lnTo>
                <a:lnTo>
                  <a:pt x="44184" y="6614"/>
                </a:lnTo>
                <a:lnTo>
                  <a:pt x="44114" y="6593"/>
                </a:lnTo>
                <a:lnTo>
                  <a:pt x="44054" y="6583"/>
                </a:lnTo>
                <a:lnTo>
                  <a:pt x="43983" y="6573"/>
                </a:lnTo>
                <a:lnTo>
                  <a:pt x="43913" y="6563"/>
                </a:lnTo>
                <a:lnTo>
                  <a:pt x="43843" y="6573"/>
                </a:lnTo>
                <a:lnTo>
                  <a:pt x="43772" y="6583"/>
                </a:lnTo>
                <a:lnTo>
                  <a:pt x="43702" y="6603"/>
                </a:lnTo>
                <a:lnTo>
                  <a:pt x="43632" y="6624"/>
                </a:lnTo>
                <a:lnTo>
                  <a:pt x="43561" y="6654"/>
                </a:lnTo>
                <a:lnTo>
                  <a:pt x="39812" y="8724"/>
                </a:lnTo>
                <a:lnTo>
                  <a:pt x="40003" y="8362"/>
                </a:lnTo>
                <a:lnTo>
                  <a:pt x="40204" y="8011"/>
                </a:lnTo>
                <a:lnTo>
                  <a:pt x="40415" y="7649"/>
                </a:lnTo>
                <a:lnTo>
                  <a:pt x="40626" y="7307"/>
                </a:lnTo>
                <a:lnTo>
                  <a:pt x="40837" y="6955"/>
                </a:lnTo>
                <a:lnTo>
                  <a:pt x="41059" y="6614"/>
                </a:lnTo>
                <a:lnTo>
                  <a:pt x="41290" y="6282"/>
                </a:lnTo>
                <a:lnTo>
                  <a:pt x="41531" y="5940"/>
                </a:lnTo>
                <a:lnTo>
                  <a:pt x="41772" y="5619"/>
                </a:lnTo>
                <a:lnTo>
                  <a:pt x="42013" y="5297"/>
                </a:lnTo>
                <a:lnTo>
                  <a:pt x="42265" y="4975"/>
                </a:lnTo>
                <a:lnTo>
                  <a:pt x="42526" y="4664"/>
                </a:lnTo>
                <a:lnTo>
                  <a:pt x="42787" y="4352"/>
                </a:lnTo>
                <a:lnTo>
                  <a:pt x="43069" y="4051"/>
                </a:lnTo>
                <a:lnTo>
                  <a:pt x="43340" y="3759"/>
                </a:lnTo>
                <a:lnTo>
                  <a:pt x="43632" y="3468"/>
                </a:lnTo>
                <a:lnTo>
                  <a:pt x="43732" y="3357"/>
                </a:lnTo>
                <a:lnTo>
                  <a:pt x="43812" y="3247"/>
                </a:lnTo>
                <a:lnTo>
                  <a:pt x="43893" y="3116"/>
                </a:lnTo>
                <a:lnTo>
                  <a:pt x="43953" y="2985"/>
                </a:lnTo>
                <a:lnTo>
                  <a:pt x="44003" y="2855"/>
                </a:lnTo>
                <a:lnTo>
                  <a:pt x="44034" y="2724"/>
                </a:lnTo>
                <a:lnTo>
                  <a:pt x="44054" y="2583"/>
                </a:lnTo>
                <a:lnTo>
                  <a:pt x="44064" y="2442"/>
                </a:lnTo>
                <a:lnTo>
                  <a:pt x="44054" y="2302"/>
                </a:lnTo>
                <a:lnTo>
                  <a:pt x="44034" y="2161"/>
                </a:lnTo>
                <a:lnTo>
                  <a:pt x="44003" y="2030"/>
                </a:lnTo>
                <a:lnTo>
                  <a:pt x="43953" y="1890"/>
                </a:lnTo>
                <a:lnTo>
                  <a:pt x="43903" y="1759"/>
                </a:lnTo>
                <a:lnTo>
                  <a:pt x="43822" y="1638"/>
                </a:lnTo>
                <a:lnTo>
                  <a:pt x="43742" y="1518"/>
                </a:lnTo>
                <a:lnTo>
                  <a:pt x="43642" y="1407"/>
                </a:lnTo>
                <a:lnTo>
                  <a:pt x="43531" y="1307"/>
                </a:lnTo>
                <a:lnTo>
                  <a:pt x="43410" y="1216"/>
                </a:lnTo>
                <a:lnTo>
                  <a:pt x="43290" y="1146"/>
                </a:lnTo>
                <a:lnTo>
                  <a:pt x="43159" y="1086"/>
                </a:lnTo>
                <a:lnTo>
                  <a:pt x="43028" y="1035"/>
                </a:lnTo>
                <a:lnTo>
                  <a:pt x="42888" y="1005"/>
                </a:lnTo>
                <a:lnTo>
                  <a:pt x="42747" y="985"/>
                </a:lnTo>
                <a:lnTo>
                  <a:pt x="42606" y="975"/>
                </a:lnTo>
                <a:lnTo>
                  <a:pt x="42476" y="985"/>
                </a:lnTo>
                <a:lnTo>
                  <a:pt x="42335" y="995"/>
                </a:lnTo>
                <a:lnTo>
                  <a:pt x="42194" y="1035"/>
                </a:lnTo>
                <a:lnTo>
                  <a:pt x="42064" y="1076"/>
                </a:lnTo>
                <a:lnTo>
                  <a:pt x="41933" y="1136"/>
                </a:lnTo>
                <a:lnTo>
                  <a:pt x="41802" y="1206"/>
                </a:lnTo>
                <a:lnTo>
                  <a:pt x="41692" y="1297"/>
                </a:lnTo>
                <a:lnTo>
                  <a:pt x="41581" y="1397"/>
                </a:lnTo>
                <a:lnTo>
                  <a:pt x="41229" y="1749"/>
                </a:lnTo>
                <a:lnTo>
                  <a:pt x="40878" y="2121"/>
                </a:lnTo>
                <a:lnTo>
                  <a:pt x="40536" y="2493"/>
                </a:lnTo>
                <a:lnTo>
                  <a:pt x="40204" y="2885"/>
                </a:lnTo>
                <a:lnTo>
                  <a:pt x="39883" y="3287"/>
                </a:lnTo>
                <a:lnTo>
                  <a:pt x="39561" y="3689"/>
                </a:lnTo>
                <a:lnTo>
                  <a:pt x="39249" y="4111"/>
                </a:lnTo>
                <a:lnTo>
                  <a:pt x="38938" y="4543"/>
                </a:lnTo>
                <a:lnTo>
                  <a:pt x="38646" y="4985"/>
                </a:lnTo>
                <a:lnTo>
                  <a:pt x="38345" y="5438"/>
                </a:lnTo>
                <a:lnTo>
                  <a:pt x="38063" y="5900"/>
                </a:lnTo>
                <a:lnTo>
                  <a:pt x="37782" y="6372"/>
                </a:lnTo>
                <a:lnTo>
                  <a:pt x="37501" y="6855"/>
                </a:lnTo>
                <a:lnTo>
                  <a:pt x="37229" y="7357"/>
                </a:lnTo>
                <a:lnTo>
                  <a:pt x="36968" y="7870"/>
                </a:lnTo>
                <a:lnTo>
                  <a:pt x="36707" y="8382"/>
                </a:lnTo>
                <a:lnTo>
                  <a:pt x="35139" y="2865"/>
                </a:lnTo>
                <a:lnTo>
                  <a:pt x="35108" y="2794"/>
                </a:lnTo>
                <a:lnTo>
                  <a:pt x="35078" y="2724"/>
                </a:lnTo>
                <a:lnTo>
                  <a:pt x="35038" y="2664"/>
                </a:lnTo>
                <a:lnTo>
                  <a:pt x="34998" y="2603"/>
                </a:lnTo>
                <a:lnTo>
                  <a:pt x="34958" y="2553"/>
                </a:lnTo>
                <a:lnTo>
                  <a:pt x="34897" y="2503"/>
                </a:lnTo>
                <a:lnTo>
                  <a:pt x="34847" y="2463"/>
                </a:lnTo>
                <a:lnTo>
                  <a:pt x="34787" y="2432"/>
                </a:lnTo>
                <a:lnTo>
                  <a:pt x="34727" y="2392"/>
                </a:lnTo>
                <a:lnTo>
                  <a:pt x="34656" y="2372"/>
                </a:lnTo>
                <a:lnTo>
                  <a:pt x="34586" y="2352"/>
                </a:lnTo>
                <a:lnTo>
                  <a:pt x="34525" y="2342"/>
                </a:lnTo>
                <a:lnTo>
                  <a:pt x="34445" y="2332"/>
                </a:lnTo>
                <a:lnTo>
                  <a:pt x="34375" y="2342"/>
                </a:lnTo>
                <a:lnTo>
                  <a:pt x="34304" y="2352"/>
                </a:lnTo>
                <a:lnTo>
                  <a:pt x="34234" y="2362"/>
                </a:lnTo>
                <a:lnTo>
                  <a:pt x="34164" y="2392"/>
                </a:lnTo>
                <a:lnTo>
                  <a:pt x="34093" y="2422"/>
                </a:lnTo>
                <a:lnTo>
                  <a:pt x="34033" y="2452"/>
                </a:lnTo>
                <a:lnTo>
                  <a:pt x="33973" y="2493"/>
                </a:lnTo>
                <a:lnTo>
                  <a:pt x="33922" y="2543"/>
                </a:lnTo>
                <a:lnTo>
                  <a:pt x="33872" y="2593"/>
                </a:lnTo>
                <a:lnTo>
                  <a:pt x="33832" y="2654"/>
                </a:lnTo>
                <a:lnTo>
                  <a:pt x="33792" y="2714"/>
                </a:lnTo>
                <a:lnTo>
                  <a:pt x="33762" y="2774"/>
                </a:lnTo>
                <a:lnTo>
                  <a:pt x="33742" y="2844"/>
                </a:lnTo>
                <a:lnTo>
                  <a:pt x="33721" y="2905"/>
                </a:lnTo>
                <a:lnTo>
                  <a:pt x="33711" y="2975"/>
                </a:lnTo>
                <a:lnTo>
                  <a:pt x="33701" y="3045"/>
                </a:lnTo>
                <a:lnTo>
                  <a:pt x="33701" y="3116"/>
                </a:lnTo>
                <a:lnTo>
                  <a:pt x="33711" y="3196"/>
                </a:lnTo>
                <a:lnTo>
                  <a:pt x="33731" y="3267"/>
                </a:lnTo>
                <a:lnTo>
                  <a:pt x="35792" y="10463"/>
                </a:lnTo>
                <a:lnTo>
                  <a:pt x="35561" y="11026"/>
                </a:lnTo>
                <a:lnTo>
                  <a:pt x="35350" y="11589"/>
                </a:lnTo>
                <a:lnTo>
                  <a:pt x="35129" y="12172"/>
                </a:lnTo>
                <a:lnTo>
                  <a:pt x="34928" y="12765"/>
                </a:lnTo>
                <a:lnTo>
                  <a:pt x="34686" y="13478"/>
                </a:lnTo>
                <a:lnTo>
                  <a:pt x="34455" y="14192"/>
                </a:lnTo>
                <a:lnTo>
                  <a:pt x="34244" y="14905"/>
                </a:lnTo>
                <a:lnTo>
                  <a:pt x="34043" y="15609"/>
                </a:lnTo>
                <a:lnTo>
                  <a:pt x="33852" y="16313"/>
                </a:lnTo>
                <a:lnTo>
                  <a:pt x="33671" y="17006"/>
                </a:lnTo>
                <a:lnTo>
                  <a:pt x="33500" y="17700"/>
                </a:lnTo>
                <a:lnTo>
                  <a:pt x="33339" y="18373"/>
                </a:lnTo>
                <a:lnTo>
                  <a:pt x="28445" y="12101"/>
                </a:lnTo>
                <a:lnTo>
                  <a:pt x="28394" y="12041"/>
                </a:lnTo>
                <a:lnTo>
                  <a:pt x="28344" y="11991"/>
                </a:lnTo>
                <a:lnTo>
                  <a:pt x="28284" y="11951"/>
                </a:lnTo>
                <a:lnTo>
                  <a:pt x="28224" y="11910"/>
                </a:lnTo>
                <a:lnTo>
                  <a:pt x="28163" y="11880"/>
                </a:lnTo>
                <a:lnTo>
                  <a:pt x="28093" y="11850"/>
                </a:lnTo>
                <a:lnTo>
                  <a:pt x="28023" y="11840"/>
                </a:lnTo>
                <a:lnTo>
                  <a:pt x="27952" y="11820"/>
                </a:lnTo>
                <a:lnTo>
                  <a:pt x="27822" y="11820"/>
                </a:lnTo>
                <a:lnTo>
                  <a:pt x="27751" y="11830"/>
                </a:lnTo>
                <a:lnTo>
                  <a:pt x="27681" y="11840"/>
                </a:lnTo>
                <a:lnTo>
                  <a:pt x="27611" y="11870"/>
                </a:lnTo>
                <a:lnTo>
                  <a:pt x="27540" y="11890"/>
                </a:lnTo>
                <a:lnTo>
                  <a:pt x="27480" y="11930"/>
                </a:lnTo>
                <a:lnTo>
                  <a:pt x="27420" y="11971"/>
                </a:lnTo>
                <a:lnTo>
                  <a:pt x="27359" y="12021"/>
                </a:lnTo>
                <a:lnTo>
                  <a:pt x="27309" y="12071"/>
                </a:lnTo>
                <a:lnTo>
                  <a:pt x="27269" y="12131"/>
                </a:lnTo>
                <a:lnTo>
                  <a:pt x="27229" y="12192"/>
                </a:lnTo>
                <a:lnTo>
                  <a:pt x="27198" y="12252"/>
                </a:lnTo>
                <a:lnTo>
                  <a:pt x="27178" y="12322"/>
                </a:lnTo>
                <a:lnTo>
                  <a:pt x="27158" y="12393"/>
                </a:lnTo>
                <a:lnTo>
                  <a:pt x="27148" y="12463"/>
                </a:lnTo>
                <a:lnTo>
                  <a:pt x="27138" y="12533"/>
                </a:lnTo>
                <a:lnTo>
                  <a:pt x="27138" y="12594"/>
                </a:lnTo>
                <a:lnTo>
                  <a:pt x="27148" y="12664"/>
                </a:lnTo>
                <a:lnTo>
                  <a:pt x="27158" y="12735"/>
                </a:lnTo>
                <a:lnTo>
                  <a:pt x="27188" y="12805"/>
                </a:lnTo>
                <a:lnTo>
                  <a:pt x="27209" y="12875"/>
                </a:lnTo>
                <a:lnTo>
                  <a:pt x="27249" y="12936"/>
                </a:lnTo>
                <a:lnTo>
                  <a:pt x="27289" y="12996"/>
                </a:lnTo>
                <a:lnTo>
                  <a:pt x="32927" y="20222"/>
                </a:lnTo>
                <a:lnTo>
                  <a:pt x="32726" y="21227"/>
                </a:lnTo>
                <a:lnTo>
                  <a:pt x="32535" y="22192"/>
                </a:lnTo>
                <a:lnTo>
                  <a:pt x="32184" y="24032"/>
                </a:lnTo>
                <a:lnTo>
                  <a:pt x="25631" y="23408"/>
                </a:lnTo>
                <a:lnTo>
                  <a:pt x="25590" y="23288"/>
                </a:lnTo>
                <a:lnTo>
                  <a:pt x="25540" y="23157"/>
                </a:lnTo>
                <a:lnTo>
                  <a:pt x="25480" y="23037"/>
                </a:lnTo>
                <a:lnTo>
                  <a:pt x="25399" y="22926"/>
                </a:lnTo>
                <a:lnTo>
                  <a:pt x="25078" y="22494"/>
                </a:lnTo>
                <a:lnTo>
                  <a:pt x="24736" y="22072"/>
                </a:lnTo>
                <a:lnTo>
                  <a:pt x="24394" y="21660"/>
                </a:lnTo>
                <a:lnTo>
                  <a:pt x="24032" y="21258"/>
                </a:lnTo>
                <a:lnTo>
                  <a:pt x="23862" y="20976"/>
                </a:lnTo>
                <a:lnTo>
                  <a:pt x="23701" y="20695"/>
                </a:lnTo>
                <a:lnTo>
                  <a:pt x="23550" y="20413"/>
                </a:lnTo>
                <a:lnTo>
                  <a:pt x="23409" y="20132"/>
                </a:lnTo>
                <a:lnTo>
                  <a:pt x="23269" y="19861"/>
                </a:lnTo>
                <a:lnTo>
                  <a:pt x="23138" y="19579"/>
                </a:lnTo>
                <a:lnTo>
                  <a:pt x="23027" y="19308"/>
                </a:lnTo>
                <a:lnTo>
                  <a:pt x="22907" y="19036"/>
                </a:lnTo>
                <a:lnTo>
                  <a:pt x="22806" y="18755"/>
                </a:lnTo>
                <a:lnTo>
                  <a:pt x="22716" y="18484"/>
                </a:lnTo>
                <a:lnTo>
                  <a:pt x="22625" y="18212"/>
                </a:lnTo>
                <a:lnTo>
                  <a:pt x="22545" y="17941"/>
                </a:lnTo>
                <a:lnTo>
                  <a:pt x="22475" y="17669"/>
                </a:lnTo>
                <a:lnTo>
                  <a:pt x="22414" y="17398"/>
                </a:lnTo>
                <a:lnTo>
                  <a:pt x="22354" y="17127"/>
                </a:lnTo>
                <a:lnTo>
                  <a:pt x="22304" y="16865"/>
                </a:lnTo>
                <a:lnTo>
                  <a:pt x="22243" y="16433"/>
                </a:lnTo>
                <a:lnTo>
                  <a:pt x="22203" y="16011"/>
                </a:lnTo>
                <a:lnTo>
                  <a:pt x="22183" y="15599"/>
                </a:lnTo>
                <a:lnTo>
                  <a:pt x="22173" y="15187"/>
                </a:lnTo>
                <a:lnTo>
                  <a:pt x="22183" y="14775"/>
                </a:lnTo>
                <a:lnTo>
                  <a:pt x="22213" y="14383"/>
                </a:lnTo>
                <a:lnTo>
                  <a:pt x="22243" y="13981"/>
                </a:lnTo>
                <a:lnTo>
                  <a:pt x="22294" y="13589"/>
                </a:lnTo>
                <a:lnTo>
                  <a:pt x="22354" y="13197"/>
                </a:lnTo>
                <a:lnTo>
                  <a:pt x="22424" y="12805"/>
                </a:lnTo>
                <a:lnTo>
                  <a:pt x="22505" y="12413"/>
                </a:lnTo>
                <a:lnTo>
                  <a:pt x="22585" y="12031"/>
                </a:lnTo>
                <a:lnTo>
                  <a:pt x="22766" y="11247"/>
                </a:lnTo>
                <a:lnTo>
                  <a:pt x="22967" y="10463"/>
                </a:lnTo>
                <a:lnTo>
                  <a:pt x="23088" y="9960"/>
                </a:lnTo>
                <a:lnTo>
                  <a:pt x="27802" y="8433"/>
                </a:lnTo>
                <a:lnTo>
                  <a:pt x="27872" y="8403"/>
                </a:lnTo>
                <a:lnTo>
                  <a:pt x="27932" y="8372"/>
                </a:lnTo>
                <a:lnTo>
                  <a:pt x="27992" y="8332"/>
                </a:lnTo>
                <a:lnTo>
                  <a:pt x="28053" y="8282"/>
                </a:lnTo>
                <a:lnTo>
                  <a:pt x="28103" y="8242"/>
                </a:lnTo>
                <a:lnTo>
                  <a:pt x="28153" y="8181"/>
                </a:lnTo>
                <a:lnTo>
                  <a:pt x="28193" y="8131"/>
                </a:lnTo>
                <a:lnTo>
                  <a:pt x="28224" y="8061"/>
                </a:lnTo>
                <a:lnTo>
                  <a:pt x="28254" y="8001"/>
                </a:lnTo>
                <a:lnTo>
                  <a:pt x="28274" y="7940"/>
                </a:lnTo>
                <a:lnTo>
                  <a:pt x="28294" y="7870"/>
                </a:lnTo>
                <a:lnTo>
                  <a:pt x="28304" y="7800"/>
                </a:lnTo>
                <a:lnTo>
                  <a:pt x="28304" y="7729"/>
                </a:lnTo>
                <a:lnTo>
                  <a:pt x="28304" y="7649"/>
                </a:lnTo>
                <a:lnTo>
                  <a:pt x="28284" y="7578"/>
                </a:lnTo>
                <a:lnTo>
                  <a:pt x="28274" y="7508"/>
                </a:lnTo>
                <a:lnTo>
                  <a:pt x="28244" y="7438"/>
                </a:lnTo>
                <a:lnTo>
                  <a:pt x="28214" y="7377"/>
                </a:lnTo>
                <a:lnTo>
                  <a:pt x="28173" y="7317"/>
                </a:lnTo>
                <a:lnTo>
                  <a:pt x="28123" y="7257"/>
                </a:lnTo>
                <a:lnTo>
                  <a:pt x="28083" y="7207"/>
                </a:lnTo>
                <a:lnTo>
                  <a:pt x="28023" y="7156"/>
                </a:lnTo>
                <a:lnTo>
                  <a:pt x="27972" y="7116"/>
                </a:lnTo>
                <a:lnTo>
                  <a:pt x="27912" y="7086"/>
                </a:lnTo>
                <a:lnTo>
                  <a:pt x="27842" y="7056"/>
                </a:lnTo>
                <a:lnTo>
                  <a:pt x="27781" y="7036"/>
                </a:lnTo>
                <a:lnTo>
                  <a:pt x="27711" y="7016"/>
                </a:lnTo>
                <a:lnTo>
                  <a:pt x="27641" y="7006"/>
                </a:lnTo>
                <a:lnTo>
                  <a:pt x="27500" y="7006"/>
                </a:lnTo>
                <a:lnTo>
                  <a:pt x="27420" y="7026"/>
                </a:lnTo>
                <a:lnTo>
                  <a:pt x="27349" y="7036"/>
                </a:lnTo>
                <a:lnTo>
                  <a:pt x="23470" y="8302"/>
                </a:lnTo>
                <a:lnTo>
                  <a:pt x="23550" y="7860"/>
                </a:lnTo>
                <a:lnTo>
                  <a:pt x="23620" y="7418"/>
                </a:lnTo>
                <a:lnTo>
                  <a:pt x="23681" y="6965"/>
                </a:lnTo>
                <a:lnTo>
                  <a:pt x="23721" y="6513"/>
                </a:lnTo>
                <a:lnTo>
                  <a:pt x="23751" y="6061"/>
                </a:lnTo>
                <a:lnTo>
                  <a:pt x="23761" y="5608"/>
                </a:lnTo>
                <a:lnTo>
                  <a:pt x="23741" y="5146"/>
                </a:lnTo>
                <a:lnTo>
                  <a:pt x="23711" y="4674"/>
                </a:lnTo>
                <a:lnTo>
                  <a:pt x="23681" y="4443"/>
                </a:lnTo>
                <a:lnTo>
                  <a:pt x="23651" y="4201"/>
                </a:lnTo>
                <a:lnTo>
                  <a:pt x="23610" y="3960"/>
                </a:lnTo>
                <a:lnTo>
                  <a:pt x="23570" y="3729"/>
                </a:lnTo>
                <a:lnTo>
                  <a:pt x="23520" y="3488"/>
                </a:lnTo>
                <a:lnTo>
                  <a:pt x="23460" y="3247"/>
                </a:lnTo>
                <a:lnTo>
                  <a:pt x="23389" y="2995"/>
                </a:lnTo>
                <a:lnTo>
                  <a:pt x="23319" y="2754"/>
                </a:lnTo>
                <a:lnTo>
                  <a:pt x="23238" y="2503"/>
                </a:lnTo>
                <a:lnTo>
                  <a:pt x="23148" y="2262"/>
                </a:lnTo>
                <a:lnTo>
                  <a:pt x="23047" y="2010"/>
                </a:lnTo>
                <a:lnTo>
                  <a:pt x="22937" y="1759"/>
                </a:lnTo>
                <a:lnTo>
                  <a:pt x="22826" y="1508"/>
                </a:lnTo>
                <a:lnTo>
                  <a:pt x="22696" y="1246"/>
                </a:lnTo>
                <a:lnTo>
                  <a:pt x="22565" y="995"/>
                </a:lnTo>
                <a:lnTo>
                  <a:pt x="22424" y="734"/>
                </a:lnTo>
                <a:lnTo>
                  <a:pt x="22344" y="613"/>
                </a:lnTo>
                <a:lnTo>
                  <a:pt x="22253" y="493"/>
                </a:lnTo>
                <a:lnTo>
                  <a:pt x="22153" y="392"/>
                </a:lnTo>
                <a:lnTo>
                  <a:pt x="22042" y="302"/>
                </a:lnTo>
                <a:lnTo>
                  <a:pt x="21922" y="221"/>
                </a:lnTo>
                <a:lnTo>
                  <a:pt x="21801" y="151"/>
                </a:lnTo>
                <a:lnTo>
                  <a:pt x="21671" y="101"/>
                </a:lnTo>
                <a:lnTo>
                  <a:pt x="21540" y="50"/>
                </a:lnTo>
                <a:lnTo>
                  <a:pt x="21399" y="20"/>
                </a:lnTo>
                <a:lnTo>
                  <a:pt x="21258" y="10"/>
                </a:lnTo>
                <a:lnTo>
                  <a:pt x="2111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192;p37">
            <a:extLst>
              <a:ext uri="{FF2B5EF4-FFF2-40B4-BE49-F238E27FC236}">
                <a16:creationId xmlns:a16="http://schemas.microsoft.com/office/drawing/2014/main" id="{7B16C5F4-1541-106B-E42B-CAE687F114A8}"/>
              </a:ext>
            </a:extLst>
          </p:cNvPr>
          <p:cNvSpPr/>
          <p:nvPr/>
        </p:nvSpPr>
        <p:spPr>
          <a:xfrm rot="-1809306">
            <a:off x="1546653" y="1656782"/>
            <a:ext cx="651447" cy="826069"/>
          </a:xfrm>
          <a:custGeom>
            <a:avLst/>
            <a:gdLst/>
            <a:ahLst/>
            <a:cxnLst/>
            <a:rect l="l" t="t" r="r" b="b"/>
            <a:pathLst>
              <a:path w="60406" h="76598" extrusionOk="0">
                <a:moveTo>
                  <a:pt x="34032" y="36766"/>
                </a:moveTo>
                <a:lnTo>
                  <a:pt x="34264" y="36776"/>
                </a:lnTo>
                <a:lnTo>
                  <a:pt x="34495" y="36806"/>
                </a:lnTo>
                <a:lnTo>
                  <a:pt x="34716" y="36857"/>
                </a:lnTo>
                <a:lnTo>
                  <a:pt x="34927" y="36917"/>
                </a:lnTo>
                <a:lnTo>
                  <a:pt x="35128" y="37007"/>
                </a:lnTo>
                <a:lnTo>
                  <a:pt x="35319" y="37098"/>
                </a:lnTo>
                <a:lnTo>
                  <a:pt x="35490" y="37218"/>
                </a:lnTo>
                <a:lnTo>
                  <a:pt x="35661" y="37339"/>
                </a:lnTo>
                <a:lnTo>
                  <a:pt x="35801" y="37480"/>
                </a:lnTo>
                <a:lnTo>
                  <a:pt x="35942" y="37631"/>
                </a:lnTo>
                <a:lnTo>
                  <a:pt x="36053" y="37801"/>
                </a:lnTo>
                <a:lnTo>
                  <a:pt x="36153" y="37972"/>
                </a:lnTo>
                <a:lnTo>
                  <a:pt x="36224" y="38153"/>
                </a:lnTo>
                <a:lnTo>
                  <a:pt x="36284" y="38334"/>
                </a:lnTo>
                <a:lnTo>
                  <a:pt x="36314" y="38535"/>
                </a:lnTo>
                <a:lnTo>
                  <a:pt x="36334" y="38736"/>
                </a:lnTo>
                <a:lnTo>
                  <a:pt x="36314" y="38937"/>
                </a:lnTo>
                <a:lnTo>
                  <a:pt x="36284" y="39128"/>
                </a:lnTo>
                <a:lnTo>
                  <a:pt x="36224" y="39319"/>
                </a:lnTo>
                <a:lnTo>
                  <a:pt x="36153" y="39500"/>
                </a:lnTo>
                <a:lnTo>
                  <a:pt x="36053" y="39671"/>
                </a:lnTo>
                <a:lnTo>
                  <a:pt x="35942" y="39832"/>
                </a:lnTo>
                <a:lnTo>
                  <a:pt x="35801" y="39992"/>
                </a:lnTo>
                <a:lnTo>
                  <a:pt x="35661" y="40123"/>
                </a:lnTo>
                <a:lnTo>
                  <a:pt x="35490" y="40254"/>
                </a:lnTo>
                <a:lnTo>
                  <a:pt x="35319" y="40364"/>
                </a:lnTo>
                <a:lnTo>
                  <a:pt x="35128" y="40465"/>
                </a:lnTo>
                <a:lnTo>
                  <a:pt x="34927" y="40545"/>
                </a:lnTo>
                <a:lnTo>
                  <a:pt x="34716" y="40616"/>
                </a:lnTo>
                <a:lnTo>
                  <a:pt x="34495" y="40666"/>
                </a:lnTo>
                <a:lnTo>
                  <a:pt x="34264" y="40696"/>
                </a:lnTo>
                <a:lnTo>
                  <a:pt x="34032" y="40706"/>
                </a:lnTo>
                <a:lnTo>
                  <a:pt x="33801" y="40696"/>
                </a:lnTo>
                <a:lnTo>
                  <a:pt x="33570" y="40666"/>
                </a:lnTo>
                <a:lnTo>
                  <a:pt x="33349" y="40616"/>
                </a:lnTo>
                <a:lnTo>
                  <a:pt x="33138" y="40545"/>
                </a:lnTo>
                <a:lnTo>
                  <a:pt x="32937" y="40465"/>
                </a:lnTo>
                <a:lnTo>
                  <a:pt x="32746" y="40364"/>
                </a:lnTo>
                <a:lnTo>
                  <a:pt x="32575" y="40254"/>
                </a:lnTo>
                <a:lnTo>
                  <a:pt x="32404" y="40123"/>
                </a:lnTo>
                <a:lnTo>
                  <a:pt x="32264" y="39992"/>
                </a:lnTo>
                <a:lnTo>
                  <a:pt x="32123" y="39832"/>
                </a:lnTo>
                <a:lnTo>
                  <a:pt x="32012" y="39671"/>
                </a:lnTo>
                <a:lnTo>
                  <a:pt x="31912" y="39500"/>
                </a:lnTo>
                <a:lnTo>
                  <a:pt x="31841" y="39319"/>
                </a:lnTo>
                <a:lnTo>
                  <a:pt x="31781" y="39128"/>
                </a:lnTo>
                <a:lnTo>
                  <a:pt x="31751" y="38937"/>
                </a:lnTo>
                <a:lnTo>
                  <a:pt x="31731" y="38736"/>
                </a:lnTo>
                <a:lnTo>
                  <a:pt x="31751" y="38535"/>
                </a:lnTo>
                <a:lnTo>
                  <a:pt x="31781" y="38334"/>
                </a:lnTo>
                <a:lnTo>
                  <a:pt x="31841" y="38153"/>
                </a:lnTo>
                <a:lnTo>
                  <a:pt x="31912" y="37972"/>
                </a:lnTo>
                <a:lnTo>
                  <a:pt x="32012" y="37801"/>
                </a:lnTo>
                <a:lnTo>
                  <a:pt x="32123" y="37631"/>
                </a:lnTo>
                <a:lnTo>
                  <a:pt x="32264" y="37480"/>
                </a:lnTo>
                <a:lnTo>
                  <a:pt x="32404" y="37339"/>
                </a:lnTo>
                <a:lnTo>
                  <a:pt x="32575" y="37218"/>
                </a:lnTo>
                <a:lnTo>
                  <a:pt x="32746" y="37098"/>
                </a:lnTo>
                <a:lnTo>
                  <a:pt x="32937" y="37007"/>
                </a:lnTo>
                <a:lnTo>
                  <a:pt x="33138" y="36917"/>
                </a:lnTo>
                <a:lnTo>
                  <a:pt x="33349" y="36857"/>
                </a:lnTo>
                <a:lnTo>
                  <a:pt x="33570" y="36806"/>
                </a:lnTo>
                <a:lnTo>
                  <a:pt x="33801" y="36776"/>
                </a:lnTo>
                <a:lnTo>
                  <a:pt x="34032" y="36766"/>
                </a:lnTo>
                <a:close/>
                <a:moveTo>
                  <a:pt x="34143" y="0"/>
                </a:moveTo>
                <a:lnTo>
                  <a:pt x="31731" y="5036"/>
                </a:lnTo>
                <a:lnTo>
                  <a:pt x="29108" y="3719"/>
                </a:lnTo>
                <a:lnTo>
                  <a:pt x="29108" y="3719"/>
                </a:lnTo>
                <a:lnTo>
                  <a:pt x="33731" y="15478"/>
                </a:lnTo>
                <a:lnTo>
                  <a:pt x="33600" y="16001"/>
                </a:lnTo>
                <a:lnTo>
                  <a:pt x="33470" y="16574"/>
                </a:lnTo>
                <a:lnTo>
                  <a:pt x="33339" y="17177"/>
                </a:lnTo>
                <a:lnTo>
                  <a:pt x="33218" y="17820"/>
                </a:lnTo>
                <a:lnTo>
                  <a:pt x="33088" y="18504"/>
                </a:lnTo>
                <a:lnTo>
                  <a:pt x="32957" y="19237"/>
                </a:lnTo>
                <a:lnTo>
                  <a:pt x="32826" y="20021"/>
                </a:lnTo>
                <a:lnTo>
                  <a:pt x="32696" y="20866"/>
                </a:lnTo>
                <a:lnTo>
                  <a:pt x="32424" y="22705"/>
                </a:lnTo>
                <a:lnTo>
                  <a:pt x="32143" y="24786"/>
                </a:lnTo>
                <a:lnTo>
                  <a:pt x="31841" y="27127"/>
                </a:lnTo>
                <a:lnTo>
                  <a:pt x="31520" y="29761"/>
                </a:lnTo>
                <a:lnTo>
                  <a:pt x="31409" y="30746"/>
                </a:lnTo>
                <a:lnTo>
                  <a:pt x="31319" y="31701"/>
                </a:lnTo>
                <a:lnTo>
                  <a:pt x="31258" y="32625"/>
                </a:lnTo>
                <a:lnTo>
                  <a:pt x="31218" y="33510"/>
                </a:lnTo>
                <a:lnTo>
                  <a:pt x="28886" y="34354"/>
                </a:lnTo>
                <a:lnTo>
                  <a:pt x="25168" y="33701"/>
                </a:lnTo>
                <a:lnTo>
                  <a:pt x="29108" y="40706"/>
                </a:lnTo>
                <a:lnTo>
                  <a:pt x="26042" y="41580"/>
                </a:lnTo>
                <a:lnTo>
                  <a:pt x="22323" y="35238"/>
                </a:lnTo>
                <a:lnTo>
                  <a:pt x="23851" y="41802"/>
                </a:lnTo>
                <a:lnTo>
                  <a:pt x="23549" y="41832"/>
                </a:lnTo>
                <a:lnTo>
                  <a:pt x="23168" y="41862"/>
                </a:lnTo>
                <a:lnTo>
                  <a:pt x="22595" y="41882"/>
                </a:lnTo>
                <a:lnTo>
                  <a:pt x="21851" y="41892"/>
                </a:lnTo>
                <a:lnTo>
                  <a:pt x="20896" y="41892"/>
                </a:lnTo>
                <a:lnTo>
                  <a:pt x="20353" y="41882"/>
                </a:lnTo>
                <a:lnTo>
                  <a:pt x="19750" y="41862"/>
                </a:lnTo>
                <a:lnTo>
                  <a:pt x="19097" y="41832"/>
                </a:lnTo>
                <a:lnTo>
                  <a:pt x="18383" y="41802"/>
                </a:lnTo>
                <a:lnTo>
                  <a:pt x="18001" y="41771"/>
                </a:lnTo>
                <a:lnTo>
                  <a:pt x="17589" y="41711"/>
                </a:lnTo>
                <a:lnTo>
                  <a:pt x="17147" y="41641"/>
                </a:lnTo>
                <a:lnTo>
                  <a:pt x="16675" y="41550"/>
                </a:lnTo>
                <a:lnTo>
                  <a:pt x="16192" y="41440"/>
                </a:lnTo>
                <a:lnTo>
                  <a:pt x="15690" y="41309"/>
                </a:lnTo>
                <a:lnTo>
                  <a:pt x="15167" y="41178"/>
                </a:lnTo>
                <a:lnTo>
                  <a:pt x="14634" y="41028"/>
                </a:lnTo>
                <a:lnTo>
                  <a:pt x="14092" y="40857"/>
                </a:lnTo>
                <a:lnTo>
                  <a:pt x="13539" y="40686"/>
                </a:lnTo>
                <a:lnTo>
                  <a:pt x="12433" y="40314"/>
                </a:lnTo>
                <a:lnTo>
                  <a:pt x="11318" y="39932"/>
                </a:lnTo>
                <a:lnTo>
                  <a:pt x="10232" y="39530"/>
                </a:lnTo>
                <a:lnTo>
                  <a:pt x="9187" y="39128"/>
                </a:lnTo>
                <a:lnTo>
                  <a:pt x="8222" y="38746"/>
                </a:lnTo>
                <a:lnTo>
                  <a:pt x="7338" y="38394"/>
                </a:lnTo>
                <a:lnTo>
                  <a:pt x="6564" y="38073"/>
                </a:lnTo>
                <a:lnTo>
                  <a:pt x="5448" y="37600"/>
                </a:lnTo>
                <a:lnTo>
                  <a:pt x="5036" y="37419"/>
                </a:lnTo>
                <a:lnTo>
                  <a:pt x="9197" y="42897"/>
                </a:lnTo>
                <a:lnTo>
                  <a:pt x="0" y="43329"/>
                </a:lnTo>
                <a:lnTo>
                  <a:pt x="121" y="43400"/>
                </a:lnTo>
                <a:lnTo>
                  <a:pt x="473" y="43571"/>
                </a:lnTo>
                <a:lnTo>
                  <a:pt x="724" y="43691"/>
                </a:lnTo>
                <a:lnTo>
                  <a:pt x="1026" y="43832"/>
                </a:lnTo>
                <a:lnTo>
                  <a:pt x="1377" y="43973"/>
                </a:lnTo>
                <a:lnTo>
                  <a:pt x="1779" y="44123"/>
                </a:lnTo>
                <a:lnTo>
                  <a:pt x="2222" y="44274"/>
                </a:lnTo>
                <a:lnTo>
                  <a:pt x="2704" y="44435"/>
                </a:lnTo>
                <a:lnTo>
                  <a:pt x="3227" y="44576"/>
                </a:lnTo>
                <a:lnTo>
                  <a:pt x="3790" y="44716"/>
                </a:lnTo>
                <a:lnTo>
                  <a:pt x="4383" y="44837"/>
                </a:lnTo>
                <a:lnTo>
                  <a:pt x="4684" y="44897"/>
                </a:lnTo>
                <a:lnTo>
                  <a:pt x="5006" y="44948"/>
                </a:lnTo>
                <a:lnTo>
                  <a:pt x="5327" y="44988"/>
                </a:lnTo>
                <a:lnTo>
                  <a:pt x="5659" y="45028"/>
                </a:lnTo>
                <a:lnTo>
                  <a:pt x="6001" y="45058"/>
                </a:lnTo>
                <a:lnTo>
                  <a:pt x="6342" y="45078"/>
                </a:lnTo>
                <a:lnTo>
                  <a:pt x="6704" y="45098"/>
                </a:lnTo>
                <a:lnTo>
                  <a:pt x="7066" y="45098"/>
                </a:lnTo>
                <a:lnTo>
                  <a:pt x="7448" y="45088"/>
                </a:lnTo>
                <a:lnTo>
                  <a:pt x="7840" y="45058"/>
                </a:lnTo>
                <a:lnTo>
                  <a:pt x="8232" y="45028"/>
                </a:lnTo>
                <a:lnTo>
                  <a:pt x="8634" y="44978"/>
                </a:lnTo>
                <a:lnTo>
                  <a:pt x="9046" y="44927"/>
                </a:lnTo>
                <a:lnTo>
                  <a:pt x="9458" y="44867"/>
                </a:lnTo>
                <a:lnTo>
                  <a:pt x="9870" y="44797"/>
                </a:lnTo>
                <a:lnTo>
                  <a:pt x="10282" y="44726"/>
                </a:lnTo>
                <a:lnTo>
                  <a:pt x="11097" y="44556"/>
                </a:lnTo>
                <a:lnTo>
                  <a:pt x="11901" y="44375"/>
                </a:lnTo>
                <a:lnTo>
                  <a:pt x="12664" y="44184"/>
                </a:lnTo>
                <a:lnTo>
                  <a:pt x="13388" y="43983"/>
                </a:lnTo>
                <a:lnTo>
                  <a:pt x="14062" y="43792"/>
                </a:lnTo>
                <a:lnTo>
                  <a:pt x="14665" y="43611"/>
                </a:lnTo>
                <a:lnTo>
                  <a:pt x="15177" y="43450"/>
                </a:lnTo>
                <a:lnTo>
                  <a:pt x="15921" y="43209"/>
                </a:lnTo>
                <a:lnTo>
                  <a:pt x="16192" y="43108"/>
                </a:lnTo>
                <a:lnTo>
                  <a:pt x="24947" y="43993"/>
                </a:lnTo>
                <a:lnTo>
                  <a:pt x="19700" y="45953"/>
                </a:lnTo>
                <a:lnTo>
                  <a:pt x="19801" y="45993"/>
                </a:lnTo>
                <a:lnTo>
                  <a:pt x="20082" y="46083"/>
                </a:lnTo>
                <a:lnTo>
                  <a:pt x="20303" y="46144"/>
                </a:lnTo>
                <a:lnTo>
                  <a:pt x="20554" y="46204"/>
                </a:lnTo>
                <a:lnTo>
                  <a:pt x="20846" y="46254"/>
                </a:lnTo>
                <a:lnTo>
                  <a:pt x="21177" y="46314"/>
                </a:lnTo>
                <a:lnTo>
                  <a:pt x="21539" y="46365"/>
                </a:lnTo>
                <a:lnTo>
                  <a:pt x="21941" y="46395"/>
                </a:lnTo>
                <a:lnTo>
                  <a:pt x="22374" y="46415"/>
                </a:lnTo>
                <a:lnTo>
                  <a:pt x="22836" y="46415"/>
                </a:lnTo>
                <a:lnTo>
                  <a:pt x="23328" y="46405"/>
                </a:lnTo>
                <a:lnTo>
                  <a:pt x="23580" y="46385"/>
                </a:lnTo>
                <a:lnTo>
                  <a:pt x="23841" y="46355"/>
                </a:lnTo>
                <a:lnTo>
                  <a:pt x="24112" y="46324"/>
                </a:lnTo>
                <a:lnTo>
                  <a:pt x="24384" y="46284"/>
                </a:lnTo>
                <a:lnTo>
                  <a:pt x="24665" y="46234"/>
                </a:lnTo>
                <a:lnTo>
                  <a:pt x="24947" y="46174"/>
                </a:lnTo>
                <a:lnTo>
                  <a:pt x="25228" y="46103"/>
                </a:lnTo>
                <a:lnTo>
                  <a:pt x="25499" y="46023"/>
                </a:lnTo>
                <a:lnTo>
                  <a:pt x="25761" y="45933"/>
                </a:lnTo>
                <a:lnTo>
                  <a:pt x="26012" y="45832"/>
                </a:lnTo>
                <a:lnTo>
                  <a:pt x="26243" y="45711"/>
                </a:lnTo>
                <a:lnTo>
                  <a:pt x="26474" y="45591"/>
                </a:lnTo>
                <a:lnTo>
                  <a:pt x="26685" y="45460"/>
                </a:lnTo>
                <a:lnTo>
                  <a:pt x="26896" y="45319"/>
                </a:lnTo>
                <a:lnTo>
                  <a:pt x="27087" y="45169"/>
                </a:lnTo>
                <a:lnTo>
                  <a:pt x="27268" y="45018"/>
                </a:lnTo>
                <a:lnTo>
                  <a:pt x="27449" y="44867"/>
                </a:lnTo>
                <a:lnTo>
                  <a:pt x="27610" y="44706"/>
                </a:lnTo>
                <a:lnTo>
                  <a:pt x="27771" y="44556"/>
                </a:lnTo>
                <a:lnTo>
                  <a:pt x="27912" y="44395"/>
                </a:lnTo>
                <a:lnTo>
                  <a:pt x="28052" y="44234"/>
                </a:lnTo>
                <a:lnTo>
                  <a:pt x="28173" y="44073"/>
                </a:lnTo>
                <a:lnTo>
                  <a:pt x="28404" y="43762"/>
                </a:lnTo>
                <a:lnTo>
                  <a:pt x="28605" y="43460"/>
                </a:lnTo>
                <a:lnTo>
                  <a:pt x="28756" y="43189"/>
                </a:lnTo>
                <a:lnTo>
                  <a:pt x="28886" y="42947"/>
                </a:lnTo>
                <a:lnTo>
                  <a:pt x="28987" y="42746"/>
                </a:lnTo>
                <a:lnTo>
                  <a:pt x="29057" y="42586"/>
                </a:lnTo>
                <a:lnTo>
                  <a:pt x="29108" y="42455"/>
                </a:lnTo>
                <a:lnTo>
                  <a:pt x="33269" y="45078"/>
                </a:lnTo>
                <a:lnTo>
                  <a:pt x="33319" y="45078"/>
                </a:lnTo>
                <a:lnTo>
                  <a:pt x="33580" y="45601"/>
                </a:lnTo>
                <a:lnTo>
                  <a:pt x="33841" y="46103"/>
                </a:lnTo>
                <a:lnTo>
                  <a:pt x="34113" y="46576"/>
                </a:lnTo>
                <a:lnTo>
                  <a:pt x="34384" y="47028"/>
                </a:lnTo>
                <a:lnTo>
                  <a:pt x="34656" y="47460"/>
                </a:lnTo>
                <a:lnTo>
                  <a:pt x="34917" y="47882"/>
                </a:lnTo>
                <a:lnTo>
                  <a:pt x="35440" y="48666"/>
                </a:lnTo>
                <a:lnTo>
                  <a:pt x="35912" y="49400"/>
                </a:lnTo>
                <a:lnTo>
                  <a:pt x="36133" y="49752"/>
                </a:lnTo>
                <a:lnTo>
                  <a:pt x="36344" y="50094"/>
                </a:lnTo>
                <a:lnTo>
                  <a:pt x="36535" y="50435"/>
                </a:lnTo>
                <a:lnTo>
                  <a:pt x="36706" y="50767"/>
                </a:lnTo>
                <a:lnTo>
                  <a:pt x="36857" y="51099"/>
                </a:lnTo>
                <a:lnTo>
                  <a:pt x="36987" y="51430"/>
                </a:lnTo>
                <a:lnTo>
                  <a:pt x="37038" y="51581"/>
                </a:lnTo>
                <a:lnTo>
                  <a:pt x="37078" y="51762"/>
                </a:lnTo>
                <a:lnTo>
                  <a:pt x="37128" y="51953"/>
                </a:lnTo>
                <a:lnTo>
                  <a:pt x="37168" y="52154"/>
                </a:lnTo>
                <a:lnTo>
                  <a:pt x="37229" y="52616"/>
                </a:lnTo>
                <a:lnTo>
                  <a:pt x="37289" y="53149"/>
                </a:lnTo>
                <a:lnTo>
                  <a:pt x="37329" y="53722"/>
                </a:lnTo>
                <a:lnTo>
                  <a:pt x="37359" y="54355"/>
                </a:lnTo>
                <a:lnTo>
                  <a:pt x="37369" y="55039"/>
                </a:lnTo>
                <a:lnTo>
                  <a:pt x="37379" y="55762"/>
                </a:lnTo>
                <a:lnTo>
                  <a:pt x="37269" y="55672"/>
                </a:lnTo>
                <a:lnTo>
                  <a:pt x="37098" y="55531"/>
                </a:lnTo>
                <a:lnTo>
                  <a:pt x="36857" y="55370"/>
                </a:lnTo>
                <a:lnTo>
                  <a:pt x="36716" y="55290"/>
                </a:lnTo>
                <a:lnTo>
                  <a:pt x="36565" y="55199"/>
                </a:lnTo>
                <a:lnTo>
                  <a:pt x="36394" y="55109"/>
                </a:lnTo>
                <a:lnTo>
                  <a:pt x="36213" y="55018"/>
                </a:lnTo>
                <a:lnTo>
                  <a:pt x="36012" y="54938"/>
                </a:lnTo>
                <a:lnTo>
                  <a:pt x="35801" y="54858"/>
                </a:lnTo>
                <a:lnTo>
                  <a:pt x="35570" y="54777"/>
                </a:lnTo>
                <a:lnTo>
                  <a:pt x="35339" y="54707"/>
                </a:lnTo>
                <a:lnTo>
                  <a:pt x="35078" y="54647"/>
                </a:lnTo>
                <a:lnTo>
                  <a:pt x="34816" y="54596"/>
                </a:lnTo>
                <a:lnTo>
                  <a:pt x="34535" y="54556"/>
                </a:lnTo>
                <a:lnTo>
                  <a:pt x="34244" y="54536"/>
                </a:lnTo>
                <a:lnTo>
                  <a:pt x="33932" y="54526"/>
                </a:lnTo>
                <a:lnTo>
                  <a:pt x="33620" y="54526"/>
                </a:lnTo>
                <a:lnTo>
                  <a:pt x="33289" y="54556"/>
                </a:lnTo>
                <a:lnTo>
                  <a:pt x="32947" y="54596"/>
                </a:lnTo>
                <a:lnTo>
                  <a:pt x="32585" y="54667"/>
                </a:lnTo>
                <a:lnTo>
                  <a:pt x="32223" y="54757"/>
                </a:lnTo>
                <a:lnTo>
                  <a:pt x="31841" y="54868"/>
                </a:lnTo>
                <a:lnTo>
                  <a:pt x="31449" y="55008"/>
                </a:lnTo>
                <a:lnTo>
                  <a:pt x="31057" y="55169"/>
                </a:lnTo>
                <a:lnTo>
                  <a:pt x="30645" y="55360"/>
                </a:lnTo>
                <a:lnTo>
                  <a:pt x="30223" y="55591"/>
                </a:lnTo>
                <a:lnTo>
                  <a:pt x="29791" y="55843"/>
                </a:lnTo>
                <a:lnTo>
                  <a:pt x="29339" y="56134"/>
                </a:lnTo>
                <a:lnTo>
                  <a:pt x="28886" y="56466"/>
                </a:lnTo>
                <a:lnTo>
                  <a:pt x="28414" y="56828"/>
                </a:lnTo>
                <a:lnTo>
                  <a:pt x="27992" y="57169"/>
                </a:lnTo>
                <a:lnTo>
                  <a:pt x="27600" y="57511"/>
                </a:lnTo>
                <a:lnTo>
                  <a:pt x="27248" y="57833"/>
                </a:lnTo>
                <a:lnTo>
                  <a:pt x="26937" y="58144"/>
                </a:lnTo>
                <a:lnTo>
                  <a:pt x="26645" y="58436"/>
                </a:lnTo>
                <a:lnTo>
                  <a:pt x="26394" y="58727"/>
                </a:lnTo>
                <a:lnTo>
                  <a:pt x="26163" y="58999"/>
                </a:lnTo>
                <a:lnTo>
                  <a:pt x="25962" y="59270"/>
                </a:lnTo>
                <a:lnTo>
                  <a:pt x="25771" y="59521"/>
                </a:lnTo>
                <a:lnTo>
                  <a:pt x="25610" y="59773"/>
                </a:lnTo>
                <a:lnTo>
                  <a:pt x="25459" y="60004"/>
                </a:lnTo>
                <a:lnTo>
                  <a:pt x="25198" y="60456"/>
                </a:lnTo>
                <a:lnTo>
                  <a:pt x="24977" y="60868"/>
                </a:lnTo>
                <a:lnTo>
                  <a:pt x="24766" y="61250"/>
                </a:lnTo>
                <a:lnTo>
                  <a:pt x="24655" y="61441"/>
                </a:lnTo>
                <a:lnTo>
                  <a:pt x="24544" y="61612"/>
                </a:lnTo>
                <a:lnTo>
                  <a:pt x="24424" y="61793"/>
                </a:lnTo>
                <a:lnTo>
                  <a:pt x="24293" y="61954"/>
                </a:lnTo>
                <a:lnTo>
                  <a:pt x="24153" y="62124"/>
                </a:lnTo>
                <a:lnTo>
                  <a:pt x="23992" y="62275"/>
                </a:lnTo>
                <a:lnTo>
                  <a:pt x="23821" y="62436"/>
                </a:lnTo>
                <a:lnTo>
                  <a:pt x="23630" y="62587"/>
                </a:lnTo>
                <a:lnTo>
                  <a:pt x="23409" y="62738"/>
                </a:lnTo>
                <a:lnTo>
                  <a:pt x="23168" y="62888"/>
                </a:lnTo>
                <a:lnTo>
                  <a:pt x="22896" y="63029"/>
                </a:lnTo>
                <a:lnTo>
                  <a:pt x="22595" y="63180"/>
                </a:lnTo>
                <a:lnTo>
                  <a:pt x="22253" y="63320"/>
                </a:lnTo>
                <a:lnTo>
                  <a:pt x="21881" y="63471"/>
                </a:lnTo>
                <a:lnTo>
                  <a:pt x="21127" y="63753"/>
                </a:lnTo>
                <a:lnTo>
                  <a:pt x="20424" y="64024"/>
                </a:lnTo>
                <a:lnTo>
                  <a:pt x="19780" y="64295"/>
                </a:lnTo>
                <a:lnTo>
                  <a:pt x="19177" y="64557"/>
                </a:lnTo>
                <a:lnTo>
                  <a:pt x="18625" y="64808"/>
                </a:lnTo>
                <a:lnTo>
                  <a:pt x="18122" y="65039"/>
                </a:lnTo>
                <a:lnTo>
                  <a:pt x="17670" y="65260"/>
                </a:lnTo>
                <a:lnTo>
                  <a:pt x="17258" y="65461"/>
                </a:lnTo>
                <a:lnTo>
                  <a:pt x="16604" y="65813"/>
                </a:lnTo>
                <a:lnTo>
                  <a:pt x="16132" y="66084"/>
                </a:lnTo>
                <a:lnTo>
                  <a:pt x="15851" y="66255"/>
                </a:lnTo>
                <a:lnTo>
                  <a:pt x="15760" y="66316"/>
                </a:lnTo>
                <a:lnTo>
                  <a:pt x="15760" y="66316"/>
                </a:lnTo>
                <a:lnTo>
                  <a:pt x="16011" y="66306"/>
                </a:lnTo>
                <a:lnTo>
                  <a:pt x="16685" y="66285"/>
                </a:lnTo>
                <a:lnTo>
                  <a:pt x="17147" y="66255"/>
                </a:lnTo>
                <a:lnTo>
                  <a:pt x="17690" y="66215"/>
                </a:lnTo>
                <a:lnTo>
                  <a:pt x="18273" y="66165"/>
                </a:lnTo>
                <a:lnTo>
                  <a:pt x="18906" y="66094"/>
                </a:lnTo>
                <a:lnTo>
                  <a:pt x="19559" y="66004"/>
                </a:lnTo>
                <a:lnTo>
                  <a:pt x="20233" y="65883"/>
                </a:lnTo>
                <a:lnTo>
                  <a:pt x="20574" y="65813"/>
                </a:lnTo>
                <a:lnTo>
                  <a:pt x="20906" y="65743"/>
                </a:lnTo>
                <a:lnTo>
                  <a:pt x="21248" y="65662"/>
                </a:lnTo>
                <a:lnTo>
                  <a:pt x="21569" y="65572"/>
                </a:lnTo>
                <a:lnTo>
                  <a:pt x="21901" y="65481"/>
                </a:lnTo>
                <a:lnTo>
                  <a:pt x="22213" y="65371"/>
                </a:lnTo>
                <a:lnTo>
                  <a:pt x="22524" y="65260"/>
                </a:lnTo>
                <a:lnTo>
                  <a:pt x="22816" y="65140"/>
                </a:lnTo>
                <a:lnTo>
                  <a:pt x="23097" y="65009"/>
                </a:lnTo>
                <a:lnTo>
                  <a:pt x="23369" y="64868"/>
                </a:lnTo>
                <a:lnTo>
                  <a:pt x="23620" y="64718"/>
                </a:lnTo>
                <a:lnTo>
                  <a:pt x="23851" y="64557"/>
                </a:lnTo>
                <a:lnTo>
                  <a:pt x="24313" y="64215"/>
                </a:lnTo>
                <a:lnTo>
                  <a:pt x="24776" y="63843"/>
                </a:lnTo>
                <a:lnTo>
                  <a:pt x="25238" y="63441"/>
                </a:lnTo>
                <a:lnTo>
                  <a:pt x="25690" y="63039"/>
                </a:lnTo>
                <a:lnTo>
                  <a:pt x="26143" y="62617"/>
                </a:lnTo>
                <a:lnTo>
                  <a:pt x="26575" y="62195"/>
                </a:lnTo>
                <a:lnTo>
                  <a:pt x="26987" y="61783"/>
                </a:lnTo>
                <a:lnTo>
                  <a:pt x="27389" y="61391"/>
                </a:lnTo>
                <a:lnTo>
                  <a:pt x="28082" y="60657"/>
                </a:lnTo>
                <a:lnTo>
                  <a:pt x="28625" y="60064"/>
                </a:lnTo>
                <a:lnTo>
                  <a:pt x="29108" y="59531"/>
                </a:lnTo>
                <a:lnTo>
                  <a:pt x="29158" y="59612"/>
                </a:lnTo>
                <a:lnTo>
                  <a:pt x="29218" y="59702"/>
                </a:lnTo>
                <a:lnTo>
                  <a:pt x="29288" y="59843"/>
                </a:lnTo>
                <a:lnTo>
                  <a:pt x="29369" y="60004"/>
                </a:lnTo>
                <a:lnTo>
                  <a:pt x="29439" y="60205"/>
                </a:lnTo>
                <a:lnTo>
                  <a:pt x="29510" y="60436"/>
                </a:lnTo>
                <a:lnTo>
                  <a:pt x="29570" y="60707"/>
                </a:lnTo>
                <a:lnTo>
                  <a:pt x="29600" y="60848"/>
                </a:lnTo>
                <a:lnTo>
                  <a:pt x="29610" y="60999"/>
                </a:lnTo>
                <a:lnTo>
                  <a:pt x="29630" y="61149"/>
                </a:lnTo>
                <a:lnTo>
                  <a:pt x="29630" y="61310"/>
                </a:lnTo>
                <a:lnTo>
                  <a:pt x="29630" y="61481"/>
                </a:lnTo>
                <a:lnTo>
                  <a:pt x="29620" y="61652"/>
                </a:lnTo>
                <a:lnTo>
                  <a:pt x="29600" y="61833"/>
                </a:lnTo>
                <a:lnTo>
                  <a:pt x="29570" y="62024"/>
                </a:lnTo>
                <a:lnTo>
                  <a:pt x="29530" y="62215"/>
                </a:lnTo>
                <a:lnTo>
                  <a:pt x="29479" y="62406"/>
                </a:lnTo>
                <a:lnTo>
                  <a:pt x="29419" y="62607"/>
                </a:lnTo>
                <a:lnTo>
                  <a:pt x="29339" y="62818"/>
                </a:lnTo>
                <a:lnTo>
                  <a:pt x="29248" y="63029"/>
                </a:lnTo>
                <a:lnTo>
                  <a:pt x="29148" y="63240"/>
                </a:lnTo>
                <a:lnTo>
                  <a:pt x="29027" y="63461"/>
                </a:lnTo>
                <a:lnTo>
                  <a:pt x="28886" y="63682"/>
                </a:lnTo>
                <a:lnTo>
                  <a:pt x="28746" y="63913"/>
                </a:lnTo>
                <a:lnTo>
                  <a:pt x="28585" y="64135"/>
                </a:lnTo>
                <a:lnTo>
                  <a:pt x="28424" y="64346"/>
                </a:lnTo>
                <a:lnTo>
                  <a:pt x="28253" y="64567"/>
                </a:lnTo>
                <a:lnTo>
                  <a:pt x="28072" y="64778"/>
                </a:lnTo>
                <a:lnTo>
                  <a:pt x="27891" y="64979"/>
                </a:lnTo>
                <a:lnTo>
                  <a:pt x="27530" y="65381"/>
                </a:lnTo>
                <a:lnTo>
                  <a:pt x="27148" y="65763"/>
                </a:lnTo>
                <a:lnTo>
                  <a:pt x="26766" y="66125"/>
                </a:lnTo>
                <a:lnTo>
                  <a:pt x="26384" y="66466"/>
                </a:lnTo>
                <a:lnTo>
                  <a:pt x="26012" y="66778"/>
                </a:lnTo>
                <a:lnTo>
                  <a:pt x="25670" y="67059"/>
                </a:lnTo>
                <a:lnTo>
                  <a:pt x="25339" y="67311"/>
                </a:lnTo>
                <a:lnTo>
                  <a:pt x="25047" y="67532"/>
                </a:lnTo>
                <a:lnTo>
                  <a:pt x="24796" y="67713"/>
                </a:lnTo>
                <a:lnTo>
                  <a:pt x="24424" y="67974"/>
                </a:lnTo>
                <a:lnTo>
                  <a:pt x="24293" y="68064"/>
                </a:lnTo>
                <a:lnTo>
                  <a:pt x="24293" y="68064"/>
                </a:lnTo>
                <a:lnTo>
                  <a:pt x="24424" y="68034"/>
                </a:lnTo>
                <a:lnTo>
                  <a:pt x="24796" y="67964"/>
                </a:lnTo>
                <a:lnTo>
                  <a:pt x="25057" y="67894"/>
                </a:lnTo>
                <a:lnTo>
                  <a:pt x="25359" y="67813"/>
                </a:lnTo>
                <a:lnTo>
                  <a:pt x="25690" y="67703"/>
                </a:lnTo>
                <a:lnTo>
                  <a:pt x="26042" y="67572"/>
                </a:lnTo>
                <a:lnTo>
                  <a:pt x="26424" y="67411"/>
                </a:lnTo>
                <a:lnTo>
                  <a:pt x="26816" y="67230"/>
                </a:lnTo>
                <a:lnTo>
                  <a:pt x="27017" y="67130"/>
                </a:lnTo>
                <a:lnTo>
                  <a:pt x="27218" y="67019"/>
                </a:lnTo>
                <a:lnTo>
                  <a:pt x="27419" y="66899"/>
                </a:lnTo>
                <a:lnTo>
                  <a:pt x="27620" y="66768"/>
                </a:lnTo>
                <a:lnTo>
                  <a:pt x="27821" y="66637"/>
                </a:lnTo>
                <a:lnTo>
                  <a:pt x="28012" y="66486"/>
                </a:lnTo>
                <a:lnTo>
                  <a:pt x="28203" y="66336"/>
                </a:lnTo>
                <a:lnTo>
                  <a:pt x="28394" y="66175"/>
                </a:lnTo>
                <a:lnTo>
                  <a:pt x="28585" y="66004"/>
                </a:lnTo>
                <a:lnTo>
                  <a:pt x="28766" y="65823"/>
                </a:lnTo>
                <a:lnTo>
                  <a:pt x="28937" y="65632"/>
                </a:lnTo>
                <a:lnTo>
                  <a:pt x="29108" y="65431"/>
                </a:lnTo>
                <a:lnTo>
                  <a:pt x="29268" y="65230"/>
                </a:lnTo>
                <a:lnTo>
                  <a:pt x="29409" y="65019"/>
                </a:lnTo>
                <a:lnTo>
                  <a:pt x="29550" y="64798"/>
                </a:lnTo>
                <a:lnTo>
                  <a:pt x="29680" y="64577"/>
                </a:lnTo>
                <a:lnTo>
                  <a:pt x="29801" y="64356"/>
                </a:lnTo>
                <a:lnTo>
                  <a:pt x="29912" y="64125"/>
                </a:lnTo>
                <a:lnTo>
                  <a:pt x="30012" y="63903"/>
                </a:lnTo>
                <a:lnTo>
                  <a:pt x="30103" y="63672"/>
                </a:lnTo>
                <a:lnTo>
                  <a:pt x="30193" y="63431"/>
                </a:lnTo>
                <a:lnTo>
                  <a:pt x="30273" y="63200"/>
                </a:lnTo>
                <a:lnTo>
                  <a:pt x="30424" y="62727"/>
                </a:lnTo>
                <a:lnTo>
                  <a:pt x="30545" y="62265"/>
                </a:lnTo>
                <a:lnTo>
                  <a:pt x="30665" y="61793"/>
                </a:lnTo>
                <a:lnTo>
                  <a:pt x="30887" y="60898"/>
                </a:lnTo>
                <a:lnTo>
                  <a:pt x="30997" y="60466"/>
                </a:lnTo>
                <a:lnTo>
                  <a:pt x="31108" y="60054"/>
                </a:lnTo>
                <a:lnTo>
                  <a:pt x="31238" y="59662"/>
                </a:lnTo>
                <a:lnTo>
                  <a:pt x="31309" y="59471"/>
                </a:lnTo>
                <a:lnTo>
                  <a:pt x="31379" y="59290"/>
                </a:lnTo>
                <a:lnTo>
                  <a:pt x="31459" y="59119"/>
                </a:lnTo>
                <a:lnTo>
                  <a:pt x="31540" y="58958"/>
                </a:lnTo>
                <a:lnTo>
                  <a:pt x="31640" y="58798"/>
                </a:lnTo>
                <a:lnTo>
                  <a:pt x="31731" y="58647"/>
                </a:lnTo>
                <a:lnTo>
                  <a:pt x="31932" y="58365"/>
                </a:lnTo>
                <a:lnTo>
                  <a:pt x="32113" y="58084"/>
                </a:lnTo>
                <a:lnTo>
                  <a:pt x="32424" y="57541"/>
                </a:lnTo>
                <a:lnTo>
                  <a:pt x="32575" y="57280"/>
                </a:lnTo>
                <a:lnTo>
                  <a:pt x="32726" y="57039"/>
                </a:lnTo>
                <a:lnTo>
                  <a:pt x="32867" y="56828"/>
                </a:lnTo>
                <a:lnTo>
                  <a:pt x="33017" y="56627"/>
                </a:lnTo>
                <a:lnTo>
                  <a:pt x="33098" y="56536"/>
                </a:lnTo>
                <a:lnTo>
                  <a:pt x="33178" y="56456"/>
                </a:lnTo>
                <a:lnTo>
                  <a:pt x="33259" y="56385"/>
                </a:lnTo>
                <a:lnTo>
                  <a:pt x="33349" y="56315"/>
                </a:lnTo>
                <a:lnTo>
                  <a:pt x="33439" y="56255"/>
                </a:lnTo>
                <a:lnTo>
                  <a:pt x="33530" y="56204"/>
                </a:lnTo>
                <a:lnTo>
                  <a:pt x="33630" y="56164"/>
                </a:lnTo>
                <a:lnTo>
                  <a:pt x="33731" y="56124"/>
                </a:lnTo>
                <a:lnTo>
                  <a:pt x="33841" y="56104"/>
                </a:lnTo>
                <a:lnTo>
                  <a:pt x="33962" y="56094"/>
                </a:lnTo>
                <a:lnTo>
                  <a:pt x="34083" y="56084"/>
                </a:lnTo>
                <a:lnTo>
                  <a:pt x="34213" y="56094"/>
                </a:lnTo>
                <a:lnTo>
                  <a:pt x="34344" y="56114"/>
                </a:lnTo>
                <a:lnTo>
                  <a:pt x="34485" y="56144"/>
                </a:lnTo>
                <a:lnTo>
                  <a:pt x="34636" y="56184"/>
                </a:lnTo>
                <a:lnTo>
                  <a:pt x="34796" y="56245"/>
                </a:lnTo>
                <a:lnTo>
                  <a:pt x="35198" y="56405"/>
                </a:lnTo>
                <a:lnTo>
                  <a:pt x="35590" y="56566"/>
                </a:lnTo>
                <a:lnTo>
                  <a:pt x="35952" y="56727"/>
                </a:lnTo>
                <a:lnTo>
                  <a:pt x="36284" y="56888"/>
                </a:lnTo>
                <a:lnTo>
                  <a:pt x="36605" y="57049"/>
                </a:lnTo>
                <a:lnTo>
                  <a:pt x="36887" y="57200"/>
                </a:lnTo>
                <a:lnTo>
                  <a:pt x="37359" y="57471"/>
                </a:lnTo>
                <a:lnTo>
                  <a:pt x="37309" y="58938"/>
                </a:lnTo>
                <a:lnTo>
                  <a:pt x="37249" y="60476"/>
                </a:lnTo>
                <a:lnTo>
                  <a:pt x="37158" y="62064"/>
                </a:lnTo>
                <a:lnTo>
                  <a:pt x="37058" y="63672"/>
                </a:lnTo>
                <a:lnTo>
                  <a:pt x="36937" y="65280"/>
                </a:lnTo>
                <a:lnTo>
                  <a:pt x="36817" y="66868"/>
                </a:lnTo>
                <a:lnTo>
                  <a:pt x="36686" y="68416"/>
                </a:lnTo>
                <a:lnTo>
                  <a:pt x="36565" y="69894"/>
                </a:lnTo>
                <a:lnTo>
                  <a:pt x="36314" y="72557"/>
                </a:lnTo>
                <a:lnTo>
                  <a:pt x="36093" y="74678"/>
                </a:lnTo>
                <a:lnTo>
                  <a:pt x="35892" y="76598"/>
                </a:lnTo>
                <a:lnTo>
                  <a:pt x="36103" y="76145"/>
                </a:lnTo>
                <a:lnTo>
                  <a:pt x="36344" y="75613"/>
                </a:lnTo>
                <a:lnTo>
                  <a:pt x="36636" y="74929"/>
                </a:lnTo>
                <a:lnTo>
                  <a:pt x="36786" y="74537"/>
                </a:lnTo>
                <a:lnTo>
                  <a:pt x="36947" y="74105"/>
                </a:lnTo>
                <a:lnTo>
                  <a:pt x="37118" y="73653"/>
                </a:lnTo>
                <a:lnTo>
                  <a:pt x="37279" y="73180"/>
                </a:lnTo>
                <a:lnTo>
                  <a:pt x="37440" y="72688"/>
                </a:lnTo>
                <a:lnTo>
                  <a:pt x="37590" y="72175"/>
                </a:lnTo>
                <a:lnTo>
                  <a:pt x="37731" y="71653"/>
                </a:lnTo>
                <a:lnTo>
                  <a:pt x="37862" y="71130"/>
                </a:lnTo>
                <a:lnTo>
                  <a:pt x="37932" y="70768"/>
                </a:lnTo>
                <a:lnTo>
                  <a:pt x="38013" y="70346"/>
                </a:lnTo>
                <a:lnTo>
                  <a:pt x="38083" y="69843"/>
                </a:lnTo>
                <a:lnTo>
                  <a:pt x="38153" y="69281"/>
                </a:lnTo>
                <a:lnTo>
                  <a:pt x="38224" y="68668"/>
                </a:lnTo>
                <a:lnTo>
                  <a:pt x="38294" y="67994"/>
                </a:lnTo>
                <a:lnTo>
                  <a:pt x="38425" y="66527"/>
                </a:lnTo>
                <a:lnTo>
                  <a:pt x="38545" y="64898"/>
                </a:lnTo>
                <a:lnTo>
                  <a:pt x="38656" y="63180"/>
                </a:lnTo>
                <a:lnTo>
                  <a:pt x="38766" y="61401"/>
                </a:lnTo>
                <a:lnTo>
                  <a:pt x="38847" y="59612"/>
                </a:lnTo>
                <a:lnTo>
                  <a:pt x="39309" y="59501"/>
                </a:lnTo>
                <a:lnTo>
                  <a:pt x="39792" y="59411"/>
                </a:lnTo>
                <a:lnTo>
                  <a:pt x="40043" y="59370"/>
                </a:lnTo>
                <a:lnTo>
                  <a:pt x="40284" y="59340"/>
                </a:lnTo>
                <a:lnTo>
                  <a:pt x="40535" y="59320"/>
                </a:lnTo>
                <a:lnTo>
                  <a:pt x="40777" y="59310"/>
                </a:lnTo>
                <a:lnTo>
                  <a:pt x="41008" y="59310"/>
                </a:lnTo>
                <a:lnTo>
                  <a:pt x="41229" y="59320"/>
                </a:lnTo>
                <a:lnTo>
                  <a:pt x="41440" y="59350"/>
                </a:lnTo>
                <a:lnTo>
                  <a:pt x="41641" y="59391"/>
                </a:lnTo>
                <a:lnTo>
                  <a:pt x="41822" y="59451"/>
                </a:lnTo>
                <a:lnTo>
                  <a:pt x="41902" y="59491"/>
                </a:lnTo>
                <a:lnTo>
                  <a:pt x="41983" y="59531"/>
                </a:lnTo>
                <a:lnTo>
                  <a:pt x="42053" y="59572"/>
                </a:lnTo>
                <a:lnTo>
                  <a:pt x="42123" y="59632"/>
                </a:lnTo>
                <a:lnTo>
                  <a:pt x="42184" y="59682"/>
                </a:lnTo>
                <a:lnTo>
                  <a:pt x="42244" y="59742"/>
                </a:lnTo>
                <a:lnTo>
                  <a:pt x="42626" y="60235"/>
                </a:lnTo>
                <a:lnTo>
                  <a:pt x="43118" y="60868"/>
                </a:lnTo>
                <a:lnTo>
                  <a:pt x="43400" y="61210"/>
                </a:lnTo>
                <a:lnTo>
                  <a:pt x="43701" y="61562"/>
                </a:lnTo>
                <a:lnTo>
                  <a:pt x="44013" y="61923"/>
                </a:lnTo>
                <a:lnTo>
                  <a:pt x="44345" y="62285"/>
                </a:lnTo>
                <a:lnTo>
                  <a:pt x="44686" y="62647"/>
                </a:lnTo>
                <a:lnTo>
                  <a:pt x="45048" y="62979"/>
                </a:lnTo>
                <a:lnTo>
                  <a:pt x="45410" y="63300"/>
                </a:lnTo>
                <a:lnTo>
                  <a:pt x="45591" y="63451"/>
                </a:lnTo>
                <a:lnTo>
                  <a:pt x="45782" y="63592"/>
                </a:lnTo>
                <a:lnTo>
                  <a:pt x="45963" y="63722"/>
                </a:lnTo>
                <a:lnTo>
                  <a:pt x="46154" y="63853"/>
                </a:lnTo>
                <a:lnTo>
                  <a:pt x="46335" y="63964"/>
                </a:lnTo>
                <a:lnTo>
                  <a:pt x="46526" y="64064"/>
                </a:lnTo>
                <a:lnTo>
                  <a:pt x="46717" y="64155"/>
                </a:lnTo>
                <a:lnTo>
                  <a:pt x="46897" y="64225"/>
                </a:lnTo>
                <a:lnTo>
                  <a:pt x="47088" y="64295"/>
                </a:lnTo>
                <a:lnTo>
                  <a:pt x="47269" y="64346"/>
                </a:lnTo>
                <a:lnTo>
                  <a:pt x="47450" y="64366"/>
                </a:lnTo>
                <a:lnTo>
                  <a:pt x="47631" y="64376"/>
                </a:lnTo>
                <a:lnTo>
                  <a:pt x="47802" y="64366"/>
                </a:lnTo>
                <a:lnTo>
                  <a:pt x="47973" y="64326"/>
                </a:lnTo>
                <a:lnTo>
                  <a:pt x="48134" y="64275"/>
                </a:lnTo>
                <a:lnTo>
                  <a:pt x="48284" y="64205"/>
                </a:lnTo>
                <a:lnTo>
                  <a:pt x="48435" y="64114"/>
                </a:lnTo>
                <a:lnTo>
                  <a:pt x="48586" y="64014"/>
                </a:lnTo>
                <a:lnTo>
                  <a:pt x="48727" y="63903"/>
                </a:lnTo>
                <a:lnTo>
                  <a:pt x="48857" y="63773"/>
                </a:lnTo>
                <a:lnTo>
                  <a:pt x="48988" y="63642"/>
                </a:lnTo>
                <a:lnTo>
                  <a:pt x="49109" y="63491"/>
                </a:lnTo>
                <a:lnTo>
                  <a:pt x="49229" y="63341"/>
                </a:lnTo>
                <a:lnTo>
                  <a:pt x="49340" y="63190"/>
                </a:lnTo>
                <a:lnTo>
                  <a:pt x="49440" y="63029"/>
                </a:lnTo>
                <a:lnTo>
                  <a:pt x="49541" y="62868"/>
                </a:lnTo>
                <a:lnTo>
                  <a:pt x="49732" y="62536"/>
                </a:lnTo>
                <a:lnTo>
                  <a:pt x="49883" y="62215"/>
                </a:lnTo>
                <a:lnTo>
                  <a:pt x="50023" y="61913"/>
                </a:lnTo>
                <a:lnTo>
                  <a:pt x="50134" y="61632"/>
                </a:lnTo>
                <a:lnTo>
                  <a:pt x="50224" y="61401"/>
                </a:lnTo>
                <a:lnTo>
                  <a:pt x="50285" y="61220"/>
                </a:lnTo>
                <a:lnTo>
                  <a:pt x="50335" y="61059"/>
                </a:lnTo>
                <a:lnTo>
                  <a:pt x="50335" y="61059"/>
                </a:lnTo>
                <a:lnTo>
                  <a:pt x="50254" y="61119"/>
                </a:lnTo>
                <a:lnTo>
                  <a:pt x="50033" y="61290"/>
                </a:lnTo>
                <a:lnTo>
                  <a:pt x="49862" y="61411"/>
                </a:lnTo>
                <a:lnTo>
                  <a:pt x="49672" y="61531"/>
                </a:lnTo>
                <a:lnTo>
                  <a:pt x="49440" y="61662"/>
                </a:lnTo>
                <a:lnTo>
                  <a:pt x="49189" y="61793"/>
                </a:lnTo>
                <a:lnTo>
                  <a:pt x="48908" y="61933"/>
                </a:lnTo>
                <a:lnTo>
                  <a:pt x="48606" y="62054"/>
                </a:lnTo>
                <a:lnTo>
                  <a:pt x="48284" y="62165"/>
                </a:lnTo>
                <a:lnTo>
                  <a:pt x="48114" y="62215"/>
                </a:lnTo>
                <a:lnTo>
                  <a:pt x="47933" y="62255"/>
                </a:lnTo>
                <a:lnTo>
                  <a:pt x="47762" y="62295"/>
                </a:lnTo>
                <a:lnTo>
                  <a:pt x="47571" y="62335"/>
                </a:lnTo>
                <a:lnTo>
                  <a:pt x="47390" y="62356"/>
                </a:lnTo>
                <a:lnTo>
                  <a:pt x="47199" y="62376"/>
                </a:lnTo>
                <a:lnTo>
                  <a:pt x="46998" y="62386"/>
                </a:lnTo>
                <a:lnTo>
                  <a:pt x="46807" y="62396"/>
                </a:lnTo>
                <a:lnTo>
                  <a:pt x="46606" y="62386"/>
                </a:lnTo>
                <a:lnTo>
                  <a:pt x="46395" y="62376"/>
                </a:lnTo>
                <a:lnTo>
                  <a:pt x="46204" y="62346"/>
                </a:lnTo>
                <a:lnTo>
                  <a:pt x="46013" y="62295"/>
                </a:lnTo>
                <a:lnTo>
                  <a:pt x="45842" y="62225"/>
                </a:lnTo>
                <a:lnTo>
                  <a:pt x="45691" y="62134"/>
                </a:lnTo>
                <a:lnTo>
                  <a:pt x="45541" y="62034"/>
                </a:lnTo>
                <a:lnTo>
                  <a:pt x="45410" y="61923"/>
                </a:lnTo>
                <a:lnTo>
                  <a:pt x="45279" y="61793"/>
                </a:lnTo>
                <a:lnTo>
                  <a:pt x="45159" y="61642"/>
                </a:lnTo>
                <a:lnTo>
                  <a:pt x="45048" y="61491"/>
                </a:lnTo>
                <a:lnTo>
                  <a:pt x="44948" y="61330"/>
                </a:lnTo>
                <a:lnTo>
                  <a:pt x="44847" y="61149"/>
                </a:lnTo>
                <a:lnTo>
                  <a:pt x="44757" y="60969"/>
                </a:lnTo>
                <a:lnTo>
                  <a:pt x="44576" y="60587"/>
                </a:lnTo>
                <a:lnTo>
                  <a:pt x="44405" y="60185"/>
                </a:lnTo>
                <a:lnTo>
                  <a:pt x="44224" y="59773"/>
                </a:lnTo>
                <a:lnTo>
                  <a:pt x="44033" y="59350"/>
                </a:lnTo>
                <a:lnTo>
                  <a:pt x="43932" y="59149"/>
                </a:lnTo>
                <a:lnTo>
                  <a:pt x="43832" y="58948"/>
                </a:lnTo>
                <a:lnTo>
                  <a:pt x="43721" y="58747"/>
                </a:lnTo>
                <a:lnTo>
                  <a:pt x="43601" y="58556"/>
                </a:lnTo>
                <a:lnTo>
                  <a:pt x="43470" y="58365"/>
                </a:lnTo>
                <a:lnTo>
                  <a:pt x="43329" y="58195"/>
                </a:lnTo>
                <a:lnTo>
                  <a:pt x="43179" y="58024"/>
                </a:lnTo>
                <a:lnTo>
                  <a:pt x="43018" y="57863"/>
                </a:lnTo>
                <a:lnTo>
                  <a:pt x="42847" y="57712"/>
                </a:lnTo>
                <a:lnTo>
                  <a:pt x="42656" y="57571"/>
                </a:lnTo>
                <a:lnTo>
                  <a:pt x="42455" y="57451"/>
                </a:lnTo>
                <a:lnTo>
                  <a:pt x="42244" y="57340"/>
                </a:lnTo>
                <a:lnTo>
                  <a:pt x="42123" y="57290"/>
                </a:lnTo>
                <a:lnTo>
                  <a:pt x="42003" y="57250"/>
                </a:lnTo>
                <a:lnTo>
                  <a:pt x="41882" y="57210"/>
                </a:lnTo>
                <a:lnTo>
                  <a:pt x="41762" y="57179"/>
                </a:lnTo>
                <a:lnTo>
                  <a:pt x="41651" y="57159"/>
                </a:lnTo>
                <a:lnTo>
                  <a:pt x="41530" y="57149"/>
                </a:lnTo>
                <a:lnTo>
                  <a:pt x="41420" y="57139"/>
                </a:lnTo>
                <a:lnTo>
                  <a:pt x="41299" y="57139"/>
                </a:lnTo>
                <a:lnTo>
                  <a:pt x="41078" y="57149"/>
                </a:lnTo>
                <a:lnTo>
                  <a:pt x="40847" y="57189"/>
                </a:lnTo>
                <a:lnTo>
                  <a:pt x="40626" y="57250"/>
                </a:lnTo>
                <a:lnTo>
                  <a:pt x="40415" y="57320"/>
                </a:lnTo>
                <a:lnTo>
                  <a:pt x="40204" y="57411"/>
                </a:lnTo>
                <a:lnTo>
                  <a:pt x="39993" y="57521"/>
                </a:lnTo>
                <a:lnTo>
                  <a:pt x="39802" y="57642"/>
                </a:lnTo>
                <a:lnTo>
                  <a:pt x="39601" y="57772"/>
                </a:lnTo>
                <a:lnTo>
                  <a:pt x="39420" y="57913"/>
                </a:lnTo>
                <a:lnTo>
                  <a:pt x="39239" y="58064"/>
                </a:lnTo>
                <a:lnTo>
                  <a:pt x="39058" y="58215"/>
                </a:lnTo>
                <a:lnTo>
                  <a:pt x="38897" y="58375"/>
                </a:lnTo>
                <a:lnTo>
                  <a:pt x="38937" y="57340"/>
                </a:lnTo>
                <a:lnTo>
                  <a:pt x="38957" y="56325"/>
                </a:lnTo>
                <a:lnTo>
                  <a:pt x="38977" y="55350"/>
                </a:lnTo>
                <a:lnTo>
                  <a:pt x="38998" y="54436"/>
                </a:lnTo>
                <a:lnTo>
                  <a:pt x="38998" y="53571"/>
                </a:lnTo>
                <a:lnTo>
                  <a:pt x="38998" y="52777"/>
                </a:lnTo>
                <a:lnTo>
                  <a:pt x="38977" y="52064"/>
                </a:lnTo>
                <a:lnTo>
                  <a:pt x="38957" y="51430"/>
                </a:lnTo>
                <a:lnTo>
                  <a:pt x="38937" y="51109"/>
                </a:lnTo>
                <a:lnTo>
                  <a:pt x="38897" y="50777"/>
                </a:lnTo>
                <a:lnTo>
                  <a:pt x="38847" y="50425"/>
                </a:lnTo>
                <a:lnTo>
                  <a:pt x="38786" y="50053"/>
                </a:lnTo>
                <a:lnTo>
                  <a:pt x="38706" y="49681"/>
                </a:lnTo>
                <a:lnTo>
                  <a:pt x="38626" y="49289"/>
                </a:lnTo>
                <a:lnTo>
                  <a:pt x="38525" y="48877"/>
                </a:lnTo>
                <a:lnTo>
                  <a:pt x="38415" y="48465"/>
                </a:lnTo>
                <a:lnTo>
                  <a:pt x="38173" y="47601"/>
                </a:lnTo>
                <a:lnTo>
                  <a:pt x="37902" y="46696"/>
                </a:lnTo>
                <a:lnTo>
                  <a:pt x="37611" y="45762"/>
                </a:lnTo>
                <a:lnTo>
                  <a:pt x="37289" y="44797"/>
                </a:lnTo>
                <a:lnTo>
                  <a:pt x="41802" y="45742"/>
                </a:lnTo>
                <a:lnTo>
                  <a:pt x="52747" y="48144"/>
                </a:lnTo>
                <a:lnTo>
                  <a:pt x="45521" y="45299"/>
                </a:lnTo>
                <a:lnTo>
                  <a:pt x="45681" y="45319"/>
                </a:lnTo>
                <a:lnTo>
                  <a:pt x="46114" y="45360"/>
                </a:lnTo>
                <a:lnTo>
                  <a:pt x="46787" y="45410"/>
                </a:lnTo>
                <a:lnTo>
                  <a:pt x="47199" y="45420"/>
                </a:lnTo>
                <a:lnTo>
                  <a:pt x="47651" y="45440"/>
                </a:lnTo>
                <a:lnTo>
                  <a:pt x="48666" y="45440"/>
                </a:lnTo>
                <a:lnTo>
                  <a:pt x="49209" y="45420"/>
                </a:lnTo>
                <a:lnTo>
                  <a:pt x="49772" y="45390"/>
                </a:lnTo>
                <a:lnTo>
                  <a:pt x="50345" y="45350"/>
                </a:lnTo>
                <a:lnTo>
                  <a:pt x="50928" y="45279"/>
                </a:lnTo>
                <a:lnTo>
                  <a:pt x="51511" y="45189"/>
                </a:lnTo>
                <a:lnTo>
                  <a:pt x="51802" y="45138"/>
                </a:lnTo>
                <a:lnTo>
                  <a:pt x="52084" y="45078"/>
                </a:lnTo>
                <a:lnTo>
                  <a:pt x="52385" y="45008"/>
                </a:lnTo>
                <a:lnTo>
                  <a:pt x="52687" y="44917"/>
                </a:lnTo>
                <a:lnTo>
                  <a:pt x="52998" y="44797"/>
                </a:lnTo>
                <a:lnTo>
                  <a:pt x="53330" y="44666"/>
                </a:lnTo>
                <a:lnTo>
                  <a:pt x="53652" y="44515"/>
                </a:lnTo>
                <a:lnTo>
                  <a:pt x="53993" y="44355"/>
                </a:lnTo>
                <a:lnTo>
                  <a:pt x="54335" y="44174"/>
                </a:lnTo>
                <a:lnTo>
                  <a:pt x="54677" y="43983"/>
                </a:lnTo>
                <a:lnTo>
                  <a:pt x="55029" y="43782"/>
                </a:lnTo>
                <a:lnTo>
                  <a:pt x="55370" y="43571"/>
                </a:lnTo>
                <a:lnTo>
                  <a:pt x="55722" y="43359"/>
                </a:lnTo>
                <a:lnTo>
                  <a:pt x="56064" y="43128"/>
                </a:lnTo>
                <a:lnTo>
                  <a:pt x="56747" y="42676"/>
                </a:lnTo>
                <a:lnTo>
                  <a:pt x="57391" y="42214"/>
                </a:lnTo>
                <a:lnTo>
                  <a:pt x="58014" y="41751"/>
                </a:lnTo>
                <a:lnTo>
                  <a:pt x="58577" y="41319"/>
                </a:lnTo>
                <a:lnTo>
                  <a:pt x="59089" y="40917"/>
                </a:lnTo>
                <a:lnTo>
                  <a:pt x="59531" y="40555"/>
                </a:lnTo>
                <a:lnTo>
                  <a:pt x="60175" y="40033"/>
                </a:lnTo>
                <a:lnTo>
                  <a:pt x="60406" y="39832"/>
                </a:lnTo>
                <a:lnTo>
                  <a:pt x="60406" y="39832"/>
                </a:lnTo>
                <a:lnTo>
                  <a:pt x="51873" y="42897"/>
                </a:lnTo>
                <a:lnTo>
                  <a:pt x="53621" y="38083"/>
                </a:lnTo>
                <a:lnTo>
                  <a:pt x="50777" y="41359"/>
                </a:lnTo>
                <a:lnTo>
                  <a:pt x="50506" y="41661"/>
                </a:lnTo>
                <a:lnTo>
                  <a:pt x="50244" y="41922"/>
                </a:lnTo>
                <a:lnTo>
                  <a:pt x="49973" y="42173"/>
                </a:lnTo>
                <a:lnTo>
                  <a:pt x="49712" y="42395"/>
                </a:lnTo>
                <a:lnTo>
                  <a:pt x="49450" y="42606"/>
                </a:lnTo>
                <a:lnTo>
                  <a:pt x="49189" y="42787"/>
                </a:lnTo>
                <a:lnTo>
                  <a:pt x="48938" y="42947"/>
                </a:lnTo>
                <a:lnTo>
                  <a:pt x="48687" y="43088"/>
                </a:lnTo>
                <a:lnTo>
                  <a:pt x="48435" y="43219"/>
                </a:lnTo>
                <a:lnTo>
                  <a:pt x="48194" y="43319"/>
                </a:lnTo>
                <a:lnTo>
                  <a:pt x="47953" y="43420"/>
                </a:lnTo>
                <a:lnTo>
                  <a:pt x="47722" y="43500"/>
                </a:lnTo>
                <a:lnTo>
                  <a:pt x="47501" y="43561"/>
                </a:lnTo>
                <a:lnTo>
                  <a:pt x="47279" y="43611"/>
                </a:lnTo>
                <a:lnTo>
                  <a:pt x="47068" y="43661"/>
                </a:lnTo>
                <a:lnTo>
                  <a:pt x="46867" y="43691"/>
                </a:lnTo>
                <a:lnTo>
                  <a:pt x="46666" y="43711"/>
                </a:lnTo>
                <a:lnTo>
                  <a:pt x="46475" y="43721"/>
                </a:lnTo>
                <a:lnTo>
                  <a:pt x="46134" y="43721"/>
                </a:lnTo>
                <a:lnTo>
                  <a:pt x="45832" y="43701"/>
                </a:lnTo>
                <a:lnTo>
                  <a:pt x="45571" y="43671"/>
                </a:lnTo>
                <a:lnTo>
                  <a:pt x="45370" y="43631"/>
                </a:lnTo>
                <a:lnTo>
                  <a:pt x="45209" y="43591"/>
                </a:lnTo>
                <a:lnTo>
                  <a:pt x="45088" y="43550"/>
                </a:lnTo>
                <a:lnTo>
                  <a:pt x="46616" y="39168"/>
                </a:lnTo>
                <a:lnTo>
                  <a:pt x="46616" y="39168"/>
                </a:lnTo>
                <a:lnTo>
                  <a:pt x="46274" y="39470"/>
                </a:lnTo>
                <a:lnTo>
                  <a:pt x="45862" y="39822"/>
                </a:lnTo>
                <a:lnTo>
                  <a:pt x="45330" y="40264"/>
                </a:lnTo>
                <a:lnTo>
                  <a:pt x="44686" y="40797"/>
                </a:lnTo>
                <a:lnTo>
                  <a:pt x="43943" y="41390"/>
                </a:lnTo>
                <a:lnTo>
                  <a:pt x="43118" y="42023"/>
                </a:lnTo>
                <a:lnTo>
                  <a:pt x="42244" y="42676"/>
                </a:lnTo>
                <a:lnTo>
                  <a:pt x="42013" y="42827"/>
                </a:lnTo>
                <a:lnTo>
                  <a:pt x="41792" y="42957"/>
                </a:lnTo>
                <a:lnTo>
                  <a:pt x="41571" y="43068"/>
                </a:lnTo>
                <a:lnTo>
                  <a:pt x="41349" y="43158"/>
                </a:lnTo>
                <a:lnTo>
                  <a:pt x="41138" y="43229"/>
                </a:lnTo>
                <a:lnTo>
                  <a:pt x="40917" y="43289"/>
                </a:lnTo>
                <a:lnTo>
                  <a:pt x="40716" y="43319"/>
                </a:lnTo>
                <a:lnTo>
                  <a:pt x="40505" y="43349"/>
                </a:lnTo>
                <a:lnTo>
                  <a:pt x="40103" y="43349"/>
                </a:lnTo>
                <a:lnTo>
                  <a:pt x="39912" y="43329"/>
                </a:lnTo>
                <a:lnTo>
                  <a:pt x="39731" y="43309"/>
                </a:lnTo>
                <a:lnTo>
                  <a:pt x="39550" y="43269"/>
                </a:lnTo>
                <a:lnTo>
                  <a:pt x="39369" y="43219"/>
                </a:lnTo>
                <a:lnTo>
                  <a:pt x="39199" y="43169"/>
                </a:lnTo>
                <a:lnTo>
                  <a:pt x="39038" y="43108"/>
                </a:lnTo>
                <a:lnTo>
                  <a:pt x="38887" y="43048"/>
                </a:lnTo>
                <a:lnTo>
                  <a:pt x="38736" y="42978"/>
                </a:lnTo>
                <a:lnTo>
                  <a:pt x="38465" y="42837"/>
                </a:lnTo>
                <a:lnTo>
                  <a:pt x="38224" y="42696"/>
                </a:lnTo>
                <a:lnTo>
                  <a:pt x="38023" y="42555"/>
                </a:lnTo>
                <a:lnTo>
                  <a:pt x="37862" y="42425"/>
                </a:lnTo>
                <a:lnTo>
                  <a:pt x="37741" y="42324"/>
                </a:lnTo>
                <a:lnTo>
                  <a:pt x="37641" y="42234"/>
                </a:lnTo>
                <a:lnTo>
                  <a:pt x="39832" y="39611"/>
                </a:lnTo>
                <a:lnTo>
                  <a:pt x="39832" y="39540"/>
                </a:lnTo>
                <a:lnTo>
                  <a:pt x="39812" y="39349"/>
                </a:lnTo>
                <a:lnTo>
                  <a:pt x="39792" y="39208"/>
                </a:lnTo>
                <a:lnTo>
                  <a:pt x="39761" y="39048"/>
                </a:lnTo>
                <a:lnTo>
                  <a:pt x="39721" y="38857"/>
                </a:lnTo>
                <a:lnTo>
                  <a:pt x="39671" y="38656"/>
                </a:lnTo>
                <a:lnTo>
                  <a:pt x="39601" y="38425"/>
                </a:lnTo>
                <a:lnTo>
                  <a:pt x="39510" y="38193"/>
                </a:lnTo>
                <a:lnTo>
                  <a:pt x="39410" y="37932"/>
                </a:lnTo>
                <a:lnTo>
                  <a:pt x="39279" y="37671"/>
                </a:lnTo>
                <a:lnTo>
                  <a:pt x="39128" y="37399"/>
                </a:lnTo>
                <a:lnTo>
                  <a:pt x="38947" y="37118"/>
                </a:lnTo>
                <a:lnTo>
                  <a:pt x="38746" y="36836"/>
                </a:lnTo>
                <a:lnTo>
                  <a:pt x="38515" y="36545"/>
                </a:lnTo>
                <a:lnTo>
                  <a:pt x="38405" y="36394"/>
                </a:lnTo>
                <a:lnTo>
                  <a:pt x="38314" y="36243"/>
                </a:lnTo>
                <a:lnTo>
                  <a:pt x="38234" y="36083"/>
                </a:lnTo>
                <a:lnTo>
                  <a:pt x="38183" y="35912"/>
                </a:lnTo>
                <a:lnTo>
                  <a:pt x="38133" y="35731"/>
                </a:lnTo>
                <a:lnTo>
                  <a:pt x="38113" y="35550"/>
                </a:lnTo>
                <a:lnTo>
                  <a:pt x="38103" y="35369"/>
                </a:lnTo>
                <a:lnTo>
                  <a:pt x="38103" y="35178"/>
                </a:lnTo>
                <a:lnTo>
                  <a:pt x="38113" y="34997"/>
                </a:lnTo>
                <a:lnTo>
                  <a:pt x="38143" y="34806"/>
                </a:lnTo>
                <a:lnTo>
                  <a:pt x="38173" y="34615"/>
                </a:lnTo>
                <a:lnTo>
                  <a:pt x="38224" y="34414"/>
                </a:lnTo>
                <a:lnTo>
                  <a:pt x="38274" y="34233"/>
                </a:lnTo>
                <a:lnTo>
                  <a:pt x="38334" y="34042"/>
                </a:lnTo>
                <a:lnTo>
                  <a:pt x="38395" y="33851"/>
                </a:lnTo>
                <a:lnTo>
                  <a:pt x="38465" y="33670"/>
                </a:lnTo>
                <a:lnTo>
                  <a:pt x="38616" y="33329"/>
                </a:lnTo>
                <a:lnTo>
                  <a:pt x="38766" y="32997"/>
                </a:lnTo>
                <a:lnTo>
                  <a:pt x="38927" y="32706"/>
                </a:lnTo>
                <a:lnTo>
                  <a:pt x="39068" y="32454"/>
                </a:lnTo>
                <a:lnTo>
                  <a:pt x="39199" y="32243"/>
                </a:lnTo>
                <a:lnTo>
                  <a:pt x="39299" y="32082"/>
                </a:lnTo>
                <a:lnTo>
                  <a:pt x="39390" y="31952"/>
                </a:lnTo>
                <a:lnTo>
                  <a:pt x="36545" y="33047"/>
                </a:lnTo>
                <a:lnTo>
                  <a:pt x="33701" y="32605"/>
                </a:lnTo>
                <a:lnTo>
                  <a:pt x="33661" y="32042"/>
                </a:lnTo>
                <a:lnTo>
                  <a:pt x="33640" y="31459"/>
                </a:lnTo>
                <a:lnTo>
                  <a:pt x="33640" y="30856"/>
                </a:lnTo>
                <a:lnTo>
                  <a:pt x="33651" y="30243"/>
                </a:lnTo>
                <a:lnTo>
                  <a:pt x="33671" y="29600"/>
                </a:lnTo>
                <a:lnTo>
                  <a:pt x="33711" y="28957"/>
                </a:lnTo>
                <a:lnTo>
                  <a:pt x="33761" y="28283"/>
                </a:lnTo>
                <a:lnTo>
                  <a:pt x="33831" y="27610"/>
                </a:lnTo>
                <a:lnTo>
                  <a:pt x="33912" y="26916"/>
                </a:lnTo>
                <a:lnTo>
                  <a:pt x="34002" y="26223"/>
                </a:lnTo>
                <a:lnTo>
                  <a:pt x="34113" y="25519"/>
                </a:lnTo>
                <a:lnTo>
                  <a:pt x="34223" y="24796"/>
                </a:lnTo>
                <a:lnTo>
                  <a:pt x="34354" y="24082"/>
                </a:lnTo>
                <a:lnTo>
                  <a:pt x="34495" y="23348"/>
                </a:lnTo>
                <a:lnTo>
                  <a:pt x="34636" y="22625"/>
                </a:lnTo>
                <a:lnTo>
                  <a:pt x="34796" y="21891"/>
                </a:lnTo>
                <a:lnTo>
                  <a:pt x="35158" y="21951"/>
                </a:lnTo>
                <a:lnTo>
                  <a:pt x="35550" y="22012"/>
                </a:lnTo>
                <a:lnTo>
                  <a:pt x="35962" y="22042"/>
                </a:lnTo>
                <a:lnTo>
                  <a:pt x="36394" y="22062"/>
                </a:lnTo>
                <a:lnTo>
                  <a:pt x="36847" y="22062"/>
                </a:lnTo>
                <a:lnTo>
                  <a:pt x="37078" y="22052"/>
                </a:lnTo>
                <a:lnTo>
                  <a:pt x="37319" y="22032"/>
                </a:lnTo>
                <a:lnTo>
                  <a:pt x="37560" y="22012"/>
                </a:lnTo>
                <a:lnTo>
                  <a:pt x="37802" y="21971"/>
                </a:lnTo>
                <a:lnTo>
                  <a:pt x="38053" y="21931"/>
                </a:lnTo>
                <a:lnTo>
                  <a:pt x="38304" y="21881"/>
                </a:lnTo>
                <a:lnTo>
                  <a:pt x="38877" y="21750"/>
                </a:lnTo>
                <a:lnTo>
                  <a:pt x="39460" y="21609"/>
                </a:lnTo>
                <a:lnTo>
                  <a:pt x="40043" y="21439"/>
                </a:lnTo>
                <a:lnTo>
                  <a:pt x="40636" y="21258"/>
                </a:lnTo>
                <a:lnTo>
                  <a:pt x="41219" y="21047"/>
                </a:lnTo>
                <a:lnTo>
                  <a:pt x="41812" y="20826"/>
                </a:lnTo>
                <a:lnTo>
                  <a:pt x="42415" y="20574"/>
                </a:lnTo>
                <a:lnTo>
                  <a:pt x="43008" y="20293"/>
                </a:lnTo>
                <a:lnTo>
                  <a:pt x="43601" y="19991"/>
                </a:lnTo>
                <a:lnTo>
                  <a:pt x="43902" y="19841"/>
                </a:lnTo>
                <a:lnTo>
                  <a:pt x="44194" y="19670"/>
                </a:lnTo>
                <a:lnTo>
                  <a:pt x="44495" y="19499"/>
                </a:lnTo>
                <a:lnTo>
                  <a:pt x="44787" y="19318"/>
                </a:lnTo>
                <a:lnTo>
                  <a:pt x="45088" y="19127"/>
                </a:lnTo>
                <a:lnTo>
                  <a:pt x="45380" y="18926"/>
                </a:lnTo>
                <a:lnTo>
                  <a:pt x="45671" y="18725"/>
                </a:lnTo>
                <a:lnTo>
                  <a:pt x="45963" y="18514"/>
                </a:lnTo>
                <a:lnTo>
                  <a:pt x="46264" y="18293"/>
                </a:lnTo>
                <a:lnTo>
                  <a:pt x="46556" y="18062"/>
                </a:lnTo>
                <a:lnTo>
                  <a:pt x="46847" y="17830"/>
                </a:lnTo>
                <a:lnTo>
                  <a:pt x="47139" y="17579"/>
                </a:lnTo>
                <a:lnTo>
                  <a:pt x="47420" y="17328"/>
                </a:lnTo>
                <a:lnTo>
                  <a:pt x="47712" y="17066"/>
                </a:lnTo>
                <a:lnTo>
                  <a:pt x="47852" y="16926"/>
                </a:lnTo>
                <a:lnTo>
                  <a:pt x="47993" y="16785"/>
                </a:lnTo>
                <a:lnTo>
                  <a:pt x="48134" y="16634"/>
                </a:lnTo>
                <a:lnTo>
                  <a:pt x="48264" y="16463"/>
                </a:lnTo>
                <a:lnTo>
                  <a:pt x="48405" y="16293"/>
                </a:lnTo>
                <a:lnTo>
                  <a:pt x="48536" y="16122"/>
                </a:lnTo>
                <a:lnTo>
                  <a:pt x="48787" y="15740"/>
                </a:lnTo>
                <a:lnTo>
                  <a:pt x="49038" y="15348"/>
                </a:lnTo>
                <a:lnTo>
                  <a:pt x="49269" y="14926"/>
                </a:lnTo>
                <a:lnTo>
                  <a:pt x="49501" y="14483"/>
                </a:lnTo>
                <a:lnTo>
                  <a:pt x="49722" y="14021"/>
                </a:lnTo>
                <a:lnTo>
                  <a:pt x="49933" y="13549"/>
                </a:lnTo>
                <a:lnTo>
                  <a:pt x="50134" y="13066"/>
                </a:lnTo>
                <a:lnTo>
                  <a:pt x="50325" y="12574"/>
                </a:lnTo>
                <a:lnTo>
                  <a:pt x="50516" y="12081"/>
                </a:lnTo>
                <a:lnTo>
                  <a:pt x="50687" y="11579"/>
                </a:lnTo>
                <a:lnTo>
                  <a:pt x="50857" y="11076"/>
                </a:lnTo>
                <a:lnTo>
                  <a:pt x="51008" y="10584"/>
                </a:lnTo>
                <a:lnTo>
                  <a:pt x="51159" y="10091"/>
                </a:lnTo>
                <a:lnTo>
                  <a:pt x="51430" y="9136"/>
                </a:lnTo>
                <a:lnTo>
                  <a:pt x="51662" y="8242"/>
                </a:lnTo>
                <a:lnTo>
                  <a:pt x="51863" y="7418"/>
                </a:lnTo>
                <a:lnTo>
                  <a:pt x="52023" y="6694"/>
                </a:lnTo>
                <a:lnTo>
                  <a:pt x="52144" y="6101"/>
                </a:lnTo>
                <a:lnTo>
                  <a:pt x="52234" y="5639"/>
                </a:lnTo>
                <a:lnTo>
                  <a:pt x="52305" y="5247"/>
                </a:lnTo>
                <a:lnTo>
                  <a:pt x="52305" y="5247"/>
                </a:lnTo>
                <a:lnTo>
                  <a:pt x="52134" y="5518"/>
                </a:lnTo>
                <a:lnTo>
                  <a:pt x="51913" y="5870"/>
                </a:lnTo>
                <a:lnTo>
                  <a:pt x="51591" y="6403"/>
                </a:lnTo>
                <a:lnTo>
                  <a:pt x="51169" y="7106"/>
                </a:lnTo>
                <a:lnTo>
                  <a:pt x="50646" y="8021"/>
                </a:lnTo>
                <a:lnTo>
                  <a:pt x="50003" y="9146"/>
                </a:lnTo>
                <a:lnTo>
                  <a:pt x="49239" y="10503"/>
                </a:lnTo>
                <a:lnTo>
                  <a:pt x="49038" y="10865"/>
                </a:lnTo>
                <a:lnTo>
                  <a:pt x="48817" y="11227"/>
                </a:lnTo>
                <a:lnTo>
                  <a:pt x="48596" y="11579"/>
                </a:lnTo>
                <a:lnTo>
                  <a:pt x="48375" y="11920"/>
                </a:lnTo>
                <a:lnTo>
                  <a:pt x="48144" y="12252"/>
                </a:lnTo>
                <a:lnTo>
                  <a:pt x="47903" y="12574"/>
                </a:lnTo>
                <a:lnTo>
                  <a:pt x="47671" y="12885"/>
                </a:lnTo>
                <a:lnTo>
                  <a:pt x="47430" y="13187"/>
                </a:lnTo>
                <a:lnTo>
                  <a:pt x="47189" y="13488"/>
                </a:lnTo>
                <a:lnTo>
                  <a:pt x="46958" y="13770"/>
                </a:lnTo>
                <a:lnTo>
                  <a:pt x="46485" y="14313"/>
                </a:lnTo>
                <a:lnTo>
                  <a:pt x="46023" y="14805"/>
                </a:lnTo>
                <a:lnTo>
                  <a:pt x="45581" y="15267"/>
                </a:lnTo>
                <a:lnTo>
                  <a:pt x="45159" y="15669"/>
                </a:lnTo>
                <a:lnTo>
                  <a:pt x="44777" y="16031"/>
                </a:lnTo>
                <a:lnTo>
                  <a:pt x="44435" y="16343"/>
                </a:lnTo>
                <a:lnTo>
                  <a:pt x="44134" y="16594"/>
                </a:lnTo>
                <a:lnTo>
                  <a:pt x="43711" y="16946"/>
                </a:lnTo>
                <a:lnTo>
                  <a:pt x="43551" y="17066"/>
                </a:lnTo>
                <a:lnTo>
                  <a:pt x="46616" y="5468"/>
                </a:lnTo>
                <a:lnTo>
                  <a:pt x="46465" y="5830"/>
                </a:lnTo>
                <a:lnTo>
                  <a:pt x="46053" y="6805"/>
                </a:lnTo>
                <a:lnTo>
                  <a:pt x="45752" y="7498"/>
                </a:lnTo>
                <a:lnTo>
                  <a:pt x="45400" y="8282"/>
                </a:lnTo>
                <a:lnTo>
                  <a:pt x="45008" y="9167"/>
                </a:lnTo>
                <a:lnTo>
                  <a:pt x="44566" y="10121"/>
                </a:lnTo>
                <a:lnTo>
                  <a:pt x="44083" y="11126"/>
                </a:lnTo>
                <a:lnTo>
                  <a:pt x="43571" y="12182"/>
                </a:lnTo>
                <a:lnTo>
                  <a:pt x="43028" y="13257"/>
                </a:lnTo>
                <a:lnTo>
                  <a:pt x="42465" y="14333"/>
                </a:lnTo>
                <a:lnTo>
                  <a:pt x="42174" y="14865"/>
                </a:lnTo>
                <a:lnTo>
                  <a:pt x="41872" y="15398"/>
                </a:lnTo>
                <a:lnTo>
                  <a:pt x="41581" y="15931"/>
                </a:lnTo>
                <a:lnTo>
                  <a:pt x="41279" y="16443"/>
                </a:lnTo>
                <a:lnTo>
                  <a:pt x="40968" y="16946"/>
                </a:lnTo>
                <a:lnTo>
                  <a:pt x="40666" y="17438"/>
                </a:lnTo>
                <a:lnTo>
                  <a:pt x="40354" y="17921"/>
                </a:lnTo>
                <a:lnTo>
                  <a:pt x="40053" y="18383"/>
                </a:lnTo>
                <a:lnTo>
                  <a:pt x="39852" y="18655"/>
                </a:lnTo>
                <a:lnTo>
                  <a:pt x="39661" y="18916"/>
                </a:lnTo>
                <a:lnTo>
                  <a:pt x="39470" y="19157"/>
                </a:lnTo>
                <a:lnTo>
                  <a:pt x="39289" y="19378"/>
                </a:lnTo>
                <a:lnTo>
                  <a:pt x="39098" y="19579"/>
                </a:lnTo>
                <a:lnTo>
                  <a:pt x="38907" y="19760"/>
                </a:lnTo>
                <a:lnTo>
                  <a:pt x="38726" y="19931"/>
                </a:lnTo>
                <a:lnTo>
                  <a:pt x="38545" y="20092"/>
                </a:lnTo>
                <a:lnTo>
                  <a:pt x="38374" y="20233"/>
                </a:lnTo>
                <a:lnTo>
                  <a:pt x="38193" y="20353"/>
                </a:lnTo>
                <a:lnTo>
                  <a:pt x="38023" y="20464"/>
                </a:lnTo>
                <a:lnTo>
                  <a:pt x="37852" y="20564"/>
                </a:lnTo>
                <a:lnTo>
                  <a:pt x="37681" y="20645"/>
                </a:lnTo>
                <a:lnTo>
                  <a:pt x="37510" y="20725"/>
                </a:lnTo>
                <a:lnTo>
                  <a:pt x="37349" y="20775"/>
                </a:lnTo>
                <a:lnTo>
                  <a:pt x="37188" y="20826"/>
                </a:lnTo>
                <a:lnTo>
                  <a:pt x="37038" y="20866"/>
                </a:lnTo>
                <a:lnTo>
                  <a:pt x="36877" y="20896"/>
                </a:lnTo>
                <a:lnTo>
                  <a:pt x="36726" y="20916"/>
                </a:lnTo>
                <a:lnTo>
                  <a:pt x="36585" y="20926"/>
                </a:lnTo>
                <a:lnTo>
                  <a:pt x="36435" y="20926"/>
                </a:lnTo>
                <a:lnTo>
                  <a:pt x="36294" y="20916"/>
                </a:lnTo>
                <a:lnTo>
                  <a:pt x="36163" y="20906"/>
                </a:lnTo>
                <a:lnTo>
                  <a:pt x="36023" y="20876"/>
                </a:lnTo>
                <a:lnTo>
                  <a:pt x="35902" y="20856"/>
                </a:lnTo>
                <a:lnTo>
                  <a:pt x="35771" y="20815"/>
                </a:lnTo>
                <a:lnTo>
                  <a:pt x="35530" y="20735"/>
                </a:lnTo>
                <a:lnTo>
                  <a:pt x="35309" y="20635"/>
                </a:lnTo>
                <a:lnTo>
                  <a:pt x="35098" y="20524"/>
                </a:lnTo>
                <a:lnTo>
                  <a:pt x="35309" y="19660"/>
                </a:lnTo>
                <a:lnTo>
                  <a:pt x="35530" y="18795"/>
                </a:lnTo>
                <a:lnTo>
                  <a:pt x="35761" y="17931"/>
                </a:lnTo>
                <a:lnTo>
                  <a:pt x="35992" y="17077"/>
                </a:lnTo>
                <a:lnTo>
                  <a:pt x="36234" y="16242"/>
                </a:lnTo>
                <a:lnTo>
                  <a:pt x="36485" y="15408"/>
                </a:lnTo>
                <a:lnTo>
                  <a:pt x="36736" y="14584"/>
                </a:lnTo>
                <a:lnTo>
                  <a:pt x="36987" y="13790"/>
                </a:lnTo>
                <a:lnTo>
                  <a:pt x="37088" y="13498"/>
                </a:lnTo>
                <a:lnTo>
                  <a:pt x="37188" y="13207"/>
                </a:lnTo>
                <a:lnTo>
                  <a:pt x="37299" y="12926"/>
                </a:lnTo>
                <a:lnTo>
                  <a:pt x="37420" y="12634"/>
                </a:lnTo>
                <a:lnTo>
                  <a:pt x="37550" y="12353"/>
                </a:lnTo>
                <a:lnTo>
                  <a:pt x="37691" y="12071"/>
                </a:lnTo>
                <a:lnTo>
                  <a:pt x="37832" y="11780"/>
                </a:lnTo>
                <a:lnTo>
                  <a:pt x="37982" y="11498"/>
                </a:lnTo>
                <a:lnTo>
                  <a:pt x="38304" y="10935"/>
                </a:lnTo>
                <a:lnTo>
                  <a:pt x="38646" y="10383"/>
                </a:lnTo>
                <a:lnTo>
                  <a:pt x="39008" y="9830"/>
                </a:lnTo>
                <a:lnTo>
                  <a:pt x="39390" y="9287"/>
                </a:lnTo>
                <a:lnTo>
                  <a:pt x="39782" y="8754"/>
                </a:lnTo>
                <a:lnTo>
                  <a:pt x="40194" y="8232"/>
                </a:lnTo>
                <a:lnTo>
                  <a:pt x="40616" y="7719"/>
                </a:lnTo>
                <a:lnTo>
                  <a:pt x="41038" y="7217"/>
                </a:lnTo>
                <a:lnTo>
                  <a:pt x="41470" y="6724"/>
                </a:lnTo>
                <a:lnTo>
                  <a:pt x="41902" y="6252"/>
                </a:lnTo>
                <a:lnTo>
                  <a:pt x="42334" y="5799"/>
                </a:lnTo>
                <a:lnTo>
                  <a:pt x="42757" y="5357"/>
                </a:lnTo>
                <a:lnTo>
                  <a:pt x="43179" y="4935"/>
                </a:lnTo>
                <a:lnTo>
                  <a:pt x="43591" y="4533"/>
                </a:lnTo>
                <a:lnTo>
                  <a:pt x="44003" y="4151"/>
                </a:lnTo>
                <a:lnTo>
                  <a:pt x="44385" y="3789"/>
                </a:lnTo>
                <a:lnTo>
                  <a:pt x="45118" y="3136"/>
                </a:lnTo>
                <a:lnTo>
                  <a:pt x="45762" y="2583"/>
                </a:lnTo>
                <a:lnTo>
                  <a:pt x="46294" y="2131"/>
                </a:lnTo>
                <a:lnTo>
                  <a:pt x="46707" y="1809"/>
                </a:lnTo>
                <a:lnTo>
                  <a:pt x="47058" y="1528"/>
                </a:lnTo>
                <a:lnTo>
                  <a:pt x="47058" y="1528"/>
                </a:lnTo>
                <a:lnTo>
                  <a:pt x="46696" y="1739"/>
                </a:lnTo>
                <a:lnTo>
                  <a:pt x="45722" y="2332"/>
                </a:lnTo>
                <a:lnTo>
                  <a:pt x="45048" y="2754"/>
                </a:lnTo>
                <a:lnTo>
                  <a:pt x="44294" y="3237"/>
                </a:lnTo>
                <a:lnTo>
                  <a:pt x="43470" y="3779"/>
                </a:lnTo>
                <a:lnTo>
                  <a:pt x="42596" y="4372"/>
                </a:lnTo>
                <a:lnTo>
                  <a:pt x="41691" y="5005"/>
                </a:lnTo>
                <a:lnTo>
                  <a:pt x="41239" y="5337"/>
                </a:lnTo>
                <a:lnTo>
                  <a:pt x="40777" y="5679"/>
                </a:lnTo>
                <a:lnTo>
                  <a:pt x="40334" y="6021"/>
                </a:lnTo>
                <a:lnTo>
                  <a:pt x="39882" y="6362"/>
                </a:lnTo>
                <a:lnTo>
                  <a:pt x="39450" y="6714"/>
                </a:lnTo>
                <a:lnTo>
                  <a:pt x="39018" y="7066"/>
                </a:lnTo>
                <a:lnTo>
                  <a:pt x="38606" y="7428"/>
                </a:lnTo>
                <a:lnTo>
                  <a:pt x="38214" y="7780"/>
                </a:lnTo>
                <a:lnTo>
                  <a:pt x="37842" y="8131"/>
                </a:lnTo>
                <a:lnTo>
                  <a:pt x="37480" y="8483"/>
                </a:lnTo>
                <a:lnTo>
                  <a:pt x="37148" y="8835"/>
                </a:lnTo>
                <a:lnTo>
                  <a:pt x="36847" y="9177"/>
                </a:lnTo>
                <a:lnTo>
                  <a:pt x="36575" y="9518"/>
                </a:lnTo>
                <a:lnTo>
                  <a:pt x="36334" y="9850"/>
                </a:lnTo>
                <a:lnTo>
                  <a:pt x="35982" y="10363"/>
                </a:lnTo>
                <a:lnTo>
                  <a:pt x="35661" y="10865"/>
                </a:lnTo>
                <a:lnTo>
                  <a:pt x="35349" y="11368"/>
                </a:lnTo>
                <a:lnTo>
                  <a:pt x="35068" y="11880"/>
                </a:lnTo>
                <a:lnTo>
                  <a:pt x="34937" y="12142"/>
                </a:lnTo>
                <a:lnTo>
                  <a:pt x="34806" y="12413"/>
                </a:lnTo>
                <a:lnTo>
                  <a:pt x="34676" y="12684"/>
                </a:lnTo>
                <a:lnTo>
                  <a:pt x="34555" y="12966"/>
                </a:lnTo>
                <a:lnTo>
                  <a:pt x="34434" y="13267"/>
                </a:lnTo>
                <a:lnTo>
                  <a:pt x="34324" y="13569"/>
                </a:lnTo>
                <a:lnTo>
                  <a:pt x="34203" y="13890"/>
                </a:lnTo>
                <a:lnTo>
                  <a:pt x="34093" y="14222"/>
                </a:lnTo>
                <a:lnTo>
                  <a:pt x="34053" y="13408"/>
                </a:lnTo>
                <a:lnTo>
                  <a:pt x="34032" y="12554"/>
                </a:lnTo>
                <a:lnTo>
                  <a:pt x="34032" y="12121"/>
                </a:lnTo>
                <a:lnTo>
                  <a:pt x="34032" y="11679"/>
                </a:lnTo>
                <a:lnTo>
                  <a:pt x="34043" y="11237"/>
                </a:lnTo>
                <a:lnTo>
                  <a:pt x="34063" y="10805"/>
                </a:lnTo>
                <a:lnTo>
                  <a:pt x="34083" y="10373"/>
                </a:lnTo>
                <a:lnTo>
                  <a:pt x="34123" y="9940"/>
                </a:lnTo>
                <a:lnTo>
                  <a:pt x="34173" y="9518"/>
                </a:lnTo>
                <a:lnTo>
                  <a:pt x="34223" y="9116"/>
                </a:lnTo>
                <a:lnTo>
                  <a:pt x="34294" y="8724"/>
                </a:lnTo>
                <a:lnTo>
                  <a:pt x="34374" y="8352"/>
                </a:lnTo>
                <a:lnTo>
                  <a:pt x="34475" y="7991"/>
                </a:lnTo>
                <a:lnTo>
                  <a:pt x="34575" y="7659"/>
                </a:lnTo>
                <a:lnTo>
                  <a:pt x="34786" y="7096"/>
                </a:lnTo>
                <a:lnTo>
                  <a:pt x="34987" y="6563"/>
                </a:lnTo>
                <a:lnTo>
                  <a:pt x="35188" y="6051"/>
                </a:lnTo>
                <a:lnTo>
                  <a:pt x="35379" y="5578"/>
                </a:lnTo>
                <a:lnTo>
                  <a:pt x="35751" y="4714"/>
                </a:lnTo>
                <a:lnTo>
                  <a:pt x="36083" y="3990"/>
                </a:lnTo>
                <a:lnTo>
                  <a:pt x="36364" y="3407"/>
                </a:lnTo>
                <a:lnTo>
                  <a:pt x="36575" y="2975"/>
                </a:lnTo>
                <a:lnTo>
                  <a:pt x="36766" y="2623"/>
                </a:lnTo>
                <a:lnTo>
                  <a:pt x="36766" y="2623"/>
                </a:lnTo>
                <a:lnTo>
                  <a:pt x="33269" y="5689"/>
                </a:lnTo>
                <a:lnTo>
                  <a:pt x="341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1179;p37">
            <a:extLst>
              <a:ext uri="{FF2B5EF4-FFF2-40B4-BE49-F238E27FC236}">
                <a16:creationId xmlns:a16="http://schemas.microsoft.com/office/drawing/2014/main" id="{F2C3B443-BABB-F9E7-DDAE-D2C02629729A}"/>
              </a:ext>
            </a:extLst>
          </p:cNvPr>
          <p:cNvSpPr txBox="1"/>
          <p:nvPr/>
        </p:nvSpPr>
        <p:spPr>
          <a:xfrm>
            <a:off x="3460282" y="3951429"/>
            <a:ext cx="207205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152 of 162 of the heatlhy patients were diagnosed as healthy. 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1179;p37">
            <a:extLst>
              <a:ext uri="{FF2B5EF4-FFF2-40B4-BE49-F238E27FC236}">
                <a16:creationId xmlns:a16="http://schemas.microsoft.com/office/drawing/2014/main" id="{DA7366C7-9FF7-4998-706F-182B084F2202}"/>
              </a:ext>
            </a:extLst>
          </p:cNvPr>
          <p:cNvSpPr txBox="1"/>
          <p:nvPr/>
        </p:nvSpPr>
        <p:spPr>
          <a:xfrm>
            <a:off x="5965825" y="3951429"/>
            <a:ext cx="207205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254 of 259 Parkinson’s Disease patients were detected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482;p22">
            <a:extLst>
              <a:ext uri="{FF2B5EF4-FFF2-40B4-BE49-F238E27FC236}">
                <a16:creationId xmlns:a16="http://schemas.microsoft.com/office/drawing/2014/main" id="{86CA50A4-265E-97EB-DEED-CD946897057B}"/>
              </a:ext>
            </a:extLst>
          </p:cNvPr>
          <p:cNvSpPr/>
          <p:nvPr/>
        </p:nvSpPr>
        <p:spPr>
          <a:xfrm>
            <a:off x="2314478" y="245248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449690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3">
          <a:extLst>
            <a:ext uri="{FF2B5EF4-FFF2-40B4-BE49-F238E27FC236}">
              <a16:creationId xmlns:a16="http://schemas.microsoft.com/office/drawing/2014/main" id="{65EBC02C-70FC-346C-B801-7ED374247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41">
            <a:extLst>
              <a:ext uri="{FF2B5EF4-FFF2-40B4-BE49-F238E27FC236}">
                <a16:creationId xmlns:a16="http://schemas.microsoft.com/office/drawing/2014/main" id="{08E46876-F1C0-1A68-37C7-66BE177A2A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</a:t>
            </a:r>
            <a:endParaRPr dirty="0"/>
          </a:p>
        </p:txBody>
      </p:sp>
      <p:grpSp>
        <p:nvGrpSpPr>
          <p:cNvPr id="7" name="Google Shape;230;p19">
            <a:extLst>
              <a:ext uri="{FF2B5EF4-FFF2-40B4-BE49-F238E27FC236}">
                <a16:creationId xmlns:a16="http://schemas.microsoft.com/office/drawing/2014/main" id="{6781A098-196C-3F45-7FCF-1F748F673734}"/>
              </a:ext>
            </a:extLst>
          </p:cNvPr>
          <p:cNvGrpSpPr/>
          <p:nvPr/>
        </p:nvGrpSpPr>
        <p:grpSpPr>
          <a:xfrm>
            <a:off x="141880" y="2609921"/>
            <a:ext cx="1726541" cy="1103365"/>
            <a:chOff x="922500" y="2861275"/>
            <a:chExt cx="2802712" cy="1700603"/>
          </a:xfrm>
        </p:grpSpPr>
        <p:sp>
          <p:nvSpPr>
            <p:cNvPr id="8" name="Google Shape;231;p19">
              <a:extLst>
                <a:ext uri="{FF2B5EF4-FFF2-40B4-BE49-F238E27FC236}">
                  <a16:creationId xmlns:a16="http://schemas.microsoft.com/office/drawing/2014/main" id="{9C0A6527-CEB0-E886-729C-BF6809C756F3}"/>
                </a:ext>
              </a:extLst>
            </p:cNvPr>
            <p:cNvSpPr/>
            <p:nvPr/>
          </p:nvSpPr>
          <p:spPr>
            <a:xfrm>
              <a:off x="1123878" y="2861275"/>
              <a:ext cx="2400581" cy="1481132"/>
            </a:xfrm>
            <a:custGeom>
              <a:avLst/>
              <a:gdLst/>
              <a:ahLst/>
              <a:cxnLst/>
              <a:rect l="l" t="t" r="r" b="b"/>
              <a:pathLst>
                <a:path w="34999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33421" y="21593"/>
                  </a:lnTo>
                  <a:lnTo>
                    <a:pt x="33585" y="21584"/>
                  </a:lnTo>
                  <a:lnTo>
                    <a:pt x="33740" y="21557"/>
                  </a:lnTo>
                  <a:lnTo>
                    <a:pt x="33886" y="21520"/>
                  </a:lnTo>
                  <a:lnTo>
                    <a:pt x="34032" y="21466"/>
                  </a:lnTo>
                  <a:lnTo>
                    <a:pt x="34168" y="21402"/>
                  </a:lnTo>
                  <a:lnTo>
                    <a:pt x="34296" y="21320"/>
                  </a:lnTo>
                  <a:lnTo>
                    <a:pt x="34424" y="21228"/>
                  </a:lnTo>
                  <a:lnTo>
                    <a:pt x="34533" y="21128"/>
                  </a:lnTo>
                  <a:lnTo>
                    <a:pt x="34633" y="21019"/>
                  </a:lnTo>
                  <a:lnTo>
                    <a:pt x="34725" y="20891"/>
                  </a:lnTo>
                  <a:lnTo>
                    <a:pt x="34807" y="20763"/>
                  </a:lnTo>
                  <a:lnTo>
                    <a:pt x="34870" y="20627"/>
                  </a:lnTo>
                  <a:lnTo>
                    <a:pt x="34925" y="20481"/>
                  </a:lnTo>
                  <a:lnTo>
                    <a:pt x="34962" y="20335"/>
                  </a:lnTo>
                  <a:lnTo>
                    <a:pt x="34989" y="20180"/>
                  </a:lnTo>
                  <a:lnTo>
                    <a:pt x="34998" y="20016"/>
                  </a:lnTo>
                  <a:lnTo>
                    <a:pt x="34998" y="1578"/>
                  </a:lnTo>
                  <a:lnTo>
                    <a:pt x="34989" y="1414"/>
                  </a:lnTo>
                  <a:lnTo>
                    <a:pt x="34962" y="1259"/>
                  </a:lnTo>
                  <a:lnTo>
                    <a:pt x="34925" y="1113"/>
                  </a:lnTo>
                  <a:lnTo>
                    <a:pt x="34870" y="967"/>
                  </a:lnTo>
                  <a:lnTo>
                    <a:pt x="34807" y="830"/>
                  </a:lnTo>
                  <a:lnTo>
                    <a:pt x="34725" y="703"/>
                  </a:lnTo>
                  <a:lnTo>
                    <a:pt x="34633" y="575"/>
                  </a:lnTo>
                  <a:lnTo>
                    <a:pt x="34533" y="466"/>
                  </a:lnTo>
                  <a:lnTo>
                    <a:pt x="34424" y="365"/>
                  </a:lnTo>
                  <a:lnTo>
                    <a:pt x="34296" y="274"/>
                  </a:lnTo>
                  <a:lnTo>
                    <a:pt x="34168" y="192"/>
                  </a:lnTo>
                  <a:lnTo>
                    <a:pt x="34032" y="128"/>
                  </a:lnTo>
                  <a:lnTo>
                    <a:pt x="33886" y="73"/>
                  </a:lnTo>
                  <a:lnTo>
                    <a:pt x="33740" y="37"/>
                  </a:lnTo>
                  <a:lnTo>
                    <a:pt x="33585" y="10"/>
                  </a:lnTo>
                  <a:lnTo>
                    <a:pt x="3342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32;p19">
              <a:extLst>
                <a:ext uri="{FF2B5EF4-FFF2-40B4-BE49-F238E27FC236}">
                  <a16:creationId xmlns:a16="http://schemas.microsoft.com/office/drawing/2014/main" id="{311B07B6-299C-E19E-EC70-11EA1DAACD65}"/>
                </a:ext>
              </a:extLst>
            </p:cNvPr>
            <p:cNvSpPr/>
            <p:nvPr/>
          </p:nvSpPr>
          <p:spPr>
            <a:xfrm>
              <a:off x="1123878" y="2861275"/>
              <a:ext cx="1211574" cy="1481132"/>
            </a:xfrm>
            <a:custGeom>
              <a:avLst/>
              <a:gdLst/>
              <a:ahLst/>
              <a:cxnLst/>
              <a:rect l="l" t="t" r="r" b="b"/>
              <a:pathLst>
                <a:path w="17664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17664" y="21593"/>
                  </a:lnTo>
                  <a:lnTo>
                    <a:pt x="17664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33;p19">
              <a:extLst>
                <a:ext uri="{FF2B5EF4-FFF2-40B4-BE49-F238E27FC236}">
                  <a16:creationId xmlns:a16="http://schemas.microsoft.com/office/drawing/2014/main" id="{312CEC43-171F-E574-53B4-2B6F4A2C90C1}"/>
                </a:ext>
              </a:extLst>
            </p:cNvPr>
            <p:cNvSpPr/>
            <p:nvPr/>
          </p:nvSpPr>
          <p:spPr>
            <a:xfrm>
              <a:off x="2335373" y="2861275"/>
              <a:ext cx="1189076" cy="1481132"/>
            </a:xfrm>
            <a:custGeom>
              <a:avLst/>
              <a:gdLst/>
              <a:ahLst/>
              <a:cxnLst/>
              <a:rect l="l" t="t" r="r" b="b"/>
              <a:pathLst>
                <a:path w="17336" h="21594" extrusionOk="0">
                  <a:moveTo>
                    <a:pt x="1" y="0"/>
                  </a:moveTo>
                  <a:lnTo>
                    <a:pt x="1" y="21593"/>
                  </a:lnTo>
                  <a:lnTo>
                    <a:pt x="15758" y="21593"/>
                  </a:lnTo>
                  <a:lnTo>
                    <a:pt x="15922" y="21584"/>
                  </a:lnTo>
                  <a:lnTo>
                    <a:pt x="16077" y="21557"/>
                  </a:lnTo>
                  <a:lnTo>
                    <a:pt x="16223" y="21520"/>
                  </a:lnTo>
                  <a:lnTo>
                    <a:pt x="16369" y="21466"/>
                  </a:lnTo>
                  <a:lnTo>
                    <a:pt x="16505" y="21402"/>
                  </a:lnTo>
                  <a:lnTo>
                    <a:pt x="16633" y="21320"/>
                  </a:lnTo>
                  <a:lnTo>
                    <a:pt x="16761" y="21228"/>
                  </a:lnTo>
                  <a:lnTo>
                    <a:pt x="16870" y="21128"/>
                  </a:lnTo>
                  <a:lnTo>
                    <a:pt x="16970" y="21019"/>
                  </a:lnTo>
                  <a:lnTo>
                    <a:pt x="17062" y="20891"/>
                  </a:lnTo>
                  <a:lnTo>
                    <a:pt x="17144" y="20763"/>
                  </a:lnTo>
                  <a:lnTo>
                    <a:pt x="17207" y="20627"/>
                  </a:lnTo>
                  <a:lnTo>
                    <a:pt x="17262" y="20481"/>
                  </a:lnTo>
                  <a:lnTo>
                    <a:pt x="17299" y="20335"/>
                  </a:lnTo>
                  <a:lnTo>
                    <a:pt x="17326" y="20180"/>
                  </a:lnTo>
                  <a:lnTo>
                    <a:pt x="17335" y="20016"/>
                  </a:lnTo>
                  <a:lnTo>
                    <a:pt x="17335" y="1578"/>
                  </a:lnTo>
                  <a:lnTo>
                    <a:pt x="17326" y="1414"/>
                  </a:lnTo>
                  <a:lnTo>
                    <a:pt x="17299" y="1259"/>
                  </a:lnTo>
                  <a:lnTo>
                    <a:pt x="17262" y="1113"/>
                  </a:lnTo>
                  <a:lnTo>
                    <a:pt x="17207" y="967"/>
                  </a:lnTo>
                  <a:lnTo>
                    <a:pt x="17144" y="830"/>
                  </a:lnTo>
                  <a:lnTo>
                    <a:pt x="17062" y="703"/>
                  </a:lnTo>
                  <a:lnTo>
                    <a:pt x="16970" y="575"/>
                  </a:lnTo>
                  <a:lnTo>
                    <a:pt x="16870" y="466"/>
                  </a:lnTo>
                  <a:lnTo>
                    <a:pt x="16761" y="365"/>
                  </a:lnTo>
                  <a:lnTo>
                    <a:pt x="16633" y="274"/>
                  </a:lnTo>
                  <a:lnTo>
                    <a:pt x="16505" y="192"/>
                  </a:lnTo>
                  <a:lnTo>
                    <a:pt x="16369" y="128"/>
                  </a:lnTo>
                  <a:lnTo>
                    <a:pt x="16223" y="73"/>
                  </a:lnTo>
                  <a:lnTo>
                    <a:pt x="16077" y="37"/>
                  </a:lnTo>
                  <a:lnTo>
                    <a:pt x="15922" y="10"/>
                  </a:lnTo>
                  <a:lnTo>
                    <a:pt x="15758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34;p19">
              <a:extLst>
                <a:ext uri="{FF2B5EF4-FFF2-40B4-BE49-F238E27FC236}">
                  <a16:creationId xmlns:a16="http://schemas.microsoft.com/office/drawing/2014/main" id="{805F5B29-5321-FBF2-79E0-B9AC50074ACF}"/>
                </a:ext>
              </a:extLst>
            </p:cNvPr>
            <p:cNvSpPr/>
            <p:nvPr/>
          </p:nvSpPr>
          <p:spPr>
            <a:xfrm>
              <a:off x="1210233" y="2957574"/>
              <a:ext cx="2227254" cy="1287846"/>
            </a:xfrm>
            <a:custGeom>
              <a:avLst/>
              <a:gdLst/>
              <a:ahLst/>
              <a:cxnLst/>
              <a:rect l="l" t="t" r="r" b="b"/>
              <a:pathLst>
                <a:path w="32472" h="18776" extrusionOk="0">
                  <a:moveTo>
                    <a:pt x="949" y="1"/>
                  </a:moveTo>
                  <a:lnTo>
                    <a:pt x="848" y="10"/>
                  </a:lnTo>
                  <a:lnTo>
                    <a:pt x="757" y="28"/>
                  </a:lnTo>
                  <a:lnTo>
                    <a:pt x="666" y="46"/>
                  </a:lnTo>
                  <a:lnTo>
                    <a:pt x="584" y="83"/>
                  </a:lnTo>
                  <a:lnTo>
                    <a:pt x="502" y="119"/>
                  </a:lnTo>
                  <a:lnTo>
                    <a:pt x="420" y="165"/>
                  </a:lnTo>
                  <a:lnTo>
                    <a:pt x="347" y="220"/>
                  </a:lnTo>
                  <a:lnTo>
                    <a:pt x="283" y="283"/>
                  </a:lnTo>
                  <a:lnTo>
                    <a:pt x="219" y="347"/>
                  </a:lnTo>
                  <a:lnTo>
                    <a:pt x="164" y="420"/>
                  </a:lnTo>
                  <a:lnTo>
                    <a:pt x="119" y="502"/>
                  </a:lnTo>
                  <a:lnTo>
                    <a:pt x="73" y="584"/>
                  </a:lnTo>
                  <a:lnTo>
                    <a:pt x="46" y="675"/>
                  </a:lnTo>
                  <a:lnTo>
                    <a:pt x="19" y="758"/>
                  </a:lnTo>
                  <a:lnTo>
                    <a:pt x="9" y="858"/>
                  </a:lnTo>
                  <a:lnTo>
                    <a:pt x="0" y="949"/>
                  </a:lnTo>
                  <a:lnTo>
                    <a:pt x="0" y="17837"/>
                  </a:lnTo>
                  <a:lnTo>
                    <a:pt x="9" y="17928"/>
                  </a:lnTo>
                  <a:lnTo>
                    <a:pt x="19" y="18028"/>
                  </a:lnTo>
                  <a:lnTo>
                    <a:pt x="46" y="18119"/>
                  </a:lnTo>
                  <a:lnTo>
                    <a:pt x="73" y="18201"/>
                  </a:lnTo>
                  <a:lnTo>
                    <a:pt x="119" y="18283"/>
                  </a:lnTo>
                  <a:lnTo>
                    <a:pt x="164" y="18366"/>
                  </a:lnTo>
                  <a:lnTo>
                    <a:pt x="219" y="18438"/>
                  </a:lnTo>
                  <a:lnTo>
                    <a:pt x="283" y="18502"/>
                  </a:lnTo>
                  <a:lnTo>
                    <a:pt x="347" y="18566"/>
                  </a:lnTo>
                  <a:lnTo>
                    <a:pt x="420" y="18621"/>
                  </a:lnTo>
                  <a:lnTo>
                    <a:pt x="502" y="18666"/>
                  </a:lnTo>
                  <a:lnTo>
                    <a:pt x="584" y="18703"/>
                  </a:lnTo>
                  <a:lnTo>
                    <a:pt x="666" y="18739"/>
                  </a:lnTo>
                  <a:lnTo>
                    <a:pt x="757" y="18758"/>
                  </a:lnTo>
                  <a:lnTo>
                    <a:pt x="848" y="18776"/>
                  </a:lnTo>
                  <a:lnTo>
                    <a:pt x="31624" y="18776"/>
                  </a:lnTo>
                  <a:lnTo>
                    <a:pt x="31715" y="18758"/>
                  </a:lnTo>
                  <a:lnTo>
                    <a:pt x="31806" y="18739"/>
                  </a:lnTo>
                  <a:lnTo>
                    <a:pt x="31897" y="18703"/>
                  </a:lnTo>
                  <a:lnTo>
                    <a:pt x="31979" y="18666"/>
                  </a:lnTo>
                  <a:lnTo>
                    <a:pt x="32052" y="18621"/>
                  </a:lnTo>
                  <a:lnTo>
                    <a:pt x="32125" y="18566"/>
                  </a:lnTo>
                  <a:lnTo>
                    <a:pt x="32189" y="18502"/>
                  </a:lnTo>
                  <a:lnTo>
                    <a:pt x="32253" y="18438"/>
                  </a:lnTo>
                  <a:lnTo>
                    <a:pt x="32308" y="18366"/>
                  </a:lnTo>
                  <a:lnTo>
                    <a:pt x="32353" y="18283"/>
                  </a:lnTo>
                  <a:lnTo>
                    <a:pt x="32399" y="18201"/>
                  </a:lnTo>
                  <a:lnTo>
                    <a:pt x="32426" y="18119"/>
                  </a:lnTo>
                  <a:lnTo>
                    <a:pt x="32453" y="18028"/>
                  </a:lnTo>
                  <a:lnTo>
                    <a:pt x="32463" y="17928"/>
                  </a:lnTo>
                  <a:lnTo>
                    <a:pt x="32472" y="17837"/>
                  </a:lnTo>
                  <a:lnTo>
                    <a:pt x="32472" y="949"/>
                  </a:lnTo>
                  <a:lnTo>
                    <a:pt x="32463" y="858"/>
                  </a:lnTo>
                  <a:lnTo>
                    <a:pt x="32453" y="758"/>
                  </a:lnTo>
                  <a:lnTo>
                    <a:pt x="32426" y="675"/>
                  </a:lnTo>
                  <a:lnTo>
                    <a:pt x="32399" y="584"/>
                  </a:lnTo>
                  <a:lnTo>
                    <a:pt x="32353" y="502"/>
                  </a:lnTo>
                  <a:lnTo>
                    <a:pt x="32308" y="420"/>
                  </a:lnTo>
                  <a:lnTo>
                    <a:pt x="32253" y="347"/>
                  </a:lnTo>
                  <a:lnTo>
                    <a:pt x="32189" y="283"/>
                  </a:lnTo>
                  <a:lnTo>
                    <a:pt x="32125" y="220"/>
                  </a:lnTo>
                  <a:lnTo>
                    <a:pt x="32052" y="165"/>
                  </a:lnTo>
                  <a:lnTo>
                    <a:pt x="31979" y="119"/>
                  </a:lnTo>
                  <a:lnTo>
                    <a:pt x="31897" y="83"/>
                  </a:lnTo>
                  <a:lnTo>
                    <a:pt x="31806" y="46"/>
                  </a:lnTo>
                  <a:lnTo>
                    <a:pt x="31715" y="28"/>
                  </a:lnTo>
                  <a:lnTo>
                    <a:pt x="31624" y="10"/>
                  </a:lnTo>
                  <a:lnTo>
                    <a:pt x="315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35;p19">
              <a:extLst>
                <a:ext uri="{FF2B5EF4-FFF2-40B4-BE49-F238E27FC236}">
                  <a16:creationId xmlns:a16="http://schemas.microsoft.com/office/drawing/2014/main" id="{42724DF9-FB91-54F0-06EB-FF8938059801}"/>
                </a:ext>
              </a:extLst>
            </p:cNvPr>
            <p:cNvSpPr/>
            <p:nvPr/>
          </p:nvSpPr>
          <p:spPr>
            <a:xfrm>
              <a:off x="2335373" y="4342321"/>
              <a:ext cx="1389839" cy="219557"/>
            </a:xfrm>
            <a:custGeom>
              <a:avLst/>
              <a:gdLst/>
              <a:ahLst/>
              <a:cxnLst/>
              <a:rect l="l" t="t" r="r" b="b"/>
              <a:pathLst>
                <a:path w="20263" h="3201" extrusionOk="0">
                  <a:moveTo>
                    <a:pt x="1" y="0"/>
                  </a:moveTo>
                  <a:lnTo>
                    <a:pt x="1" y="3201"/>
                  </a:lnTo>
                  <a:lnTo>
                    <a:pt x="17572" y="3201"/>
                  </a:lnTo>
                  <a:lnTo>
                    <a:pt x="17718" y="3192"/>
                  </a:lnTo>
                  <a:lnTo>
                    <a:pt x="17855" y="3173"/>
                  </a:lnTo>
                  <a:lnTo>
                    <a:pt x="18001" y="3146"/>
                  </a:lnTo>
                  <a:lnTo>
                    <a:pt x="18138" y="3119"/>
                  </a:lnTo>
                  <a:lnTo>
                    <a:pt x="18265" y="3073"/>
                  </a:lnTo>
                  <a:lnTo>
                    <a:pt x="18402" y="3037"/>
                  </a:lnTo>
                  <a:lnTo>
                    <a:pt x="18530" y="2982"/>
                  </a:lnTo>
                  <a:lnTo>
                    <a:pt x="18657" y="2927"/>
                  </a:lnTo>
                  <a:lnTo>
                    <a:pt x="18776" y="2863"/>
                  </a:lnTo>
                  <a:lnTo>
                    <a:pt x="18894" y="2791"/>
                  </a:lnTo>
                  <a:lnTo>
                    <a:pt x="19013" y="2718"/>
                  </a:lnTo>
                  <a:lnTo>
                    <a:pt x="19122" y="2645"/>
                  </a:lnTo>
                  <a:lnTo>
                    <a:pt x="19232" y="2553"/>
                  </a:lnTo>
                  <a:lnTo>
                    <a:pt x="19332" y="2471"/>
                  </a:lnTo>
                  <a:lnTo>
                    <a:pt x="19432" y="2371"/>
                  </a:lnTo>
                  <a:lnTo>
                    <a:pt x="19524" y="2280"/>
                  </a:lnTo>
                  <a:lnTo>
                    <a:pt x="19615" y="2170"/>
                  </a:lnTo>
                  <a:lnTo>
                    <a:pt x="19697" y="2061"/>
                  </a:lnTo>
                  <a:lnTo>
                    <a:pt x="19779" y="1952"/>
                  </a:lnTo>
                  <a:lnTo>
                    <a:pt x="19852" y="1842"/>
                  </a:lnTo>
                  <a:lnTo>
                    <a:pt x="19925" y="1724"/>
                  </a:lnTo>
                  <a:lnTo>
                    <a:pt x="19980" y="1596"/>
                  </a:lnTo>
                  <a:lnTo>
                    <a:pt x="20043" y="1468"/>
                  </a:lnTo>
                  <a:lnTo>
                    <a:pt x="20089" y="1341"/>
                  </a:lnTo>
                  <a:lnTo>
                    <a:pt x="20135" y="1213"/>
                  </a:lnTo>
                  <a:lnTo>
                    <a:pt x="20171" y="1076"/>
                  </a:lnTo>
                  <a:lnTo>
                    <a:pt x="20208" y="939"/>
                  </a:lnTo>
                  <a:lnTo>
                    <a:pt x="20226" y="803"/>
                  </a:lnTo>
                  <a:lnTo>
                    <a:pt x="20244" y="657"/>
                  </a:lnTo>
                  <a:lnTo>
                    <a:pt x="20262" y="511"/>
                  </a:lnTo>
                  <a:lnTo>
                    <a:pt x="20262" y="365"/>
                  </a:lnTo>
                  <a:lnTo>
                    <a:pt x="20262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6;p19">
              <a:extLst>
                <a:ext uri="{FF2B5EF4-FFF2-40B4-BE49-F238E27FC236}">
                  <a16:creationId xmlns:a16="http://schemas.microsoft.com/office/drawing/2014/main" id="{DD310C9D-0E15-D18A-432A-424C5427FDD5}"/>
                </a:ext>
              </a:extLst>
            </p:cNvPr>
            <p:cNvSpPr/>
            <p:nvPr/>
          </p:nvSpPr>
          <p:spPr>
            <a:xfrm>
              <a:off x="922500" y="4342321"/>
              <a:ext cx="1412954" cy="219557"/>
            </a:xfrm>
            <a:custGeom>
              <a:avLst/>
              <a:gdLst/>
              <a:ahLst/>
              <a:cxnLst/>
              <a:rect l="l" t="t" r="r" b="b"/>
              <a:pathLst>
                <a:path w="20600" h="3201" extrusionOk="0">
                  <a:moveTo>
                    <a:pt x="1" y="0"/>
                  </a:moveTo>
                  <a:lnTo>
                    <a:pt x="1" y="365"/>
                  </a:lnTo>
                  <a:lnTo>
                    <a:pt x="10" y="511"/>
                  </a:lnTo>
                  <a:lnTo>
                    <a:pt x="19" y="657"/>
                  </a:lnTo>
                  <a:lnTo>
                    <a:pt x="37" y="803"/>
                  </a:lnTo>
                  <a:lnTo>
                    <a:pt x="55" y="939"/>
                  </a:lnTo>
                  <a:lnTo>
                    <a:pt x="92" y="1076"/>
                  </a:lnTo>
                  <a:lnTo>
                    <a:pt x="128" y="1213"/>
                  </a:lnTo>
                  <a:lnTo>
                    <a:pt x="174" y="1341"/>
                  </a:lnTo>
                  <a:lnTo>
                    <a:pt x="229" y="1468"/>
                  </a:lnTo>
                  <a:lnTo>
                    <a:pt x="283" y="1596"/>
                  </a:lnTo>
                  <a:lnTo>
                    <a:pt x="347" y="1724"/>
                  </a:lnTo>
                  <a:lnTo>
                    <a:pt x="411" y="1842"/>
                  </a:lnTo>
                  <a:lnTo>
                    <a:pt x="484" y="1952"/>
                  </a:lnTo>
                  <a:lnTo>
                    <a:pt x="566" y="2061"/>
                  </a:lnTo>
                  <a:lnTo>
                    <a:pt x="648" y="2170"/>
                  </a:lnTo>
                  <a:lnTo>
                    <a:pt x="739" y="2280"/>
                  </a:lnTo>
                  <a:lnTo>
                    <a:pt x="831" y="2371"/>
                  </a:lnTo>
                  <a:lnTo>
                    <a:pt x="931" y="2471"/>
                  </a:lnTo>
                  <a:lnTo>
                    <a:pt x="1031" y="2553"/>
                  </a:lnTo>
                  <a:lnTo>
                    <a:pt x="1141" y="2645"/>
                  </a:lnTo>
                  <a:lnTo>
                    <a:pt x="1250" y="2718"/>
                  </a:lnTo>
                  <a:lnTo>
                    <a:pt x="1369" y="2791"/>
                  </a:lnTo>
                  <a:lnTo>
                    <a:pt x="1487" y="2863"/>
                  </a:lnTo>
                  <a:lnTo>
                    <a:pt x="1606" y="2927"/>
                  </a:lnTo>
                  <a:lnTo>
                    <a:pt x="1733" y="2982"/>
                  </a:lnTo>
                  <a:lnTo>
                    <a:pt x="1861" y="3037"/>
                  </a:lnTo>
                  <a:lnTo>
                    <a:pt x="1998" y="3073"/>
                  </a:lnTo>
                  <a:lnTo>
                    <a:pt x="2125" y="3119"/>
                  </a:lnTo>
                  <a:lnTo>
                    <a:pt x="2271" y="3146"/>
                  </a:lnTo>
                  <a:lnTo>
                    <a:pt x="2408" y="3173"/>
                  </a:lnTo>
                  <a:lnTo>
                    <a:pt x="2545" y="3192"/>
                  </a:lnTo>
                  <a:lnTo>
                    <a:pt x="2691" y="3201"/>
                  </a:lnTo>
                  <a:lnTo>
                    <a:pt x="20600" y="3201"/>
                  </a:lnTo>
                  <a:lnTo>
                    <a:pt x="20600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7;p19">
              <a:extLst>
                <a:ext uri="{FF2B5EF4-FFF2-40B4-BE49-F238E27FC236}">
                  <a16:creationId xmlns:a16="http://schemas.microsoft.com/office/drawing/2014/main" id="{C94C1C93-63A2-82D3-2FE7-12D155E6785A}"/>
                </a:ext>
              </a:extLst>
            </p:cNvPr>
            <p:cNvSpPr/>
            <p:nvPr/>
          </p:nvSpPr>
          <p:spPr>
            <a:xfrm>
              <a:off x="1548584" y="308768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192" y="0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37" y="110"/>
                  </a:lnTo>
                  <a:lnTo>
                    <a:pt x="19" y="146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8;p19">
              <a:extLst>
                <a:ext uri="{FF2B5EF4-FFF2-40B4-BE49-F238E27FC236}">
                  <a16:creationId xmlns:a16="http://schemas.microsoft.com/office/drawing/2014/main" id="{A5995106-B598-F495-C45D-65BF89363E77}"/>
                </a:ext>
              </a:extLst>
            </p:cNvPr>
            <p:cNvSpPr/>
            <p:nvPr/>
          </p:nvSpPr>
          <p:spPr>
            <a:xfrm>
              <a:off x="1557363" y="3104561"/>
              <a:ext cx="140129" cy="204604"/>
            </a:xfrm>
            <a:custGeom>
              <a:avLst/>
              <a:gdLst/>
              <a:ahLst/>
              <a:cxnLst/>
              <a:rect l="l" t="t" r="r" b="b"/>
              <a:pathLst>
                <a:path w="2043" h="2983" extrusionOk="0">
                  <a:moveTo>
                    <a:pt x="0" y="1"/>
                  </a:moveTo>
                  <a:lnTo>
                    <a:pt x="0" y="1405"/>
                  </a:lnTo>
                  <a:lnTo>
                    <a:pt x="1897" y="2982"/>
                  </a:lnTo>
                  <a:lnTo>
                    <a:pt x="2043" y="2809"/>
                  </a:lnTo>
                  <a:lnTo>
                    <a:pt x="228" y="1295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9;p19">
              <a:extLst>
                <a:ext uri="{FF2B5EF4-FFF2-40B4-BE49-F238E27FC236}">
                  <a16:creationId xmlns:a16="http://schemas.microsoft.com/office/drawing/2014/main" id="{7D4AC682-4E70-D7FB-3376-C6508746DF0D}"/>
                </a:ext>
              </a:extLst>
            </p:cNvPr>
            <p:cNvSpPr/>
            <p:nvPr/>
          </p:nvSpPr>
          <p:spPr>
            <a:xfrm>
              <a:off x="2120208" y="3108333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9"/>
                  </a:lnTo>
                  <a:lnTo>
                    <a:pt x="101" y="46"/>
                  </a:lnTo>
                  <a:lnTo>
                    <a:pt x="65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6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65" y="420"/>
                  </a:lnTo>
                  <a:lnTo>
                    <a:pt x="101" y="456"/>
                  </a:lnTo>
                  <a:lnTo>
                    <a:pt x="147" y="474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66" y="347"/>
                  </a:lnTo>
                  <a:lnTo>
                    <a:pt x="484" y="301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66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0;p19">
              <a:extLst>
                <a:ext uri="{FF2B5EF4-FFF2-40B4-BE49-F238E27FC236}">
                  <a16:creationId xmlns:a16="http://schemas.microsoft.com/office/drawing/2014/main" id="{4120FC38-3028-47AB-E516-048EE2C4122E}"/>
                </a:ext>
              </a:extLst>
            </p:cNvPr>
            <p:cNvSpPr/>
            <p:nvPr/>
          </p:nvSpPr>
          <p:spPr>
            <a:xfrm>
              <a:off x="2058340" y="3125206"/>
              <a:ext cx="86355" cy="203369"/>
            </a:xfrm>
            <a:custGeom>
              <a:avLst/>
              <a:gdLst/>
              <a:ahLst/>
              <a:cxnLst/>
              <a:rect l="l" t="t" r="r" b="b"/>
              <a:pathLst>
                <a:path w="1259" h="2965" extrusionOk="0">
                  <a:moveTo>
                    <a:pt x="1031" y="0"/>
                  </a:moveTo>
                  <a:lnTo>
                    <a:pt x="1031" y="1323"/>
                  </a:lnTo>
                  <a:lnTo>
                    <a:pt x="0" y="2836"/>
                  </a:lnTo>
                  <a:lnTo>
                    <a:pt x="192" y="2964"/>
                  </a:lnTo>
                  <a:lnTo>
                    <a:pt x="1258" y="1396"/>
                  </a:lnTo>
                  <a:lnTo>
                    <a:pt x="12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1;p19">
              <a:extLst>
                <a:ext uri="{FF2B5EF4-FFF2-40B4-BE49-F238E27FC236}">
                  <a16:creationId xmlns:a16="http://schemas.microsoft.com/office/drawing/2014/main" id="{2CF821F9-6C6E-A558-BEA1-B2B0834532CC}"/>
                </a:ext>
              </a:extLst>
            </p:cNvPr>
            <p:cNvSpPr/>
            <p:nvPr/>
          </p:nvSpPr>
          <p:spPr>
            <a:xfrm>
              <a:off x="2156492" y="4058362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47"/>
                  </a:lnTo>
                  <a:lnTo>
                    <a:pt x="484" y="301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2;p19">
              <a:extLst>
                <a:ext uri="{FF2B5EF4-FFF2-40B4-BE49-F238E27FC236}">
                  <a16:creationId xmlns:a16="http://schemas.microsoft.com/office/drawing/2014/main" id="{121F6E9B-745A-9189-7E27-59BCEDDF6859}"/>
                </a:ext>
              </a:extLst>
            </p:cNvPr>
            <p:cNvSpPr/>
            <p:nvPr/>
          </p:nvSpPr>
          <p:spPr>
            <a:xfrm>
              <a:off x="2040782" y="3870702"/>
              <a:ext cx="140198" cy="204604"/>
            </a:xfrm>
            <a:custGeom>
              <a:avLst/>
              <a:gdLst/>
              <a:ahLst/>
              <a:cxnLst/>
              <a:rect l="l" t="t" r="r" b="b"/>
              <a:pathLst>
                <a:path w="2044" h="2983" extrusionOk="0">
                  <a:moveTo>
                    <a:pt x="147" y="1"/>
                  </a:moveTo>
                  <a:lnTo>
                    <a:pt x="1" y="174"/>
                  </a:lnTo>
                  <a:lnTo>
                    <a:pt x="1815" y="1688"/>
                  </a:lnTo>
                  <a:lnTo>
                    <a:pt x="1815" y="2983"/>
                  </a:lnTo>
                  <a:lnTo>
                    <a:pt x="2043" y="2983"/>
                  </a:lnTo>
                  <a:lnTo>
                    <a:pt x="2043" y="1578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43;p19">
              <a:extLst>
                <a:ext uri="{FF2B5EF4-FFF2-40B4-BE49-F238E27FC236}">
                  <a16:creationId xmlns:a16="http://schemas.microsoft.com/office/drawing/2014/main" id="{EA9946D5-C329-80E2-E638-646CDE1AB9C0}"/>
                </a:ext>
              </a:extLst>
            </p:cNvPr>
            <p:cNvSpPr/>
            <p:nvPr/>
          </p:nvSpPr>
          <p:spPr>
            <a:xfrm>
              <a:off x="1314008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44;p19">
              <a:extLst>
                <a:ext uri="{FF2B5EF4-FFF2-40B4-BE49-F238E27FC236}">
                  <a16:creationId xmlns:a16="http://schemas.microsoft.com/office/drawing/2014/main" id="{6B583D39-A9AF-790D-B781-F353BD653A3D}"/>
                </a:ext>
              </a:extLst>
            </p:cNvPr>
            <p:cNvSpPr/>
            <p:nvPr/>
          </p:nvSpPr>
          <p:spPr>
            <a:xfrm>
              <a:off x="1323405" y="3525493"/>
              <a:ext cx="210846" cy="96986"/>
            </a:xfrm>
            <a:custGeom>
              <a:avLst/>
              <a:gdLst/>
              <a:ahLst/>
              <a:cxnLst/>
              <a:rect l="l" t="t" r="r" b="b"/>
              <a:pathLst>
                <a:path w="3074" h="1414" extrusionOk="0">
                  <a:moveTo>
                    <a:pt x="1" y="0"/>
                  </a:moveTo>
                  <a:lnTo>
                    <a:pt x="1" y="228"/>
                  </a:lnTo>
                  <a:lnTo>
                    <a:pt x="1724" y="228"/>
                  </a:lnTo>
                  <a:lnTo>
                    <a:pt x="2910" y="1414"/>
                  </a:lnTo>
                  <a:lnTo>
                    <a:pt x="3074" y="1250"/>
                  </a:lnTo>
                  <a:lnTo>
                    <a:pt x="1824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5;p19">
              <a:extLst>
                <a:ext uri="{FF2B5EF4-FFF2-40B4-BE49-F238E27FC236}">
                  <a16:creationId xmlns:a16="http://schemas.microsoft.com/office/drawing/2014/main" id="{4B01E878-17AD-6C80-62E7-65096DE763A3}"/>
                </a:ext>
              </a:extLst>
            </p:cNvPr>
            <p:cNvSpPr/>
            <p:nvPr/>
          </p:nvSpPr>
          <p:spPr>
            <a:xfrm>
              <a:off x="1529791" y="3895737"/>
              <a:ext cx="209611" cy="206456"/>
            </a:xfrm>
            <a:custGeom>
              <a:avLst/>
              <a:gdLst/>
              <a:ahLst/>
              <a:cxnLst/>
              <a:rect l="l" t="t" r="r" b="b"/>
              <a:pathLst>
                <a:path w="3056" h="3010" extrusionOk="0">
                  <a:moveTo>
                    <a:pt x="2983" y="1"/>
                  </a:moveTo>
                  <a:lnTo>
                    <a:pt x="1" y="1004"/>
                  </a:lnTo>
                  <a:lnTo>
                    <a:pt x="1" y="3010"/>
                  </a:lnTo>
                  <a:lnTo>
                    <a:pt x="229" y="3010"/>
                  </a:lnTo>
                  <a:lnTo>
                    <a:pt x="229" y="1177"/>
                  </a:lnTo>
                  <a:lnTo>
                    <a:pt x="3056" y="219"/>
                  </a:lnTo>
                  <a:lnTo>
                    <a:pt x="298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6;p19">
              <a:extLst>
                <a:ext uri="{FF2B5EF4-FFF2-40B4-BE49-F238E27FC236}">
                  <a16:creationId xmlns:a16="http://schemas.microsoft.com/office/drawing/2014/main" id="{9F0AFCFD-EB01-1A65-0313-16725FEFC6DA}"/>
                </a:ext>
              </a:extLst>
            </p:cNvPr>
            <p:cNvSpPr/>
            <p:nvPr/>
          </p:nvSpPr>
          <p:spPr>
            <a:xfrm>
              <a:off x="2175285" y="3712467"/>
              <a:ext cx="233960" cy="130801"/>
            </a:xfrm>
            <a:custGeom>
              <a:avLst/>
              <a:gdLst/>
              <a:ahLst/>
              <a:cxnLst/>
              <a:rect l="l" t="t" r="r" b="b"/>
              <a:pathLst>
                <a:path w="3411" h="1907" extrusionOk="0">
                  <a:moveTo>
                    <a:pt x="155" y="1"/>
                  </a:moveTo>
                  <a:lnTo>
                    <a:pt x="0" y="165"/>
                  </a:lnTo>
                  <a:lnTo>
                    <a:pt x="1742" y="1907"/>
                  </a:lnTo>
                  <a:lnTo>
                    <a:pt x="3411" y="1907"/>
                  </a:lnTo>
                  <a:lnTo>
                    <a:pt x="3411" y="1679"/>
                  </a:lnTo>
                  <a:lnTo>
                    <a:pt x="1833" y="167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7;p19">
              <a:extLst>
                <a:ext uri="{FF2B5EF4-FFF2-40B4-BE49-F238E27FC236}">
                  <a16:creationId xmlns:a16="http://schemas.microsoft.com/office/drawing/2014/main" id="{F2BE8B9C-25A5-472E-BB6D-8C030A8852A3}"/>
                </a:ext>
              </a:extLst>
            </p:cNvPr>
            <p:cNvSpPr/>
            <p:nvPr/>
          </p:nvSpPr>
          <p:spPr>
            <a:xfrm>
              <a:off x="2179058" y="3444146"/>
              <a:ext cx="250216" cy="80799"/>
            </a:xfrm>
            <a:custGeom>
              <a:avLst/>
              <a:gdLst/>
              <a:ahLst/>
              <a:cxnLst/>
              <a:rect l="l" t="t" r="r" b="b"/>
              <a:pathLst>
                <a:path w="3648" h="1178" extrusionOk="0">
                  <a:moveTo>
                    <a:pt x="1705" y="1"/>
                  </a:moveTo>
                  <a:lnTo>
                    <a:pt x="1687" y="19"/>
                  </a:lnTo>
                  <a:lnTo>
                    <a:pt x="976" y="420"/>
                  </a:lnTo>
                  <a:lnTo>
                    <a:pt x="456" y="721"/>
                  </a:lnTo>
                  <a:lnTo>
                    <a:pt x="137" y="922"/>
                  </a:lnTo>
                  <a:lnTo>
                    <a:pt x="46" y="986"/>
                  </a:lnTo>
                  <a:lnTo>
                    <a:pt x="0" y="1022"/>
                  </a:lnTo>
                  <a:lnTo>
                    <a:pt x="182" y="1168"/>
                  </a:lnTo>
                  <a:lnTo>
                    <a:pt x="173" y="1177"/>
                  </a:lnTo>
                  <a:lnTo>
                    <a:pt x="237" y="1132"/>
                  </a:lnTo>
                  <a:lnTo>
                    <a:pt x="356" y="1059"/>
                  </a:lnTo>
                  <a:lnTo>
                    <a:pt x="729" y="831"/>
                  </a:lnTo>
                  <a:lnTo>
                    <a:pt x="1769" y="238"/>
                  </a:lnTo>
                  <a:lnTo>
                    <a:pt x="3647" y="238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8;p19">
              <a:extLst>
                <a:ext uri="{FF2B5EF4-FFF2-40B4-BE49-F238E27FC236}">
                  <a16:creationId xmlns:a16="http://schemas.microsoft.com/office/drawing/2014/main" id="{938AF3EF-2CA2-B258-8B87-58602E80CC9D}"/>
                </a:ext>
              </a:extLst>
            </p:cNvPr>
            <p:cNvSpPr/>
            <p:nvPr/>
          </p:nvSpPr>
          <p:spPr>
            <a:xfrm>
              <a:off x="2407941" y="3437287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192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9;p19">
              <a:extLst>
                <a:ext uri="{FF2B5EF4-FFF2-40B4-BE49-F238E27FC236}">
                  <a16:creationId xmlns:a16="http://schemas.microsoft.com/office/drawing/2014/main" id="{D792AA8B-126A-4748-6323-51A2940B7646}"/>
                </a:ext>
              </a:extLst>
            </p:cNvPr>
            <p:cNvSpPr/>
            <p:nvPr/>
          </p:nvSpPr>
          <p:spPr>
            <a:xfrm>
              <a:off x="2391068" y="381816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56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93"/>
                  </a:lnTo>
                  <a:lnTo>
                    <a:pt x="73" y="429"/>
                  </a:lnTo>
                  <a:lnTo>
                    <a:pt x="110" y="45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84" y="302"/>
                  </a:lnTo>
                  <a:lnTo>
                    <a:pt x="493" y="256"/>
                  </a:lnTo>
                  <a:lnTo>
                    <a:pt x="484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28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0;p19">
              <a:extLst>
                <a:ext uri="{FF2B5EF4-FFF2-40B4-BE49-F238E27FC236}">
                  <a16:creationId xmlns:a16="http://schemas.microsoft.com/office/drawing/2014/main" id="{06549CC1-059A-7366-6C36-ED5BB77214EB}"/>
                </a:ext>
              </a:extLst>
            </p:cNvPr>
            <p:cNvSpPr/>
            <p:nvPr/>
          </p:nvSpPr>
          <p:spPr>
            <a:xfrm>
              <a:off x="1521080" y="407523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01" y="44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65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1;p19">
              <a:extLst>
                <a:ext uri="{FF2B5EF4-FFF2-40B4-BE49-F238E27FC236}">
                  <a16:creationId xmlns:a16="http://schemas.microsoft.com/office/drawing/2014/main" id="{36849A13-89D6-9270-D642-73AD5AE3787F}"/>
                </a:ext>
              </a:extLst>
            </p:cNvPr>
            <p:cNvSpPr/>
            <p:nvPr/>
          </p:nvSpPr>
          <p:spPr>
            <a:xfrm>
              <a:off x="1443505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4551" y="1"/>
                  </a:moveTo>
                  <a:lnTo>
                    <a:pt x="4396" y="10"/>
                  </a:lnTo>
                  <a:lnTo>
                    <a:pt x="4259" y="28"/>
                  </a:lnTo>
                  <a:lnTo>
                    <a:pt x="4113" y="64"/>
                  </a:lnTo>
                  <a:lnTo>
                    <a:pt x="3985" y="110"/>
                  </a:lnTo>
                  <a:lnTo>
                    <a:pt x="3858" y="174"/>
                  </a:lnTo>
                  <a:lnTo>
                    <a:pt x="3739" y="247"/>
                  </a:lnTo>
                  <a:lnTo>
                    <a:pt x="3621" y="329"/>
                  </a:lnTo>
                  <a:lnTo>
                    <a:pt x="3520" y="420"/>
                  </a:lnTo>
                  <a:lnTo>
                    <a:pt x="3429" y="520"/>
                  </a:lnTo>
                  <a:lnTo>
                    <a:pt x="3347" y="639"/>
                  </a:lnTo>
                  <a:lnTo>
                    <a:pt x="3265" y="757"/>
                  </a:lnTo>
                  <a:lnTo>
                    <a:pt x="3210" y="876"/>
                  </a:lnTo>
                  <a:lnTo>
                    <a:pt x="3156" y="1013"/>
                  </a:lnTo>
                  <a:lnTo>
                    <a:pt x="3119" y="1149"/>
                  </a:lnTo>
                  <a:lnTo>
                    <a:pt x="3092" y="1295"/>
                  </a:lnTo>
                  <a:lnTo>
                    <a:pt x="3083" y="1441"/>
                  </a:lnTo>
                  <a:lnTo>
                    <a:pt x="2900" y="1414"/>
                  </a:lnTo>
                  <a:lnTo>
                    <a:pt x="2709" y="1405"/>
                  </a:lnTo>
                  <a:lnTo>
                    <a:pt x="2499" y="1414"/>
                  </a:lnTo>
                  <a:lnTo>
                    <a:pt x="2298" y="1450"/>
                  </a:lnTo>
                  <a:lnTo>
                    <a:pt x="2098" y="1496"/>
                  </a:lnTo>
                  <a:lnTo>
                    <a:pt x="1906" y="1569"/>
                  </a:lnTo>
                  <a:lnTo>
                    <a:pt x="1724" y="1660"/>
                  </a:lnTo>
                  <a:lnTo>
                    <a:pt x="1551" y="1760"/>
                  </a:lnTo>
                  <a:lnTo>
                    <a:pt x="1396" y="1879"/>
                  </a:lnTo>
                  <a:lnTo>
                    <a:pt x="1241" y="2016"/>
                  </a:lnTo>
                  <a:lnTo>
                    <a:pt x="1113" y="2162"/>
                  </a:lnTo>
                  <a:lnTo>
                    <a:pt x="994" y="2326"/>
                  </a:lnTo>
                  <a:lnTo>
                    <a:pt x="885" y="2490"/>
                  </a:lnTo>
                  <a:lnTo>
                    <a:pt x="803" y="2672"/>
                  </a:lnTo>
                  <a:lnTo>
                    <a:pt x="730" y="2864"/>
                  </a:lnTo>
                  <a:lnTo>
                    <a:pt x="675" y="3064"/>
                  </a:lnTo>
                  <a:lnTo>
                    <a:pt x="648" y="3274"/>
                  </a:lnTo>
                  <a:lnTo>
                    <a:pt x="639" y="3484"/>
                  </a:lnTo>
                  <a:lnTo>
                    <a:pt x="639" y="3621"/>
                  </a:lnTo>
                  <a:lnTo>
                    <a:pt x="657" y="3766"/>
                  </a:lnTo>
                  <a:lnTo>
                    <a:pt x="675" y="3894"/>
                  </a:lnTo>
                  <a:lnTo>
                    <a:pt x="712" y="4031"/>
                  </a:lnTo>
                  <a:lnTo>
                    <a:pt x="748" y="4159"/>
                  </a:lnTo>
                  <a:lnTo>
                    <a:pt x="794" y="4286"/>
                  </a:lnTo>
                  <a:lnTo>
                    <a:pt x="858" y="4405"/>
                  </a:lnTo>
                  <a:lnTo>
                    <a:pt x="912" y="4523"/>
                  </a:lnTo>
                  <a:lnTo>
                    <a:pt x="849" y="4642"/>
                  </a:lnTo>
                  <a:lnTo>
                    <a:pt x="794" y="4760"/>
                  </a:lnTo>
                  <a:lnTo>
                    <a:pt x="739" y="4888"/>
                  </a:lnTo>
                  <a:lnTo>
                    <a:pt x="703" y="5016"/>
                  </a:lnTo>
                  <a:lnTo>
                    <a:pt x="666" y="5143"/>
                  </a:lnTo>
                  <a:lnTo>
                    <a:pt x="639" y="5280"/>
                  </a:lnTo>
                  <a:lnTo>
                    <a:pt x="630" y="5417"/>
                  </a:lnTo>
                  <a:lnTo>
                    <a:pt x="621" y="5563"/>
                  </a:lnTo>
                  <a:lnTo>
                    <a:pt x="621" y="5608"/>
                  </a:lnTo>
                  <a:lnTo>
                    <a:pt x="484" y="5745"/>
                  </a:lnTo>
                  <a:lnTo>
                    <a:pt x="365" y="5900"/>
                  </a:lnTo>
                  <a:lnTo>
                    <a:pt x="256" y="6064"/>
                  </a:lnTo>
                  <a:lnTo>
                    <a:pt x="165" y="6247"/>
                  </a:lnTo>
                  <a:lnTo>
                    <a:pt x="101" y="6429"/>
                  </a:lnTo>
                  <a:lnTo>
                    <a:pt x="46" y="6630"/>
                  </a:lnTo>
                  <a:lnTo>
                    <a:pt x="10" y="6830"/>
                  </a:lnTo>
                  <a:lnTo>
                    <a:pt x="1" y="6931"/>
                  </a:lnTo>
                  <a:lnTo>
                    <a:pt x="1" y="7040"/>
                  </a:lnTo>
                  <a:lnTo>
                    <a:pt x="10" y="7168"/>
                  </a:lnTo>
                  <a:lnTo>
                    <a:pt x="19" y="7295"/>
                  </a:lnTo>
                  <a:lnTo>
                    <a:pt x="37" y="7414"/>
                  </a:lnTo>
                  <a:lnTo>
                    <a:pt x="64" y="7532"/>
                  </a:lnTo>
                  <a:lnTo>
                    <a:pt x="101" y="7651"/>
                  </a:lnTo>
                  <a:lnTo>
                    <a:pt x="137" y="7770"/>
                  </a:lnTo>
                  <a:lnTo>
                    <a:pt x="192" y="7879"/>
                  </a:lnTo>
                  <a:lnTo>
                    <a:pt x="247" y="7988"/>
                  </a:lnTo>
                  <a:lnTo>
                    <a:pt x="311" y="8089"/>
                  </a:lnTo>
                  <a:lnTo>
                    <a:pt x="374" y="8189"/>
                  </a:lnTo>
                  <a:lnTo>
                    <a:pt x="447" y="8280"/>
                  </a:lnTo>
                  <a:lnTo>
                    <a:pt x="529" y="8371"/>
                  </a:lnTo>
                  <a:lnTo>
                    <a:pt x="611" y="8453"/>
                  </a:lnTo>
                  <a:lnTo>
                    <a:pt x="703" y="8535"/>
                  </a:lnTo>
                  <a:lnTo>
                    <a:pt x="794" y="8608"/>
                  </a:lnTo>
                  <a:lnTo>
                    <a:pt x="894" y="8681"/>
                  </a:lnTo>
                  <a:lnTo>
                    <a:pt x="867" y="8836"/>
                  </a:lnTo>
                  <a:lnTo>
                    <a:pt x="867" y="9001"/>
                  </a:lnTo>
                  <a:lnTo>
                    <a:pt x="876" y="9192"/>
                  </a:lnTo>
                  <a:lnTo>
                    <a:pt x="903" y="9384"/>
                  </a:lnTo>
                  <a:lnTo>
                    <a:pt x="949" y="9566"/>
                  </a:lnTo>
                  <a:lnTo>
                    <a:pt x="1004" y="9739"/>
                  </a:lnTo>
                  <a:lnTo>
                    <a:pt x="1086" y="9903"/>
                  </a:lnTo>
                  <a:lnTo>
                    <a:pt x="1177" y="10067"/>
                  </a:lnTo>
                  <a:lnTo>
                    <a:pt x="1286" y="10213"/>
                  </a:lnTo>
                  <a:lnTo>
                    <a:pt x="1405" y="10350"/>
                  </a:lnTo>
                  <a:lnTo>
                    <a:pt x="1532" y="10478"/>
                  </a:lnTo>
                  <a:lnTo>
                    <a:pt x="1678" y="10587"/>
                  </a:lnTo>
                  <a:lnTo>
                    <a:pt x="1824" y="10687"/>
                  </a:lnTo>
                  <a:lnTo>
                    <a:pt x="1988" y="10779"/>
                  </a:lnTo>
                  <a:lnTo>
                    <a:pt x="2162" y="10852"/>
                  </a:lnTo>
                  <a:lnTo>
                    <a:pt x="2335" y="10906"/>
                  </a:lnTo>
                  <a:lnTo>
                    <a:pt x="2526" y="10943"/>
                  </a:lnTo>
                  <a:lnTo>
                    <a:pt x="2718" y="10961"/>
                  </a:lnTo>
                  <a:lnTo>
                    <a:pt x="2754" y="11098"/>
                  </a:lnTo>
                  <a:lnTo>
                    <a:pt x="2800" y="11225"/>
                  </a:lnTo>
                  <a:lnTo>
                    <a:pt x="2864" y="11353"/>
                  </a:lnTo>
                  <a:lnTo>
                    <a:pt x="2937" y="11472"/>
                  </a:lnTo>
                  <a:lnTo>
                    <a:pt x="3010" y="11581"/>
                  </a:lnTo>
                  <a:lnTo>
                    <a:pt x="3101" y="11691"/>
                  </a:lnTo>
                  <a:lnTo>
                    <a:pt x="3192" y="11782"/>
                  </a:lnTo>
                  <a:lnTo>
                    <a:pt x="3301" y="11873"/>
                  </a:lnTo>
                  <a:lnTo>
                    <a:pt x="3411" y="11955"/>
                  </a:lnTo>
                  <a:lnTo>
                    <a:pt x="3529" y="12028"/>
                  </a:lnTo>
                  <a:lnTo>
                    <a:pt x="3648" y="12092"/>
                  </a:lnTo>
                  <a:lnTo>
                    <a:pt x="3776" y="12137"/>
                  </a:lnTo>
                  <a:lnTo>
                    <a:pt x="3912" y="12183"/>
                  </a:lnTo>
                  <a:lnTo>
                    <a:pt x="4049" y="12210"/>
                  </a:lnTo>
                  <a:lnTo>
                    <a:pt x="4195" y="12229"/>
                  </a:lnTo>
                  <a:lnTo>
                    <a:pt x="4341" y="12238"/>
                  </a:lnTo>
                  <a:lnTo>
                    <a:pt x="4505" y="12229"/>
                  </a:lnTo>
                  <a:lnTo>
                    <a:pt x="4678" y="12201"/>
                  </a:lnTo>
                  <a:lnTo>
                    <a:pt x="4833" y="12165"/>
                  </a:lnTo>
                  <a:lnTo>
                    <a:pt x="4988" y="12110"/>
                  </a:lnTo>
                  <a:lnTo>
                    <a:pt x="5134" y="12037"/>
                  </a:lnTo>
                  <a:lnTo>
                    <a:pt x="5271" y="11955"/>
                  </a:lnTo>
                  <a:lnTo>
                    <a:pt x="5399" y="11855"/>
                  </a:lnTo>
                  <a:lnTo>
                    <a:pt x="5517" y="11745"/>
                  </a:lnTo>
                  <a:lnTo>
                    <a:pt x="5627" y="11627"/>
                  </a:lnTo>
                  <a:lnTo>
                    <a:pt x="5727" y="11499"/>
                  </a:lnTo>
                  <a:lnTo>
                    <a:pt x="5809" y="11362"/>
                  </a:lnTo>
                  <a:lnTo>
                    <a:pt x="5882" y="11216"/>
                  </a:lnTo>
                  <a:lnTo>
                    <a:pt x="5937" y="11061"/>
                  </a:lnTo>
                  <a:lnTo>
                    <a:pt x="5973" y="10906"/>
                  </a:lnTo>
                  <a:lnTo>
                    <a:pt x="6001" y="10733"/>
                  </a:lnTo>
                  <a:lnTo>
                    <a:pt x="6010" y="10569"/>
                  </a:lnTo>
                  <a:lnTo>
                    <a:pt x="6010" y="1459"/>
                  </a:lnTo>
                  <a:lnTo>
                    <a:pt x="6001" y="1314"/>
                  </a:lnTo>
                  <a:lnTo>
                    <a:pt x="5982" y="1168"/>
                  </a:lnTo>
                  <a:lnTo>
                    <a:pt x="5946" y="1031"/>
                  </a:lnTo>
                  <a:lnTo>
                    <a:pt x="5891" y="894"/>
                  </a:lnTo>
                  <a:lnTo>
                    <a:pt x="5836" y="766"/>
                  </a:lnTo>
                  <a:lnTo>
                    <a:pt x="5763" y="648"/>
                  </a:lnTo>
                  <a:lnTo>
                    <a:pt x="5672" y="529"/>
                  </a:lnTo>
                  <a:lnTo>
                    <a:pt x="5581" y="429"/>
                  </a:lnTo>
                  <a:lnTo>
                    <a:pt x="5481" y="338"/>
                  </a:lnTo>
                  <a:lnTo>
                    <a:pt x="5362" y="247"/>
                  </a:lnTo>
                  <a:lnTo>
                    <a:pt x="5244" y="174"/>
                  </a:lnTo>
                  <a:lnTo>
                    <a:pt x="5116" y="119"/>
                  </a:lnTo>
                  <a:lnTo>
                    <a:pt x="4979" y="64"/>
                  </a:lnTo>
                  <a:lnTo>
                    <a:pt x="4843" y="28"/>
                  </a:lnTo>
                  <a:lnTo>
                    <a:pt x="4697" y="10"/>
                  </a:lnTo>
                  <a:lnTo>
                    <a:pt x="45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52;p19">
              <a:extLst>
                <a:ext uri="{FF2B5EF4-FFF2-40B4-BE49-F238E27FC236}">
                  <a16:creationId xmlns:a16="http://schemas.microsoft.com/office/drawing/2014/main" id="{D9E83C61-502D-1F69-F0BD-522D017EF960}"/>
                </a:ext>
              </a:extLst>
            </p:cNvPr>
            <p:cNvSpPr/>
            <p:nvPr/>
          </p:nvSpPr>
          <p:spPr>
            <a:xfrm>
              <a:off x="1882546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1469" y="1"/>
                  </a:moveTo>
                  <a:lnTo>
                    <a:pt x="1314" y="10"/>
                  </a:lnTo>
                  <a:lnTo>
                    <a:pt x="1168" y="28"/>
                  </a:lnTo>
                  <a:lnTo>
                    <a:pt x="1031" y="64"/>
                  </a:lnTo>
                  <a:lnTo>
                    <a:pt x="894" y="119"/>
                  </a:lnTo>
                  <a:lnTo>
                    <a:pt x="767" y="174"/>
                  </a:lnTo>
                  <a:lnTo>
                    <a:pt x="648" y="247"/>
                  </a:lnTo>
                  <a:lnTo>
                    <a:pt x="539" y="338"/>
                  </a:lnTo>
                  <a:lnTo>
                    <a:pt x="429" y="429"/>
                  </a:lnTo>
                  <a:lnTo>
                    <a:pt x="338" y="529"/>
                  </a:lnTo>
                  <a:lnTo>
                    <a:pt x="256" y="648"/>
                  </a:lnTo>
                  <a:lnTo>
                    <a:pt x="183" y="766"/>
                  </a:lnTo>
                  <a:lnTo>
                    <a:pt x="119" y="894"/>
                  </a:lnTo>
                  <a:lnTo>
                    <a:pt x="74" y="1031"/>
                  </a:lnTo>
                  <a:lnTo>
                    <a:pt x="37" y="1168"/>
                  </a:lnTo>
                  <a:lnTo>
                    <a:pt x="10" y="1314"/>
                  </a:lnTo>
                  <a:lnTo>
                    <a:pt x="1" y="1459"/>
                  </a:lnTo>
                  <a:lnTo>
                    <a:pt x="1" y="10569"/>
                  </a:lnTo>
                  <a:lnTo>
                    <a:pt x="10" y="10733"/>
                  </a:lnTo>
                  <a:lnTo>
                    <a:pt x="37" y="10906"/>
                  </a:lnTo>
                  <a:lnTo>
                    <a:pt x="83" y="11061"/>
                  </a:lnTo>
                  <a:lnTo>
                    <a:pt x="138" y="11216"/>
                  </a:lnTo>
                  <a:lnTo>
                    <a:pt x="201" y="11362"/>
                  </a:lnTo>
                  <a:lnTo>
                    <a:pt x="293" y="11499"/>
                  </a:lnTo>
                  <a:lnTo>
                    <a:pt x="384" y="11627"/>
                  </a:lnTo>
                  <a:lnTo>
                    <a:pt x="493" y="11745"/>
                  </a:lnTo>
                  <a:lnTo>
                    <a:pt x="612" y="11855"/>
                  </a:lnTo>
                  <a:lnTo>
                    <a:pt x="739" y="11955"/>
                  </a:lnTo>
                  <a:lnTo>
                    <a:pt x="876" y="12037"/>
                  </a:lnTo>
                  <a:lnTo>
                    <a:pt x="1022" y="12110"/>
                  </a:lnTo>
                  <a:lnTo>
                    <a:pt x="1177" y="12165"/>
                  </a:lnTo>
                  <a:lnTo>
                    <a:pt x="1341" y="12201"/>
                  </a:lnTo>
                  <a:lnTo>
                    <a:pt x="1505" y="12229"/>
                  </a:lnTo>
                  <a:lnTo>
                    <a:pt x="1679" y="12238"/>
                  </a:lnTo>
                  <a:lnTo>
                    <a:pt x="1825" y="12229"/>
                  </a:lnTo>
                  <a:lnTo>
                    <a:pt x="1961" y="12210"/>
                  </a:lnTo>
                  <a:lnTo>
                    <a:pt x="2098" y="12183"/>
                  </a:lnTo>
                  <a:lnTo>
                    <a:pt x="2235" y="12137"/>
                  </a:lnTo>
                  <a:lnTo>
                    <a:pt x="2363" y="12092"/>
                  </a:lnTo>
                  <a:lnTo>
                    <a:pt x="2490" y="12028"/>
                  </a:lnTo>
                  <a:lnTo>
                    <a:pt x="2609" y="11955"/>
                  </a:lnTo>
                  <a:lnTo>
                    <a:pt x="2718" y="11873"/>
                  </a:lnTo>
                  <a:lnTo>
                    <a:pt x="2818" y="11782"/>
                  </a:lnTo>
                  <a:lnTo>
                    <a:pt x="2919" y="11691"/>
                  </a:lnTo>
                  <a:lnTo>
                    <a:pt x="3001" y="11581"/>
                  </a:lnTo>
                  <a:lnTo>
                    <a:pt x="3083" y="11472"/>
                  </a:lnTo>
                  <a:lnTo>
                    <a:pt x="3147" y="11353"/>
                  </a:lnTo>
                  <a:lnTo>
                    <a:pt x="3211" y="11225"/>
                  </a:lnTo>
                  <a:lnTo>
                    <a:pt x="3256" y="11098"/>
                  </a:lnTo>
                  <a:lnTo>
                    <a:pt x="3302" y="10961"/>
                  </a:lnTo>
                  <a:lnTo>
                    <a:pt x="3493" y="10943"/>
                  </a:lnTo>
                  <a:lnTo>
                    <a:pt x="3676" y="10906"/>
                  </a:lnTo>
                  <a:lnTo>
                    <a:pt x="3849" y="10852"/>
                  </a:lnTo>
                  <a:lnTo>
                    <a:pt x="4022" y="10779"/>
                  </a:lnTo>
                  <a:lnTo>
                    <a:pt x="4186" y="10687"/>
                  </a:lnTo>
                  <a:lnTo>
                    <a:pt x="4341" y="10587"/>
                  </a:lnTo>
                  <a:lnTo>
                    <a:pt x="4478" y="10478"/>
                  </a:lnTo>
                  <a:lnTo>
                    <a:pt x="4615" y="10350"/>
                  </a:lnTo>
                  <a:lnTo>
                    <a:pt x="4733" y="10213"/>
                  </a:lnTo>
                  <a:lnTo>
                    <a:pt x="4834" y="10067"/>
                  </a:lnTo>
                  <a:lnTo>
                    <a:pt x="4925" y="9903"/>
                  </a:lnTo>
                  <a:lnTo>
                    <a:pt x="5007" y="9739"/>
                  </a:lnTo>
                  <a:lnTo>
                    <a:pt x="5071" y="9566"/>
                  </a:lnTo>
                  <a:lnTo>
                    <a:pt x="5116" y="9384"/>
                  </a:lnTo>
                  <a:lnTo>
                    <a:pt x="5144" y="9192"/>
                  </a:lnTo>
                  <a:lnTo>
                    <a:pt x="5153" y="9001"/>
                  </a:lnTo>
                  <a:lnTo>
                    <a:pt x="5144" y="8836"/>
                  </a:lnTo>
                  <a:lnTo>
                    <a:pt x="5125" y="8681"/>
                  </a:lnTo>
                  <a:lnTo>
                    <a:pt x="5226" y="8608"/>
                  </a:lnTo>
                  <a:lnTo>
                    <a:pt x="5317" y="8535"/>
                  </a:lnTo>
                  <a:lnTo>
                    <a:pt x="5408" y="8453"/>
                  </a:lnTo>
                  <a:lnTo>
                    <a:pt x="5490" y="8371"/>
                  </a:lnTo>
                  <a:lnTo>
                    <a:pt x="5563" y="8280"/>
                  </a:lnTo>
                  <a:lnTo>
                    <a:pt x="5636" y="8189"/>
                  </a:lnTo>
                  <a:lnTo>
                    <a:pt x="5709" y="8089"/>
                  </a:lnTo>
                  <a:lnTo>
                    <a:pt x="5773" y="7988"/>
                  </a:lnTo>
                  <a:lnTo>
                    <a:pt x="5828" y="7879"/>
                  </a:lnTo>
                  <a:lnTo>
                    <a:pt x="5873" y="7770"/>
                  </a:lnTo>
                  <a:lnTo>
                    <a:pt x="5910" y="7651"/>
                  </a:lnTo>
                  <a:lnTo>
                    <a:pt x="5946" y="7532"/>
                  </a:lnTo>
                  <a:lnTo>
                    <a:pt x="5973" y="7414"/>
                  </a:lnTo>
                  <a:lnTo>
                    <a:pt x="6001" y="7295"/>
                  </a:lnTo>
                  <a:lnTo>
                    <a:pt x="6010" y="7168"/>
                  </a:lnTo>
                  <a:lnTo>
                    <a:pt x="6010" y="7040"/>
                  </a:lnTo>
                  <a:lnTo>
                    <a:pt x="6010" y="6931"/>
                  </a:lnTo>
                  <a:lnTo>
                    <a:pt x="6001" y="6830"/>
                  </a:lnTo>
                  <a:lnTo>
                    <a:pt x="5973" y="6630"/>
                  </a:lnTo>
                  <a:lnTo>
                    <a:pt x="5919" y="6429"/>
                  </a:lnTo>
                  <a:lnTo>
                    <a:pt x="5846" y="6247"/>
                  </a:lnTo>
                  <a:lnTo>
                    <a:pt x="5755" y="6064"/>
                  </a:lnTo>
                  <a:lnTo>
                    <a:pt x="5654" y="5900"/>
                  </a:lnTo>
                  <a:lnTo>
                    <a:pt x="5527" y="5745"/>
                  </a:lnTo>
                  <a:lnTo>
                    <a:pt x="5390" y="5608"/>
                  </a:lnTo>
                  <a:lnTo>
                    <a:pt x="5390" y="5563"/>
                  </a:lnTo>
                  <a:lnTo>
                    <a:pt x="5390" y="5417"/>
                  </a:lnTo>
                  <a:lnTo>
                    <a:pt x="5372" y="5280"/>
                  </a:lnTo>
                  <a:lnTo>
                    <a:pt x="5353" y="5143"/>
                  </a:lnTo>
                  <a:lnTo>
                    <a:pt x="5317" y="5016"/>
                  </a:lnTo>
                  <a:lnTo>
                    <a:pt x="5271" y="4888"/>
                  </a:lnTo>
                  <a:lnTo>
                    <a:pt x="5226" y="4760"/>
                  </a:lnTo>
                  <a:lnTo>
                    <a:pt x="5162" y="4642"/>
                  </a:lnTo>
                  <a:lnTo>
                    <a:pt x="5098" y="4523"/>
                  </a:lnTo>
                  <a:lnTo>
                    <a:pt x="5162" y="4405"/>
                  </a:lnTo>
                  <a:lnTo>
                    <a:pt x="5217" y="4286"/>
                  </a:lnTo>
                  <a:lnTo>
                    <a:pt x="5262" y="4159"/>
                  </a:lnTo>
                  <a:lnTo>
                    <a:pt x="5308" y="4031"/>
                  </a:lnTo>
                  <a:lnTo>
                    <a:pt x="5335" y="3894"/>
                  </a:lnTo>
                  <a:lnTo>
                    <a:pt x="5363" y="3766"/>
                  </a:lnTo>
                  <a:lnTo>
                    <a:pt x="5372" y="3621"/>
                  </a:lnTo>
                  <a:lnTo>
                    <a:pt x="5381" y="3484"/>
                  </a:lnTo>
                  <a:lnTo>
                    <a:pt x="5363" y="3274"/>
                  </a:lnTo>
                  <a:lnTo>
                    <a:pt x="5335" y="3064"/>
                  </a:lnTo>
                  <a:lnTo>
                    <a:pt x="5280" y="2864"/>
                  </a:lnTo>
                  <a:lnTo>
                    <a:pt x="5217" y="2672"/>
                  </a:lnTo>
                  <a:lnTo>
                    <a:pt x="5125" y="2490"/>
                  </a:lnTo>
                  <a:lnTo>
                    <a:pt x="5025" y="2326"/>
                  </a:lnTo>
                  <a:lnTo>
                    <a:pt x="4907" y="2162"/>
                  </a:lnTo>
                  <a:lnTo>
                    <a:pt x="4770" y="2016"/>
                  </a:lnTo>
                  <a:lnTo>
                    <a:pt x="4624" y="1879"/>
                  </a:lnTo>
                  <a:lnTo>
                    <a:pt x="4460" y="1760"/>
                  </a:lnTo>
                  <a:lnTo>
                    <a:pt x="4287" y="1660"/>
                  </a:lnTo>
                  <a:lnTo>
                    <a:pt x="4113" y="1569"/>
                  </a:lnTo>
                  <a:lnTo>
                    <a:pt x="3922" y="1496"/>
                  </a:lnTo>
                  <a:lnTo>
                    <a:pt x="3721" y="1450"/>
                  </a:lnTo>
                  <a:lnTo>
                    <a:pt x="3511" y="1414"/>
                  </a:lnTo>
                  <a:lnTo>
                    <a:pt x="3302" y="1405"/>
                  </a:lnTo>
                  <a:lnTo>
                    <a:pt x="3110" y="1414"/>
                  </a:lnTo>
                  <a:lnTo>
                    <a:pt x="2928" y="1441"/>
                  </a:lnTo>
                  <a:lnTo>
                    <a:pt x="2919" y="1295"/>
                  </a:lnTo>
                  <a:lnTo>
                    <a:pt x="2891" y="1149"/>
                  </a:lnTo>
                  <a:lnTo>
                    <a:pt x="2855" y="1013"/>
                  </a:lnTo>
                  <a:lnTo>
                    <a:pt x="2809" y="876"/>
                  </a:lnTo>
                  <a:lnTo>
                    <a:pt x="2745" y="757"/>
                  </a:lnTo>
                  <a:lnTo>
                    <a:pt x="2673" y="639"/>
                  </a:lnTo>
                  <a:lnTo>
                    <a:pt x="2590" y="520"/>
                  </a:lnTo>
                  <a:lnTo>
                    <a:pt x="2490" y="420"/>
                  </a:lnTo>
                  <a:lnTo>
                    <a:pt x="2390" y="329"/>
                  </a:lnTo>
                  <a:lnTo>
                    <a:pt x="2280" y="247"/>
                  </a:lnTo>
                  <a:lnTo>
                    <a:pt x="2162" y="174"/>
                  </a:lnTo>
                  <a:lnTo>
                    <a:pt x="2034" y="110"/>
                  </a:lnTo>
                  <a:lnTo>
                    <a:pt x="1897" y="64"/>
                  </a:lnTo>
                  <a:lnTo>
                    <a:pt x="1761" y="28"/>
                  </a:lnTo>
                  <a:lnTo>
                    <a:pt x="1615" y="10"/>
                  </a:lnTo>
                  <a:lnTo>
                    <a:pt x="14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3;p19">
              <a:extLst>
                <a:ext uri="{FF2B5EF4-FFF2-40B4-BE49-F238E27FC236}">
                  <a16:creationId xmlns:a16="http://schemas.microsoft.com/office/drawing/2014/main" id="{ED8D87ED-E853-D483-27CB-27A183EE3C8A}"/>
                </a:ext>
              </a:extLst>
            </p:cNvPr>
            <p:cNvSpPr/>
            <p:nvPr/>
          </p:nvSpPr>
          <p:spPr>
            <a:xfrm>
              <a:off x="1435343" y="3175208"/>
              <a:ext cx="428550" cy="855729"/>
            </a:xfrm>
            <a:custGeom>
              <a:avLst/>
              <a:gdLst/>
              <a:ahLst/>
              <a:cxnLst/>
              <a:rect l="l" t="t" r="r" b="b"/>
              <a:pathLst>
                <a:path w="6248" h="12476" extrusionOk="0">
                  <a:moveTo>
                    <a:pt x="4806" y="238"/>
                  </a:moveTo>
                  <a:lnTo>
                    <a:pt x="4934" y="265"/>
                  </a:lnTo>
                  <a:lnTo>
                    <a:pt x="5071" y="293"/>
                  </a:lnTo>
                  <a:lnTo>
                    <a:pt x="5189" y="338"/>
                  </a:lnTo>
                  <a:lnTo>
                    <a:pt x="5308" y="402"/>
                  </a:lnTo>
                  <a:lnTo>
                    <a:pt x="5417" y="466"/>
                  </a:lnTo>
                  <a:lnTo>
                    <a:pt x="5527" y="539"/>
                  </a:lnTo>
                  <a:lnTo>
                    <a:pt x="5618" y="630"/>
                  </a:lnTo>
                  <a:lnTo>
                    <a:pt x="5709" y="730"/>
                  </a:lnTo>
                  <a:lnTo>
                    <a:pt x="5782" y="831"/>
                  </a:lnTo>
                  <a:lnTo>
                    <a:pt x="5855" y="940"/>
                  </a:lnTo>
                  <a:lnTo>
                    <a:pt x="5910" y="1059"/>
                  </a:lnTo>
                  <a:lnTo>
                    <a:pt x="5955" y="1186"/>
                  </a:lnTo>
                  <a:lnTo>
                    <a:pt x="5983" y="1314"/>
                  </a:lnTo>
                  <a:lnTo>
                    <a:pt x="6010" y="1442"/>
                  </a:lnTo>
                  <a:lnTo>
                    <a:pt x="6010" y="1578"/>
                  </a:lnTo>
                  <a:lnTo>
                    <a:pt x="6010" y="10688"/>
                  </a:lnTo>
                  <a:lnTo>
                    <a:pt x="6010" y="10843"/>
                  </a:lnTo>
                  <a:lnTo>
                    <a:pt x="5983" y="10998"/>
                  </a:lnTo>
                  <a:lnTo>
                    <a:pt x="5946" y="11144"/>
                  </a:lnTo>
                  <a:lnTo>
                    <a:pt x="5892" y="11290"/>
                  </a:lnTo>
                  <a:lnTo>
                    <a:pt x="5828" y="11427"/>
                  </a:lnTo>
                  <a:lnTo>
                    <a:pt x="5746" y="11554"/>
                  </a:lnTo>
                  <a:lnTo>
                    <a:pt x="5655" y="11673"/>
                  </a:lnTo>
                  <a:lnTo>
                    <a:pt x="5554" y="11782"/>
                  </a:lnTo>
                  <a:lnTo>
                    <a:pt x="5445" y="11882"/>
                  </a:lnTo>
                  <a:lnTo>
                    <a:pt x="5326" y="11974"/>
                  </a:lnTo>
                  <a:lnTo>
                    <a:pt x="5199" y="12056"/>
                  </a:lnTo>
                  <a:lnTo>
                    <a:pt x="5062" y="12120"/>
                  </a:lnTo>
                  <a:lnTo>
                    <a:pt x="4916" y="12174"/>
                  </a:lnTo>
                  <a:lnTo>
                    <a:pt x="4770" y="12211"/>
                  </a:lnTo>
                  <a:lnTo>
                    <a:pt x="4615" y="12229"/>
                  </a:lnTo>
                  <a:lnTo>
                    <a:pt x="4460" y="12238"/>
                  </a:lnTo>
                  <a:lnTo>
                    <a:pt x="4323" y="12238"/>
                  </a:lnTo>
                  <a:lnTo>
                    <a:pt x="4196" y="12220"/>
                  </a:lnTo>
                  <a:lnTo>
                    <a:pt x="4068" y="12193"/>
                  </a:lnTo>
                  <a:lnTo>
                    <a:pt x="3940" y="12156"/>
                  </a:lnTo>
                  <a:lnTo>
                    <a:pt x="3822" y="12110"/>
                  </a:lnTo>
                  <a:lnTo>
                    <a:pt x="3703" y="12047"/>
                  </a:lnTo>
                  <a:lnTo>
                    <a:pt x="3603" y="11983"/>
                  </a:lnTo>
                  <a:lnTo>
                    <a:pt x="3493" y="11910"/>
                  </a:lnTo>
                  <a:lnTo>
                    <a:pt x="3402" y="11828"/>
                  </a:lnTo>
                  <a:lnTo>
                    <a:pt x="3311" y="11737"/>
                  </a:lnTo>
                  <a:lnTo>
                    <a:pt x="3229" y="11636"/>
                  </a:lnTo>
                  <a:lnTo>
                    <a:pt x="3156" y="11536"/>
                  </a:lnTo>
                  <a:lnTo>
                    <a:pt x="3083" y="11417"/>
                  </a:lnTo>
                  <a:lnTo>
                    <a:pt x="3028" y="11308"/>
                  </a:lnTo>
                  <a:lnTo>
                    <a:pt x="2983" y="11180"/>
                  </a:lnTo>
                  <a:lnTo>
                    <a:pt x="2946" y="11053"/>
                  </a:lnTo>
                  <a:lnTo>
                    <a:pt x="2928" y="10971"/>
                  </a:lnTo>
                  <a:lnTo>
                    <a:pt x="2837" y="10961"/>
                  </a:lnTo>
                  <a:lnTo>
                    <a:pt x="2664" y="10943"/>
                  </a:lnTo>
                  <a:lnTo>
                    <a:pt x="2481" y="10907"/>
                  </a:lnTo>
                  <a:lnTo>
                    <a:pt x="2317" y="10861"/>
                  </a:lnTo>
                  <a:lnTo>
                    <a:pt x="2153" y="10788"/>
                  </a:lnTo>
                  <a:lnTo>
                    <a:pt x="2007" y="10706"/>
                  </a:lnTo>
                  <a:lnTo>
                    <a:pt x="1861" y="10615"/>
                  </a:lnTo>
                  <a:lnTo>
                    <a:pt x="1724" y="10506"/>
                  </a:lnTo>
                  <a:lnTo>
                    <a:pt x="1606" y="10387"/>
                  </a:lnTo>
                  <a:lnTo>
                    <a:pt x="1487" y="10259"/>
                  </a:lnTo>
                  <a:lnTo>
                    <a:pt x="1396" y="10123"/>
                  </a:lnTo>
                  <a:lnTo>
                    <a:pt x="1305" y="9968"/>
                  </a:lnTo>
                  <a:lnTo>
                    <a:pt x="1232" y="9813"/>
                  </a:lnTo>
                  <a:lnTo>
                    <a:pt x="1177" y="9648"/>
                  </a:lnTo>
                  <a:lnTo>
                    <a:pt x="1132" y="9475"/>
                  </a:lnTo>
                  <a:lnTo>
                    <a:pt x="1104" y="9302"/>
                  </a:lnTo>
                  <a:lnTo>
                    <a:pt x="1095" y="9120"/>
                  </a:lnTo>
                  <a:lnTo>
                    <a:pt x="1104" y="8965"/>
                  </a:lnTo>
                  <a:lnTo>
                    <a:pt x="1123" y="8819"/>
                  </a:lnTo>
                  <a:lnTo>
                    <a:pt x="1132" y="8746"/>
                  </a:lnTo>
                  <a:lnTo>
                    <a:pt x="1068" y="8700"/>
                  </a:lnTo>
                  <a:lnTo>
                    <a:pt x="977" y="8636"/>
                  </a:lnTo>
                  <a:lnTo>
                    <a:pt x="885" y="8563"/>
                  </a:lnTo>
                  <a:lnTo>
                    <a:pt x="803" y="8490"/>
                  </a:lnTo>
                  <a:lnTo>
                    <a:pt x="721" y="8408"/>
                  </a:lnTo>
                  <a:lnTo>
                    <a:pt x="648" y="8317"/>
                  </a:lnTo>
                  <a:lnTo>
                    <a:pt x="575" y="8226"/>
                  </a:lnTo>
                  <a:lnTo>
                    <a:pt x="512" y="8135"/>
                  </a:lnTo>
                  <a:lnTo>
                    <a:pt x="457" y="8034"/>
                  </a:lnTo>
                  <a:lnTo>
                    <a:pt x="402" y="7934"/>
                  </a:lnTo>
                  <a:lnTo>
                    <a:pt x="366" y="7834"/>
                  </a:lnTo>
                  <a:lnTo>
                    <a:pt x="320" y="7724"/>
                  </a:lnTo>
                  <a:lnTo>
                    <a:pt x="293" y="7615"/>
                  </a:lnTo>
                  <a:lnTo>
                    <a:pt x="265" y="7506"/>
                  </a:lnTo>
                  <a:lnTo>
                    <a:pt x="247" y="7387"/>
                  </a:lnTo>
                  <a:lnTo>
                    <a:pt x="238" y="7278"/>
                  </a:lnTo>
                  <a:lnTo>
                    <a:pt x="238" y="7159"/>
                  </a:lnTo>
                  <a:lnTo>
                    <a:pt x="247" y="6968"/>
                  </a:lnTo>
                  <a:lnTo>
                    <a:pt x="275" y="6776"/>
                  </a:lnTo>
                  <a:lnTo>
                    <a:pt x="320" y="6594"/>
                  </a:lnTo>
                  <a:lnTo>
                    <a:pt x="384" y="6420"/>
                  </a:lnTo>
                  <a:lnTo>
                    <a:pt x="466" y="6256"/>
                  </a:lnTo>
                  <a:lnTo>
                    <a:pt x="566" y="6092"/>
                  </a:lnTo>
                  <a:lnTo>
                    <a:pt x="685" y="5946"/>
                  </a:lnTo>
                  <a:lnTo>
                    <a:pt x="822" y="5810"/>
                  </a:lnTo>
                  <a:lnTo>
                    <a:pt x="858" y="5773"/>
                  </a:lnTo>
                  <a:lnTo>
                    <a:pt x="858" y="5682"/>
                  </a:lnTo>
                  <a:lnTo>
                    <a:pt x="858" y="5545"/>
                  </a:lnTo>
                  <a:lnTo>
                    <a:pt x="876" y="5417"/>
                  </a:lnTo>
                  <a:lnTo>
                    <a:pt x="895" y="5299"/>
                  </a:lnTo>
                  <a:lnTo>
                    <a:pt x="922" y="5171"/>
                  </a:lnTo>
                  <a:lnTo>
                    <a:pt x="968" y="5053"/>
                  </a:lnTo>
                  <a:lnTo>
                    <a:pt x="1013" y="4934"/>
                  </a:lnTo>
                  <a:lnTo>
                    <a:pt x="1068" y="4816"/>
                  </a:lnTo>
                  <a:lnTo>
                    <a:pt x="1132" y="4706"/>
                  </a:lnTo>
                  <a:lnTo>
                    <a:pt x="1168" y="4642"/>
                  </a:lnTo>
                  <a:lnTo>
                    <a:pt x="1132" y="4588"/>
                  </a:lnTo>
                  <a:lnTo>
                    <a:pt x="1077" y="4469"/>
                  </a:lnTo>
                  <a:lnTo>
                    <a:pt x="1022" y="4351"/>
                  </a:lnTo>
                  <a:lnTo>
                    <a:pt x="977" y="4232"/>
                  </a:lnTo>
                  <a:lnTo>
                    <a:pt x="940" y="4113"/>
                  </a:lnTo>
                  <a:lnTo>
                    <a:pt x="913" y="3986"/>
                  </a:lnTo>
                  <a:lnTo>
                    <a:pt x="885" y="3858"/>
                  </a:lnTo>
                  <a:lnTo>
                    <a:pt x="876" y="3730"/>
                  </a:lnTo>
                  <a:lnTo>
                    <a:pt x="867" y="3603"/>
                  </a:lnTo>
                  <a:lnTo>
                    <a:pt x="876" y="3402"/>
                  </a:lnTo>
                  <a:lnTo>
                    <a:pt x="913" y="3211"/>
                  </a:lnTo>
                  <a:lnTo>
                    <a:pt x="958" y="3019"/>
                  </a:lnTo>
                  <a:lnTo>
                    <a:pt x="1022" y="2837"/>
                  </a:lnTo>
                  <a:lnTo>
                    <a:pt x="1104" y="2664"/>
                  </a:lnTo>
                  <a:lnTo>
                    <a:pt x="1205" y="2509"/>
                  </a:lnTo>
                  <a:lnTo>
                    <a:pt x="1323" y="2354"/>
                  </a:lnTo>
                  <a:lnTo>
                    <a:pt x="1442" y="2217"/>
                  </a:lnTo>
                  <a:lnTo>
                    <a:pt x="1588" y="2089"/>
                  </a:lnTo>
                  <a:lnTo>
                    <a:pt x="1734" y="1980"/>
                  </a:lnTo>
                  <a:lnTo>
                    <a:pt x="1898" y="1879"/>
                  </a:lnTo>
                  <a:lnTo>
                    <a:pt x="2071" y="1797"/>
                  </a:lnTo>
                  <a:lnTo>
                    <a:pt x="2253" y="1724"/>
                  </a:lnTo>
                  <a:lnTo>
                    <a:pt x="2436" y="1679"/>
                  </a:lnTo>
                  <a:lnTo>
                    <a:pt x="2636" y="1651"/>
                  </a:lnTo>
                  <a:lnTo>
                    <a:pt x="2828" y="1642"/>
                  </a:lnTo>
                  <a:lnTo>
                    <a:pt x="3010" y="1651"/>
                  </a:lnTo>
                  <a:lnTo>
                    <a:pt x="3183" y="1670"/>
                  </a:lnTo>
                  <a:lnTo>
                    <a:pt x="3320" y="1697"/>
                  </a:lnTo>
                  <a:lnTo>
                    <a:pt x="3320" y="1560"/>
                  </a:lnTo>
                  <a:lnTo>
                    <a:pt x="3329" y="1423"/>
                  </a:lnTo>
                  <a:lnTo>
                    <a:pt x="3348" y="1296"/>
                  </a:lnTo>
                  <a:lnTo>
                    <a:pt x="3384" y="1168"/>
                  </a:lnTo>
                  <a:lnTo>
                    <a:pt x="3430" y="1050"/>
                  </a:lnTo>
                  <a:lnTo>
                    <a:pt x="3493" y="931"/>
                  </a:lnTo>
                  <a:lnTo>
                    <a:pt x="3557" y="822"/>
                  </a:lnTo>
                  <a:lnTo>
                    <a:pt x="3639" y="721"/>
                  </a:lnTo>
                  <a:lnTo>
                    <a:pt x="3721" y="621"/>
                  </a:lnTo>
                  <a:lnTo>
                    <a:pt x="3822" y="539"/>
                  </a:lnTo>
                  <a:lnTo>
                    <a:pt x="3922" y="466"/>
                  </a:lnTo>
                  <a:lnTo>
                    <a:pt x="4031" y="393"/>
                  </a:lnTo>
                  <a:lnTo>
                    <a:pt x="4150" y="338"/>
                  </a:lnTo>
                  <a:lnTo>
                    <a:pt x="4268" y="293"/>
                  </a:lnTo>
                  <a:lnTo>
                    <a:pt x="4396" y="265"/>
                  </a:lnTo>
                  <a:lnTo>
                    <a:pt x="4533" y="238"/>
                  </a:lnTo>
                  <a:close/>
                  <a:moveTo>
                    <a:pt x="4670" y="1"/>
                  </a:moveTo>
                  <a:lnTo>
                    <a:pt x="4515" y="10"/>
                  </a:lnTo>
                  <a:lnTo>
                    <a:pt x="4369" y="28"/>
                  </a:lnTo>
                  <a:lnTo>
                    <a:pt x="4223" y="65"/>
                  </a:lnTo>
                  <a:lnTo>
                    <a:pt x="4086" y="110"/>
                  </a:lnTo>
                  <a:lnTo>
                    <a:pt x="3958" y="174"/>
                  </a:lnTo>
                  <a:lnTo>
                    <a:pt x="3831" y="247"/>
                  </a:lnTo>
                  <a:lnTo>
                    <a:pt x="3712" y="329"/>
                  </a:lnTo>
                  <a:lnTo>
                    <a:pt x="3603" y="420"/>
                  </a:lnTo>
                  <a:lnTo>
                    <a:pt x="3503" y="521"/>
                  </a:lnTo>
                  <a:lnTo>
                    <a:pt x="3411" y="630"/>
                  </a:lnTo>
                  <a:lnTo>
                    <a:pt x="3329" y="740"/>
                  </a:lnTo>
                  <a:lnTo>
                    <a:pt x="3265" y="867"/>
                  </a:lnTo>
                  <a:lnTo>
                    <a:pt x="3202" y="995"/>
                  </a:lnTo>
                  <a:lnTo>
                    <a:pt x="3156" y="1141"/>
                  </a:lnTo>
                  <a:lnTo>
                    <a:pt x="3120" y="1278"/>
                  </a:lnTo>
                  <a:lnTo>
                    <a:pt x="3101" y="1423"/>
                  </a:lnTo>
                  <a:lnTo>
                    <a:pt x="2965" y="1414"/>
                  </a:lnTo>
                  <a:lnTo>
                    <a:pt x="2828" y="1405"/>
                  </a:lnTo>
                  <a:lnTo>
                    <a:pt x="2718" y="1414"/>
                  </a:lnTo>
                  <a:lnTo>
                    <a:pt x="2609" y="1423"/>
                  </a:lnTo>
                  <a:lnTo>
                    <a:pt x="2499" y="1433"/>
                  </a:lnTo>
                  <a:lnTo>
                    <a:pt x="2390" y="1451"/>
                  </a:lnTo>
                  <a:lnTo>
                    <a:pt x="2180" y="1506"/>
                  </a:lnTo>
                  <a:lnTo>
                    <a:pt x="1980" y="1578"/>
                  </a:lnTo>
                  <a:lnTo>
                    <a:pt x="1788" y="1670"/>
                  </a:lnTo>
                  <a:lnTo>
                    <a:pt x="1606" y="1788"/>
                  </a:lnTo>
                  <a:lnTo>
                    <a:pt x="1442" y="1907"/>
                  </a:lnTo>
                  <a:lnTo>
                    <a:pt x="1287" y="2053"/>
                  </a:lnTo>
                  <a:lnTo>
                    <a:pt x="1141" y="2208"/>
                  </a:lnTo>
                  <a:lnTo>
                    <a:pt x="1013" y="2381"/>
                  </a:lnTo>
                  <a:lnTo>
                    <a:pt x="904" y="2554"/>
                  </a:lnTo>
                  <a:lnTo>
                    <a:pt x="813" y="2746"/>
                  </a:lnTo>
                  <a:lnTo>
                    <a:pt x="740" y="2946"/>
                  </a:lnTo>
                  <a:lnTo>
                    <a:pt x="685" y="3165"/>
                  </a:lnTo>
                  <a:lnTo>
                    <a:pt x="667" y="3265"/>
                  </a:lnTo>
                  <a:lnTo>
                    <a:pt x="648" y="3375"/>
                  </a:lnTo>
                  <a:lnTo>
                    <a:pt x="639" y="3493"/>
                  </a:lnTo>
                  <a:lnTo>
                    <a:pt x="639" y="3603"/>
                  </a:lnTo>
                  <a:lnTo>
                    <a:pt x="648" y="3740"/>
                  </a:lnTo>
                  <a:lnTo>
                    <a:pt x="658" y="3876"/>
                  </a:lnTo>
                  <a:lnTo>
                    <a:pt x="676" y="4004"/>
                  </a:lnTo>
                  <a:lnTo>
                    <a:pt x="703" y="4141"/>
                  </a:lnTo>
                  <a:lnTo>
                    <a:pt x="740" y="4268"/>
                  </a:lnTo>
                  <a:lnTo>
                    <a:pt x="785" y="4396"/>
                  </a:lnTo>
                  <a:lnTo>
                    <a:pt x="840" y="4524"/>
                  </a:lnTo>
                  <a:lnTo>
                    <a:pt x="904" y="4642"/>
                  </a:lnTo>
                  <a:lnTo>
                    <a:pt x="840" y="4761"/>
                  </a:lnTo>
                  <a:lnTo>
                    <a:pt x="785" y="4889"/>
                  </a:lnTo>
                  <a:lnTo>
                    <a:pt x="730" y="5007"/>
                  </a:lnTo>
                  <a:lnTo>
                    <a:pt x="694" y="5144"/>
                  </a:lnTo>
                  <a:lnTo>
                    <a:pt x="667" y="5272"/>
                  </a:lnTo>
                  <a:lnTo>
                    <a:pt x="639" y="5408"/>
                  </a:lnTo>
                  <a:lnTo>
                    <a:pt x="630" y="5536"/>
                  </a:lnTo>
                  <a:lnTo>
                    <a:pt x="621" y="5673"/>
                  </a:lnTo>
                  <a:lnTo>
                    <a:pt x="484" y="5828"/>
                  </a:lnTo>
                  <a:lnTo>
                    <a:pt x="366" y="5992"/>
                  </a:lnTo>
                  <a:lnTo>
                    <a:pt x="256" y="6174"/>
                  </a:lnTo>
                  <a:lnTo>
                    <a:pt x="165" y="6357"/>
                  </a:lnTo>
                  <a:lnTo>
                    <a:pt x="101" y="6548"/>
                  </a:lnTo>
                  <a:lnTo>
                    <a:pt x="47" y="6749"/>
                  </a:lnTo>
                  <a:lnTo>
                    <a:pt x="19" y="6949"/>
                  </a:lnTo>
                  <a:lnTo>
                    <a:pt x="1" y="7159"/>
                  </a:lnTo>
                  <a:lnTo>
                    <a:pt x="10" y="7287"/>
                  </a:lnTo>
                  <a:lnTo>
                    <a:pt x="19" y="7405"/>
                  </a:lnTo>
                  <a:lnTo>
                    <a:pt x="37" y="7533"/>
                  </a:lnTo>
                  <a:lnTo>
                    <a:pt x="65" y="7651"/>
                  </a:lnTo>
                  <a:lnTo>
                    <a:pt x="101" y="7770"/>
                  </a:lnTo>
                  <a:lnTo>
                    <a:pt x="138" y="7889"/>
                  </a:lnTo>
                  <a:lnTo>
                    <a:pt x="183" y="7998"/>
                  </a:lnTo>
                  <a:lnTo>
                    <a:pt x="238" y="8117"/>
                  </a:lnTo>
                  <a:lnTo>
                    <a:pt x="302" y="8217"/>
                  </a:lnTo>
                  <a:lnTo>
                    <a:pt x="366" y="8326"/>
                  </a:lnTo>
                  <a:lnTo>
                    <a:pt x="439" y="8427"/>
                  </a:lnTo>
                  <a:lnTo>
                    <a:pt x="512" y="8518"/>
                  </a:lnTo>
                  <a:lnTo>
                    <a:pt x="603" y="8609"/>
                  </a:lnTo>
                  <a:lnTo>
                    <a:pt x="685" y="8700"/>
                  </a:lnTo>
                  <a:lnTo>
                    <a:pt x="785" y="8782"/>
                  </a:lnTo>
                  <a:lnTo>
                    <a:pt x="885" y="8855"/>
                  </a:lnTo>
                  <a:lnTo>
                    <a:pt x="876" y="8983"/>
                  </a:lnTo>
                  <a:lnTo>
                    <a:pt x="867" y="9120"/>
                  </a:lnTo>
                  <a:lnTo>
                    <a:pt x="876" y="9320"/>
                  </a:lnTo>
                  <a:lnTo>
                    <a:pt x="904" y="9512"/>
                  </a:lnTo>
                  <a:lnTo>
                    <a:pt x="949" y="9703"/>
                  </a:lnTo>
                  <a:lnTo>
                    <a:pt x="1013" y="9886"/>
                  </a:lnTo>
                  <a:lnTo>
                    <a:pt x="1086" y="10059"/>
                  </a:lnTo>
                  <a:lnTo>
                    <a:pt x="1186" y="10223"/>
                  </a:lnTo>
                  <a:lnTo>
                    <a:pt x="1287" y="10378"/>
                  </a:lnTo>
                  <a:lnTo>
                    <a:pt x="1405" y="10515"/>
                  </a:lnTo>
                  <a:lnTo>
                    <a:pt x="1542" y="10651"/>
                  </a:lnTo>
                  <a:lnTo>
                    <a:pt x="1688" y="10770"/>
                  </a:lnTo>
                  <a:lnTo>
                    <a:pt x="1843" y="10879"/>
                  </a:lnTo>
                  <a:lnTo>
                    <a:pt x="2007" y="10971"/>
                  </a:lnTo>
                  <a:lnTo>
                    <a:pt x="2180" y="11053"/>
                  </a:lnTo>
                  <a:lnTo>
                    <a:pt x="2363" y="11117"/>
                  </a:lnTo>
                  <a:lnTo>
                    <a:pt x="2545" y="11162"/>
                  </a:lnTo>
                  <a:lnTo>
                    <a:pt x="2746" y="11189"/>
                  </a:lnTo>
                  <a:lnTo>
                    <a:pt x="2791" y="11326"/>
                  </a:lnTo>
                  <a:lnTo>
                    <a:pt x="2846" y="11463"/>
                  </a:lnTo>
                  <a:lnTo>
                    <a:pt x="2919" y="11591"/>
                  </a:lnTo>
                  <a:lnTo>
                    <a:pt x="2992" y="11709"/>
                  </a:lnTo>
                  <a:lnTo>
                    <a:pt x="3083" y="11819"/>
                  </a:lnTo>
                  <a:lnTo>
                    <a:pt x="3174" y="11928"/>
                  </a:lnTo>
                  <a:lnTo>
                    <a:pt x="3275" y="12028"/>
                  </a:lnTo>
                  <a:lnTo>
                    <a:pt x="3384" y="12110"/>
                  </a:lnTo>
                  <a:lnTo>
                    <a:pt x="3503" y="12193"/>
                  </a:lnTo>
                  <a:lnTo>
                    <a:pt x="3621" y="12265"/>
                  </a:lnTo>
                  <a:lnTo>
                    <a:pt x="3749" y="12329"/>
                  </a:lnTo>
                  <a:lnTo>
                    <a:pt x="3886" y="12375"/>
                  </a:lnTo>
                  <a:lnTo>
                    <a:pt x="4022" y="12420"/>
                  </a:lnTo>
                  <a:lnTo>
                    <a:pt x="4168" y="12448"/>
                  </a:lnTo>
                  <a:lnTo>
                    <a:pt x="4305" y="12466"/>
                  </a:lnTo>
                  <a:lnTo>
                    <a:pt x="4460" y="12475"/>
                  </a:lnTo>
                  <a:lnTo>
                    <a:pt x="4642" y="12466"/>
                  </a:lnTo>
                  <a:lnTo>
                    <a:pt x="4816" y="12439"/>
                  </a:lnTo>
                  <a:lnTo>
                    <a:pt x="4989" y="12393"/>
                  </a:lnTo>
                  <a:lnTo>
                    <a:pt x="5153" y="12329"/>
                  </a:lnTo>
                  <a:lnTo>
                    <a:pt x="5308" y="12256"/>
                  </a:lnTo>
                  <a:lnTo>
                    <a:pt x="5454" y="12165"/>
                  </a:lnTo>
                  <a:lnTo>
                    <a:pt x="5591" y="12065"/>
                  </a:lnTo>
                  <a:lnTo>
                    <a:pt x="5718" y="11946"/>
                  </a:lnTo>
                  <a:lnTo>
                    <a:pt x="5837" y="11819"/>
                  </a:lnTo>
                  <a:lnTo>
                    <a:pt x="5937" y="11682"/>
                  </a:lnTo>
                  <a:lnTo>
                    <a:pt x="6028" y="11536"/>
                  </a:lnTo>
                  <a:lnTo>
                    <a:pt x="6101" y="11381"/>
                  </a:lnTo>
                  <a:lnTo>
                    <a:pt x="6165" y="11217"/>
                  </a:lnTo>
                  <a:lnTo>
                    <a:pt x="6211" y="11044"/>
                  </a:lnTo>
                  <a:lnTo>
                    <a:pt x="6238" y="10870"/>
                  </a:lnTo>
                  <a:lnTo>
                    <a:pt x="6247" y="10688"/>
                  </a:lnTo>
                  <a:lnTo>
                    <a:pt x="6247" y="1578"/>
                  </a:lnTo>
                  <a:lnTo>
                    <a:pt x="6238" y="1423"/>
                  </a:lnTo>
                  <a:lnTo>
                    <a:pt x="6211" y="1268"/>
                  </a:lnTo>
                  <a:lnTo>
                    <a:pt x="6174" y="1113"/>
                  </a:lnTo>
                  <a:lnTo>
                    <a:pt x="6120" y="968"/>
                  </a:lnTo>
                  <a:lnTo>
                    <a:pt x="6056" y="831"/>
                  </a:lnTo>
                  <a:lnTo>
                    <a:pt x="5974" y="703"/>
                  </a:lnTo>
                  <a:lnTo>
                    <a:pt x="5882" y="575"/>
                  </a:lnTo>
                  <a:lnTo>
                    <a:pt x="5782" y="466"/>
                  </a:lnTo>
                  <a:lnTo>
                    <a:pt x="5673" y="366"/>
                  </a:lnTo>
                  <a:lnTo>
                    <a:pt x="5545" y="275"/>
                  </a:lnTo>
                  <a:lnTo>
                    <a:pt x="5417" y="192"/>
                  </a:lnTo>
                  <a:lnTo>
                    <a:pt x="5281" y="129"/>
                  </a:lnTo>
                  <a:lnTo>
                    <a:pt x="5135" y="74"/>
                  </a:lnTo>
                  <a:lnTo>
                    <a:pt x="4980" y="37"/>
                  </a:lnTo>
                  <a:lnTo>
                    <a:pt x="4825" y="10"/>
                  </a:lnTo>
                  <a:lnTo>
                    <a:pt x="467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54;p19">
              <a:extLst>
                <a:ext uri="{FF2B5EF4-FFF2-40B4-BE49-F238E27FC236}">
                  <a16:creationId xmlns:a16="http://schemas.microsoft.com/office/drawing/2014/main" id="{29E696D4-430B-6CC2-60E7-9CCB7B08D39E}"/>
                </a:ext>
              </a:extLst>
            </p:cNvPr>
            <p:cNvSpPr/>
            <p:nvPr/>
          </p:nvSpPr>
          <p:spPr>
            <a:xfrm>
              <a:off x="1479172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89" y="0"/>
                  </a:moveTo>
                  <a:lnTo>
                    <a:pt x="2079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51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67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74" y="976"/>
                  </a:lnTo>
                  <a:lnTo>
                    <a:pt x="265" y="1149"/>
                  </a:lnTo>
                  <a:lnTo>
                    <a:pt x="174" y="1341"/>
                  </a:lnTo>
                  <a:lnTo>
                    <a:pt x="101" y="1541"/>
                  </a:lnTo>
                  <a:lnTo>
                    <a:pt x="46" y="1760"/>
                  </a:lnTo>
                  <a:lnTo>
                    <a:pt x="28" y="1860"/>
                  </a:lnTo>
                  <a:lnTo>
                    <a:pt x="9" y="1970"/>
                  </a:lnTo>
                  <a:lnTo>
                    <a:pt x="0" y="2088"/>
                  </a:lnTo>
                  <a:lnTo>
                    <a:pt x="0" y="2198"/>
                  </a:lnTo>
                  <a:lnTo>
                    <a:pt x="228" y="2198"/>
                  </a:lnTo>
                  <a:lnTo>
                    <a:pt x="237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83" y="1432"/>
                  </a:lnTo>
                  <a:lnTo>
                    <a:pt x="465" y="1259"/>
                  </a:lnTo>
                  <a:lnTo>
                    <a:pt x="566" y="1104"/>
                  </a:lnTo>
                  <a:lnTo>
                    <a:pt x="684" y="949"/>
                  </a:lnTo>
                  <a:lnTo>
                    <a:pt x="803" y="812"/>
                  </a:lnTo>
                  <a:lnTo>
                    <a:pt x="949" y="684"/>
                  </a:lnTo>
                  <a:lnTo>
                    <a:pt x="1095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797" y="274"/>
                  </a:lnTo>
                  <a:lnTo>
                    <a:pt x="1997" y="246"/>
                  </a:lnTo>
                  <a:lnTo>
                    <a:pt x="2189" y="237"/>
                  </a:lnTo>
                  <a:lnTo>
                    <a:pt x="2389" y="246"/>
                  </a:lnTo>
                  <a:lnTo>
                    <a:pt x="2590" y="274"/>
                  </a:lnTo>
                  <a:lnTo>
                    <a:pt x="2772" y="319"/>
                  </a:lnTo>
                  <a:lnTo>
                    <a:pt x="2955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38" y="684"/>
                  </a:lnTo>
                  <a:lnTo>
                    <a:pt x="3584" y="812"/>
                  </a:lnTo>
                  <a:lnTo>
                    <a:pt x="3702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13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149" y="2307"/>
                  </a:lnTo>
                  <a:lnTo>
                    <a:pt x="4140" y="2408"/>
                  </a:lnTo>
                  <a:lnTo>
                    <a:pt x="4131" y="2517"/>
                  </a:lnTo>
                  <a:lnTo>
                    <a:pt x="4113" y="2617"/>
                  </a:lnTo>
                  <a:lnTo>
                    <a:pt x="4085" y="2718"/>
                  </a:lnTo>
                  <a:lnTo>
                    <a:pt x="4049" y="2827"/>
                  </a:lnTo>
                  <a:lnTo>
                    <a:pt x="4012" y="2918"/>
                  </a:lnTo>
                  <a:lnTo>
                    <a:pt x="3976" y="3018"/>
                  </a:lnTo>
                  <a:lnTo>
                    <a:pt x="3930" y="3110"/>
                  </a:lnTo>
                  <a:lnTo>
                    <a:pt x="3876" y="3201"/>
                  </a:lnTo>
                  <a:lnTo>
                    <a:pt x="3821" y="3292"/>
                  </a:lnTo>
                  <a:lnTo>
                    <a:pt x="3757" y="3374"/>
                  </a:lnTo>
                  <a:lnTo>
                    <a:pt x="3693" y="3465"/>
                  </a:lnTo>
                  <a:lnTo>
                    <a:pt x="3620" y="3538"/>
                  </a:lnTo>
                  <a:lnTo>
                    <a:pt x="3547" y="3620"/>
                  </a:lnTo>
                  <a:lnTo>
                    <a:pt x="3465" y="3684"/>
                  </a:lnTo>
                  <a:lnTo>
                    <a:pt x="3620" y="3867"/>
                  </a:lnTo>
                  <a:lnTo>
                    <a:pt x="3702" y="3784"/>
                  </a:lnTo>
                  <a:lnTo>
                    <a:pt x="3794" y="3702"/>
                  </a:lnTo>
                  <a:lnTo>
                    <a:pt x="3867" y="3611"/>
                  </a:lnTo>
                  <a:lnTo>
                    <a:pt x="3940" y="3520"/>
                  </a:lnTo>
                  <a:lnTo>
                    <a:pt x="4012" y="3420"/>
                  </a:lnTo>
                  <a:lnTo>
                    <a:pt x="4076" y="3319"/>
                  </a:lnTo>
                  <a:lnTo>
                    <a:pt x="4131" y="3219"/>
                  </a:lnTo>
                  <a:lnTo>
                    <a:pt x="4186" y="3119"/>
                  </a:lnTo>
                  <a:lnTo>
                    <a:pt x="4231" y="3009"/>
                  </a:lnTo>
                  <a:lnTo>
                    <a:pt x="4268" y="2900"/>
                  </a:lnTo>
                  <a:lnTo>
                    <a:pt x="4304" y="2781"/>
                  </a:lnTo>
                  <a:lnTo>
                    <a:pt x="4332" y="2672"/>
                  </a:lnTo>
                  <a:lnTo>
                    <a:pt x="4359" y="2553"/>
                  </a:lnTo>
                  <a:lnTo>
                    <a:pt x="4368" y="2435"/>
                  </a:lnTo>
                  <a:lnTo>
                    <a:pt x="4386" y="2316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59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39" y="648"/>
                  </a:lnTo>
                  <a:lnTo>
                    <a:pt x="3584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6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8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55;p19">
              <a:extLst>
                <a:ext uri="{FF2B5EF4-FFF2-40B4-BE49-F238E27FC236}">
                  <a16:creationId xmlns:a16="http://schemas.microsoft.com/office/drawing/2014/main" id="{74E1F297-AF3C-22DB-DB1E-C49A23488F9D}"/>
                </a:ext>
              </a:extLst>
            </p:cNvPr>
            <p:cNvSpPr/>
            <p:nvPr/>
          </p:nvSpPr>
          <p:spPr>
            <a:xfrm>
              <a:off x="1736245" y="3265334"/>
              <a:ext cx="55078" cy="81348"/>
            </a:xfrm>
            <a:custGeom>
              <a:avLst/>
              <a:gdLst/>
              <a:ahLst/>
              <a:cxnLst/>
              <a:rect l="l" t="t" r="r" b="b"/>
              <a:pathLst>
                <a:path w="803" h="1186" extrusionOk="0">
                  <a:moveTo>
                    <a:pt x="565" y="0"/>
                  </a:moveTo>
                  <a:lnTo>
                    <a:pt x="547" y="146"/>
                  </a:lnTo>
                  <a:lnTo>
                    <a:pt x="520" y="292"/>
                  </a:lnTo>
                  <a:lnTo>
                    <a:pt x="465" y="429"/>
                  </a:lnTo>
                  <a:lnTo>
                    <a:pt x="401" y="556"/>
                  </a:lnTo>
                  <a:lnTo>
                    <a:pt x="319" y="684"/>
                  </a:lnTo>
                  <a:lnTo>
                    <a:pt x="228" y="802"/>
                  </a:lnTo>
                  <a:lnTo>
                    <a:pt x="119" y="903"/>
                  </a:lnTo>
                  <a:lnTo>
                    <a:pt x="0" y="994"/>
                  </a:lnTo>
                  <a:lnTo>
                    <a:pt x="137" y="1185"/>
                  </a:lnTo>
                  <a:lnTo>
                    <a:pt x="274" y="1076"/>
                  </a:lnTo>
                  <a:lnTo>
                    <a:pt x="401" y="948"/>
                  </a:lnTo>
                  <a:lnTo>
                    <a:pt x="511" y="821"/>
                  </a:lnTo>
                  <a:lnTo>
                    <a:pt x="602" y="675"/>
                  </a:lnTo>
                  <a:lnTo>
                    <a:pt x="675" y="520"/>
                  </a:lnTo>
                  <a:lnTo>
                    <a:pt x="739" y="356"/>
                  </a:lnTo>
                  <a:lnTo>
                    <a:pt x="775" y="192"/>
                  </a:lnTo>
                  <a:lnTo>
                    <a:pt x="802" y="1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56;p19">
              <a:extLst>
                <a:ext uri="{FF2B5EF4-FFF2-40B4-BE49-F238E27FC236}">
                  <a16:creationId xmlns:a16="http://schemas.microsoft.com/office/drawing/2014/main" id="{96DF55C2-A649-6C81-629E-D56DED15EC84}"/>
                </a:ext>
              </a:extLst>
            </p:cNvPr>
            <p:cNvSpPr/>
            <p:nvPr/>
          </p:nvSpPr>
          <p:spPr>
            <a:xfrm>
              <a:off x="1478554" y="3444832"/>
              <a:ext cx="193287" cy="141364"/>
            </a:xfrm>
            <a:custGeom>
              <a:avLst/>
              <a:gdLst/>
              <a:ahLst/>
              <a:cxnLst/>
              <a:rect l="l" t="t" r="r" b="b"/>
              <a:pathLst>
                <a:path w="2818" h="2061" extrusionOk="0">
                  <a:moveTo>
                    <a:pt x="2590" y="0"/>
                  </a:moveTo>
                  <a:lnTo>
                    <a:pt x="2581" y="119"/>
                  </a:lnTo>
                  <a:lnTo>
                    <a:pt x="2572" y="246"/>
                  </a:lnTo>
                  <a:lnTo>
                    <a:pt x="2544" y="374"/>
                  </a:lnTo>
                  <a:lnTo>
                    <a:pt x="2517" y="492"/>
                  </a:lnTo>
                  <a:lnTo>
                    <a:pt x="2453" y="666"/>
                  </a:lnTo>
                  <a:lnTo>
                    <a:pt x="2380" y="839"/>
                  </a:lnTo>
                  <a:lnTo>
                    <a:pt x="2280" y="994"/>
                  </a:lnTo>
                  <a:lnTo>
                    <a:pt x="2170" y="1149"/>
                  </a:lnTo>
                  <a:lnTo>
                    <a:pt x="2034" y="1286"/>
                  </a:lnTo>
                  <a:lnTo>
                    <a:pt x="1897" y="1404"/>
                  </a:lnTo>
                  <a:lnTo>
                    <a:pt x="1733" y="1523"/>
                  </a:lnTo>
                  <a:lnTo>
                    <a:pt x="1569" y="1614"/>
                  </a:lnTo>
                  <a:lnTo>
                    <a:pt x="1386" y="1696"/>
                  </a:lnTo>
                  <a:lnTo>
                    <a:pt x="1195" y="1760"/>
                  </a:lnTo>
                  <a:lnTo>
                    <a:pt x="1012" y="1806"/>
                  </a:lnTo>
                  <a:lnTo>
                    <a:pt x="821" y="1824"/>
                  </a:lnTo>
                  <a:lnTo>
                    <a:pt x="629" y="1833"/>
                  </a:lnTo>
                  <a:lnTo>
                    <a:pt x="447" y="1815"/>
                  </a:lnTo>
                  <a:lnTo>
                    <a:pt x="265" y="1778"/>
                  </a:lnTo>
                  <a:lnTo>
                    <a:pt x="82" y="1723"/>
                  </a:lnTo>
                  <a:lnTo>
                    <a:pt x="0" y="1942"/>
                  </a:lnTo>
                  <a:lnTo>
                    <a:pt x="173" y="1997"/>
                  </a:lnTo>
                  <a:lnTo>
                    <a:pt x="338" y="2034"/>
                  </a:lnTo>
                  <a:lnTo>
                    <a:pt x="511" y="2052"/>
                  </a:lnTo>
                  <a:lnTo>
                    <a:pt x="693" y="2061"/>
                  </a:lnTo>
                  <a:lnTo>
                    <a:pt x="812" y="2061"/>
                  </a:lnTo>
                  <a:lnTo>
                    <a:pt x="939" y="2043"/>
                  </a:lnTo>
                  <a:lnTo>
                    <a:pt x="1058" y="2024"/>
                  </a:lnTo>
                  <a:lnTo>
                    <a:pt x="1186" y="1997"/>
                  </a:lnTo>
                  <a:lnTo>
                    <a:pt x="1313" y="1970"/>
                  </a:lnTo>
                  <a:lnTo>
                    <a:pt x="1432" y="1924"/>
                  </a:lnTo>
                  <a:lnTo>
                    <a:pt x="1550" y="1879"/>
                  </a:lnTo>
                  <a:lnTo>
                    <a:pt x="1669" y="1824"/>
                  </a:lnTo>
                  <a:lnTo>
                    <a:pt x="1769" y="1769"/>
                  </a:lnTo>
                  <a:lnTo>
                    <a:pt x="1860" y="1714"/>
                  </a:lnTo>
                  <a:lnTo>
                    <a:pt x="2034" y="1587"/>
                  </a:lnTo>
                  <a:lnTo>
                    <a:pt x="2198" y="1450"/>
                  </a:lnTo>
                  <a:lnTo>
                    <a:pt x="2344" y="1295"/>
                  </a:lnTo>
                  <a:lnTo>
                    <a:pt x="2471" y="1122"/>
                  </a:lnTo>
                  <a:lnTo>
                    <a:pt x="2526" y="1030"/>
                  </a:lnTo>
                  <a:lnTo>
                    <a:pt x="2581" y="939"/>
                  </a:lnTo>
                  <a:lnTo>
                    <a:pt x="2626" y="848"/>
                  </a:lnTo>
                  <a:lnTo>
                    <a:pt x="2672" y="757"/>
                  </a:lnTo>
                  <a:lnTo>
                    <a:pt x="2708" y="657"/>
                  </a:lnTo>
                  <a:lnTo>
                    <a:pt x="2736" y="556"/>
                  </a:lnTo>
                  <a:lnTo>
                    <a:pt x="2772" y="420"/>
                  </a:lnTo>
                  <a:lnTo>
                    <a:pt x="2800" y="283"/>
                  </a:lnTo>
                  <a:lnTo>
                    <a:pt x="2809" y="137"/>
                  </a:lnTo>
                  <a:lnTo>
                    <a:pt x="281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57;p19">
              <a:extLst>
                <a:ext uri="{FF2B5EF4-FFF2-40B4-BE49-F238E27FC236}">
                  <a16:creationId xmlns:a16="http://schemas.microsoft.com/office/drawing/2014/main" id="{69C039EA-C399-4DC4-4E94-93B3F1E2DA4C}"/>
                </a:ext>
              </a:extLst>
            </p:cNvPr>
            <p:cNvSpPr/>
            <p:nvPr/>
          </p:nvSpPr>
          <p:spPr>
            <a:xfrm>
              <a:off x="1621769" y="3527962"/>
              <a:ext cx="182038" cy="117083"/>
            </a:xfrm>
            <a:custGeom>
              <a:avLst/>
              <a:gdLst/>
              <a:ahLst/>
              <a:cxnLst/>
              <a:rect l="l" t="t" r="r" b="b"/>
              <a:pathLst>
                <a:path w="2654" h="1707" extrusionOk="0">
                  <a:moveTo>
                    <a:pt x="9" y="1"/>
                  </a:moveTo>
                  <a:lnTo>
                    <a:pt x="0" y="147"/>
                  </a:lnTo>
                  <a:lnTo>
                    <a:pt x="0" y="302"/>
                  </a:lnTo>
                  <a:lnTo>
                    <a:pt x="19" y="448"/>
                  </a:lnTo>
                  <a:lnTo>
                    <a:pt x="55" y="594"/>
                  </a:lnTo>
                  <a:lnTo>
                    <a:pt x="101" y="730"/>
                  </a:lnTo>
                  <a:lnTo>
                    <a:pt x="155" y="867"/>
                  </a:lnTo>
                  <a:lnTo>
                    <a:pt x="228" y="995"/>
                  </a:lnTo>
                  <a:lnTo>
                    <a:pt x="319" y="1122"/>
                  </a:lnTo>
                  <a:lnTo>
                    <a:pt x="420" y="1232"/>
                  </a:lnTo>
                  <a:lnTo>
                    <a:pt x="529" y="1332"/>
                  </a:lnTo>
                  <a:lnTo>
                    <a:pt x="639" y="1423"/>
                  </a:lnTo>
                  <a:lnTo>
                    <a:pt x="766" y="1505"/>
                  </a:lnTo>
                  <a:lnTo>
                    <a:pt x="894" y="1569"/>
                  </a:lnTo>
                  <a:lnTo>
                    <a:pt x="1040" y="1624"/>
                  </a:lnTo>
                  <a:lnTo>
                    <a:pt x="1177" y="1670"/>
                  </a:lnTo>
                  <a:lnTo>
                    <a:pt x="1332" y="1688"/>
                  </a:lnTo>
                  <a:lnTo>
                    <a:pt x="1423" y="1697"/>
                  </a:lnTo>
                  <a:lnTo>
                    <a:pt x="1514" y="1706"/>
                  </a:lnTo>
                  <a:lnTo>
                    <a:pt x="1678" y="1697"/>
                  </a:lnTo>
                  <a:lnTo>
                    <a:pt x="1833" y="1670"/>
                  </a:lnTo>
                  <a:lnTo>
                    <a:pt x="1988" y="1624"/>
                  </a:lnTo>
                  <a:lnTo>
                    <a:pt x="2143" y="1569"/>
                  </a:lnTo>
                  <a:lnTo>
                    <a:pt x="2280" y="1496"/>
                  </a:lnTo>
                  <a:lnTo>
                    <a:pt x="2417" y="1405"/>
                  </a:lnTo>
                  <a:lnTo>
                    <a:pt x="2544" y="1305"/>
                  </a:lnTo>
                  <a:lnTo>
                    <a:pt x="2654" y="1186"/>
                  </a:lnTo>
                  <a:lnTo>
                    <a:pt x="2481" y="1031"/>
                  </a:lnTo>
                  <a:lnTo>
                    <a:pt x="2371" y="1150"/>
                  </a:lnTo>
                  <a:lnTo>
                    <a:pt x="2253" y="1241"/>
                  </a:lnTo>
                  <a:lnTo>
                    <a:pt x="2116" y="1323"/>
                  </a:lnTo>
                  <a:lnTo>
                    <a:pt x="1970" y="1387"/>
                  </a:lnTo>
                  <a:lnTo>
                    <a:pt x="1824" y="1432"/>
                  </a:lnTo>
                  <a:lnTo>
                    <a:pt x="1669" y="1460"/>
                  </a:lnTo>
                  <a:lnTo>
                    <a:pt x="1514" y="1469"/>
                  </a:lnTo>
                  <a:lnTo>
                    <a:pt x="1359" y="1460"/>
                  </a:lnTo>
                  <a:lnTo>
                    <a:pt x="1222" y="1442"/>
                  </a:lnTo>
                  <a:lnTo>
                    <a:pt x="1104" y="1405"/>
                  </a:lnTo>
                  <a:lnTo>
                    <a:pt x="985" y="1360"/>
                  </a:lnTo>
                  <a:lnTo>
                    <a:pt x="876" y="1305"/>
                  </a:lnTo>
                  <a:lnTo>
                    <a:pt x="766" y="1232"/>
                  </a:lnTo>
                  <a:lnTo>
                    <a:pt x="666" y="1159"/>
                  </a:lnTo>
                  <a:lnTo>
                    <a:pt x="584" y="1068"/>
                  </a:lnTo>
                  <a:lnTo>
                    <a:pt x="502" y="977"/>
                  </a:lnTo>
                  <a:lnTo>
                    <a:pt x="429" y="876"/>
                  </a:lnTo>
                  <a:lnTo>
                    <a:pt x="365" y="767"/>
                  </a:lnTo>
                  <a:lnTo>
                    <a:pt x="319" y="657"/>
                  </a:lnTo>
                  <a:lnTo>
                    <a:pt x="274" y="539"/>
                  </a:lnTo>
                  <a:lnTo>
                    <a:pt x="247" y="411"/>
                  </a:lnTo>
                  <a:lnTo>
                    <a:pt x="237" y="293"/>
                  </a:lnTo>
                  <a:lnTo>
                    <a:pt x="228" y="156"/>
                  </a:lnTo>
                  <a:lnTo>
                    <a:pt x="237" y="28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58;p19">
              <a:extLst>
                <a:ext uri="{FF2B5EF4-FFF2-40B4-BE49-F238E27FC236}">
                  <a16:creationId xmlns:a16="http://schemas.microsoft.com/office/drawing/2014/main" id="{19DE9821-06C2-857F-94C5-A657AAB15726}"/>
                </a:ext>
              </a:extLst>
            </p:cNvPr>
            <p:cNvSpPr/>
            <p:nvPr/>
          </p:nvSpPr>
          <p:spPr>
            <a:xfrm>
              <a:off x="1657435" y="3763154"/>
              <a:ext cx="205839" cy="212698"/>
            </a:xfrm>
            <a:custGeom>
              <a:avLst/>
              <a:gdLst/>
              <a:ahLst/>
              <a:cxnLst/>
              <a:rect l="l" t="t" r="r" b="b"/>
              <a:pathLst>
                <a:path w="3001" h="3101" extrusionOk="0">
                  <a:moveTo>
                    <a:pt x="857" y="0"/>
                  </a:moveTo>
                  <a:lnTo>
                    <a:pt x="730" y="10"/>
                  </a:lnTo>
                  <a:lnTo>
                    <a:pt x="602" y="28"/>
                  </a:lnTo>
                  <a:lnTo>
                    <a:pt x="483" y="46"/>
                  </a:lnTo>
                  <a:lnTo>
                    <a:pt x="356" y="82"/>
                  </a:lnTo>
                  <a:lnTo>
                    <a:pt x="237" y="119"/>
                  </a:lnTo>
                  <a:lnTo>
                    <a:pt x="119" y="165"/>
                  </a:lnTo>
                  <a:lnTo>
                    <a:pt x="0" y="219"/>
                  </a:lnTo>
                  <a:lnTo>
                    <a:pt x="100" y="429"/>
                  </a:lnTo>
                  <a:lnTo>
                    <a:pt x="201" y="374"/>
                  </a:lnTo>
                  <a:lnTo>
                    <a:pt x="310" y="338"/>
                  </a:lnTo>
                  <a:lnTo>
                    <a:pt x="420" y="301"/>
                  </a:lnTo>
                  <a:lnTo>
                    <a:pt x="529" y="274"/>
                  </a:lnTo>
                  <a:lnTo>
                    <a:pt x="638" y="256"/>
                  </a:lnTo>
                  <a:lnTo>
                    <a:pt x="748" y="238"/>
                  </a:lnTo>
                  <a:lnTo>
                    <a:pt x="866" y="228"/>
                  </a:lnTo>
                  <a:lnTo>
                    <a:pt x="976" y="228"/>
                  </a:lnTo>
                  <a:lnTo>
                    <a:pt x="1085" y="238"/>
                  </a:lnTo>
                  <a:lnTo>
                    <a:pt x="1195" y="247"/>
                  </a:lnTo>
                  <a:lnTo>
                    <a:pt x="1304" y="265"/>
                  </a:lnTo>
                  <a:lnTo>
                    <a:pt x="1413" y="292"/>
                  </a:lnTo>
                  <a:lnTo>
                    <a:pt x="1523" y="329"/>
                  </a:lnTo>
                  <a:lnTo>
                    <a:pt x="1632" y="365"/>
                  </a:lnTo>
                  <a:lnTo>
                    <a:pt x="1733" y="420"/>
                  </a:lnTo>
                  <a:lnTo>
                    <a:pt x="1833" y="465"/>
                  </a:lnTo>
                  <a:lnTo>
                    <a:pt x="1997" y="575"/>
                  </a:lnTo>
                  <a:lnTo>
                    <a:pt x="2143" y="684"/>
                  </a:lnTo>
                  <a:lnTo>
                    <a:pt x="2271" y="812"/>
                  </a:lnTo>
                  <a:lnTo>
                    <a:pt x="2389" y="949"/>
                  </a:lnTo>
                  <a:lnTo>
                    <a:pt x="2489" y="1095"/>
                  </a:lnTo>
                  <a:lnTo>
                    <a:pt x="2581" y="1250"/>
                  </a:lnTo>
                  <a:lnTo>
                    <a:pt x="2654" y="1414"/>
                  </a:lnTo>
                  <a:lnTo>
                    <a:pt x="2708" y="1587"/>
                  </a:lnTo>
                  <a:lnTo>
                    <a:pt x="2745" y="1760"/>
                  </a:lnTo>
                  <a:lnTo>
                    <a:pt x="2772" y="1934"/>
                  </a:lnTo>
                  <a:lnTo>
                    <a:pt x="2772" y="2107"/>
                  </a:lnTo>
                  <a:lnTo>
                    <a:pt x="2763" y="2289"/>
                  </a:lnTo>
                  <a:lnTo>
                    <a:pt x="2736" y="2472"/>
                  </a:lnTo>
                  <a:lnTo>
                    <a:pt x="2690" y="2645"/>
                  </a:lnTo>
                  <a:lnTo>
                    <a:pt x="2617" y="2818"/>
                  </a:lnTo>
                  <a:lnTo>
                    <a:pt x="2535" y="2991"/>
                  </a:lnTo>
                  <a:lnTo>
                    <a:pt x="2736" y="3101"/>
                  </a:lnTo>
                  <a:lnTo>
                    <a:pt x="2836" y="2909"/>
                  </a:lnTo>
                  <a:lnTo>
                    <a:pt x="2909" y="2718"/>
                  </a:lnTo>
                  <a:lnTo>
                    <a:pt x="2955" y="2517"/>
                  </a:lnTo>
                  <a:lnTo>
                    <a:pt x="2991" y="2317"/>
                  </a:lnTo>
                  <a:lnTo>
                    <a:pt x="3000" y="2116"/>
                  </a:lnTo>
                  <a:lnTo>
                    <a:pt x="3000" y="1915"/>
                  </a:lnTo>
                  <a:lnTo>
                    <a:pt x="2973" y="1715"/>
                  </a:lnTo>
                  <a:lnTo>
                    <a:pt x="2927" y="1523"/>
                  </a:lnTo>
                  <a:lnTo>
                    <a:pt x="2863" y="1332"/>
                  </a:lnTo>
                  <a:lnTo>
                    <a:pt x="2781" y="1149"/>
                  </a:lnTo>
                  <a:lnTo>
                    <a:pt x="2690" y="976"/>
                  </a:lnTo>
                  <a:lnTo>
                    <a:pt x="2572" y="812"/>
                  </a:lnTo>
                  <a:lnTo>
                    <a:pt x="2444" y="657"/>
                  </a:lnTo>
                  <a:lnTo>
                    <a:pt x="2289" y="511"/>
                  </a:lnTo>
                  <a:lnTo>
                    <a:pt x="2125" y="383"/>
                  </a:lnTo>
                  <a:lnTo>
                    <a:pt x="1951" y="265"/>
                  </a:lnTo>
                  <a:lnTo>
                    <a:pt x="1833" y="210"/>
                  </a:lnTo>
                  <a:lnTo>
                    <a:pt x="1714" y="155"/>
                  </a:lnTo>
                  <a:lnTo>
                    <a:pt x="1596" y="110"/>
                  </a:lnTo>
                  <a:lnTo>
                    <a:pt x="1477" y="73"/>
                  </a:lnTo>
                  <a:lnTo>
                    <a:pt x="1359" y="46"/>
                  </a:lnTo>
                  <a:lnTo>
                    <a:pt x="1231" y="19"/>
                  </a:lnTo>
                  <a:lnTo>
                    <a:pt x="1103" y="10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59;p19">
              <a:extLst>
                <a:ext uri="{FF2B5EF4-FFF2-40B4-BE49-F238E27FC236}">
                  <a16:creationId xmlns:a16="http://schemas.microsoft.com/office/drawing/2014/main" id="{5C534B79-1BEB-B7D1-0DE8-398471809B8C}"/>
                </a:ext>
              </a:extLst>
            </p:cNvPr>
            <p:cNvSpPr/>
            <p:nvPr/>
          </p:nvSpPr>
          <p:spPr>
            <a:xfrm>
              <a:off x="1621152" y="3835104"/>
              <a:ext cx="81348" cy="100759"/>
            </a:xfrm>
            <a:custGeom>
              <a:avLst/>
              <a:gdLst/>
              <a:ahLst/>
              <a:cxnLst/>
              <a:rect l="l" t="t" r="r" b="b"/>
              <a:pathLst>
                <a:path w="1186" h="1469" extrusionOk="0">
                  <a:moveTo>
                    <a:pt x="1158" y="0"/>
                  </a:moveTo>
                  <a:lnTo>
                    <a:pt x="1031" y="18"/>
                  </a:lnTo>
                  <a:lnTo>
                    <a:pt x="912" y="55"/>
                  </a:lnTo>
                  <a:lnTo>
                    <a:pt x="794" y="100"/>
                  </a:lnTo>
                  <a:lnTo>
                    <a:pt x="675" y="155"/>
                  </a:lnTo>
                  <a:lnTo>
                    <a:pt x="575" y="228"/>
                  </a:lnTo>
                  <a:lnTo>
                    <a:pt x="474" y="310"/>
                  </a:lnTo>
                  <a:lnTo>
                    <a:pt x="383" y="392"/>
                  </a:lnTo>
                  <a:lnTo>
                    <a:pt x="301" y="492"/>
                  </a:lnTo>
                  <a:lnTo>
                    <a:pt x="228" y="593"/>
                  </a:lnTo>
                  <a:lnTo>
                    <a:pt x="155" y="702"/>
                  </a:lnTo>
                  <a:lnTo>
                    <a:pt x="110" y="821"/>
                  </a:lnTo>
                  <a:lnTo>
                    <a:pt x="64" y="948"/>
                  </a:lnTo>
                  <a:lnTo>
                    <a:pt x="28" y="1067"/>
                  </a:lnTo>
                  <a:lnTo>
                    <a:pt x="9" y="1204"/>
                  </a:lnTo>
                  <a:lnTo>
                    <a:pt x="0" y="1331"/>
                  </a:lnTo>
                  <a:lnTo>
                    <a:pt x="9" y="1468"/>
                  </a:lnTo>
                  <a:lnTo>
                    <a:pt x="237" y="1450"/>
                  </a:lnTo>
                  <a:lnTo>
                    <a:pt x="237" y="1331"/>
                  </a:lnTo>
                  <a:lnTo>
                    <a:pt x="237" y="1222"/>
                  </a:lnTo>
                  <a:lnTo>
                    <a:pt x="256" y="1113"/>
                  </a:lnTo>
                  <a:lnTo>
                    <a:pt x="283" y="1012"/>
                  </a:lnTo>
                  <a:lnTo>
                    <a:pt x="319" y="912"/>
                  </a:lnTo>
                  <a:lnTo>
                    <a:pt x="365" y="812"/>
                  </a:lnTo>
                  <a:lnTo>
                    <a:pt x="411" y="720"/>
                  </a:lnTo>
                  <a:lnTo>
                    <a:pt x="474" y="638"/>
                  </a:lnTo>
                  <a:lnTo>
                    <a:pt x="547" y="556"/>
                  </a:lnTo>
                  <a:lnTo>
                    <a:pt x="620" y="483"/>
                  </a:lnTo>
                  <a:lnTo>
                    <a:pt x="702" y="420"/>
                  </a:lnTo>
                  <a:lnTo>
                    <a:pt x="784" y="356"/>
                  </a:lnTo>
                  <a:lnTo>
                    <a:pt x="876" y="310"/>
                  </a:lnTo>
                  <a:lnTo>
                    <a:pt x="976" y="274"/>
                  </a:lnTo>
                  <a:lnTo>
                    <a:pt x="1076" y="246"/>
                  </a:lnTo>
                  <a:lnTo>
                    <a:pt x="1186" y="228"/>
                  </a:lnTo>
                  <a:lnTo>
                    <a:pt x="11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60;p19">
              <a:extLst>
                <a:ext uri="{FF2B5EF4-FFF2-40B4-BE49-F238E27FC236}">
                  <a16:creationId xmlns:a16="http://schemas.microsoft.com/office/drawing/2014/main" id="{3564E293-1BFC-00B7-102C-9F63645B9D8C}"/>
                </a:ext>
              </a:extLst>
            </p:cNvPr>
            <p:cNvSpPr/>
            <p:nvPr/>
          </p:nvSpPr>
          <p:spPr>
            <a:xfrm>
              <a:off x="1494810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2079" y="1"/>
                  </a:moveTo>
                  <a:lnTo>
                    <a:pt x="1870" y="10"/>
                  </a:lnTo>
                  <a:lnTo>
                    <a:pt x="1660" y="46"/>
                  </a:lnTo>
                  <a:lnTo>
                    <a:pt x="1459" y="92"/>
                  </a:lnTo>
                  <a:lnTo>
                    <a:pt x="1268" y="165"/>
                  </a:lnTo>
                  <a:lnTo>
                    <a:pt x="1085" y="256"/>
                  </a:lnTo>
                  <a:lnTo>
                    <a:pt x="921" y="356"/>
                  </a:lnTo>
                  <a:lnTo>
                    <a:pt x="757" y="475"/>
                  </a:lnTo>
                  <a:lnTo>
                    <a:pt x="611" y="611"/>
                  </a:lnTo>
                  <a:lnTo>
                    <a:pt x="474" y="757"/>
                  </a:lnTo>
                  <a:lnTo>
                    <a:pt x="356" y="921"/>
                  </a:lnTo>
                  <a:lnTo>
                    <a:pt x="256" y="1086"/>
                  </a:lnTo>
                  <a:lnTo>
                    <a:pt x="164" y="1268"/>
                  </a:lnTo>
                  <a:lnTo>
                    <a:pt x="91" y="1459"/>
                  </a:lnTo>
                  <a:lnTo>
                    <a:pt x="46" y="1660"/>
                  </a:lnTo>
                  <a:lnTo>
                    <a:pt x="9" y="1870"/>
                  </a:lnTo>
                  <a:lnTo>
                    <a:pt x="0" y="2080"/>
                  </a:lnTo>
                  <a:lnTo>
                    <a:pt x="228" y="2080"/>
                  </a:lnTo>
                  <a:lnTo>
                    <a:pt x="237" y="1888"/>
                  </a:lnTo>
                  <a:lnTo>
                    <a:pt x="265" y="1706"/>
                  </a:lnTo>
                  <a:lnTo>
                    <a:pt x="310" y="1532"/>
                  </a:lnTo>
                  <a:lnTo>
                    <a:pt x="374" y="1359"/>
                  </a:lnTo>
                  <a:lnTo>
                    <a:pt x="456" y="1195"/>
                  </a:lnTo>
                  <a:lnTo>
                    <a:pt x="547" y="1049"/>
                  </a:lnTo>
                  <a:lnTo>
                    <a:pt x="657" y="903"/>
                  </a:lnTo>
                  <a:lnTo>
                    <a:pt x="775" y="776"/>
                  </a:lnTo>
                  <a:lnTo>
                    <a:pt x="903" y="657"/>
                  </a:lnTo>
                  <a:lnTo>
                    <a:pt x="1049" y="548"/>
                  </a:lnTo>
                  <a:lnTo>
                    <a:pt x="1195" y="456"/>
                  </a:lnTo>
                  <a:lnTo>
                    <a:pt x="1359" y="374"/>
                  </a:lnTo>
                  <a:lnTo>
                    <a:pt x="1532" y="311"/>
                  </a:lnTo>
                  <a:lnTo>
                    <a:pt x="1705" y="265"/>
                  </a:lnTo>
                  <a:lnTo>
                    <a:pt x="1888" y="238"/>
                  </a:lnTo>
                  <a:lnTo>
                    <a:pt x="2079" y="228"/>
                  </a:lnTo>
                  <a:lnTo>
                    <a:pt x="207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61;p19">
              <a:extLst>
                <a:ext uri="{FF2B5EF4-FFF2-40B4-BE49-F238E27FC236}">
                  <a16:creationId xmlns:a16="http://schemas.microsoft.com/office/drawing/2014/main" id="{57F9D7C2-943B-995E-1B36-4DF6DA50C0EF}"/>
                </a:ext>
              </a:extLst>
            </p:cNvPr>
            <p:cNvSpPr/>
            <p:nvPr/>
          </p:nvSpPr>
          <p:spPr>
            <a:xfrm>
              <a:off x="1726848" y="3688118"/>
              <a:ext cx="81965" cy="82582"/>
            </a:xfrm>
            <a:custGeom>
              <a:avLst/>
              <a:gdLst/>
              <a:ahLst/>
              <a:cxnLst/>
              <a:rect l="l" t="t" r="r" b="b"/>
              <a:pathLst>
                <a:path w="1195" h="1204" extrusionOk="0">
                  <a:moveTo>
                    <a:pt x="1195" y="0"/>
                  </a:moveTo>
                  <a:lnTo>
                    <a:pt x="1076" y="9"/>
                  </a:lnTo>
                  <a:lnTo>
                    <a:pt x="958" y="28"/>
                  </a:lnTo>
                  <a:lnTo>
                    <a:pt x="839" y="55"/>
                  </a:lnTo>
                  <a:lnTo>
                    <a:pt x="730" y="101"/>
                  </a:lnTo>
                  <a:lnTo>
                    <a:pt x="629" y="146"/>
                  </a:lnTo>
                  <a:lnTo>
                    <a:pt x="529" y="210"/>
                  </a:lnTo>
                  <a:lnTo>
                    <a:pt x="438" y="274"/>
                  </a:lnTo>
                  <a:lnTo>
                    <a:pt x="347" y="356"/>
                  </a:lnTo>
                  <a:lnTo>
                    <a:pt x="274" y="438"/>
                  </a:lnTo>
                  <a:lnTo>
                    <a:pt x="201" y="529"/>
                  </a:lnTo>
                  <a:lnTo>
                    <a:pt x="146" y="629"/>
                  </a:lnTo>
                  <a:lnTo>
                    <a:pt x="91" y="739"/>
                  </a:lnTo>
                  <a:lnTo>
                    <a:pt x="55" y="848"/>
                  </a:lnTo>
                  <a:lnTo>
                    <a:pt x="18" y="958"/>
                  </a:lnTo>
                  <a:lnTo>
                    <a:pt x="0" y="1076"/>
                  </a:lnTo>
                  <a:lnTo>
                    <a:pt x="0" y="1204"/>
                  </a:lnTo>
                  <a:lnTo>
                    <a:pt x="228" y="1204"/>
                  </a:lnTo>
                  <a:lnTo>
                    <a:pt x="237" y="1104"/>
                  </a:lnTo>
                  <a:lnTo>
                    <a:pt x="246" y="1003"/>
                  </a:lnTo>
                  <a:lnTo>
                    <a:pt x="274" y="912"/>
                  </a:lnTo>
                  <a:lnTo>
                    <a:pt x="301" y="821"/>
                  </a:lnTo>
                  <a:lnTo>
                    <a:pt x="347" y="739"/>
                  </a:lnTo>
                  <a:lnTo>
                    <a:pt x="392" y="657"/>
                  </a:lnTo>
                  <a:lnTo>
                    <a:pt x="447" y="584"/>
                  </a:lnTo>
                  <a:lnTo>
                    <a:pt x="511" y="520"/>
                  </a:lnTo>
                  <a:lnTo>
                    <a:pt x="584" y="456"/>
                  </a:lnTo>
                  <a:lnTo>
                    <a:pt x="657" y="401"/>
                  </a:lnTo>
                  <a:lnTo>
                    <a:pt x="739" y="347"/>
                  </a:lnTo>
                  <a:lnTo>
                    <a:pt x="821" y="310"/>
                  </a:lnTo>
                  <a:lnTo>
                    <a:pt x="912" y="274"/>
                  </a:lnTo>
                  <a:lnTo>
                    <a:pt x="1003" y="256"/>
                  </a:lnTo>
                  <a:lnTo>
                    <a:pt x="1094" y="237"/>
                  </a:lnTo>
                  <a:lnTo>
                    <a:pt x="1195" y="237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62;p19">
              <a:extLst>
                <a:ext uri="{FF2B5EF4-FFF2-40B4-BE49-F238E27FC236}">
                  <a16:creationId xmlns:a16="http://schemas.microsoft.com/office/drawing/2014/main" id="{DADB9554-DE11-8CD4-CA82-E0B7F582BDA0}"/>
                </a:ext>
              </a:extLst>
            </p:cNvPr>
            <p:cNvSpPr/>
            <p:nvPr/>
          </p:nvSpPr>
          <p:spPr>
            <a:xfrm>
              <a:off x="1551053" y="3295307"/>
              <a:ext cx="65160" cy="100759"/>
            </a:xfrm>
            <a:custGeom>
              <a:avLst/>
              <a:gdLst/>
              <a:ahLst/>
              <a:cxnLst/>
              <a:rect l="l" t="t" r="r" b="b"/>
              <a:pathLst>
                <a:path w="950" h="1469" extrusionOk="0">
                  <a:moveTo>
                    <a:pt x="65" y="1"/>
                  </a:moveTo>
                  <a:lnTo>
                    <a:pt x="1" y="229"/>
                  </a:lnTo>
                  <a:lnTo>
                    <a:pt x="92" y="256"/>
                  </a:lnTo>
                  <a:lnTo>
                    <a:pt x="183" y="293"/>
                  </a:lnTo>
                  <a:lnTo>
                    <a:pt x="265" y="338"/>
                  </a:lnTo>
                  <a:lnTo>
                    <a:pt x="347" y="393"/>
                  </a:lnTo>
                  <a:lnTo>
                    <a:pt x="411" y="448"/>
                  </a:lnTo>
                  <a:lnTo>
                    <a:pt x="484" y="520"/>
                  </a:lnTo>
                  <a:lnTo>
                    <a:pt x="539" y="593"/>
                  </a:lnTo>
                  <a:lnTo>
                    <a:pt x="594" y="676"/>
                  </a:lnTo>
                  <a:lnTo>
                    <a:pt x="639" y="758"/>
                  </a:lnTo>
                  <a:lnTo>
                    <a:pt x="676" y="849"/>
                  </a:lnTo>
                  <a:lnTo>
                    <a:pt x="694" y="940"/>
                  </a:lnTo>
                  <a:lnTo>
                    <a:pt x="712" y="1031"/>
                  </a:lnTo>
                  <a:lnTo>
                    <a:pt x="721" y="1122"/>
                  </a:lnTo>
                  <a:lnTo>
                    <a:pt x="721" y="1223"/>
                  </a:lnTo>
                  <a:lnTo>
                    <a:pt x="712" y="1314"/>
                  </a:lnTo>
                  <a:lnTo>
                    <a:pt x="685" y="1405"/>
                  </a:lnTo>
                  <a:lnTo>
                    <a:pt x="913" y="1469"/>
                  </a:lnTo>
                  <a:lnTo>
                    <a:pt x="940" y="1350"/>
                  </a:lnTo>
                  <a:lnTo>
                    <a:pt x="949" y="1232"/>
                  </a:lnTo>
                  <a:lnTo>
                    <a:pt x="949" y="1122"/>
                  </a:lnTo>
                  <a:lnTo>
                    <a:pt x="940" y="1004"/>
                  </a:lnTo>
                  <a:lnTo>
                    <a:pt x="922" y="885"/>
                  </a:lnTo>
                  <a:lnTo>
                    <a:pt x="885" y="776"/>
                  </a:lnTo>
                  <a:lnTo>
                    <a:pt x="849" y="666"/>
                  </a:lnTo>
                  <a:lnTo>
                    <a:pt x="794" y="557"/>
                  </a:lnTo>
                  <a:lnTo>
                    <a:pt x="730" y="457"/>
                  </a:lnTo>
                  <a:lnTo>
                    <a:pt x="657" y="365"/>
                  </a:lnTo>
                  <a:lnTo>
                    <a:pt x="575" y="283"/>
                  </a:lnTo>
                  <a:lnTo>
                    <a:pt x="484" y="210"/>
                  </a:lnTo>
                  <a:lnTo>
                    <a:pt x="384" y="138"/>
                  </a:lnTo>
                  <a:lnTo>
                    <a:pt x="284" y="83"/>
                  </a:lnTo>
                  <a:lnTo>
                    <a:pt x="174" y="37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63;p19">
              <a:extLst>
                <a:ext uri="{FF2B5EF4-FFF2-40B4-BE49-F238E27FC236}">
                  <a16:creationId xmlns:a16="http://schemas.microsoft.com/office/drawing/2014/main" id="{E101AABD-A23C-5F0D-C061-E470C9DD0E4C}"/>
                </a:ext>
              </a:extLst>
            </p:cNvPr>
            <p:cNvSpPr/>
            <p:nvPr/>
          </p:nvSpPr>
          <p:spPr>
            <a:xfrm>
              <a:off x="1749345" y="3897589"/>
              <a:ext cx="38822" cy="130801"/>
            </a:xfrm>
            <a:custGeom>
              <a:avLst/>
              <a:gdLst/>
              <a:ahLst/>
              <a:cxnLst/>
              <a:rect l="l" t="t" r="r" b="b"/>
              <a:pathLst>
                <a:path w="566" h="1907" extrusionOk="0">
                  <a:moveTo>
                    <a:pt x="165" y="1"/>
                  </a:moveTo>
                  <a:lnTo>
                    <a:pt x="1" y="165"/>
                  </a:lnTo>
                  <a:lnTo>
                    <a:pt x="73" y="247"/>
                  </a:lnTo>
                  <a:lnTo>
                    <a:pt x="146" y="329"/>
                  </a:lnTo>
                  <a:lnTo>
                    <a:pt x="201" y="429"/>
                  </a:lnTo>
                  <a:lnTo>
                    <a:pt x="247" y="521"/>
                  </a:lnTo>
                  <a:lnTo>
                    <a:pt x="283" y="621"/>
                  </a:lnTo>
                  <a:lnTo>
                    <a:pt x="311" y="730"/>
                  </a:lnTo>
                  <a:lnTo>
                    <a:pt x="329" y="840"/>
                  </a:lnTo>
                  <a:lnTo>
                    <a:pt x="329" y="949"/>
                  </a:lnTo>
                  <a:lnTo>
                    <a:pt x="329" y="1059"/>
                  </a:lnTo>
                  <a:lnTo>
                    <a:pt x="311" y="1168"/>
                  </a:lnTo>
                  <a:lnTo>
                    <a:pt x="283" y="1278"/>
                  </a:lnTo>
                  <a:lnTo>
                    <a:pt x="247" y="1378"/>
                  </a:lnTo>
                  <a:lnTo>
                    <a:pt x="201" y="1478"/>
                  </a:lnTo>
                  <a:lnTo>
                    <a:pt x="146" y="1569"/>
                  </a:lnTo>
                  <a:lnTo>
                    <a:pt x="83" y="1661"/>
                  </a:lnTo>
                  <a:lnTo>
                    <a:pt x="10" y="1743"/>
                  </a:lnTo>
                  <a:lnTo>
                    <a:pt x="165" y="1907"/>
                  </a:lnTo>
                  <a:lnTo>
                    <a:pt x="256" y="1806"/>
                  </a:lnTo>
                  <a:lnTo>
                    <a:pt x="338" y="1697"/>
                  </a:lnTo>
                  <a:lnTo>
                    <a:pt x="402" y="1588"/>
                  </a:lnTo>
                  <a:lnTo>
                    <a:pt x="456" y="1469"/>
                  </a:lnTo>
                  <a:lnTo>
                    <a:pt x="502" y="1341"/>
                  </a:lnTo>
                  <a:lnTo>
                    <a:pt x="539" y="1214"/>
                  </a:lnTo>
                  <a:lnTo>
                    <a:pt x="557" y="1086"/>
                  </a:lnTo>
                  <a:lnTo>
                    <a:pt x="566" y="949"/>
                  </a:lnTo>
                  <a:lnTo>
                    <a:pt x="557" y="822"/>
                  </a:lnTo>
                  <a:lnTo>
                    <a:pt x="539" y="685"/>
                  </a:lnTo>
                  <a:lnTo>
                    <a:pt x="502" y="557"/>
                  </a:lnTo>
                  <a:lnTo>
                    <a:pt x="456" y="439"/>
                  </a:lnTo>
                  <a:lnTo>
                    <a:pt x="402" y="320"/>
                  </a:lnTo>
                  <a:lnTo>
                    <a:pt x="338" y="202"/>
                  </a:lnTo>
                  <a:lnTo>
                    <a:pt x="256" y="101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64;p19">
              <a:extLst>
                <a:ext uri="{FF2B5EF4-FFF2-40B4-BE49-F238E27FC236}">
                  <a16:creationId xmlns:a16="http://schemas.microsoft.com/office/drawing/2014/main" id="{90100CE3-FAEE-127D-54D6-4A480554A0AF}"/>
                </a:ext>
              </a:extLst>
            </p:cNvPr>
            <p:cNvSpPr/>
            <p:nvPr/>
          </p:nvSpPr>
          <p:spPr>
            <a:xfrm>
              <a:off x="1766218" y="3249010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7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" y="202"/>
                  </a:lnTo>
                  <a:lnTo>
                    <a:pt x="1" y="247"/>
                  </a:lnTo>
                  <a:lnTo>
                    <a:pt x="1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2"/>
                  </a:lnTo>
                  <a:lnTo>
                    <a:pt x="475" y="156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7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265;p19">
              <a:extLst>
                <a:ext uri="{FF2B5EF4-FFF2-40B4-BE49-F238E27FC236}">
                  <a16:creationId xmlns:a16="http://schemas.microsoft.com/office/drawing/2014/main" id="{F7C00603-B2CE-2047-86A3-7B16820EC1F4}"/>
                </a:ext>
              </a:extLst>
            </p:cNvPr>
            <p:cNvSpPr/>
            <p:nvPr/>
          </p:nvSpPr>
          <p:spPr>
            <a:xfrm>
              <a:off x="1586720" y="337912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47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266;p19">
              <a:extLst>
                <a:ext uri="{FF2B5EF4-FFF2-40B4-BE49-F238E27FC236}">
                  <a16:creationId xmlns:a16="http://schemas.microsoft.com/office/drawing/2014/main" id="{CCA5EBA0-627B-0C24-FCD9-C87741079B30}"/>
                </a:ext>
              </a:extLst>
            </p:cNvPr>
            <p:cNvSpPr/>
            <p:nvPr/>
          </p:nvSpPr>
          <p:spPr>
            <a:xfrm>
              <a:off x="1700578" y="3516096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4" y="156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267;p19">
              <a:extLst>
                <a:ext uri="{FF2B5EF4-FFF2-40B4-BE49-F238E27FC236}">
                  <a16:creationId xmlns:a16="http://schemas.microsoft.com/office/drawing/2014/main" id="{8E64915C-D3D3-A252-49D5-5E63CE943CB9}"/>
                </a:ext>
              </a:extLst>
            </p:cNvPr>
            <p:cNvSpPr/>
            <p:nvPr/>
          </p:nvSpPr>
          <p:spPr>
            <a:xfrm>
              <a:off x="1780005" y="3586125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38"/>
                  </a:lnTo>
                  <a:lnTo>
                    <a:pt x="484" y="293"/>
                  </a:lnTo>
                  <a:lnTo>
                    <a:pt x="484" y="247"/>
                  </a:lnTo>
                  <a:lnTo>
                    <a:pt x="484" y="201"/>
                  </a:lnTo>
                  <a:lnTo>
                    <a:pt x="46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268;p19">
              <a:extLst>
                <a:ext uri="{FF2B5EF4-FFF2-40B4-BE49-F238E27FC236}">
                  <a16:creationId xmlns:a16="http://schemas.microsoft.com/office/drawing/2014/main" id="{F49CB390-6575-28FC-0D5F-C8601BAA841C}"/>
                </a:ext>
              </a:extLst>
            </p:cNvPr>
            <p:cNvSpPr/>
            <p:nvPr/>
          </p:nvSpPr>
          <p:spPr>
            <a:xfrm>
              <a:off x="1646804" y="342727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09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56"/>
                  </a:lnTo>
                  <a:lnTo>
                    <a:pt x="9" y="201"/>
                  </a:lnTo>
                  <a:lnTo>
                    <a:pt x="0" y="256"/>
                  </a:lnTo>
                  <a:lnTo>
                    <a:pt x="9" y="302"/>
                  </a:lnTo>
                  <a:lnTo>
                    <a:pt x="18" y="347"/>
                  </a:lnTo>
                  <a:lnTo>
                    <a:pt x="46" y="393"/>
                  </a:lnTo>
                  <a:lnTo>
                    <a:pt x="73" y="429"/>
                  </a:lnTo>
                  <a:lnTo>
                    <a:pt x="109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92" y="302"/>
                  </a:lnTo>
                  <a:lnTo>
                    <a:pt x="492" y="256"/>
                  </a:lnTo>
                  <a:lnTo>
                    <a:pt x="492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269;p19">
              <a:extLst>
                <a:ext uri="{FF2B5EF4-FFF2-40B4-BE49-F238E27FC236}">
                  <a16:creationId xmlns:a16="http://schemas.microsoft.com/office/drawing/2014/main" id="{D624BE1D-2F59-D86B-A45C-6FCDF7D9F33F}"/>
                </a:ext>
              </a:extLst>
            </p:cNvPr>
            <p:cNvSpPr/>
            <p:nvPr/>
          </p:nvSpPr>
          <p:spPr>
            <a:xfrm>
              <a:off x="1620534" y="3649296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01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47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3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8"/>
                  </a:lnTo>
                  <a:lnTo>
                    <a:pt x="146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37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4" y="338"/>
                  </a:lnTo>
                  <a:lnTo>
                    <a:pt x="483" y="293"/>
                  </a:lnTo>
                  <a:lnTo>
                    <a:pt x="492" y="247"/>
                  </a:lnTo>
                  <a:lnTo>
                    <a:pt x="483" y="192"/>
                  </a:lnTo>
                  <a:lnTo>
                    <a:pt x="474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7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270;p19">
              <a:extLst>
                <a:ext uri="{FF2B5EF4-FFF2-40B4-BE49-F238E27FC236}">
                  <a16:creationId xmlns:a16="http://schemas.microsoft.com/office/drawing/2014/main" id="{3E0AF2B5-67D2-7BB7-D8DE-4E6A9DD247D9}"/>
                </a:ext>
              </a:extLst>
            </p:cNvPr>
            <p:cNvSpPr/>
            <p:nvPr/>
          </p:nvSpPr>
          <p:spPr>
            <a:xfrm>
              <a:off x="1647421" y="3767544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28" y="146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292"/>
                  </a:lnTo>
                  <a:lnTo>
                    <a:pt x="2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4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4"/>
                  </a:lnTo>
                  <a:lnTo>
                    <a:pt x="392" y="447"/>
                  </a:lnTo>
                  <a:lnTo>
                    <a:pt x="429" y="420"/>
                  </a:lnTo>
                  <a:lnTo>
                    <a:pt x="456" y="383"/>
                  </a:lnTo>
                  <a:lnTo>
                    <a:pt x="474" y="338"/>
                  </a:lnTo>
                  <a:lnTo>
                    <a:pt x="493" y="292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9" y="73"/>
                  </a:lnTo>
                  <a:lnTo>
                    <a:pt x="392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271;p19">
              <a:extLst>
                <a:ext uri="{FF2B5EF4-FFF2-40B4-BE49-F238E27FC236}">
                  <a16:creationId xmlns:a16="http://schemas.microsoft.com/office/drawing/2014/main" id="{3F661574-840A-B272-B3E6-97B3BDE21BEF}"/>
                </a:ext>
              </a:extLst>
            </p:cNvPr>
            <p:cNvSpPr/>
            <p:nvPr/>
          </p:nvSpPr>
          <p:spPr>
            <a:xfrm>
              <a:off x="1683019" y="3826325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0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6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37"/>
                  </a:lnTo>
                  <a:lnTo>
                    <a:pt x="347" y="19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72;p19">
              <a:extLst>
                <a:ext uri="{FF2B5EF4-FFF2-40B4-BE49-F238E27FC236}">
                  <a16:creationId xmlns:a16="http://schemas.microsoft.com/office/drawing/2014/main" id="{27310476-4C7D-2151-EE53-FFFE41B5C48E}"/>
                </a:ext>
              </a:extLst>
            </p:cNvPr>
            <p:cNvSpPr/>
            <p:nvPr/>
          </p:nvSpPr>
          <p:spPr>
            <a:xfrm>
              <a:off x="1741183" y="388887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202" y="9"/>
                  </a:lnTo>
                  <a:lnTo>
                    <a:pt x="156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55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301"/>
                  </a:lnTo>
                  <a:lnTo>
                    <a:pt x="19" y="347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56" y="474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47"/>
                  </a:lnTo>
                  <a:lnTo>
                    <a:pt x="493" y="301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5" y="155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7" y="18"/>
                  </a:lnTo>
                  <a:lnTo>
                    <a:pt x="302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273;p19">
              <a:extLst>
                <a:ext uri="{FF2B5EF4-FFF2-40B4-BE49-F238E27FC236}">
                  <a16:creationId xmlns:a16="http://schemas.microsoft.com/office/drawing/2014/main" id="{174F7855-204A-10D2-D14C-2563FB21A41D}"/>
                </a:ext>
              </a:extLst>
            </p:cNvPr>
            <p:cNvSpPr/>
            <p:nvPr/>
          </p:nvSpPr>
          <p:spPr>
            <a:xfrm>
              <a:off x="1788716" y="367933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48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8" y="19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274;p19">
              <a:extLst>
                <a:ext uri="{FF2B5EF4-FFF2-40B4-BE49-F238E27FC236}">
                  <a16:creationId xmlns:a16="http://schemas.microsoft.com/office/drawing/2014/main" id="{9FEE1319-4EDF-E5E6-E634-77CCD9070BE5}"/>
                </a:ext>
              </a:extLst>
            </p:cNvPr>
            <p:cNvSpPr/>
            <p:nvPr/>
          </p:nvSpPr>
          <p:spPr>
            <a:xfrm>
              <a:off x="1875070" y="3175208"/>
              <a:ext cx="427864" cy="855729"/>
            </a:xfrm>
            <a:custGeom>
              <a:avLst/>
              <a:gdLst/>
              <a:ahLst/>
              <a:cxnLst/>
              <a:rect l="l" t="t" r="r" b="b"/>
              <a:pathLst>
                <a:path w="6238" h="12476" extrusionOk="0">
                  <a:moveTo>
                    <a:pt x="1715" y="238"/>
                  </a:moveTo>
                  <a:lnTo>
                    <a:pt x="1842" y="265"/>
                  </a:lnTo>
                  <a:lnTo>
                    <a:pt x="1970" y="293"/>
                  </a:lnTo>
                  <a:lnTo>
                    <a:pt x="2089" y="338"/>
                  </a:lnTo>
                  <a:lnTo>
                    <a:pt x="2207" y="393"/>
                  </a:lnTo>
                  <a:lnTo>
                    <a:pt x="2316" y="466"/>
                  </a:lnTo>
                  <a:lnTo>
                    <a:pt x="2426" y="539"/>
                  </a:lnTo>
                  <a:lnTo>
                    <a:pt x="2517" y="621"/>
                  </a:lnTo>
                  <a:lnTo>
                    <a:pt x="2608" y="721"/>
                  </a:lnTo>
                  <a:lnTo>
                    <a:pt x="2681" y="822"/>
                  </a:lnTo>
                  <a:lnTo>
                    <a:pt x="2754" y="931"/>
                  </a:lnTo>
                  <a:lnTo>
                    <a:pt x="2809" y="1050"/>
                  </a:lnTo>
                  <a:lnTo>
                    <a:pt x="2854" y="1168"/>
                  </a:lnTo>
                  <a:lnTo>
                    <a:pt x="2891" y="1296"/>
                  </a:lnTo>
                  <a:lnTo>
                    <a:pt x="2909" y="1423"/>
                  </a:lnTo>
                  <a:lnTo>
                    <a:pt x="2918" y="1560"/>
                  </a:lnTo>
                  <a:lnTo>
                    <a:pt x="2927" y="1697"/>
                  </a:lnTo>
                  <a:lnTo>
                    <a:pt x="3055" y="1670"/>
                  </a:lnTo>
                  <a:lnTo>
                    <a:pt x="3237" y="1651"/>
                  </a:lnTo>
                  <a:lnTo>
                    <a:pt x="3411" y="1642"/>
                  </a:lnTo>
                  <a:lnTo>
                    <a:pt x="3611" y="1651"/>
                  </a:lnTo>
                  <a:lnTo>
                    <a:pt x="3803" y="1679"/>
                  </a:lnTo>
                  <a:lnTo>
                    <a:pt x="3994" y="1724"/>
                  </a:lnTo>
                  <a:lnTo>
                    <a:pt x="4177" y="1797"/>
                  </a:lnTo>
                  <a:lnTo>
                    <a:pt x="4341" y="1879"/>
                  </a:lnTo>
                  <a:lnTo>
                    <a:pt x="4505" y="1980"/>
                  </a:lnTo>
                  <a:lnTo>
                    <a:pt x="4660" y="2089"/>
                  </a:lnTo>
                  <a:lnTo>
                    <a:pt x="4797" y="2217"/>
                  </a:lnTo>
                  <a:lnTo>
                    <a:pt x="4924" y="2354"/>
                  </a:lnTo>
                  <a:lnTo>
                    <a:pt x="5034" y="2509"/>
                  </a:lnTo>
                  <a:lnTo>
                    <a:pt x="5134" y="2664"/>
                  </a:lnTo>
                  <a:lnTo>
                    <a:pt x="5216" y="2837"/>
                  </a:lnTo>
                  <a:lnTo>
                    <a:pt x="5280" y="3019"/>
                  </a:lnTo>
                  <a:lnTo>
                    <a:pt x="5335" y="3211"/>
                  </a:lnTo>
                  <a:lnTo>
                    <a:pt x="5362" y="3402"/>
                  </a:lnTo>
                  <a:lnTo>
                    <a:pt x="5371" y="3603"/>
                  </a:lnTo>
                  <a:lnTo>
                    <a:pt x="5371" y="3730"/>
                  </a:lnTo>
                  <a:lnTo>
                    <a:pt x="5353" y="3858"/>
                  </a:lnTo>
                  <a:lnTo>
                    <a:pt x="5335" y="3986"/>
                  </a:lnTo>
                  <a:lnTo>
                    <a:pt x="5307" y="4113"/>
                  </a:lnTo>
                  <a:lnTo>
                    <a:pt x="5271" y="4232"/>
                  </a:lnTo>
                  <a:lnTo>
                    <a:pt x="5225" y="4351"/>
                  </a:lnTo>
                  <a:lnTo>
                    <a:pt x="5171" y="4469"/>
                  </a:lnTo>
                  <a:lnTo>
                    <a:pt x="5107" y="4588"/>
                  </a:lnTo>
                  <a:lnTo>
                    <a:pt x="5070" y="4642"/>
                  </a:lnTo>
                  <a:lnTo>
                    <a:pt x="5107" y="4706"/>
                  </a:lnTo>
                  <a:lnTo>
                    <a:pt x="5171" y="4816"/>
                  </a:lnTo>
                  <a:lnTo>
                    <a:pt x="5225" y="4934"/>
                  </a:lnTo>
                  <a:lnTo>
                    <a:pt x="5280" y="5053"/>
                  </a:lnTo>
                  <a:lnTo>
                    <a:pt x="5317" y="5171"/>
                  </a:lnTo>
                  <a:lnTo>
                    <a:pt x="5344" y="5299"/>
                  </a:lnTo>
                  <a:lnTo>
                    <a:pt x="5371" y="5417"/>
                  </a:lnTo>
                  <a:lnTo>
                    <a:pt x="5380" y="5545"/>
                  </a:lnTo>
                  <a:lnTo>
                    <a:pt x="5389" y="5682"/>
                  </a:lnTo>
                  <a:lnTo>
                    <a:pt x="5389" y="5700"/>
                  </a:lnTo>
                  <a:lnTo>
                    <a:pt x="5380" y="5773"/>
                  </a:lnTo>
                  <a:lnTo>
                    <a:pt x="5426" y="5810"/>
                  </a:lnTo>
                  <a:lnTo>
                    <a:pt x="5554" y="5946"/>
                  </a:lnTo>
                  <a:lnTo>
                    <a:pt x="5672" y="6092"/>
                  </a:lnTo>
                  <a:lnTo>
                    <a:pt x="5772" y="6256"/>
                  </a:lnTo>
                  <a:lnTo>
                    <a:pt x="5855" y="6420"/>
                  </a:lnTo>
                  <a:lnTo>
                    <a:pt x="5918" y="6594"/>
                  </a:lnTo>
                  <a:lnTo>
                    <a:pt x="5964" y="6776"/>
                  </a:lnTo>
                  <a:lnTo>
                    <a:pt x="6000" y="6968"/>
                  </a:lnTo>
                  <a:lnTo>
                    <a:pt x="6010" y="7159"/>
                  </a:lnTo>
                  <a:lnTo>
                    <a:pt x="6000" y="7278"/>
                  </a:lnTo>
                  <a:lnTo>
                    <a:pt x="5991" y="7387"/>
                  </a:lnTo>
                  <a:lnTo>
                    <a:pt x="5973" y="7506"/>
                  </a:lnTo>
                  <a:lnTo>
                    <a:pt x="5946" y="7615"/>
                  </a:lnTo>
                  <a:lnTo>
                    <a:pt x="5918" y="7724"/>
                  </a:lnTo>
                  <a:lnTo>
                    <a:pt x="5882" y="7834"/>
                  </a:lnTo>
                  <a:lnTo>
                    <a:pt x="5836" y="7934"/>
                  </a:lnTo>
                  <a:lnTo>
                    <a:pt x="5782" y="8034"/>
                  </a:lnTo>
                  <a:lnTo>
                    <a:pt x="5727" y="8135"/>
                  </a:lnTo>
                  <a:lnTo>
                    <a:pt x="5663" y="8226"/>
                  </a:lnTo>
                  <a:lnTo>
                    <a:pt x="5599" y="8317"/>
                  </a:lnTo>
                  <a:lnTo>
                    <a:pt x="5517" y="8408"/>
                  </a:lnTo>
                  <a:lnTo>
                    <a:pt x="5444" y="8490"/>
                  </a:lnTo>
                  <a:lnTo>
                    <a:pt x="5353" y="8563"/>
                  </a:lnTo>
                  <a:lnTo>
                    <a:pt x="5262" y="8636"/>
                  </a:lnTo>
                  <a:lnTo>
                    <a:pt x="5171" y="8700"/>
                  </a:lnTo>
                  <a:lnTo>
                    <a:pt x="5107" y="8746"/>
                  </a:lnTo>
                  <a:lnTo>
                    <a:pt x="5116" y="8819"/>
                  </a:lnTo>
                  <a:lnTo>
                    <a:pt x="5134" y="8965"/>
                  </a:lnTo>
                  <a:lnTo>
                    <a:pt x="5143" y="9120"/>
                  </a:lnTo>
                  <a:lnTo>
                    <a:pt x="5134" y="9302"/>
                  </a:lnTo>
                  <a:lnTo>
                    <a:pt x="5107" y="9475"/>
                  </a:lnTo>
                  <a:lnTo>
                    <a:pt x="5070" y="9648"/>
                  </a:lnTo>
                  <a:lnTo>
                    <a:pt x="5006" y="9813"/>
                  </a:lnTo>
                  <a:lnTo>
                    <a:pt x="4934" y="9968"/>
                  </a:lnTo>
                  <a:lnTo>
                    <a:pt x="4851" y="10123"/>
                  </a:lnTo>
                  <a:lnTo>
                    <a:pt x="4751" y="10259"/>
                  </a:lnTo>
                  <a:lnTo>
                    <a:pt x="4642" y="10387"/>
                  </a:lnTo>
                  <a:lnTo>
                    <a:pt x="4514" y="10506"/>
                  </a:lnTo>
                  <a:lnTo>
                    <a:pt x="4386" y="10615"/>
                  </a:lnTo>
                  <a:lnTo>
                    <a:pt x="4241" y="10706"/>
                  </a:lnTo>
                  <a:lnTo>
                    <a:pt x="4086" y="10788"/>
                  </a:lnTo>
                  <a:lnTo>
                    <a:pt x="3921" y="10861"/>
                  </a:lnTo>
                  <a:lnTo>
                    <a:pt x="3757" y="10907"/>
                  </a:lnTo>
                  <a:lnTo>
                    <a:pt x="3584" y="10943"/>
                  </a:lnTo>
                  <a:lnTo>
                    <a:pt x="3402" y="10961"/>
                  </a:lnTo>
                  <a:lnTo>
                    <a:pt x="3320" y="10971"/>
                  </a:lnTo>
                  <a:lnTo>
                    <a:pt x="3292" y="11053"/>
                  </a:lnTo>
                  <a:lnTo>
                    <a:pt x="3256" y="11180"/>
                  </a:lnTo>
                  <a:lnTo>
                    <a:pt x="3210" y="11308"/>
                  </a:lnTo>
                  <a:lnTo>
                    <a:pt x="3155" y="11417"/>
                  </a:lnTo>
                  <a:lnTo>
                    <a:pt x="3092" y="11536"/>
                  </a:lnTo>
                  <a:lnTo>
                    <a:pt x="3019" y="11636"/>
                  </a:lnTo>
                  <a:lnTo>
                    <a:pt x="2937" y="11737"/>
                  </a:lnTo>
                  <a:lnTo>
                    <a:pt x="2845" y="11828"/>
                  </a:lnTo>
                  <a:lnTo>
                    <a:pt x="2745" y="11910"/>
                  </a:lnTo>
                  <a:lnTo>
                    <a:pt x="2645" y="11983"/>
                  </a:lnTo>
                  <a:lnTo>
                    <a:pt x="2535" y="12047"/>
                  </a:lnTo>
                  <a:lnTo>
                    <a:pt x="2417" y="12110"/>
                  </a:lnTo>
                  <a:lnTo>
                    <a:pt x="2298" y="12156"/>
                  </a:lnTo>
                  <a:lnTo>
                    <a:pt x="2180" y="12193"/>
                  </a:lnTo>
                  <a:lnTo>
                    <a:pt x="2052" y="12220"/>
                  </a:lnTo>
                  <a:lnTo>
                    <a:pt x="1915" y="12238"/>
                  </a:lnTo>
                  <a:lnTo>
                    <a:pt x="1788" y="12238"/>
                  </a:lnTo>
                  <a:lnTo>
                    <a:pt x="1623" y="12229"/>
                  </a:lnTo>
                  <a:lnTo>
                    <a:pt x="1468" y="12211"/>
                  </a:lnTo>
                  <a:lnTo>
                    <a:pt x="1323" y="12174"/>
                  </a:lnTo>
                  <a:lnTo>
                    <a:pt x="1177" y="12120"/>
                  </a:lnTo>
                  <a:lnTo>
                    <a:pt x="1040" y="12056"/>
                  </a:lnTo>
                  <a:lnTo>
                    <a:pt x="912" y="11974"/>
                  </a:lnTo>
                  <a:lnTo>
                    <a:pt x="794" y="11882"/>
                  </a:lnTo>
                  <a:lnTo>
                    <a:pt x="684" y="11782"/>
                  </a:lnTo>
                  <a:lnTo>
                    <a:pt x="584" y="11673"/>
                  </a:lnTo>
                  <a:lnTo>
                    <a:pt x="493" y="11554"/>
                  </a:lnTo>
                  <a:lnTo>
                    <a:pt x="420" y="11427"/>
                  </a:lnTo>
                  <a:lnTo>
                    <a:pt x="347" y="11290"/>
                  </a:lnTo>
                  <a:lnTo>
                    <a:pt x="301" y="11144"/>
                  </a:lnTo>
                  <a:lnTo>
                    <a:pt x="256" y="10998"/>
                  </a:lnTo>
                  <a:lnTo>
                    <a:pt x="237" y="10843"/>
                  </a:lnTo>
                  <a:lnTo>
                    <a:pt x="228" y="10688"/>
                  </a:lnTo>
                  <a:lnTo>
                    <a:pt x="228" y="1578"/>
                  </a:lnTo>
                  <a:lnTo>
                    <a:pt x="237" y="1442"/>
                  </a:lnTo>
                  <a:lnTo>
                    <a:pt x="256" y="1314"/>
                  </a:lnTo>
                  <a:lnTo>
                    <a:pt x="292" y="1186"/>
                  </a:lnTo>
                  <a:lnTo>
                    <a:pt x="338" y="1059"/>
                  </a:lnTo>
                  <a:lnTo>
                    <a:pt x="392" y="940"/>
                  </a:lnTo>
                  <a:lnTo>
                    <a:pt x="456" y="831"/>
                  </a:lnTo>
                  <a:lnTo>
                    <a:pt x="538" y="730"/>
                  </a:lnTo>
                  <a:lnTo>
                    <a:pt x="620" y="630"/>
                  </a:lnTo>
                  <a:lnTo>
                    <a:pt x="721" y="539"/>
                  </a:lnTo>
                  <a:lnTo>
                    <a:pt x="821" y="466"/>
                  </a:lnTo>
                  <a:lnTo>
                    <a:pt x="930" y="402"/>
                  </a:lnTo>
                  <a:lnTo>
                    <a:pt x="1049" y="338"/>
                  </a:lnTo>
                  <a:lnTo>
                    <a:pt x="1177" y="293"/>
                  </a:lnTo>
                  <a:lnTo>
                    <a:pt x="1304" y="265"/>
                  </a:lnTo>
                  <a:lnTo>
                    <a:pt x="1441" y="238"/>
                  </a:lnTo>
                  <a:close/>
                  <a:moveTo>
                    <a:pt x="1578" y="1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4"/>
                  </a:lnTo>
                  <a:lnTo>
                    <a:pt x="958" y="129"/>
                  </a:lnTo>
                  <a:lnTo>
                    <a:pt x="821" y="192"/>
                  </a:lnTo>
                  <a:lnTo>
                    <a:pt x="693" y="275"/>
                  </a:lnTo>
                  <a:lnTo>
                    <a:pt x="575" y="366"/>
                  </a:lnTo>
                  <a:lnTo>
                    <a:pt x="456" y="466"/>
                  </a:lnTo>
                  <a:lnTo>
                    <a:pt x="356" y="575"/>
                  </a:lnTo>
                  <a:lnTo>
                    <a:pt x="265" y="703"/>
                  </a:lnTo>
                  <a:lnTo>
                    <a:pt x="192" y="831"/>
                  </a:lnTo>
                  <a:lnTo>
                    <a:pt x="119" y="968"/>
                  </a:lnTo>
                  <a:lnTo>
                    <a:pt x="73" y="1113"/>
                  </a:lnTo>
                  <a:lnTo>
                    <a:pt x="28" y="1268"/>
                  </a:lnTo>
                  <a:lnTo>
                    <a:pt x="9" y="1423"/>
                  </a:lnTo>
                  <a:lnTo>
                    <a:pt x="0" y="1578"/>
                  </a:lnTo>
                  <a:lnTo>
                    <a:pt x="0" y="10688"/>
                  </a:lnTo>
                  <a:lnTo>
                    <a:pt x="9" y="10870"/>
                  </a:lnTo>
                  <a:lnTo>
                    <a:pt x="37" y="11044"/>
                  </a:lnTo>
                  <a:lnTo>
                    <a:pt x="82" y="11217"/>
                  </a:lnTo>
                  <a:lnTo>
                    <a:pt x="137" y="11381"/>
                  </a:lnTo>
                  <a:lnTo>
                    <a:pt x="210" y="11536"/>
                  </a:lnTo>
                  <a:lnTo>
                    <a:pt x="301" y="11682"/>
                  </a:lnTo>
                  <a:lnTo>
                    <a:pt x="411" y="11819"/>
                  </a:lnTo>
                  <a:lnTo>
                    <a:pt x="520" y="11946"/>
                  </a:lnTo>
                  <a:lnTo>
                    <a:pt x="648" y="12065"/>
                  </a:lnTo>
                  <a:lnTo>
                    <a:pt x="785" y="12165"/>
                  </a:lnTo>
                  <a:lnTo>
                    <a:pt x="930" y="12256"/>
                  </a:lnTo>
                  <a:lnTo>
                    <a:pt x="1085" y="12329"/>
                  </a:lnTo>
                  <a:lnTo>
                    <a:pt x="1250" y="12393"/>
                  </a:lnTo>
                  <a:lnTo>
                    <a:pt x="1423" y="12439"/>
                  </a:lnTo>
                  <a:lnTo>
                    <a:pt x="1605" y="12466"/>
                  </a:lnTo>
                  <a:lnTo>
                    <a:pt x="1788" y="12475"/>
                  </a:lnTo>
                  <a:lnTo>
                    <a:pt x="1934" y="12466"/>
                  </a:lnTo>
                  <a:lnTo>
                    <a:pt x="2079" y="12448"/>
                  </a:lnTo>
                  <a:lnTo>
                    <a:pt x="2216" y="12420"/>
                  </a:lnTo>
                  <a:lnTo>
                    <a:pt x="2362" y="12375"/>
                  </a:lnTo>
                  <a:lnTo>
                    <a:pt x="2490" y="12329"/>
                  </a:lnTo>
                  <a:lnTo>
                    <a:pt x="2617" y="12265"/>
                  </a:lnTo>
                  <a:lnTo>
                    <a:pt x="2745" y="12193"/>
                  </a:lnTo>
                  <a:lnTo>
                    <a:pt x="2854" y="12110"/>
                  </a:lnTo>
                  <a:lnTo>
                    <a:pt x="2964" y="12028"/>
                  </a:lnTo>
                  <a:lnTo>
                    <a:pt x="3064" y="11928"/>
                  </a:lnTo>
                  <a:lnTo>
                    <a:pt x="3165" y="11819"/>
                  </a:lnTo>
                  <a:lnTo>
                    <a:pt x="3247" y="11709"/>
                  </a:lnTo>
                  <a:lnTo>
                    <a:pt x="3329" y="11591"/>
                  </a:lnTo>
                  <a:lnTo>
                    <a:pt x="3392" y="11463"/>
                  </a:lnTo>
                  <a:lnTo>
                    <a:pt x="3447" y="11326"/>
                  </a:lnTo>
                  <a:lnTo>
                    <a:pt x="3502" y="11189"/>
                  </a:lnTo>
                  <a:lnTo>
                    <a:pt x="3693" y="11162"/>
                  </a:lnTo>
                  <a:lnTo>
                    <a:pt x="3885" y="11117"/>
                  </a:lnTo>
                  <a:lnTo>
                    <a:pt x="4067" y="11053"/>
                  </a:lnTo>
                  <a:lnTo>
                    <a:pt x="4241" y="10971"/>
                  </a:lnTo>
                  <a:lnTo>
                    <a:pt x="4405" y="10879"/>
                  </a:lnTo>
                  <a:lnTo>
                    <a:pt x="4560" y="10770"/>
                  </a:lnTo>
                  <a:lnTo>
                    <a:pt x="4696" y="10651"/>
                  </a:lnTo>
                  <a:lnTo>
                    <a:pt x="4833" y="10515"/>
                  </a:lnTo>
                  <a:lnTo>
                    <a:pt x="4952" y="10378"/>
                  </a:lnTo>
                  <a:lnTo>
                    <a:pt x="5061" y="10223"/>
                  </a:lnTo>
                  <a:lnTo>
                    <a:pt x="5152" y="10059"/>
                  </a:lnTo>
                  <a:lnTo>
                    <a:pt x="5234" y="9886"/>
                  </a:lnTo>
                  <a:lnTo>
                    <a:pt x="5289" y="9703"/>
                  </a:lnTo>
                  <a:lnTo>
                    <a:pt x="5335" y="9512"/>
                  </a:lnTo>
                  <a:lnTo>
                    <a:pt x="5362" y="9320"/>
                  </a:lnTo>
                  <a:lnTo>
                    <a:pt x="5371" y="9120"/>
                  </a:lnTo>
                  <a:lnTo>
                    <a:pt x="5371" y="8983"/>
                  </a:lnTo>
                  <a:lnTo>
                    <a:pt x="5353" y="8855"/>
                  </a:lnTo>
                  <a:lnTo>
                    <a:pt x="5462" y="8782"/>
                  </a:lnTo>
                  <a:lnTo>
                    <a:pt x="5554" y="8700"/>
                  </a:lnTo>
                  <a:lnTo>
                    <a:pt x="5645" y="8609"/>
                  </a:lnTo>
                  <a:lnTo>
                    <a:pt x="5727" y="8518"/>
                  </a:lnTo>
                  <a:lnTo>
                    <a:pt x="5809" y="8427"/>
                  </a:lnTo>
                  <a:lnTo>
                    <a:pt x="5882" y="8326"/>
                  </a:lnTo>
                  <a:lnTo>
                    <a:pt x="5946" y="8217"/>
                  </a:lnTo>
                  <a:lnTo>
                    <a:pt x="6000" y="8117"/>
                  </a:lnTo>
                  <a:lnTo>
                    <a:pt x="6055" y="7998"/>
                  </a:lnTo>
                  <a:lnTo>
                    <a:pt x="6101" y="7889"/>
                  </a:lnTo>
                  <a:lnTo>
                    <a:pt x="6146" y="7770"/>
                  </a:lnTo>
                  <a:lnTo>
                    <a:pt x="6174" y="7651"/>
                  </a:lnTo>
                  <a:lnTo>
                    <a:pt x="6201" y="7533"/>
                  </a:lnTo>
                  <a:lnTo>
                    <a:pt x="6219" y="7405"/>
                  </a:lnTo>
                  <a:lnTo>
                    <a:pt x="6228" y="7287"/>
                  </a:lnTo>
                  <a:lnTo>
                    <a:pt x="6237" y="7159"/>
                  </a:lnTo>
                  <a:lnTo>
                    <a:pt x="6228" y="6949"/>
                  </a:lnTo>
                  <a:lnTo>
                    <a:pt x="6192" y="6749"/>
                  </a:lnTo>
                  <a:lnTo>
                    <a:pt x="6146" y="6548"/>
                  </a:lnTo>
                  <a:lnTo>
                    <a:pt x="6073" y="6357"/>
                  </a:lnTo>
                  <a:lnTo>
                    <a:pt x="5982" y="6174"/>
                  </a:lnTo>
                  <a:lnTo>
                    <a:pt x="5882" y="5992"/>
                  </a:lnTo>
                  <a:lnTo>
                    <a:pt x="5754" y="5828"/>
                  </a:lnTo>
                  <a:lnTo>
                    <a:pt x="5617" y="5673"/>
                  </a:lnTo>
                  <a:lnTo>
                    <a:pt x="5608" y="5545"/>
                  </a:lnTo>
                  <a:lnTo>
                    <a:pt x="5599" y="5408"/>
                  </a:lnTo>
                  <a:lnTo>
                    <a:pt x="5581" y="5272"/>
                  </a:lnTo>
                  <a:lnTo>
                    <a:pt x="5544" y="5144"/>
                  </a:lnTo>
                  <a:lnTo>
                    <a:pt x="5508" y="5007"/>
                  </a:lnTo>
                  <a:lnTo>
                    <a:pt x="5462" y="4889"/>
                  </a:lnTo>
                  <a:lnTo>
                    <a:pt x="5408" y="4761"/>
                  </a:lnTo>
                  <a:lnTo>
                    <a:pt x="5344" y="4642"/>
                  </a:lnTo>
                  <a:lnTo>
                    <a:pt x="5399" y="4524"/>
                  </a:lnTo>
                  <a:lnTo>
                    <a:pt x="5453" y="4396"/>
                  </a:lnTo>
                  <a:lnTo>
                    <a:pt x="5499" y="4268"/>
                  </a:lnTo>
                  <a:lnTo>
                    <a:pt x="5535" y="4141"/>
                  </a:lnTo>
                  <a:lnTo>
                    <a:pt x="5563" y="4004"/>
                  </a:lnTo>
                  <a:lnTo>
                    <a:pt x="5581" y="3876"/>
                  </a:lnTo>
                  <a:lnTo>
                    <a:pt x="5599" y="3740"/>
                  </a:lnTo>
                  <a:lnTo>
                    <a:pt x="5599" y="3603"/>
                  </a:lnTo>
                  <a:lnTo>
                    <a:pt x="5599" y="3493"/>
                  </a:lnTo>
                  <a:lnTo>
                    <a:pt x="5590" y="3375"/>
                  </a:lnTo>
                  <a:lnTo>
                    <a:pt x="5581" y="3265"/>
                  </a:lnTo>
                  <a:lnTo>
                    <a:pt x="5554" y="3165"/>
                  </a:lnTo>
                  <a:lnTo>
                    <a:pt x="5499" y="2946"/>
                  </a:lnTo>
                  <a:lnTo>
                    <a:pt x="5426" y="2746"/>
                  </a:lnTo>
                  <a:lnTo>
                    <a:pt x="5335" y="2554"/>
                  </a:lnTo>
                  <a:lnTo>
                    <a:pt x="5225" y="2381"/>
                  </a:lnTo>
                  <a:lnTo>
                    <a:pt x="5098" y="2208"/>
                  </a:lnTo>
                  <a:lnTo>
                    <a:pt x="4961" y="2053"/>
                  </a:lnTo>
                  <a:lnTo>
                    <a:pt x="4806" y="1907"/>
                  </a:lnTo>
                  <a:lnTo>
                    <a:pt x="4633" y="1788"/>
                  </a:lnTo>
                  <a:lnTo>
                    <a:pt x="4450" y="1670"/>
                  </a:lnTo>
                  <a:lnTo>
                    <a:pt x="4259" y="1578"/>
                  </a:lnTo>
                  <a:lnTo>
                    <a:pt x="4058" y="1506"/>
                  </a:lnTo>
                  <a:lnTo>
                    <a:pt x="3848" y="1451"/>
                  </a:lnTo>
                  <a:lnTo>
                    <a:pt x="3739" y="1433"/>
                  </a:lnTo>
                  <a:lnTo>
                    <a:pt x="3630" y="1423"/>
                  </a:lnTo>
                  <a:lnTo>
                    <a:pt x="3520" y="1414"/>
                  </a:lnTo>
                  <a:lnTo>
                    <a:pt x="3411" y="1405"/>
                  </a:lnTo>
                  <a:lnTo>
                    <a:pt x="3274" y="1414"/>
                  </a:lnTo>
                  <a:lnTo>
                    <a:pt x="3146" y="1423"/>
                  </a:lnTo>
                  <a:lnTo>
                    <a:pt x="3119" y="1278"/>
                  </a:lnTo>
                  <a:lnTo>
                    <a:pt x="3092" y="1141"/>
                  </a:lnTo>
                  <a:lnTo>
                    <a:pt x="3037" y="995"/>
                  </a:lnTo>
                  <a:lnTo>
                    <a:pt x="2982" y="867"/>
                  </a:lnTo>
                  <a:lnTo>
                    <a:pt x="2909" y="740"/>
                  </a:lnTo>
                  <a:lnTo>
                    <a:pt x="2827" y="630"/>
                  </a:lnTo>
                  <a:lnTo>
                    <a:pt x="2736" y="521"/>
                  </a:lnTo>
                  <a:lnTo>
                    <a:pt x="2636" y="420"/>
                  </a:lnTo>
                  <a:lnTo>
                    <a:pt x="2526" y="329"/>
                  </a:lnTo>
                  <a:lnTo>
                    <a:pt x="2408" y="247"/>
                  </a:lnTo>
                  <a:lnTo>
                    <a:pt x="2280" y="174"/>
                  </a:lnTo>
                  <a:lnTo>
                    <a:pt x="2152" y="110"/>
                  </a:lnTo>
                  <a:lnTo>
                    <a:pt x="2016" y="65"/>
                  </a:lnTo>
                  <a:lnTo>
                    <a:pt x="1870" y="28"/>
                  </a:lnTo>
                  <a:lnTo>
                    <a:pt x="1724" y="10"/>
                  </a:lnTo>
                  <a:lnTo>
                    <a:pt x="157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275;p19">
              <a:extLst>
                <a:ext uri="{FF2B5EF4-FFF2-40B4-BE49-F238E27FC236}">
                  <a16:creationId xmlns:a16="http://schemas.microsoft.com/office/drawing/2014/main" id="{A1DB236D-A1FD-2F80-8B09-982E7633248A}"/>
                </a:ext>
              </a:extLst>
            </p:cNvPr>
            <p:cNvSpPr/>
            <p:nvPr/>
          </p:nvSpPr>
          <p:spPr>
            <a:xfrm>
              <a:off x="1958269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98" y="0"/>
                  </a:moveTo>
                  <a:lnTo>
                    <a:pt x="2088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60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76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83" y="976"/>
                  </a:lnTo>
                  <a:lnTo>
                    <a:pt x="274" y="1149"/>
                  </a:lnTo>
                  <a:lnTo>
                    <a:pt x="173" y="1341"/>
                  </a:lnTo>
                  <a:lnTo>
                    <a:pt x="100" y="1541"/>
                  </a:lnTo>
                  <a:lnTo>
                    <a:pt x="46" y="1760"/>
                  </a:lnTo>
                  <a:lnTo>
                    <a:pt x="27" y="1860"/>
                  </a:lnTo>
                  <a:lnTo>
                    <a:pt x="18" y="1970"/>
                  </a:lnTo>
                  <a:lnTo>
                    <a:pt x="9" y="2088"/>
                  </a:lnTo>
                  <a:lnTo>
                    <a:pt x="0" y="2198"/>
                  </a:lnTo>
                  <a:lnTo>
                    <a:pt x="9" y="2316"/>
                  </a:lnTo>
                  <a:lnTo>
                    <a:pt x="18" y="2435"/>
                  </a:lnTo>
                  <a:lnTo>
                    <a:pt x="37" y="2553"/>
                  </a:lnTo>
                  <a:lnTo>
                    <a:pt x="55" y="2672"/>
                  </a:lnTo>
                  <a:lnTo>
                    <a:pt x="82" y="2781"/>
                  </a:lnTo>
                  <a:lnTo>
                    <a:pt x="119" y="2900"/>
                  </a:lnTo>
                  <a:lnTo>
                    <a:pt x="155" y="3009"/>
                  </a:lnTo>
                  <a:lnTo>
                    <a:pt x="210" y="3119"/>
                  </a:lnTo>
                  <a:lnTo>
                    <a:pt x="255" y="3219"/>
                  </a:lnTo>
                  <a:lnTo>
                    <a:pt x="319" y="3319"/>
                  </a:lnTo>
                  <a:lnTo>
                    <a:pt x="374" y="3420"/>
                  </a:lnTo>
                  <a:lnTo>
                    <a:pt x="447" y="3520"/>
                  </a:lnTo>
                  <a:lnTo>
                    <a:pt x="520" y="3611"/>
                  </a:lnTo>
                  <a:lnTo>
                    <a:pt x="602" y="3702"/>
                  </a:lnTo>
                  <a:lnTo>
                    <a:pt x="684" y="3784"/>
                  </a:lnTo>
                  <a:lnTo>
                    <a:pt x="775" y="3867"/>
                  </a:lnTo>
                  <a:lnTo>
                    <a:pt x="921" y="3684"/>
                  </a:lnTo>
                  <a:lnTo>
                    <a:pt x="839" y="3620"/>
                  </a:lnTo>
                  <a:lnTo>
                    <a:pt x="766" y="3538"/>
                  </a:lnTo>
                  <a:lnTo>
                    <a:pt x="693" y="3465"/>
                  </a:lnTo>
                  <a:lnTo>
                    <a:pt x="629" y="3374"/>
                  </a:lnTo>
                  <a:lnTo>
                    <a:pt x="565" y="3292"/>
                  </a:lnTo>
                  <a:lnTo>
                    <a:pt x="511" y="3201"/>
                  </a:lnTo>
                  <a:lnTo>
                    <a:pt x="465" y="3110"/>
                  </a:lnTo>
                  <a:lnTo>
                    <a:pt x="410" y="3018"/>
                  </a:lnTo>
                  <a:lnTo>
                    <a:pt x="374" y="2918"/>
                  </a:lnTo>
                  <a:lnTo>
                    <a:pt x="338" y="2827"/>
                  </a:lnTo>
                  <a:lnTo>
                    <a:pt x="310" y="2718"/>
                  </a:lnTo>
                  <a:lnTo>
                    <a:pt x="283" y="2617"/>
                  </a:lnTo>
                  <a:lnTo>
                    <a:pt x="265" y="2517"/>
                  </a:lnTo>
                  <a:lnTo>
                    <a:pt x="246" y="2408"/>
                  </a:lnTo>
                  <a:lnTo>
                    <a:pt x="237" y="2307"/>
                  </a:lnTo>
                  <a:lnTo>
                    <a:pt x="237" y="2198"/>
                  </a:lnTo>
                  <a:lnTo>
                    <a:pt x="246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92" y="1432"/>
                  </a:lnTo>
                  <a:lnTo>
                    <a:pt x="474" y="1259"/>
                  </a:lnTo>
                  <a:lnTo>
                    <a:pt x="575" y="1104"/>
                  </a:lnTo>
                  <a:lnTo>
                    <a:pt x="684" y="949"/>
                  </a:lnTo>
                  <a:lnTo>
                    <a:pt x="812" y="812"/>
                  </a:lnTo>
                  <a:lnTo>
                    <a:pt x="948" y="684"/>
                  </a:lnTo>
                  <a:lnTo>
                    <a:pt x="1103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806" y="274"/>
                  </a:lnTo>
                  <a:lnTo>
                    <a:pt x="1997" y="246"/>
                  </a:lnTo>
                  <a:lnTo>
                    <a:pt x="2198" y="237"/>
                  </a:lnTo>
                  <a:lnTo>
                    <a:pt x="2398" y="246"/>
                  </a:lnTo>
                  <a:lnTo>
                    <a:pt x="2590" y="274"/>
                  </a:lnTo>
                  <a:lnTo>
                    <a:pt x="2781" y="319"/>
                  </a:lnTo>
                  <a:lnTo>
                    <a:pt x="2964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47" y="684"/>
                  </a:lnTo>
                  <a:lnTo>
                    <a:pt x="3584" y="812"/>
                  </a:lnTo>
                  <a:lnTo>
                    <a:pt x="3711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22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68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48" y="648"/>
                  </a:lnTo>
                  <a:lnTo>
                    <a:pt x="3593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5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9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276;p19">
              <a:extLst>
                <a:ext uri="{FF2B5EF4-FFF2-40B4-BE49-F238E27FC236}">
                  <a16:creationId xmlns:a16="http://schemas.microsoft.com/office/drawing/2014/main" id="{679E93AB-38EB-32E9-D669-8A9EE750F1F3}"/>
                </a:ext>
              </a:extLst>
            </p:cNvPr>
            <p:cNvSpPr/>
            <p:nvPr/>
          </p:nvSpPr>
          <p:spPr>
            <a:xfrm>
              <a:off x="1947637" y="3265334"/>
              <a:ext cx="54460" cy="81348"/>
            </a:xfrm>
            <a:custGeom>
              <a:avLst/>
              <a:gdLst/>
              <a:ahLst/>
              <a:cxnLst/>
              <a:rect l="l" t="t" r="r" b="b"/>
              <a:pathLst>
                <a:path w="794" h="1186" extrusionOk="0">
                  <a:moveTo>
                    <a:pt x="228" y="0"/>
                  </a:moveTo>
                  <a:lnTo>
                    <a:pt x="0" y="18"/>
                  </a:lnTo>
                  <a:lnTo>
                    <a:pt x="18" y="192"/>
                  </a:lnTo>
                  <a:lnTo>
                    <a:pt x="55" y="356"/>
                  </a:lnTo>
                  <a:lnTo>
                    <a:pt x="119" y="520"/>
                  </a:lnTo>
                  <a:lnTo>
                    <a:pt x="192" y="675"/>
                  </a:lnTo>
                  <a:lnTo>
                    <a:pt x="292" y="821"/>
                  </a:lnTo>
                  <a:lnTo>
                    <a:pt x="401" y="948"/>
                  </a:lnTo>
                  <a:lnTo>
                    <a:pt x="529" y="1076"/>
                  </a:lnTo>
                  <a:lnTo>
                    <a:pt x="666" y="1185"/>
                  </a:lnTo>
                  <a:lnTo>
                    <a:pt x="793" y="994"/>
                  </a:lnTo>
                  <a:lnTo>
                    <a:pt x="675" y="903"/>
                  </a:lnTo>
                  <a:lnTo>
                    <a:pt x="565" y="802"/>
                  </a:lnTo>
                  <a:lnTo>
                    <a:pt x="474" y="684"/>
                  </a:lnTo>
                  <a:lnTo>
                    <a:pt x="392" y="556"/>
                  </a:lnTo>
                  <a:lnTo>
                    <a:pt x="328" y="429"/>
                  </a:lnTo>
                  <a:lnTo>
                    <a:pt x="283" y="292"/>
                  </a:lnTo>
                  <a:lnTo>
                    <a:pt x="246" y="146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277;p19">
              <a:extLst>
                <a:ext uri="{FF2B5EF4-FFF2-40B4-BE49-F238E27FC236}">
                  <a16:creationId xmlns:a16="http://schemas.microsoft.com/office/drawing/2014/main" id="{3D156667-E4B0-D529-5CDB-C5FF55B56F39}"/>
                </a:ext>
              </a:extLst>
            </p:cNvPr>
            <p:cNvSpPr/>
            <p:nvPr/>
          </p:nvSpPr>
          <p:spPr>
            <a:xfrm>
              <a:off x="2067051" y="3444832"/>
              <a:ext cx="192738" cy="141364"/>
            </a:xfrm>
            <a:custGeom>
              <a:avLst/>
              <a:gdLst/>
              <a:ahLst/>
              <a:cxnLst/>
              <a:rect l="l" t="t" r="r" b="b"/>
              <a:pathLst>
                <a:path w="2810" h="2061" extrusionOk="0">
                  <a:moveTo>
                    <a:pt x="1" y="0"/>
                  </a:moveTo>
                  <a:lnTo>
                    <a:pt x="1" y="137"/>
                  </a:lnTo>
                  <a:lnTo>
                    <a:pt x="19" y="283"/>
                  </a:lnTo>
                  <a:lnTo>
                    <a:pt x="37" y="420"/>
                  </a:lnTo>
                  <a:lnTo>
                    <a:pt x="74" y="556"/>
                  </a:lnTo>
                  <a:lnTo>
                    <a:pt x="110" y="657"/>
                  </a:lnTo>
                  <a:lnTo>
                    <a:pt x="147" y="757"/>
                  </a:lnTo>
                  <a:lnTo>
                    <a:pt x="183" y="848"/>
                  </a:lnTo>
                  <a:lnTo>
                    <a:pt x="229" y="939"/>
                  </a:lnTo>
                  <a:lnTo>
                    <a:pt x="283" y="1030"/>
                  </a:lnTo>
                  <a:lnTo>
                    <a:pt x="338" y="1122"/>
                  </a:lnTo>
                  <a:lnTo>
                    <a:pt x="466" y="1295"/>
                  </a:lnTo>
                  <a:lnTo>
                    <a:pt x="612" y="1450"/>
                  </a:lnTo>
                  <a:lnTo>
                    <a:pt x="776" y="1587"/>
                  </a:lnTo>
                  <a:lnTo>
                    <a:pt x="949" y="1714"/>
                  </a:lnTo>
                  <a:lnTo>
                    <a:pt x="1049" y="1769"/>
                  </a:lnTo>
                  <a:lnTo>
                    <a:pt x="1141" y="1824"/>
                  </a:lnTo>
                  <a:lnTo>
                    <a:pt x="1259" y="1879"/>
                  </a:lnTo>
                  <a:lnTo>
                    <a:pt x="1378" y="1924"/>
                  </a:lnTo>
                  <a:lnTo>
                    <a:pt x="1505" y="1970"/>
                  </a:lnTo>
                  <a:lnTo>
                    <a:pt x="1624" y="1997"/>
                  </a:lnTo>
                  <a:lnTo>
                    <a:pt x="1752" y="2024"/>
                  </a:lnTo>
                  <a:lnTo>
                    <a:pt x="1879" y="2043"/>
                  </a:lnTo>
                  <a:lnTo>
                    <a:pt x="1998" y="2061"/>
                  </a:lnTo>
                  <a:lnTo>
                    <a:pt x="2125" y="2061"/>
                  </a:lnTo>
                  <a:lnTo>
                    <a:pt x="2299" y="2052"/>
                  </a:lnTo>
                  <a:lnTo>
                    <a:pt x="2472" y="2034"/>
                  </a:lnTo>
                  <a:lnTo>
                    <a:pt x="2645" y="1997"/>
                  </a:lnTo>
                  <a:lnTo>
                    <a:pt x="2809" y="1942"/>
                  </a:lnTo>
                  <a:lnTo>
                    <a:pt x="2727" y="1723"/>
                  </a:lnTo>
                  <a:lnTo>
                    <a:pt x="2554" y="1778"/>
                  </a:lnTo>
                  <a:lnTo>
                    <a:pt x="2372" y="1815"/>
                  </a:lnTo>
                  <a:lnTo>
                    <a:pt x="2180" y="1833"/>
                  </a:lnTo>
                  <a:lnTo>
                    <a:pt x="1989" y="1824"/>
                  </a:lnTo>
                  <a:lnTo>
                    <a:pt x="1806" y="1806"/>
                  </a:lnTo>
                  <a:lnTo>
                    <a:pt x="1615" y="1760"/>
                  </a:lnTo>
                  <a:lnTo>
                    <a:pt x="1432" y="1696"/>
                  </a:lnTo>
                  <a:lnTo>
                    <a:pt x="1250" y="1614"/>
                  </a:lnTo>
                  <a:lnTo>
                    <a:pt x="1077" y="1523"/>
                  </a:lnTo>
                  <a:lnTo>
                    <a:pt x="922" y="1404"/>
                  </a:lnTo>
                  <a:lnTo>
                    <a:pt x="776" y="1286"/>
                  </a:lnTo>
                  <a:lnTo>
                    <a:pt x="648" y="1149"/>
                  </a:lnTo>
                  <a:lnTo>
                    <a:pt x="530" y="994"/>
                  </a:lnTo>
                  <a:lnTo>
                    <a:pt x="438" y="839"/>
                  </a:lnTo>
                  <a:lnTo>
                    <a:pt x="356" y="666"/>
                  </a:lnTo>
                  <a:lnTo>
                    <a:pt x="293" y="492"/>
                  </a:lnTo>
                  <a:lnTo>
                    <a:pt x="265" y="374"/>
                  </a:lnTo>
                  <a:lnTo>
                    <a:pt x="247" y="246"/>
                  </a:lnTo>
                  <a:lnTo>
                    <a:pt x="229" y="119"/>
                  </a:lnTo>
                  <a:lnTo>
                    <a:pt x="22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278;p19">
              <a:extLst>
                <a:ext uri="{FF2B5EF4-FFF2-40B4-BE49-F238E27FC236}">
                  <a16:creationId xmlns:a16="http://schemas.microsoft.com/office/drawing/2014/main" id="{6068E702-65C8-EDD2-F45A-6A7102C78B59}"/>
                </a:ext>
              </a:extLst>
            </p:cNvPr>
            <p:cNvSpPr/>
            <p:nvPr/>
          </p:nvSpPr>
          <p:spPr>
            <a:xfrm>
              <a:off x="1934468" y="3527962"/>
              <a:ext cx="182106" cy="117083"/>
            </a:xfrm>
            <a:custGeom>
              <a:avLst/>
              <a:gdLst/>
              <a:ahLst/>
              <a:cxnLst/>
              <a:rect l="l" t="t" r="r" b="b"/>
              <a:pathLst>
                <a:path w="2655" h="1707" extrusionOk="0">
                  <a:moveTo>
                    <a:pt x="2645" y="1"/>
                  </a:moveTo>
                  <a:lnTo>
                    <a:pt x="2417" y="28"/>
                  </a:lnTo>
                  <a:lnTo>
                    <a:pt x="2426" y="156"/>
                  </a:lnTo>
                  <a:lnTo>
                    <a:pt x="2426" y="284"/>
                  </a:lnTo>
                  <a:lnTo>
                    <a:pt x="2408" y="402"/>
                  </a:lnTo>
                  <a:lnTo>
                    <a:pt x="2381" y="530"/>
                  </a:lnTo>
                  <a:lnTo>
                    <a:pt x="2344" y="648"/>
                  </a:lnTo>
                  <a:lnTo>
                    <a:pt x="2289" y="767"/>
                  </a:lnTo>
                  <a:lnTo>
                    <a:pt x="2235" y="876"/>
                  </a:lnTo>
                  <a:lnTo>
                    <a:pt x="2162" y="977"/>
                  </a:lnTo>
                  <a:lnTo>
                    <a:pt x="2071" y="1077"/>
                  </a:lnTo>
                  <a:lnTo>
                    <a:pt x="1979" y="1159"/>
                  </a:lnTo>
                  <a:lnTo>
                    <a:pt x="1888" y="1241"/>
                  </a:lnTo>
                  <a:lnTo>
                    <a:pt x="1779" y="1305"/>
                  </a:lnTo>
                  <a:lnTo>
                    <a:pt x="1669" y="1360"/>
                  </a:lnTo>
                  <a:lnTo>
                    <a:pt x="1551" y="1405"/>
                  </a:lnTo>
                  <a:lnTo>
                    <a:pt x="1423" y="1442"/>
                  </a:lnTo>
                  <a:lnTo>
                    <a:pt x="1305" y="1460"/>
                  </a:lnTo>
                  <a:lnTo>
                    <a:pt x="1140" y="1469"/>
                  </a:lnTo>
                  <a:lnTo>
                    <a:pt x="985" y="1460"/>
                  </a:lnTo>
                  <a:lnTo>
                    <a:pt x="830" y="1432"/>
                  </a:lnTo>
                  <a:lnTo>
                    <a:pt x="685" y="1387"/>
                  </a:lnTo>
                  <a:lnTo>
                    <a:pt x="539" y="1323"/>
                  </a:lnTo>
                  <a:lnTo>
                    <a:pt x="411" y="1241"/>
                  </a:lnTo>
                  <a:lnTo>
                    <a:pt x="283" y="1150"/>
                  </a:lnTo>
                  <a:lnTo>
                    <a:pt x="174" y="1031"/>
                  </a:lnTo>
                  <a:lnTo>
                    <a:pt x="1" y="1186"/>
                  </a:lnTo>
                  <a:lnTo>
                    <a:pt x="110" y="1305"/>
                  </a:lnTo>
                  <a:lnTo>
                    <a:pt x="238" y="1405"/>
                  </a:lnTo>
                  <a:lnTo>
                    <a:pt x="374" y="1496"/>
                  </a:lnTo>
                  <a:lnTo>
                    <a:pt x="520" y="1569"/>
                  </a:lnTo>
                  <a:lnTo>
                    <a:pt x="666" y="1624"/>
                  </a:lnTo>
                  <a:lnTo>
                    <a:pt x="821" y="1670"/>
                  </a:lnTo>
                  <a:lnTo>
                    <a:pt x="976" y="1697"/>
                  </a:lnTo>
                  <a:lnTo>
                    <a:pt x="1140" y="1706"/>
                  </a:lnTo>
                  <a:lnTo>
                    <a:pt x="1232" y="1697"/>
                  </a:lnTo>
                  <a:lnTo>
                    <a:pt x="1332" y="1688"/>
                  </a:lnTo>
                  <a:lnTo>
                    <a:pt x="1478" y="1670"/>
                  </a:lnTo>
                  <a:lnTo>
                    <a:pt x="1624" y="1624"/>
                  </a:lnTo>
                  <a:lnTo>
                    <a:pt x="1761" y="1569"/>
                  </a:lnTo>
                  <a:lnTo>
                    <a:pt x="1888" y="1505"/>
                  </a:lnTo>
                  <a:lnTo>
                    <a:pt x="2016" y="1423"/>
                  </a:lnTo>
                  <a:lnTo>
                    <a:pt x="2134" y="1332"/>
                  </a:lnTo>
                  <a:lnTo>
                    <a:pt x="2244" y="1232"/>
                  </a:lnTo>
                  <a:lnTo>
                    <a:pt x="2335" y="1122"/>
                  </a:lnTo>
                  <a:lnTo>
                    <a:pt x="2426" y="995"/>
                  </a:lnTo>
                  <a:lnTo>
                    <a:pt x="2499" y="867"/>
                  </a:lnTo>
                  <a:lnTo>
                    <a:pt x="2563" y="730"/>
                  </a:lnTo>
                  <a:lnTo>
                    <a:pt x="2609" y="594"/>
                  </a:lnTo>
                  <a:lnTo>
                    <a:pt x="2636" y="448"/>
                  </a:lnTo>
                  <a:lnTo>
                    <a:pt x="2654" y="302"/>
                  </a:lnTo>
                  <a:lnTo>
                    <a:pt x="2654" y="147"/>
                  </a:lnTo>
                  <a:lnTo>
                    <a:pt x="264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279;p19">
              <a:extLst>
                <a:ext uri="{FF2B5EF4-FFF2-40B4-BE49-F238E27FC236}">
                  <a16:creationId xmlns:a16="http://schemas.microsoft.com/office/drawing/2014/main" id="{BD25004F-96A3-5E73-7285-B1D76FB50695}"/>
                </a:ext>
              </a:extLst>
            </p:cNvPr>
            <p:cNvSpPr/>
            <p:nvPr/>
          </p:nvSpPr>
          <p:spPr>
            <a:xfrm>
              <a:off x="1875070" y="3763154"/>
              <a:ext cx="206456" cy="212698"/>
            </a:xfrm>
            <a:custGeom>
              <a:avLst/>
              <a:gdLst/>
              <a:ahLst/>
              <a:cxnLst/>
              <a:rect l="l" t="t" r="r" b="b"/>
              <a:pathLst>
                <a:path w="3010" h="3101" extrusionOk="0">
                  <a:moveTo>
                    <a:pt x="2025" y="0"/>
                  </a:moveTo>
                  <a:lnTo>
                    <a:pt x="1897" y="10"/>
                  </a:lnTo>
                  <a:lnTo>
                    <a:pt x="1769" y="19"/>
                  </a:lnTo>
                  <a:lnTo>
                    <a:pt x="1651" y="46"/>
                  </a:lnTo>
                  <a:lnTo>
                    <a:pt x="1523" y="73"/>
                  </a:lnTo>
                  <a:lnTo>
                    <a:pt x="1405" y="110"/>
                  </a:lnTo>
                  <a:lnTo>
                    <a:pt x="1286" y="155"/>
                  </a:lnTo>
                  <a:lnTo>
                    <a:pt x="1168" y="210"/>
                  </a:lnTo>
                  <a:lnTo>
                    <a:pt x="1058" y="265"/>
                  </a:lnTo>
                  <a:lnTo>
                    <a:pt x="876" y="383"/>
                  </a:lnTo>
                  <a:lnTo>
                    <a:pt x="712" y="511"/>
                  </a:lnTo>
                  <a:lnTo>
                    <a:pt x="566" y="657"/>
                  </a:lnTo>
                  <a:lnTo>
                    <a:pt x="429" y="812"/>
                  </a:lnTo>
                  <a:lnTo>
                    <a:pt x="320" y="976"/>
                  </a:lnTo>
                  <a:lnTo>
                    <a:pt x="219" y="1149"/>
                  </a:lnTo>
                  <a:lnTo>
                    <a:pt x="137" y="1332"/>
                  </a:lnTo>
                  <a:lnTo>
                    <a:pt x="73" y="1523"/>
                  </a:lnTo>
                  <a:lnTo>
                    <a:pt x="28" y="1715"/>
                  </a:lnTo>
                  <a:lnTo>
                    <a:pt x="9" y="1915"/>
                  </a:lnTo>
                  <a:lnTo>
                    <a:pt x="0" y="2116"/>
                  </a:lnTo>
                  <a:lnTo>
                    <a:pt x="9" y="2317"/>
                  </a:lnTo>
                  <a:lnTo>
                    <a:pt x="46" y="2517"/>
                  </a:lnTo>
                  <a:lnTo>
                    <a:pt x="101" y="2718"/>
                  </a:lnTo>
                  <a:lnTo>
                    <a:pt x="174" y="2909"/>
                  </a:lnTo>
                  <a:lnTo>
                    <a:pt x="265" y="3101"/>
                  </a:lnTo>
                  <a:lnTo>
                    <a:pt x="465" y="2991"/>
                  </a:lnTo>
                  <a:lnTo>
                    <a:pt x="383" y="2818"/>
                  </a:lnTo>
                  <a:lnTo>
                    <a:pt x="320" y="2645"/>
                  </a:lnTo>
                  <a:lnTo>
                    <a:pt x="274" y="2472"/>
                  </a:lnTo>
                  <a:lnTo>
                    <a:pt x="237" y="2289"/>
                  </a:lnTo>
                  <a:lnTo>
                    <a:pt x="228" y="2107"/>
                  </a:lnTo>
                  <a:lnTo>
                    <a:pt x="237" y="1934"/>
                  </a:lnTo>
                  <a:lnTo>
                    <a:pt x="256" y="1760"/>
                  </a:lnTo>
                  <a:lnTo>
                    <a:pt x="301" y="1587"/>
                  </a:lnTo>
                  <a:lnTo>
                    <a:pt x="356" y="1414"/>
                  </a:lnTo>
                  <a:lnTo>
                    <a:pt x="420" y="1250"/>
                  </a:lnTo>
                  <a:lnTo>
                    <a:pt x="511" y="1095"/>
                  </a:lnTo>
                  <a:lnTo>
                    <a:pt x="611" y="949"/>
                  </a:lnTo>
                  <a:lnTo>
                    <a:pt x="730" y="812"/>
                  </a:lnTo>
                  <a:lnTo>
                    <a:pt x="867" y="684"/>
                  </a:lnTo>
                  <a:lnTo>
                    <a:pt x="1013" y="575"/>
                  </a:lnTo>
                  <a:lnTo>
                    <a:pt x="1168" y="465"/>
                  </a:lnTo>
                  <a:lnTo>
                    <a:pt x="1268" y="420"/>
                  </a:lnTo>
                  <a:lnTo>
                    <a:pt x="1377" y="365"/>
                  </a:lnTo>
                  <a:lnTo>
                    <a:pt x="1478" y="329"/>
                  </a:lnTo>
                  <a:lnTo>
                    <a:pt x="1587" y="292"/>
                  </a:lnTo>
                  <a:lnTo>
                    <a:pt x="1696" y="265"/>
                  </a:lnTo>
                  <a:lnTo>
                    <a:pt x="1806" y="247"/>
                  </a:lnTo>
                  <a:lnTo>
                    <a:pt x="1915" y="238"/>
                  </a:lnTo>
                  <a:lnTo>
                    <a:pt x="2034" y="228"/>
                  </a:lnTo>
                  <a:lnTo>
                    <a:pt x="2143" y="228"/>
                  </a:lnTo>
                  <a:lnTo>
                    <a:pt x="2253" y="238"/>
                  </a:lnTo>
                  <a:lnTo>
                    <a:pt x="2362" y="256"/>
                  </a:lnTo>
                  <a:lnTo>
                    <a:pt x="2472" y="274"/>
                  </a:lnTo>
                  <a:lnTo>
                    <a:pt x="2581" y="301"/>
                  </a:lnTo>
                  <a:lnTo>
                    <a:pt x="2690" y="338"/>
                  </a:lnTo>
                  <a:lnTo>
                    <a:pt x="2800" y="374"/>
                  </a:lnTo>
                  <a:lnTo>
                    <a:pt x="2900" y="429"/>
                  </a:lnTo>
                  <a:lnTo>
                    <a:pt x="3010" y="219"/>
                  </a:lnTo>
                  <a:lnTo>
                    <a:pt x="2891" y="165"/>
                  </a:lnTo>
                  <a:lnTo>
                    <a:pt x="2772" y="119"/>
                  </a:lnTo>
                  <a:lnTo>
                    <a:pt x="2645" y="82"/>
                  </a:lnTo>
                  <a:lnTo>
                    <a:pt x="2526" y="46"/>
                  </a:lnTo>
                  <a:lnTo>
                    <a:pt x="2399" y="28"/>
                  </a:lnTo>
                  <a:lnTo>
                    <a:pt x="2271" y="10"/>
                  </a:lnTo>
                  <a:lnTo>
                    <a:pt x="215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280;p19">
              <a:extLst>
                <a:ext uri="{FF2B5EF4-FFF2-40B4-BE49-F238E27FC236}">
                  <a16:creationId xmlns:a16="http://schemas.microsoft.com/office/drawing/2014/main" id="{C5A4DE88-16F0-0F82-7436-26249A2D2C50}"/>
                </a:ext>
              </a:extLst>
            </p:cNvPr>
            <p:cNvSpPr/>
            <p:nvPr/>
          </p:nvSpPr>
          <p:spPr>
            <a:xfrm>
              <a:off x="2035775" y="3835104"/>
              <a:ext cx="81416" cy="100759"/>
            </a:xfrm>
            <a:custGeom>
              <a:avLst/>
              <a:gdLst/>
              <a:ahLst/>
              <a:cxnLst/>
              <a:rect l="l" t="t" r="r" b="b"/>
              <a:pathLst>
                <a:path w="1187" h="1469" extrusionOk="0">
                  <a:moveTo>
                    <a:pt x="28" y="0"/>
                  </a:moveTo>
                  <a:lnTo>
                    <a:pt x="1" y="228"/>
                  </a:lnTo>
                  <a:lnTo>
                    <a:pt x="110" y="246"/>
                  </a:lnTo>
                  <a:lnTo>
                    <a:pt x="211" y="274"/>
                  </a:lnTo>
                  <a:lnTo>
                    <a:pt x="311" y="310"/>
                  </a:lnTo>
                  <a:lnTo>
                    <a:pt x="402" y="356"/>
                  </a:lnTo>
                  <a:lnTo>
                    <a:pt x="493" y="420"/>
                  </a:lnTo>
                  <a:lnTo>
                    <a:pt x="575" y="483"/>
                  </a:lnTo>
                  <a:lnTo>
                    <a:pt x="648" y="556"/>
                  </a:lnTo>
                  <a:lnTo>
                    <a:pt x="712" y="638"/>
                  </a:lnTo>
                  <a:lnTo>
                    <a:pt x="776" y="720"/>
                  </a:lnTo>
                  <a:lnTo>
                    <a:pt x="831" y="812"/>
                  </a:lnTo>
                  <a:lnTo>
                    <a:pt x="876" y="912"/>
                  </a:lnTo>
                  <a:lnTo>
                    <a:pt x="913" y="1012"/>
                  </a:lnTo>
                  <a:lnTo>
                    <a:pt x="931" y="1113"/>
                  </a:lnTo>
                  <a:lnTo>
                    <a:pt x="949" y="1222"/>
                  </a:lnTo>
                  <a:lnTo>
                    <a:pt x="958" y="1331"/>
                  </a:lnTo>
                  <a:lnTo>
                    <a:pt x="949" y="1450"/>
                  </a:lnTo>
                  <a:lnTo>
                    <a:pt x="1177" y="1468"/>
                  </a:lnTo>
                  <a:lnTo>
                    <a:pt x="1186" y="1331"/>
                  </a:lnTo>
                  <a:lnTo>
                    <a:pt x="1177" y="1204"/>
                  </a:lnTo>
                  <a:lnTo>
                    <a:pt x="1159" y="1067"/>
                  </a:lnTo>
                  <a:lnTo>
                    <a:pt x="1132" y="948"/>
                  </a:lnTo>
                  <a:lnTo>
                    <a:pt x="1086" y="821"/>
                  </a:lnTo>
                  <a:lnTo>
                    <a:pt x="1031" y="702"/>
                  </a:lnTo>
                  <a:lnTo>
                    <a:pt x="967" y="593"/>
                  </a:lnTo>
                  <a:lnTo>
                    <a:pt x="894" y="492"/>
                  </a:lnTo>
                  <a:lnTo>
                    <a:pt x="812" y="392"/>
                  </a:lnTo>
                  <a:lnTo>
                    <a:pt x="721" y="310"/>
                  </a:lnTo>
                  <a:lnTo>
                    <a:pt x="621" y="228"/>
                  </a:lnTo>
                  <a:lnTo>
                    <a:pt x="511" y="155"/>
                  </a:lnTo>
                  <a:lnTo>
                    <a:pt x="402" y="100"/>
                  </a:lnTo>
                  <a:lnTo>
                    <a:pt x="284" y="55"/>
                  </a:lnTo>
                  <a:lnTo>
                    <a:pt x="156" y="1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281;p19">
              <a:extLst>
                <a:ext uri="{FF2B5EF4-FFF2-40B4-BE49-F238E27FC236}">
                  <a16:creationId xmlns:a16="http://schemas.microsoft.com/office/drawing/2014/main" id="{2856744B-C090-0BC7-AE12-5C567E479A13}"/>
                </a:ext>
              </a:extLst>
            </p:cNvPr>
            <p:cNvSpPr/>
            <p:nvPr/>
          </p:nvSpPr>
          <p:spPr>
            <a:xfrm>
              <a:off x="2100866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0" y="1"/>
                  </a:moveTo>
                  <a:lnTo>
                    <a:pt x="0" y="228"/>
                  </a:lnTo>
                  <a:lnTo>
                    <a:pt x="192" y="238"/>
                  </a:lnTo>
                  <a:lnTo>
                    <a:pt x="374" y="265"/>
                  </a:lnTo>
                  <a:lnTo>
                    <a:pt x="556" y="311"/>
                  </a:lnTo>
                  <a:lnTo>
                    <a:pt x="721" y="374"/>
                  </a:lnTo>
                  <a:lnTo>
                    <a:pt x="885" y="456"/>
                  </a:lnTo>
                  <a:lnTo>
                    <a:pt x="1040" y="548"/>
                  </a:lnTo>
                  <a:lnTo>
                    <a:pt x="1176" y="657"/>
                  </a:lnTo>
                  <a:lnTo>
                    <a:pt x="1313" y="776"/>
                  </a:lnTo>
                  <a:lnTo>
                    <a:pt x="1432" y="903"/>
                  </a:lnTo>
                  <a:lnTo>
                    <a:pt x="1532" y="1049"/>
                  </a:lnTo>
                  <a:lnTo>
                    <a:pt x="1632" y="1195"/>
                  </a:lnTo>
                  <a:lnTo>
                    <a:pt x="1705" y="1359"/>
                  </a:lnTo>
                  <a:lnTo>
                    <a:pt x="1769" y="1532"/>
                  </a:lnTo>
                  <a:lnTo>
                    <a:pt x="1815" y="1706"/>
                  </a:lnTo>
                  <a:lnTo>
                    <a:pt x="1842" y="1888"/>
                  </a:lnTo>
                  <a:lnTo>
                    <a:pt x="1851" y="2080"/>
                  </a:lnTo>
                  <a:lnTo>
                    <a:pt x="2079" y="2080"/>
                  </a:lnTo>
                  <a:lnTo>
                    <a:pt x="2070" y="1870"/>
                  </a:lnTo>
                  <a:lnTo>
                    <a:pt x="2043" y="1660"/>
                  </a:lnTo>
                  <a:lnTo>
                    <a:pt x="1988" y="1459"/>
                  </a:lnTo>
                  <a:lnTo>
                    <a:pt x="1915" y="1268"/>
                  </a:lnTo>
                  <a:lnTo>
                    <a:pt x="1833" y="1086"/>
                  </a:lnTo>
                  <a:lnTo>
                    <a:pt x="1724" y="921"/>
                  </a:lnTo>
                  <a:lnTo>
                    <a:pt x="1605" y="757"/>
                  </a:lnTo>
                  <a:lnTo>
                    <a:pt x="1477" y="611"/>
                  </a:lnTo>
                  <a:lnTo>
                    <a:pt x="1322" y="475"/>
                  </a:lnTo>
                  <a:lnTo>
                    <a:pt x="1167" y="356"/>
                  </a:lnTo>
                  <a:lnTo>
                    <a:pt x="994" y="256"/>
                  </a:lnTo>
                  <a:lnTo>
                    <a:pt x="812" y="165"/>
                  </a:lnTo>
                  <a:lnTo>
                    <a:pt x="620" y="92"/>
                  </a:lnTo>
                  <a:lnTo>
                    <a:pt x="420" y="46"/>
                  </a:lnTo>
                  <a:lnTo>
                    <a:pt x="219" y="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282;p19">
              <a:extLst>
                <a:ext uri="{FF2B5EF4-FFF2-40B4-BE49-F238E27FC236}">
                  <a16:creationId xmlns:a16="http://schemas.microsoft.com/office/drawing/2014/main" id="{6D6E4567-B7FF-A21A-9A5D-11DD7C79165D}"/>
                </a:ext>
              </a:extLst>
            </p:cNvPr>
            <p:cNvSpPr/>
            <p:nvPr/>
          </p:nvSpPr>
          <p:spPr>
            <a:xfrm>
              <a:off x="1929461" y="3688118"/>
              <a:ext cx="82651" cy="82582"/>
            </a:xfrm>
            <a:custGeom>
              <a:avLst/>
              <a:gdLst/>
              <a:ahLst/>
              <a:cxnLst/>
              <a:rect l="l" t="t" r="r" b="b"/>
              <a:pathLst>
                <a:path w="1205" h="1204" extrusionOk="0">
                  <a:moveTo>
                    <a:pt x="1" y="0"/>
                  </a:moveTo>
                  <a:lnTo>
                    <a:pt x="1" y="237"/>
                  </a:lnTo>
                  <a:lnTo>
                    <a:pt x="101" y="237"/>
                  </a:lnTo>
                  <a:lnTo>
                    <a:pt x="201" y="256"/>
                  </a:lnTo>
                  <a:lnTo>
                    <a:pt x="292" y="274"/>
                  </a:lnTo>
                  <a:lnTo>
                    <a:pt x="384" y="310"/>
                  </a:lnTo>
                  <a:lnTo>
                    <a:pt x="466" y="347"/>
                  </a:lnTo>
                  <a:lnTo>
                    <a:pt x="548" y="401"/>
                  </a:lnTo>
                  <a:lnTo>
                    <a:pt x="621" y="456"/>
                  </a:lnTo>
                  <a:lnTo>
                    <a:pt x="685" y="520"/>
                  </a:lnTo>
                  <a:lnTo>
                    <a:pt x="748" y="584"/>
                  </a:lnTo>
                  <a:lnTo>
                    <a:pt x="803" y="657"/>
                  </a:lnTo>
                  <a:lnTo>
                    <a:pt x="858" y="739"/>
                  </a:lnTo>
                  <a:lnTo>
                    <a:pt x="894" y="821"/>
                  </a:lnTo>
                  <a:lnTo>
                    <a:pt x="931" y="912"/>
                  </a:lnTo>
                  <a:lnTo>
                    <a:pt x="949" y="1003"/>
                  </a:lnTo>
                  <a:lnTo>
                    <a:pt x="967" y="1104"/>
                  </a:lnTo>
                  <a:lnTo>
                    <a:pt x="967" y="1204"/>
                  </a:lnTo>
                  <a:lnTo>
                    <a:pt x="1204" y="1204"/>
                  </a:lnTo>
                  <a:lnTo>
                    <a:pt x="1195" y="1076"/>
                  </a:lnTo>
                  <a:lnTo>
                    <a:pt x="1177" y="958"/>
                  </a:lnTo>
                  <a:lnTo>
                    <a:pt x="1150" y="848"/>
                  </a:lnTo>
                  <a:lnTo>
                    <a:pt x="1104" y="739"/>
                  </a:lnTo>
                  <a:lnTo>
                    <a:pt x="1058" y="629"/>
                  </a:lnTo>
                  <a:lnTo>
                    <a:pt x="995" y="529"/>
                  </a:lnTo>
                  <a:lnTo>
                    <a:pt x="931" y="438"/>
                  </a:lnTo>
                  <a:lnTo>
                    <a:pt x="849" y="356"/>
                  </a:lnTo>
                  <a:lnTo>
                    <a:pt x="767" y="274"/>
                  </a:lnTo>
                  <a:lnTo>
                    <a:pt x="675" y="210"/>
                  </a:lnTo>
                  <a:lnTo>
                    <a:pt x="575" y="146"/>
                  </a:lnTo>
                  <a:lnTo>
                    <a:pt x="466" y="101"/>
                  </a:lnTo>
                  <a:lnTo>
                    <a:pt x="356" y="55"/>
                  </a:lnTo>
                  <a:lnTo>
                    <a:pt x="247" y="28"/>
                  </a:lnTo>
                  <a:lnTo>
                    <a:pt x="128" y="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283;p19">
              <a:extLst>
                <a:ext uri="{FF2B5EF4-FFF2-40B4-BE49-F238E27FC236}">
                  <a16:creationId xmlns:a16="http://schemas.microsoft.com/office/drawing/2014/main" id="{3637DD4A-54EB-308E-C407-D022398B2E77}"/>
                </a:ext>
              </a:extLst>
            </p:cNvPr>
            <p:cNvSpPr/>
            <p:nvPr/>
          </p:nvSpPr>
          <p:spPr>
            <a:xfrm>
              <a:off x="2122129" y="3295307"/>
              <a:ext cx="65092" cy="100759"/>
            </a:xfrm>
            <a:custGeom>
              <a:avLst/>
              <a:gdLst/>
              <a:ahLst/>
              <a:cxnLst/>
              <a:rect l="l" t="t" r="r" b="b"/>
              <a:pathLst>
                <a:path w="949" h="1469" extrusionOk="0">
                  <a:moveTo>
                    <a:pt x="885" y="1"/>
                  </a:moveTo>
                  <a:lnTo>
                    <a:pt x="775" y="37"/>
                  </a:lnTo>
                  <a:lnTo>
                    <a:pt x="666" y="83"/>
                  </a:lnTo>
                  <a:lnTo>
                    <a:pt x="566" y="138"/>
                  </a:lnTo>
                  <a:lnTo>
                    <a:pt x="465" y="210"/>
                  </a:lnTo>
                  <a:lnTo>
                    <a:pt x="383" y="283"/>
                  </a:lnTo>
                  <a:lnTo>
                    <a:pt x="301" y="365"/>
                  </a:lnTo>
                  <a:lnTo>
                    <a:pt x="228" y="457"/>
                  </a:lnTo>
                  <a:lnTo>
                    <a:pt x="164" y="557"/>
                  </a:lnTo>
                  <a:lnTo>
                    <a:pt x="110" y="666"/>
                  </a:lnTo>
                  <a:lnTo>
                    <a:pt x="64" y="776"/>
                  </a:lnTo>
                  <a:lnTo>
                    <a:pt x="28" y="885"/>
                  </a:lnTo>
                  <a:lnTo>
                    <a:pt x="9" y="1004"/>
                  </a:lnTo>
                  <a:lnTo>
                    <a:pt x="0" y="1122"/>
                  </a:lnTo>
                  <a:lnTo>
                    <a:pt x="0" y="1232"/>
                  </a:lnTo>
                  <a:lnTo>
                    <a:pt x="18" y="1350"/>
                  </a:lnTo>
                  <a:lnTo>
                    <a:pt x="46" y="1469"/>
                  </a:lnTo>
                  <a:lnTo>
                    <a:pt x="265" y="1405"/>
                  </a:lnTo>
                  <a:lnTo>
                    <a:pt x="246" y="1314"/>
                  </a:lnTo>
                  <a:lnTo>
                    <a:pt x="228" y="1223"/>
                  </a:lnTo>
                  <a:lnTo>
                    <a:pt x="228" y="1122"/>
                  </a:lnTo>
                  <a:lnTo>
                    <a:pt x="237" y="1031"/>
                  </a:lnTo>
                  <a:lnTo>
                    <a:pt x="256" y="940"/>
                  </a:lnTo>
                  <a:lnTo>
                    <a:pt x="283" y="849"/>
                  </a:lnTo>
                  <a:lnTo>
                    <a:pt x="319" y="758"/>
                  </a:lnTo>
                  <a:lnTo>
                    <a:pt x="365" y="676"/>
                  </a:lnTo>
                  <a:lnTo>
                    <a:pt x="411" y="593"/>
                  </a:lnTo>
                  <a:lnTo>
                    <a:pt x="474" y="520"/>
                  </a:lnTo>
                  <a:lnTo>
                    <a:pt x="538" y="448"/>
                  </a:lnTo>
                  <a:lnTo>
                    <a:pt x="611" y="393"/>
                  </a:lnTo>
                  <a:lnTo>
                    <a:pt x="684" y="338"/>
                  </a:lnTo>
                  <a:lnTo>
                    <a:pt x="766" y="293"/>
                  </a:lnTo>
                  <a:lnTo>
                    <a:pt x="857" y="256"/>
                  </a:lnTo>
                  <a:lnTo>
                    <a:pt x="949" y="229"/>
                  </a:lnTo>
                  <a:lnTo>
                    <a:pt x="88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284;p19">
              <a:extLst>
                <a:ext uri="{FF2B5EF4-FFF2-40B4-BE49-F238E27FC236}">
                  <a16:creationId xmlns:a16="http://schemas.microsoft.com/office/drawing/2014/main" id="{9C99C8F9-7F5B-2C48-EEB9-5E8F872C139A}"/>
                </a:ext>
              </a:extLst>
            </p:cNvPr>
            <p:cNvSpPr/>
            <p:nvPr/>
          </p:nvSpPr>
          <p:spPr>
            <a:xfrm>
              <a:off x="1950724" y="3897589"/>
              <a:ext cx="38205" cy="130801"/>
            </a:xfrm>
            <a:custGeom>
              <a:avLst/>
              <a:gdLst/>
              <a:ahLst/>
              <a:cxnLst/>
              <a:rect l="l" t="t" r="r" b="b"/>
              <a:pathLst>
                <a:path w="557" h="1907" extrusionOk="0">
                  <a:moveTo>
                    <a:pt x="393" y="1"/>
                  </a:moveTo>
                  <a:lnTo>
                    <a:pt x="302" y="101"/>
                  </a:lnTo>
                  <a:lnTo>
                    <a:pt x="220" y="211"/>
                  </a:lnTo>
                  <a:lnTo>
                    <a:pt x="156" y="320"/>
                  </a:lnTo>
                  <a:lnTo>
                    <a:pt x="101" y="448"/>
                  </a:lnTo>
                  <a:lnTo>
                    <a:pt x="55" y="566"/>
                  </a:lnTo>
                  <a:lnTo>
                    <a:pt x="28" y="694"/>
                  </a:lnTo>
                  <a:lnTo>
                    <a:pt x="10" y="822"/>
                  </a:lnTo>
                  <a:lnTo>
                    <a:pt x="1" y="949"/>
                  </a:lnTo>
                  <a:lnTo>
                    <a:pt x="10" y="1077"/>
                  </a:lnTo>
                  <a:lnTo>
                    <a:pt x="28" y="1205"/>
                  </a:lnTo>
                  <a:lnTo>
                    <a:pt x="55" y="1332"/>
                  </a:lnTo>
                  <a:lnTo>
                    <a:pt x="101" y="1460"/>
                  </a:lnTo>
                  <a:lnTo>
                    <a:pt x="156" y="1578"/>
                  </a:lnTo>
                  <a:lnTo>
                    <a:pt x="220" y="1697"/>
                  </a:lnTo>
                  <a:lnTo>
                    <a:pt x="302" y="1806"/>
                  </a:lnTo>
                  <a:lnTo>
                    <a:pt x="393" y="1907"/>
                  </a:lnTo>
                  <a:lnTo>
                    <a:pt x="557" y="1743"/>
                  </a:lnTo>
                  <a:lnTo>
                    <a:pt x="475" y="1661"/>
                  </a:lnTo>
                  <a:lnTo>
                    <a:pt x="411" y="1569"/>
                  </a:lnTo>
                  <a:lnTo>
                    <a:pt x="356" y="1469"/>
                  </a:lnTo>
                  <a:lnTo>
                    <a:pt x="311" y="1369"/>
                  </a:lnTo>
                  <a:lnTo>
                    <a:pt x="274" y="1268"/>
                  </a:lnTo>
                  <a:lnTo>
                    <a:pt x="247" y="1168"/>
                  </a:lnTo>
                  <a:lnTo>
                    <a:pt x="238" y="1059"/>
                  </a:lnTo>
                  <a:lnTo>
                    <a:pt x="229" y="949"/>
                  </a:lnTo>
                  <a:lnTo>
                    <a:pt x="238" y="849"/>
                  </a:lnTo>
                  <a:lnTo>
                    <a:pt x="247" y="740"/>
                  </a:lnTo>
                  <a:lnTo>
                    <a:pt x="274" y="630"/>
                  </a:lnTo>
                  <a:lnTo>
                    <a:pt x="311" y="530"/>
                  </a:lnTo>
                  <a:lnTo>
                    <a:pt x="356" y="429"/>
                  </a:lnTo>
                  <a:lnTo>
                    <a:pt x="411" y="338"/>
                  </a:lnTo>
                  <a:lnTo>
                    <a:pt x="484" y="247"/>
                  </a:lnTo>
                  <a:lnTo>
                    <a:pt x="557" y="165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285;p19">
              <a:extLst>
                <a:ext uri="{FF2B5EF4-FFF2-40B4-BE49-F238E27FC236}">
                  <a16:creationId xmlns:a16="http://schemas.microsoft.com/office/drawing/2014/main" id="{A02B0588-3209-1F58-A28C-3CADA56F9E53}"/>
                </a:ext>
              </a:extLst>
            </p:cNvPr>
            <p:cNvSpPr/>
            <p:nvPr/>
          </p:nvSpPr>
          <p:spPr>
            <a:xfrm>
              <a:off x="1938858" y="3249010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38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7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56"/>
                  </a:lnTo>
                  <a:lnTo>
                    <a:pt x="0" y="202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9" y="347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6" y="347"/>
                  </a:lnTo>
                  <a:lnTo>
                    <a:pt x="484" y="302"/>
                  </a:lnTo>
                  <a:lnTo>
                    <a:pt x="484" y="247"/>
                  </a:lnTo>
                  <a:lnTo>
                    <a:pt x="484" y="202"/>
                  </a:lnTo>
                  <a:lnTo>
                    <a:pt x="466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7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286;p19">
              <a:extLst>
                <a:ext uri="{FF2B5EF4-FFF2-40B4-BE49-F238E27FC236}">
                  <a16:creationId xmlns:a16="http://schemas.microsoft.com/office/drawing/2014/main" id="{2FAC8EF3-075C-BFBD-7E0B-E26C79D032CC}"/>
                </a:ext>
              </a:extLst>
            </p:cNvPr>
            <p:cNvSpPr/>
            <p:nvPr/>
          </p:nvSpPr>
          <p:spPr>
            <a:xfrm>
              <a:off x="2117739" y="337912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5" y="19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28" y="147"/>
                  </a:lnTo>
                  <a:lnTo>
                    <a:pt x="10" y="201"/>
                  </a:lnTo>
                  <a:lnTo>
                    <a:pt x="0" y="247"/>
                  </a:lnTo>
                  <a:lnTo>
                    <a:pt x="10" y="292"/>
                  </a:lnTo>
                  <a:lnTo>
                    <a:pt x="2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7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287;p19">
              <a:extLst>
                <a:ext uri="{FF2B5EF4-FFF2-40B4-BE49-F238E27FC236}">
                  <a16:creationId xmlns:a16="http://schemas.microsoft.com/office/drawing/2014/main" id="{B4B128DF-B3DF-17E3-ED3B-0452E4AB5543}"/>
                </a:ext>
              </a:extLst>
            </p:cNvPr>
            <p:cNvSpPr/>
            <p:nvPr/>
          </p:nvSpPr>
          <p:spPr>
            <a:xfrm>
              <a:off x="2003880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1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288;p19">
              <a:extLst>
                <a:ext uri="{FF2B5EF4-FFF2-40B4-BE49-F238E27FC236}">
                  <a16:creationId xmlns:a16="http://schemas.microsoft.com/office/drawing/2014/main" id="{574124CF-1E8C-1E2D-1EBC-6ADCA82BA9EC}"/>
                </a:ext>
              </a:extLst>
            </p:cNvPr>
            <p:cNvSpPr/>
            <p:nvPr/>
          </p:nvSpPr>
          <p:spPr>
            <a:xfrm>
              <a:off x="1925071" y="3586125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84" y="293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289;p19">
              <a:extLst>
                <a:ext uri="{FF2B5EF4-FFF2-40B4-BE49-F238E27FC236}">
                  <a16:creationId xmlns:a16="http://schemas.microsoft.com/office/drawing/2014/main" id="{37F5AB58-852E-488B-1CD0-90834AB11FDF}"/>
                </a:ext>
              </a:extLst>
            </p:cNvPr>
            <p:cNvSpPr/>
            <p:nvPr/>
          </p:nvSpPr>
          <p:spPr>
            <a:xfrm>
              <a:off x="2057655" y="342727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56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93"/>
                  </a:lnTo>
                  <a:lnTo>
                    <a:pt x="74" y="429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8" y="475"/>
                  </a:lnTo>
                  <a:lnTo>
                    <a:pt x="384" y="457"/>
                  </a:lnTo>
                  <a:lnTo>
                    <a:pt x="420" y="429"/>
                  </a:lnTo>
                  <a:lnTo>
                    <a:pt x="457" y="393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56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8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290;p19">
              <a:extLst>
                <a:ext uri="{FF2B5EF4-FFF2-40B4-BE49-F238E27FC236}">
                  <a16:creationId xmlns:a16="http://schemas.microsoft.com/office/drawing/2014/main" id="{F17FA633-43D9-FC7D-F3FF-9B4F023838E7}"/>
                </a:ext>
              </a:extLst>
            </p:cNvPr>
            <p:cNvSpPr/>
            <p:nvPr/>
          </p:nvSpPr>
          <p:spPr>
            <a:xfrm>
              <a:off x="2083924" y="3649296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28" y="147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3"/>
                  </a:lnTo>
                  <a:lnTo>
                    <a:pt x="28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93" y="448"/>
                  </a:lnTo>
                  <a:lnTo>
                    <a:pt x="430" y="420"/>
                  </a:lnTo>
                  <a:lnTo>
                    <a:pt x="457" y="384"/>
                  </a:lnTo>
                  <a:lnTo>
                    <a:pt x="475" y="338"/>
                  </a:lnTo>
                  <a:lnTo>
                    <a:pt x="493" y="293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7"/>
                  </a:lnTo>
                  <a:lnTo>
                    <a:pt x="457" y="110"/>
                  </a:lnTo>
                  <a:lnTo>
                    <a:pt x="430" y="74"/>
                  </a:lnTo>
                  <a:lnTo>
                    <a:pt x="393" y="37"/>
                  </a:lnTo>
                  <a:lnTo>
                    <a:pt x="347" y="19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291;p19">
              <a:extLst>
                <a:ext uri="{FF2B5EF4-FFF2-40B4-BE49-F238E27FC236}">
                  <a16:creationId xmlns:a16="http://schemas.microsoft.com/office/drawing/2014/main" id="{54F0D7F8-431E-4B38-57F0-3D339CB54882}"/>
                </a:ext>
              </a:extLst>
            </p:cNvPr>
            <p:cNvSpPr/>
            <p:nvPr/>
          </p:nvSpPr>
          <p:spPr>
            <a:xfrm>
              <a:off x="2057037" y="3767544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6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47" y="474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4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8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292;p19">
              <a:extLst>
                <a:ext uri="{FF2B5EF4-FFF2-40B4-BE49-F238E27FC236}">
                  <a16:creationId xmlns:a16="http://schemas.microsoft.com/office/drawing/2014/main" id="{7E5E7C6C-1532-5B1F-105B-A114149C7D3A}"/>
                </a:ext>
              </a:extLst>
            </p:cNvPr>
            <p:cNvSpPr/>
            <p:nvPr/>
          </p:nvSpPr>
          <p:spPr>
            <a:xfrm>
              <a:off x="2021439" y="382632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0"/>
                  </a:moveTo>
                  <a:lnTo>
                    <a:pt x="155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4" y="338"/>
                  </a:lnTo>
                  <a:lnTo>
                    <a:pt x="483" y="292"/>
                  </a:lnTo>
                  <a:lnTo>
                    <a:pt x="493" y="247"/>
                  </a:lnTo>
                  <a:lnTo>
                    <a:pt x="483" y="192"/>
                  </a:lnTo>
                  <a:lnTo>
                    <a:pt x="474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47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293;p19">
              <a:extLst>
                <a:ext uri="{FF2B5EF4-FFF2-40B4-BE49-F238E27FC236}">
                  <a16:creationId xmlns:a16="http://schemas.microsoft.com/office/drawing/2014/main" id="{6520FBB6-C404-51C3-ACA3-0F28F827DF18}"/>
                </a:ext>
              </a:extLst>
            </p:cNvPr>
            <p:cNvSpPr/>
            <p:nvPr/>
          </p:nvSpPr>
          <p:spPr>
            <a:xfrm>
              <a:off x="1963276" y="388887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55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301"/>
                  </a:lnTo>
                  <a:lnTo>
                    <a:pt x="18" y="347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56"/>
                  </a:lnTo>
                  <a:lnTo>
                    <a:pt x="155" y="474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4"/>
                  </a:lnTo>
                  <a:lnTo>
                    <a:pt x="383" y="456"/>
                  </a:lnTo>
                  <a:lnTo>
                    <a:pt x="420" y="420"/>
                  </a:lnTo>
                  <a:lnTo>
                    <a:pt x="456" y="383"/>
                  </a:lnTo>
                  <a:lnTo>
                    <a:pt x="474" y="347"/>
                  </a:lnTo>
                  <a:lnTo>
                    <a:pt x="492" y="301"/>
                  </a:lnTo>
                  <a:lnTo>
                    <a:pt x="492" y="246"/>
                  </a:lnTo>
                  <a:lnTo>
                    <a:pt x="492" y="201"/>
                  </a:lnTo>
                  <a:lnTo>
                    <a:pt x="474" y="155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294;p19">
              <a:extLst>
                <a:ext uri="{FF2B5EF4-FFF2-40B4-BE49-F238E27FC236}">
                  <a16:creationId xmlns:a16="http://schemas.microsoft.com/office/drawing/2014/main" id="{FA670A3D-D3EF-A357-BC23-8292F62A500E}"/>
                </a:ext>
              </a:extLst>
            </p:cNvPr>
            <p:cNvSpPr/>
            <p:nvPr/>
          </p:nvSpPr>
          <p:spPr>
            <a:xfrm>
              <a:off x="1915743" y="367933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1"/>
                  </a:moveTo>
                  <a:lnTo>
                    <a:pt x="155" y="19"/>
                  </a:lnTo>
                  <a:lnTo>
                    <a:pt x="109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09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38"/>
                  </a:lnTo>
                  <a:lnTo>
                    <a:pt x="492" y="292"/>
                  </a:lnTo>
                  <a:lnTo>
                    <a:pt x="492" y="247"/>
                  </a:lnTo>
                  <a:lnTo>
                    <a:pt x="492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295;p19">
              <a:extLst>
                <a:ext uri="{FF2B5EF4-FFF2-40B4-BE49-F238E27FC236}">
                  <a16:creationId xmlns:a16="http://schemas.microsoft.com/office/drawing/2014/main" id="{A8CBB50C-A653-F1B2-8EEA-5EC8D5F4388F}"/>
                </a:ext>
              </a:extLst>
            </p:cNvPr>
            <p:cNvSpPr/>
            <p:nvPr/>
          </p:nvSpPr>
          <p:spPr>
            <a:xfrm>
              <a:off x="2474198" y="3569252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1"/>
                  </a:moveTo>
                  <a:lnTo>
                    <a:pt x="1" y="302"/>
                  </a:lnTo>
                  <a:lnTo>
                    <a:pt x="329" y="375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7" y="530"/>
                  </a:lnTo>
                  <a:lnTo>
                    <a:pt x="667" y="2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296;p19">
              <a:extLst>
                <a:ext uri="{FF2B5EF4-FFF2-40B4-BE49-F238E27FC236}">
                  <a16:creationId xmlns:a16="http://schemas.microsoft.com/office/drawing/2014/main" id="{9649D150-5989-8C3F-D649-B0B59EF5B28D}"/>
                </a:ext>
              </a:extLst>
            </p:cNvPr>
            <p:cNvSpPr/>
            <p:nvPr/>
          </p:nvSpPr>
          <p:spPr>
            <a:xfrm>
              <a:off x="2474198" y="391576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5"/>
                  </a:lnTo>
                  <a:lnTo>
                    <a:pt x="667" y="538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297;p19">
              <a:extLst>
                <a:ext uri="{FF2B5EF4-FFF2-40B4-BE49-F238E27FC236}">
                  <a16:creationId xmlns:a16="http://schemas.microsoft.com/office/drawing/2014/main" id="{C9FE328D-B000-A50F-BB3B-B35F3151D6F4}"/>
                </a:ext>
              </a:extLst>
            </p:cNvPr>
            <p:cNvSpPr/>
            <p:nvPr/>
          </p:nvSpPr>
          <p:spPr>
            <a:xfrm>
              <a:off x="2474198" y="403147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298;p19">
              <a:extLst>
                <a:ext uri="{FF2B5EF4-FFF2-40B4-BE49-F238E27FC236}">
                  <a16:creationId xmlns:a16="http://schemas.microsoft.com/office/drawing/2014/main" id="{7004B2E4-D1CB-3C3B-EC92-777E707A371C}"/>
                </a:ext>
              </a:extLst>
            </p:cNvPr>
            <p:cNvSpPr/>
            <p:nvPr/>
          </p:nvSpPr>
          <p:spPr>
            <a:xfrm>
              <a:off x="2552390" y="3684345"/>
              <a:ext cx="45750" cy="53843"/>
            </a:xfrm>
            <a:custGeom>
              <a:avLst/>
              <a:gdLst/>
              <a:ahLst/>
              <a:cxnLst/>
              <a:rect l="l" t="t" r="r" b="b"/>
              <a:pathLst>
                <a:path w="667" h="785" extrusionOk="0">
                  <a:moveTo>
                    <a:pt x="1" y="0"/>
                  </a:moveTo>
                  <a:lnTo>
                    <a:pt x="1" y="31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85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299;p19">
              <a:extLst>
                <a:ext uri="{FF2B5EF4-FFF2-40B4-BE49-F238E27FC236}">
                  <a16:creationId xmlns:a16="http://schemas.microsoft.com/office/drawing/2014/main" id="{64853335-B40E-8FBA-DFB8-9FD04F0CBB95}"/>
                </a:ext>
              </a:extLst>
            </p:cNvPr>
            <p:cNvSpPr/>
            <p:nvPr/>
          </p:nvSpPr>
          <p:spPr>
            <a:xfrm>
              <a:off x="2552390" y="380005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300;p19">
              <a:extLst>
                <a:ext uri="{FF2B5EF4-FFF2-40B4-BE49-F238E27FC236}">
                  <a16:creationId xmlns:a16="http://schemas.microsoft.com/office/drawing/2014/main" id="{27A2134D-D941-C2E1-5120-C0D53633B513}"/>
                </a:ext>
              </a:extLst>
            </p:cNvPr>
            <p:cNvSpPr/>
            <p:nvPr/>
          </p:nvSpPr>
          <p:spPr>
            <a:xfrm>
              <a:off x="2552390" y="3568018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24" y="803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301;p19">
              <a:extLst>
                <a:ext uri="{FF2B5EF4-FFF2-40B4-BE49-F238E27FC236}">
                  <a16:creationId xmlns:a16="http://schemas.microsoft.com/office/drawing/2014/main" id="{8FD9AEDB-C1AE-5295-9A50-F9629BDFF1EE}"/>
                </a:ext>
              </a:extLst>
            </p:cNvPr>
            <p:cNvSpPr/>
            <p:nvPr/>
          </p:nvSpPr>
          <p:spPr>
            <a:xfrm>
              <a:off x="2634354" y="3683728"/>
              <a:ext cx="238350" cy="55078"/>
            </a:xfrm>
            <a:custGeom>
              <a:avLst/>
              <a:gdLst/>
              <a:ahLst/>
              <a:cxnLst/>
              <a:rect l="l" t="t" r="r" b="b"/>
              <a:pathLst>
                <a:path w="3475" h="803" extrusionOk="0">
                  <a:moveTo>
                    <a:pt x="0" y="0"/>
                  </a:moveTo>
                  <a:lnTo>
                    <a:pt x="0" y="803"/>
                  </a:lnTo>
                  <a:lnTo>
                    <a:pt x="3475" y="803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302;p19">
              <a:extLst>
                <a:ext uri="{FF2B5EF4-FFF2-40B4-BE49-F238E27FC236}">
                  <a16:creationId xmlns:a16="http://schemas.microsoft.com/office/drawing/2014/main" id="{15C8215A-7F2A-EAF3-92FF-BA6A2E935795}"/>
                </a:ext>
              </a:extLst>
            </p:cNvPr>
            <p:cNvSpPr/>
            <p:nvPr/>
          </p:nvSpPr>
          <p:spPr>
            <a:xfrm>
              <a:off x="2634354" y="3799438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303;p19">
              <a:extLst>
                <a:ext uri="{FF2B5EF4-FFF2-40B4-BE49-F238E27FC236}">
                  <a16:creationId xmlns:a16="http://schemas.microsoft.com/office/drawing/2014/main" id="{70DC59E6-FB71-5FE1-B948-8E1F632C43E3}"/>
                </a:ext>
              </a:extLst>
            </p:cNvPr>
            <p:cNvSpPr/>
            <p:nvPr/>
          </p:nvSpPr>
          <p:spPr>
            <a:xfrm>
              <a:off x="2552390" y="4030240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2"/>
                  </a:lnTo>
                  <a:lnTo>
                    <a:pt x="10724" y="802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304;p19">
              <a:extLst>
                <a:ext uri="{FF2B5EF4-FFF2-40B4-BE49-F238E27FC236}">
                  <a16:creationId xmlns:a16="http://schemas.microsoft.com/office/drawing/2014/main" id="{8331CD7D-44BC-A451-DF80-B4A6AF88DD0B}"/>
                </a:ext>
              </a:extLst>
            </p:cNvPr>
            <p:cNvSpPr/>
            <p:nvPr/>
          </p:nvSpPr>
          <p:spPr>
            <a:xfrm>
              <a:off x="2551773" y="3915148"/>
              <a:ext cx="736245" cy="55078"/>
            </a:xfrm>
            <a:custGeom>
              <a:avLst/>
              <a:gdLst/>
              <a:ahLst/>
              <a:cxnLst/>
              <a:rect l="l" t="t" r="r" b="b"/>
              <a:pathLst>
                <a:path w="10734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305;p19">
              <a:extLst>
                <a:ext uri="{FF2B5EF4-FFF2-40B4-BE49-F238E27FC236}">
                  <a16:creationId xmlns:a16="http://schemas.microsoft.com/office/drawing/2014/main" id="{FB0D6FCA-4F3F-98AC-399F-4E7EE0350F5B}"/>
                </a:ext>
              </a:extLst>
            </p:cNvPr>
            <p:cNvSpPr/>
            <p:nvPr/>
          </p:nvSpPr>
          <p:spPr>
            <a:xfrm>
              <a:off x="2474198" y="333975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306;p19">
              <a:extLst>
                <a:ext uri="{FF2B5EF4-FFF2-40B4-BE49-F238E27FC236}">
                  <a16:creationId xmlns:a16="http://schemas.microsoft.com/office/drawing/2014/main" id="{FB033644-F9FE-1DB6-70B2-A469EED64E54}"/>
                </a:ext>
              </a:extLst>
            </p:cNvPr>
            <p:cNvSpPr/>
            <p:nvPr/>
          </p:nvSpPr>
          <p:spPr>
            <a:xfrm>
              <a:off x="2474198" y="3455463"/>
              <a:ext cx="38273" cy="53226"/>
            </a:xfrm>
            <a:custGeom>
              <a:avLst/>
              <a:gdLst/>
              <a:ahLst/>
              <a:cxnLst/>
              <a:rect l="l" t="t" r="r" b="b"/>
              <a:pathLst>
                <a:path w="558" h="776" extrusionOk="0">
                  <a:moveTo>
                    <a:pt x="1" y="0"/>
                  </a:moveTo>
                  <a:lnTo>
                    <a:pt x="1" y="301"/>
                  </a:lnTo>
                  <a:lnTo>
                    <a:pt x="275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557" y="529"/>
                  </a:lnTo>
                  <a:lnTo>
                    <a:pt x="55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307;p19">
              <a:extLst>
                <a:ext uri="{FF2B5EF4-FFF2-40B4-BE49-F238E27FC236}">
                  <a16:creationId xmlns:a16="http://schemas.microsoft.com/office/drawing/2014/main" id="{42D8F76D-31C0-D2E0-3111-95A7DEAD746A}"/>
                </a:ext>
              </a:extLst>
            </p:cNvPr>
            <p:cNvSpPr/>
            <p:nvPr/>
          </p:nvSpPr>
          <p:spPr>
            <a:xfrm>
              <a:off x="2552390" y="310833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308;p19">
              <a:extLst>
                <a:ext uri="{FF2B5EF4-FFF2-40B4-BE49-F238E27FC236}">
                  <a16:creationId xmlns:a16="http://schemas.microsoft.com/office/drawing/2014/main" id="{40750C39-5340-9752-DBFF-68488E4F2B1B}"/>
                </a:ext>
              </a:extLst>
            </p:cNvPr>
            <p:cNvSpPr/>
            <p:nvPr/>
          </p:nvSpPr>
          <p:spPr>
            <a:xfrm>
              <a:off x="2552390" y="322404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309;p19">
              <a:extLst>
                <a:ext uri="{FF2B5EF4-FFF2-40B4-BE49-F238E27FC236}">
                  <a16:creationId xmlns:a16="http://schemas.microsoft.com/office/drawing/2014/main" id="{F8500664-FDF5-B13B-BE4B-27101F843002}"/>
                </a:ext>
              </a:extLst>
            </p:cNvPr>
            <p:cNvSpPr/>
            <p:nvPr/>
          </p:nvSpPr>
          <p:spPr>
            <a:xfrm>
              <a:off x="2634354" y="3107716"/>
              <a:ext cx="388494" cy="55078"/>
            </a:xfrm>
            <a:custGeom>
              <a:avLst/>
              <a:gdLst/>
              <a:ahLst/>
              <a:cxnLst/>
              <a:rect l="l" t="t" r="r" b="b"/>
              <a:pathLst>
                <a:path w="5664" h="803" extrusionOk="0">
                  <a:moveTo>
                    <a:pt x="0" y="0"/>
                  </a:moveTo>
                  <a:lnTo>
                    <a:pt x="0" y="803"/>
                  </a:lnTo>
                  <a:lnTo>
                    <a:pt x="5663" y="803"/>
                  </a:lnTo>
                  <a:lnTo>
                    <a:pt x="5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310;p19">
              <a:extLst>
                <a:ext uri="{FF2B5EF4-FFF2-40B4-BE49-F238E27FC236}">
                  <a16:creationId xmlns:a16="http://schemas.microsoft.com/office/drawing/2014/main" id="{EE612383-42D4-4F11-C4DA-9691F001E7E6}"/>
                </a:ext>
              </a:extLst>
            </p:cNvPr>
            <p:cNvSpPr/>
            <p:nvPr/>
          </p:nvSpPr>
          <p:spPr>
            <a:xfrm>
              <a:off x="2634354" y="3223426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311;p19">
              <a:extLst>
                <a:ext uri="{FF2B5EF4-FFF2-40B4-BE49-F238E27FC236}">
                  <a16:creationId xmlns:a16="http://schemas.microsoft.com/office/drawing/2014/main" id="{596A400E-A557-A0D6-AC21-0B9DADFAF08A}"/>
                </a:ext>
              </a:extLst>
            </p:cNvPr>
            <p:cNvSpPr/>
            <p:nvPr/>
          </p:nvSpPr>
          <p:spPr>
            <a:xfrm>
              <a:off x="2539289" y="3454160"/>
              <a:ext cx="616761" cy="55146"/>
            </a:xfrm>
            <a:custGeom>
              <a:avLst/>
              <a:gdLst/>
              <a:ahLst/>
              <a:cxnLst/>
              <a:rect l="l" t="t" r="r" b="b"/>
              <a:pathLst>
                <a:path w="8992" h="804" extrusionOk="0">
                  <a:moveTo>
                    <a:pt x="0" y="1"/>
                  </a:moveTo>
                  <a:lnTo>
                    <a:pt x="0" y="803"/>
                  </a:lnTo>
                  <a:lnTo>
                    <a:pt x="8991" y="803"/>
                  </a:lnTo>
                  <a:lnTo>
                    <a:pt x="89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312;p19">
              <a:extLst>
                <a:ext uri="{FF2B5EF4-FFF2-40B4-BE49-F238E27FC236}">
                  <a16:creationId xmlns:a16="http://schemas.microsoft.com/office/drawing/2014/main" id="{5D9AD8A9-FF7F-1AAB-C0FF-2A2B1324D97F}"/>
                </a:ext>
              </a:extLst>
            </p:cNvPr>
            <p:cNvSpPr/>
            <p:nvPr/>
          </p:nvSpPr>
          <p:spPr>
            <a:xfrm>
              <a:off x="2551773" y="3338450"/>
              <a:ext cx="736245" cy="55146"/>
            </a:xfrm>
            <a:custGeom>
              <a:avLst/>
              <a:gdLst/>
              <a:ahLst/>
              <a:cxnLst/>
              <a:rect l="l" t="t" r="r" b="b"/>
              <a:pathLst>
                <a:path w="10734" h="804" extrusionOk="0">
                  <a:moveTo>
                    <a:pt x="1" y="1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86" name="Imagen 1485">
            <a:extLst>
              <a:ext uri="{FF2B5EF4-FFF2-40B4-BE49-F238E27FC236}">
                <a16:creationId xmlns:a16="http://schemas.microsoft.com/office/drawing/2014/main" id="{2FFA1219-8C16-759D-A3A2-FF48B03F95A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4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3020" y="-212403"/>
            <a:ext cx="3436239" cy="29221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10776504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3">
          <a:extLst>
            <a:ext uri="{FF2B5EF4-FFF2-40B4-BE49-F238E27FC236}">
              <a16:creationId xmlns:a16="http://schemas.microsoft.com/office/drawing/2014/main" id="{746397A9-ACE7-FD6D-4D23-2C0630E92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41">
            <a:extLst>
              <a:ext uri="{FF2B5EF4-FFF2-40B4-BE49-F238E27FC236}">
                <a16:creationId xmlns:a16="http://schemas.microsoft.com/office/drawing/2014/main" id="{2292C0D1-8EB5-2DDE-070C-694F2F9BCA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</a:t>
            </a:r>
            <a:endParaRPr dirty="0"/>
          </a:p>
        </p:txBody>
      </p:sp>
      <p:grpSp>
        <p:nvGrpSpPr>
          <p:cNvPr id="1441" name="Google Shape;1441;p41">
            <a:extLst>
              <a:ext uri="{FF2B5EF4-FFF2-40B4-BE49-F238E27FC236}">
                <a16:creationId xmlns:a16="http://schemas.microsoft.com/office/drawing/2014/main" id="{6192278C-40EE-BDF7-FB64-870D14AA5C75}"/>
              </a:ext>
            </a:extLst>
          </p:cNvPr>
          <p:cNvGrpSpPr/>
          <p:nvPr/>
        </p:nvGrpSpPr>
        <p:grpSpPr>
          <a:xfrm>
            <a:off x="2955000" y="1424974"/>
            <a:ext cx="5731800" cy="579006"/>
            <a:chOff x="2955000" y="1424974"/>
            <a:chExt cx="5731800" cy="579006"/>
          </a:xfrm>
        </p:grpSpPr>
        <p:sp>
          <p:nvSpPr>
            <p:cNvPr id="1442" name="Google Shape;1442;p41">
              <a:extLst>
                <a:ext uri="{FF2B5EF4-FFF2-40B4-BE49-F238E27FC236}">
                  <a16:creationId xmlns:a16="http://schemas.microsoft.com/office/drawing/2014/main" id="{0488E3A3-76A3-ADF8-38DB-15A0C1303E60}"/>
                </a:ext>
              </a:extLst>
            </p:cNvPr>
            <p:cNvSpPr txBox="1"/>
            <p:nvPr/>
          </p:nvSpPr>
          <p:spPr>
            <a:xfrm>
              <a:off x="2955000" y="1424974"/>
              <a:ext cx="107868" cy="579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43" name="Google Shape;1443;p41">
              <a:extLst>
                <a:ext uri="{FF2B5EF4-FFF2-40B4-BE49-F238E27FC236}">
                  <a16:creationId xmlns:a16="http://schemas.microsoft.com/office/drawing/2014/main" id="{51CF12D0-F7D4-BC01-F166-4CC09982B260}"/>
                </a:ext>
              </a:extLst>
            </p:cNvPr>
            <p:cNvSpPr txBox="1"/>
            <p:nvPr/>
          </p:nvSpPr>
          <p:spPr>
            <a:xfrm>
              <a:off x="3062868" y="1424980"/>
              <a:ext cx="5623932" cy="579000"/>
            </a:xfrm>
            <a:prstGeom prst="rect">
              <a:avLst/>
            </a:prstGeom>
            <a:solidFill>
              <a:srgbClr val="8DA4BA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Two machine learning </a:t>
              </a:r>
              <a:r>
                <a:rPr lang="en" b="1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predictive models with impresive performance were developed sucessfully.</a:t>
              </a:r>
              <a:endParaRPr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448" name="Google Shape;1448;p41">
            <a:extLst>
              <a:ext uri="{FF2B5EF4-FFF2-40B4-BE49-F238E27FC236}">
                <a16:creationId xmlns:a16="http://schemas.microsoft.com/office/drawing/2014/main" id="{6EFEFD8E-041C-2AF1-DD4B-00ADED0C266D}"/>
              </a:ext>
            </a:extLst>
          </p:cNvPr>
          <p:cNvCxnSpPr>
            <a:cxnSpLocks/>
            <a:endCxn id="1442" idx="1"/>
          </p:cNvCxnSpPr>
          <p:nvPr/>
        </p:nvCxnSpPr>
        <p:spPr>
          <a:xfrm flipV="1">
            <a:off x="1655100" y="1714474"/>
            <a:ext cx="1299900" cy="1364551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" name="Google Shape;230;p19">
            <a:extLst>
              <a:ext uri="{FF2B5EF4-FFF2-40B4-BE49-F238E27FC236}">
                <a16:creationId xmlns:a16="http://schemas.microsoft.com/office/drawing/2014/main" id="{255D5AE0-71D4-C168-7D7F-B72EF02A9311}"/>
              </a:ext>
            </a:extLst>
          </p:cNvPr>
          <p:cNvGrpSpPr/>
          <p:nvPr/>
        </p:nvGrpSpPr>
        <p:grpSpPr>
          <a:xfrm>
            <a:off x="141880" y="2609921"/>
            <a:ext cx="1726541" cy="1103365"/>
            <a:chOff x="922500" y="2861275"/>
            <a:chExt cx="2802712" cy="1700603"/>
          </a:xfrm>
        </p:grpSpPr>
        <p:sp>
          <p:nvSpPr>
            <p:cNvPr id="8" name="Google Shape;231;p19">
              <a:extLst>
                <a:ext uri="{FF2B5EF4-FFF2-40B4-BE49-F238E27FC236}">
                  <a16:creationId xmlns:a16="http://schemas.microsoft.com/office/drawing/2014/main" id="{19C1AFB2-F0BC-3DFF-D03C-8D2ADE83CC00}"/>
                </a:ext>
              </a:extLst>
            </p:cNvPr>
            <p:cNvSpPr/>
            <p:nvPr/>
          </p:nvSpPr>
          <p:spPr>
            <a:xfrm>
              <a:off x="1123878" y="2861275"/>
              <a:ext cx="2400581" cy="1481132"/>
            </a:xfrm>
            <a:custGeom>
              <a:avLst/>
              <a:gdLst/>
              <a:ahLst/>
              <a:cxnLst/>
              <a:rect l="l" t="t" r="r" b="b"/>
              <a:pathLst>
                <a:path w="34999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33421" y="21593"/>
                  </a:lnTo>
                  <a:lnTo>
                    <a:pt x="33585" y="21584"/>
                  </a:lnTo>
                  <a:lnTo>
                    <a:pt x="33740" y="21557"/>
                  </a:lnTo>
                  <a:lnTo>
                    <a:pt x="33886" y="21520"/>
                  </a:lnTo>
                  <a:lnTo>
                    <a:pt x="34032" y="21466"/>
                  </a:lnTo>
                  <a:lnTo>
                    <a:pt x="34168" y="21402"/>
                  </a:lnTo>
                  <a:lnTo>
                    <a:pt x="34296" y="21320"/>
                  </a:lnTo>
                  <a:lnTo>
                    <a:pt x="34424" y="21228"/>
                  </a:lnTo>
                  <a:lnTo>
                    <a:pt x="34533" y="21128"/>
                  </a:lnTo>
                  <a:lnTo>
                    <a:pt x="34633" y="21019"/>
                  </a:lnTo>
                  <a:lnTo>
                    <a:pt x="34725" y="20891"/>
                  </a:lnTo>
                  <a:lnTo>
                    <a:pt x="34807" y="20763"/>
                  </a:lnTo>
                  <a:lnTo>
                    <a:pt x="34870" y="20627"/>
                  </a:lnTo>
                  <a:lnTo>
                    <a:pt x="34925" y="20481"/>
                  </a:lnTo>
                  <a:lnTo>
                    <a:pt x="34962" y="20335"/>
                  </a:lnTo>
                  <a:lnTo>
                    <a:pt x="34989" y="20180"/>
                  </a:lnTo>
                  <a:lnTo>
                    <a:pt x="34998" y="20016"/>
                  </a:lnTo>
                  <a:lnTo>
                    <a:pt x="34998" y="1578"/>
                  </a:lnTo>
                  <a:lnTo>
                    <a:pt x="34989" y="1414"/>
                  </a:lnTo>
                  <a:lnTo>
                    <a:pt x="34962" y="1259"/>
                  </a:lnTo>
                  <a:lnTo>
                    <a:pt x="34925" y="1113"/>
                  </a:lnTo>
                  <a:lnTo>
                    <a:pt x="34870" y="967"/>
                  </a:lnTo>
                  <a:lnTo>
                    <a:pt x="34807" y="830"/>
                  </a:lnTo>
                  <a:lnTo>
                    <a:pt x="34725" y="703"/>
                  </a:lnTo>
                  <a:lnTo>
                    <a:pt x="34633" y="575"/>
                  </a:lnTo>
                  <a:lnTo>
                    <a:pt x="34533" y="466"/>
                  </a:lnTo>
                  <a:lnTo>
                    <a:pt x="34424" y="365"/>
                  </a:lnTo>
                  <a:lnTo>
                    <a:pt x="34296" y="274"/>
                  </a:lnTo>
                  <a:lnTo>
                    <a:pt x="34168" y="192"/>
                  </a:lnTo>
                  <a:lnTo>
                    <a:pt x="34032" y="128"/>
                  </a:lnTo>
                  <a:lnTo>
                    <a:pt x="33886" y="73"/>
                  </a:lnTo>
                  <a:lnTo>
                    <a:pt x="33740" y="37"/>
                  </a:lnTo>
                  <a:lnTo>
                    <a:pt x="33585" y="10"/>
                  </a:lnTo>
                  <a:lnTo>
                    <a:pt x="3342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32;p19">
              <a:extLst>
                <a:ext uri="{FF2B5EF4-FFF2-40B4-BE49-F238E27FC236}">
                  <a16:creationId xmlns:a16="http://schemas.microsoft.com/office/drawing/2014/main" id="{ACA28ABF-D0AB-1893-F2B7-DD9E5436687C}"/>
                </a:ext>
              </a:extLst>
            </p:cNvPr>
            <p:cNvSpPr/>
            <p:nvPr/>
          </p:nvSpPr>
          <p:spPr>
            <a:xfrm>
              <a:off x="1123878" y="2861275"/>
              <a:ext cx="1211574" cy="1481132"/>
            </a:xfrm>
            <a:custGeom>
              <a:avLst/>
              <a:gdLst/>
              <a:ahLst/>
              <a:cxnLst/>
              <a:rect l="l" t="t" r="r" b="b"/>
              <a:pathLst>
                <a:path w="17664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17664" y="21593"/>
                  </a:lnTo>
                  <a:lnTo>
                    <a:pt x="17664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33;p19">
              <a:extLst>
                <a:ext uri="{FF2B5EF4-FFF2-40B4-BE49-F238E27FC236}">
                  <a16:creationId xmlns:a16="http://schemas.microsoft.com/office/drawing/2014/main" id="{03B6573D-2D63-9D26-05B3-AD660AE2B7BB}"/>
                </a:ext>
              </a:extLst>
            </p:cNvPr>
            <p:cNvSpPr/>
            <p:nvPr/>
          </p:nvSpPr>
          <p:spPr>
            <a:xfrm>
              <a:off x="2335373" y="2861275"/>
              <a:ext cx="1189076" cy="1481132"/>
            </a:xfrm>
            <a:custGeom>
              <a:avLst/>
              <a:gdLst/>
              <a:ahLst/>
              <a:cxnLst/>
              <a:rect l="l" t="t" r="r" b="b"/>
              <a:pathLst>
                <a:path w="17336" h="21594" extrusionOk="0">
                  <a:moveTo>
                    <a:pt x="1" y="0"/>
                  </a:moveTo>
                  <a:lnTo>
                    <a:pt x="1" y="21593"/>
                  </a:lnTo>
                  <a:lnTo>
                    <a:pt x="15758" y="21593"/>
                  </a:lnTo>
                  <a:lnTo>
                    <a:pt x="15922" y="21584"/>
                  </a:lnTo>
                  <a:lnTo>
                    <a:pt x="16077" y="21557"/>
                  </a:lnTo>
                  <a:lnTo>
                    <a:pt x="16223" y="21520"/>
                  </a:lnTo>
                  <a:lnTo>
                    <a:pt x="16369" y="21466"/>
                  </a:lnTo>
                  <a:lnTo>
                    <a:pt x="16505" y="21402"/>
                  </a:lnTo>
                  <a:lnTo>
                    <a:pt x="16633" y="21320"/>
                  </a:lnTo>
                  <a:lnTo>
                    <a:pt x="16761" y="21228"/>
                  </a:lnTo>
                  <a:lnTo>
                    <a:pt x="16870" y="21128"/>
                  </a:lnTo>
                  <a:lnTo>
                    <a:pt x="16970" y="21019"/>
                  </a:lnTo>
                  <a:lnTo>
                    <a:pt x="17062" y="20891"/>
                  </a:lnTo>
                  <a:lnTo>
                    <a:pt x="17144" y="20763"/>
                  </a:lnTo>
                  <a:lnTo>
                    <a:pt x="17207" y="20627"/>
                  </a:lnTo>
                  <a:lnTo>
                    <a:pt x="17262" y="20481"/>
                  </a:lnTo>
                  <a:lnTo>
                    <a:pt x="17299" y="20335"/>
                  </a:lnTo>
                  <a:lnTo>
                    <a:pt x="17326" y="20180"/>
                  </a:lnTo>
                  <a:lnTo>
                    <a:pt x="17335" y="20016"/>
                  </a:lnTo>
                  <a:lnTo>
                    <a:pt x="17335" y="1578"/>
                  </a:lnTo>
                  <a:lnTo>
                    <a:pt x="17326" y="1414"/>
                  </a:lnTo>
                  <a:lnTo>
                    <a:pt x="17299" y="1259"/>
                  </a:lnTo>
                  <a:lnTo>
                    <a:pt x="17262" y="1113"/>
                  </a:lnTo>
                  <a:lnTo>
                    <a:pt x="17207" y="967"/>
                  </a:lnTo>
                  <a:lnTo>
                    <a:pt x="17144" y="830"/>
                  </a:lnTo>
                  <a:lnTo>
                    <a:pt x="17062" y="703"/>
                  </a:lnTo>
                  <a:lnTo>
                    <a:pt x="16970" y="575"/>
                  </a:lnTo>
                  <a:lnTo>
                    <a:pt x="16870" y="466"/>
                  </a:lnTo>
                  <a:lnTo>
                    <a:pt x="16761" y="365"/>
                  </a:lnTo>
                  <a:lnTo>
                    <a:pt x="16633" y="274"/>
                  </a:lnTo>
                  <a:lnTo>
                    <a:pt x="16505" y="192"/>
                  </a:lnTo>
                  <a:lnTo>
                    <a:pt x="16369" y="128"/>
                  </a:lnTo>
                  <a:lnTo>
                    <a:pt x="16223" y="73"/>
                  </a:lnTo>
                  <a:lnTo>
                    <a:pt x="16077" y="37"/>
                  </a:lnTo>
                  <a:lnTo>
                    <a:pt x="15922" y="10"/>
                  </a:lnTo>
                  <a:lnTo>
                    <a:pt x="15758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34;p19">
              <a:extLst>
                <a:ext uri="{FF2B5EF4-FFF2-40B4-BE49-F238E27FC236}">
                  <a16:creationId xmlns:a16="http://schemas.microsoft.com/office/drawing/2014/main" id="{02585AE7-C4AF-13DF-08AB-10FFC4742DB1}"/>
                </a:ext>
              </a:extLst>
            </p:cNvPr>
            <p:cNvSpPr/>
            <p:nvPr/>
          </p:nvSpPr>
          <p:spPr>
            <a:xfrm>
              <a:off x="1210233" y="2957574"/>
              <a:ext cx="2227254" cy="1287846"/>
            </a:xfrm>
            <a:custGeom>
              <a:avLst/>
              <a:gdLst/>
              <a:ahLst/>
              <a:cxnLst/>
              <a:rect l="l" t="t" r="r" b="b"/>
              <a:pathLst>
                <a:path w="32472" h="18776" extrusionOk="0">
                  <a:moveTo>
                    <a:pt x="949" y="1"/>
                  </a:moveTo>
                  <a:lnTo>
                    <a:pt x="848" y="10"/>
                  </a:lnTo>
                  <a:lnTo>
                    <a:pt x="757" y="28"/>
                  </a:lnTo>
                  <a:lnTo>
                    <a:pt x="666" y="46"/>
                  </a:lnTo>
                  <a:lnTo>
                    <a:pt x="584" y="83"/>
                  </a:lnTo>
                  <a:lnTo>
                    <a:pt x="502" y="119"/>
                  </a:lnTo>
                  <a:lnTo>
                    <a:pt x="420" y="165"/>
                  </a:lnTo>
                  <a:lnTo>
                    <a:pt x="347" y="220"/>
                  </a:lnTo>
                  <a:lnTo>
                    <a:pt x="283" y="283"/>
                  </a:lnTo>
                  <a:lnTo>
                    <a:pt x="219" y="347"/>
                  </a:lnTo>
                  <a:lnTo>
                    <a:pt x="164" y="420"/>
                  </a:lnTo>
                  <a:lnTo>
                    <a:pt x="119" y="502"/>
                  </a:lnTo>
                  <a:lnTo>
                    <a:pt x="73" y="584"/>
                  </a:lnTo>
                  <a:lnTo>
                    <a:pt x="46" y="675"/>
                  </a:lnTo>
                  <a:lnTo>
                    <a:pt x="19" y="758"/>
                  </a:lnTo>
                  <a:lnTo>
                    <a:pt x="9" y="858"/>
                  </a:lnTo>
                  <a:lnTo>
                    <a:pt x="0" y="949"/>
                  </a:lnTo>
                  <a:lnTo>
                    <a:pt x="0" y="17837"/>
                  </a:lnTo>
                  <a:lnTo>
                    <a:pt x="9" y="17928"/>
                  </a:lnTo>
                  <a:lnTo>
                    <a:pt x="19" y="18028"/>
                  </a:lnTo>
                  <a:lnTo>
                    <a:pt x="46" y="18119"/>
                  </a:lnTo>
                  <a:lnTo>
                    <a:pt x="73" y="18201"/>
                  </a:lnTo>
                  <a:lnTo>
                    <a:pt x="119" y="18283"/>
                  </a:lnTo>
                  <a:lnTo>
                    <a:pt x="164" y="18366"/>
                  </a:lnTo>
                  <a:lnTo>
                    <a:pt x="219" y="18438"/>
                  </a:lnTo>
                  <a:lnTo>
                    <a:pt x="283" y="18502"/>
                  </a:lnTo>
                  <a:lnTo>
                    <a:pt x="347" y="18566"/>
                  </a:lnTo>
                  <a:lnTo>
                    <a:pt x="420" y="18621"/>
                  </a:lnTo>
                  <a:lnTo>
                    <a:pt x="502" y="18666"/>
                  </a:lnTo>
                  <a:lnTo>
                    <a:pt x="584" y="18703"/>
                  </a:lnTo>
                  <a:lnTo>
                    <a:pt x="666" y="18739"/>
                  </a:lnTo>
                  <a:lnTo>
                    <a:pt x="757" y="18758"/>
                  </a:lnTo>
                  <a:lnTo>
                    <a:pt x="848" y="18776"/>
                  </a:lnTo>
                  <a:lnTo>
                    <a:pt x="31624" y="18776"/>
                  </a:lnTo>
                  <a:lnTo>
                    <a:pt x="31715" y="18758"/>
                  </a:lnTo>
                  <a:lnTo>
                    <a:pt x="31806" y="18739"/>
                  </a:lnTo>
                  <a:lnTo>
                    <a:pt x="31897" y="18703"/>
                  </a:lnTo>
                  <a:lnTo>
                    <a:pt x="31979" y="18666"/>
                  </a:lnTo>
                  <a:lnTo>
                    <a:pt x="32052" y="18621"/>
                  </a:lnTo>
                  <a:lnTo>
                    <a:pt x="32125" y="18566"/>
                  </a:lnTo>
                  <a:lnTo>
                    <a:pt x="32189" y="18502"/>
                  </a:lnTo>
                  <a:lnTo>
                    <a:pt x="32253" y="18438"/>
                  </a:lnTo>
                  <a:lnTo>
                    <a:pt x="32308" y="18366"/>
                  </a:lnTo>
                  <a:lnTo>
                    <a:pt x="32353" y="18283"/>
                  </a:lnTo>
                  <a:lnTo>
                    <a:pt x="32399" y="18201"/>
                  </a:lnTo>
                  <a:lnTo>
                    <a:pt x="32426" y="18119"/>
                  </a:lnTo>
                  <a:lnTo>
                    <a:pt x="32453" y="18028"/>
                  </a:lnTo>
                  <a:lnTo>
                    <a:pt x="32463" y="17928"/>
                  </a:lnTo>
                  <a:lnTo>
                    <a:pt x="32472" y="17837"/>
                  </a:lnTo>
                  <a:lnTo>
                    <a:pt x="32472" y="949"/>
                  </a:lnTo>
                  <a:lnTo>
                    <a:pt x="32463" y="858"/>
                  </a:lnTo>
                  <a:lnTo>
                    <a:pt x="32453" y="758"/>
                  </a:lnTo>
                  <a:lnTo>
                    <a:pt x="32426" y="675"/>
                  </a:lnTo>
                  <a:lnTo>
                    <a:pt x="32399" y="584"/>
                  </a:lnTo>
                  <a:lnTo>
                    <a:pt x="32353" y="502"/>
                  </a:lnTo>
                  <a:lnTo>
                    <a:pt x="32308" y="420"/>
                  </a:lnTo>
                  <a:lnTo>
                    <a:pt x="32253" y="347"/>
                  </a:lnTo>
                  <a:lnTo>
                    <a:pt x="32189" y="283"/>
                  </a:lnTo>
                  <a:lnTo>
                    <a:pt x="32125" y="220"/>
                  </a:lnTo>
                  <a:lnTo>
                    <a:pt x="32052" y="165"/>
                  </a:lnTo>
                  <a:lnTo>
                    <a:pt x="31979" y="119"/>
                  </a:lnTo>
                  <a:lnTo>
                    <a:pt x="31897" y="83"/>
                  </a:lnTo>
                  <a:lnTo>
                    <a:pt x="31806" y="46"/>
                  </a:lnTo>
                  <a:lnTo>
                    <a:pt x="31715" y="28"/>
                  </a:lnTo>
                  <a:lnTo>
                    <a:pt x="31624" y="10"/>
                  </a:lnTo>
                  <a:lnTo>
                    <a:pt x="315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35;p19">
              <a:extLst>
                <a:ext uri="{FF2B5EF4-FFF2-40B4-BE49-F238E27FC236}">
                  <a16:creationId xmlns:a16="http://schemas.microsoft.com/office/drawing/2014/main" id="{72B4DC98-4527-1F51-C602-60FF17EA6099}"/>
                </a:ext>
              </a:extLst>
            </p:cNvPr>
            <p:cNvSpPr/>
            <p:nvPr/>
          </p:nvSpPr>
          <p:spPr>
            <a:xfrm>
              <a:off x="2335373" y="4342321"/>
              <a:ext cx="1389839" cy="219557"/>
            </a:xfrm>
            <a:custGeom>
              <a:avLst/>
              <a:gdLst/>
              <a:ahLst/>
              <a:cxnLst/>
              <a:rect l="l" t="t" r="r" b="b"/>
              <a:pathLst>
                <a:path w="20263" h="3201" extrusionOk="0">
                  <a:moveTo>
                    <a:pt x="1" y="0"/>
                  </a:moveTo>
                  <a:lnTo>
                    <a:pt x="1" y="3201"/>
                  </a:lnTo>
                  <a:lnTo>
                    <a:pt x="17572" y="3201"/>
                  </a:lnTo>
                  <a:lnTo>
                    <a:pt x="17718" y="3192"/>
                  </a:lnTo>
                  <a:lnTo>
                    <a:pt x="17855" y="3173"/>
                  </a:lnTo>
                  <a:lnTo>
                    <a:pt x="18001" y="3146"/>
                  </a:lnTo>
                  <a:lnTo>
                    <a:pt x="18138" y="3119"/>
                  </a:lnTo>
                  <a:lnTo>
                    <a:pt x="18265" y="3073"/>
                  </a:lnTo>
                  <a:lnTo>
                    <a:pt x="18402" y="3037"/>
                  </a:lnTo>
                  <a:lnTo>
                    <a:pt x="18530" y="2982"/>
                  </a:lnTo>
                  <a:lnTo>
                    <a:pt x="18657" y="2927"/>
                  </a:lnTo>
                  <a:lnTo>
                    <a:pt x="18776" y="2863"/>
                  </a:lnTo>
                  <a:lnTo>
                    <a:pt x="18894" y="2791"/>
                  </a:lnTo>
                  <a:lnTo>
                    <a:pt x="19013" y="2718"/>
                  </a:lnTo>
                  <a:lnTo>
                    <a:pt x="19122" y="2645"/>
                  </a:lnTo>
                  <a:lnTo>
                    <a:pt x="19232" y="2553"/>
                  </a:lnTo>
                  <a:lnTo>
                    <a:pt x="19332" y="2471"/>
                  </a:lnTo>
                  <a:lnTo>
                    <a:pt x="19432" y="2371"/>
                  </a:lnTo>
                  <a:lnTo>
                    <a:pt x="19524" y="2280"/>
                  </a:lnTo>
                  <a:lnTo>
                    <a:pt x="19615" y="2170"/>
                  </a:lnTo>
                  <a:lnTo>
                    <a:pt x="19697" y="2061"/>
                  </a:lnTo>
                  <a:lnTo>
                    <a:pt x="19779" y="1952"/>
                  </a:lnTo>
                  <a:lnTo>
                    <a:pt x="19852" y="1842"/>
                  </a:lnTo>
                  <a:lnTo>
                    <a:pt x="19925" y="1724"/>
                  </a:lnTo>
                  <a:lnTo>
                    <a:pt x="19980" y="1596"/>
                  </a:lnTo>
                  <a:lnTo>
                    <a:pt x="20043" y="1468"/>
                  </a:lnTo>
                  <a:lnTo>
                    <a:pt x="20089" y="1341"/>
                  </a:lnTo>
                  <a:lnTo>
                    <a:pt x="20135" y="1213"/>
                  </a:lnTo>
                  <a:lnTo>
                    <a:pt x="20171" y="1076"/>
                  </a:lnTo>
                  <a:lnTo>
                    <a:pt x="20208" y="939"/>
                  </a:lnTo>
                  <a:lnTo>
                    <a:pt x="20226" y="803"/>
                  </a:lnTo>
                  <a:lnTo>
                    <a:pt x="20244" y="657"/>
                  </a:lnTo>
                  <a:lnTo>
                    <a:pt x="20262" y="511"/>
                  </a:lnTo>
                  <a:lnTo>
                    <a:pt x="20262" y="365"/>
                  </a:lnTo>
                  <a:lnTo>
                    <a:pt x="20262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6;p19">
              <a:extLst>
                <a:ext uri="{FF2B5EF4-FFF2-40B4-BE49-F238E27FC236}">
                  <a16:creationId xmlns:a16="http://schemas.microsoft.com/office/drawing/2014/main" id="{7A7196FB-3529-2DE2-C449-F5FB3F20F601}"/>
                </a:ext>
              </a:extLst>
            </p:cNvPr>
            <p:cNvSpPr/>
            <p:nvPr/>
          </p:nvSpPr>
          <p:spPr>
            <a:xfrm>
              <a:off x="922500" y="4342321"/>
              <a:ext cx="1412954" cy="219557"/>
            </a:xfrm>
            <a:custGeom>
              <a:avLst/>
              <a:gdLst/>
              <a:ahLst/>
              <a:cxnLst/>
              <a:rect l="l" t="t" r="r" b="b"/>
              <a:pathLst>
                <a:path w="20600" h="3201" extrusionOk="0">
                  <a:moveTo>
                    <a:pt x="1" y="0"/>
                  </a:moveTo>
                  <a:lnTo>
                    <a:pt x="1" y="365"/>
                  </a:lnTo>
                  <a:lnTo>
                    <a:pt x="10" y="511"/>
                  </a:lnTo>
                  <a:lnTo>
                    <a:pt x="19" y="657"/>
                  </a:lnTo>
                  <a:lnTo>
                    <a:pt x="37" y="803"/>
                  </a:lnTo>
                  <a:lnTo>
                    <a:pt x="55" y="939"/>
                  </a:lnTo>
                  <a:lnTo>
                    <a:pt x="92" y="1076"/>
                  </a:lnTo>
                  <a:lnTo>
                    <a:pt x="128" y="1213"/>
                  </a:lnTo>
                  <a:lnTo>
                    <a:pt x="174" y="1341"/>
                  </a:lnTo>
                  <a:lnTo>
                    <a:pt x="229" y="1468"/>
                  </a:lnTo>
                  <a:lnTo>
                    <a:pt x="283" y="1596"/>
                  </a:lnTo>
                  <a:lnTo>
                    <a:pt x="347" y="1724"/>
                  </a:lnTo>
                  <a:lnTo>
                    <a:pt x="411" y="1842"/>
                  </a:lnTo>
                  <a:lnTo>
                    <a:pt x="484" y="1952"/>
                  </a:lnTo>
                  <a:lnTo>
                    <a:pt x="566" y="2061"/>
                  </a:lnTo>
                  <a:lnTo>
                    <a:pt x="648" y="2170"/>
                  </a:lnTo>
                  <a:lnTo>
                    <a:pt x="739" y="2280"/>
                  </a:lnTo>
                  <a:lnTo>
                    <a:pt x="831" y="2371"/>
                  </a:lnTo>
                  <a:lnTo>
                    <a:pt x="931" y="2471"/>
                  </a:lnTo>
                  <a:lnTo>
                    <a:pt x="1031" y="2553"/>
                  </a:lnTo>
                  <a:lnTo>
                    <a:pt x="1141" y="2645"/>
                  </a:lnTo>
                  <a:lnTo>
                    <a:pt x="1250" y="2718"/>
                  </a:lnTo>
                  <a:lnTo>
                    <a:pt x="1369" y="2791"/>
                  </a:lnTo>
                  <a:lnTo>
                    <a:pt x="1487" y="2863"/>
                  </a:lnTo>
                  <a:lnTo>
                    <a:pt x="1606" y="2927"/>
                  </a:lnTo>
                  <a:lnTo>
                    <a:pt x="1733" y="2982"/>
                  </a:lnTo>
                  <a:lnTo>
                    <a:pt x="1861" y="3037"/>
                  </a:lnTo>
                  <a:lnTo>
                    <a:pt x="1998" y="3073"/>
                  </a:lnTo>
                  <a:lnTo>
                    <a:pt x="2125" y="3119"/>
                  </a:lnTo>
                  <a:lnTo>
                    <a:pt x="2271" y="3146"/>
                  </a:lnTo>
                  <a:lnTo>
                    <a:pt x="2408" y="3173"/>
                  </a:lnTo>
                  <a:lnTo>
                    <a:pt x="2545" y="3192"/>
                  </a:lnTo>
                  <a:lnTo>
                    <a:pt x="2691" y="3201"/>
                  </a:lnTo>
                  <a:lnTo>
                    <a:pt x="20600" y="3201"/>
                  </a:lnTo>
                  <a:lnTo>
                    <a:pt x="20600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7;p19">
              <a:extLst>
                <a:ext uri="{FF2B5EF4-FFF2-40B4-BE49-F238E27FC236}">
                  <a16:creationId xmlns:a16="http://schemas.microsoft.com/office/drawing/2014/main" id="{170DDF1B-3D84-613E-B0EB-705C3EDEEF3B}"/>
                </a:ext>
              </a:extLst>
            </p:cNvPr>
            <p:cNvSpPr/>
            <p:nvPr/>
          </p:nvSpPr>
          <p:spPr>
            <a:xfrm>
              <a:off x="1548584" y="308768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192" y="0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37" y="110"/>
                  </a:lnTo>
                  <a:lnTo>
                    <a:pt x="19" y="146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8;p19">
              <a:extLst>
                <a:ext uri="{FF2B5EF4-FFF2-40B4-BE49-F238E27FC236}">
                  <a16:creationId xmlns:a16="http://schemas.microsoft.com/office/drawing/2014/main" id="{E449CB12-523F-61CF-6312-B99BC793327B}"/>
                </a:ext>
              </a:extLst>
            </p:cNvPr>
            <p:cNvSpPr/>
            <p:nvPr/>
          </p:nvSpPr>
          <p:spPr>
            <a:xfrm>
              <a:off x="1557363" y="3104561"/>
              <a:ext cx="140129" cy="204604"/>
            </a:xfrm>
            <a:custGeom>
              <a:avLst/>
              <a:gdLst/>
              <a:ahLst/>
              <a:cxnLst/>
              <a:rect l="l" t="t" r="r" b="b"/>
              <a:pathLst>
                <a:path w="2043" h="2983" extrusionOk="0">
                  <a:moveTo>
                    <a:pt x="0" y="1"/>
                  </a:moveTo>
                  <a:lnTo>
                    <a:pt x="0" y="1405"/>
                  </a:lnTo>
                  <a:lnTo>
                    <a:pt x="1897" y="2982"/>
                  </a:lnTo>
                  <a:lnTo>
                    <a:pt x="2043" y="2809"/>
                  </a:lnTo>
                  <a:lnTo>
                    <a:pt x="228" y="1295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9;p19">
              <a:extLst>
                <a:ext uri="{FF2B5EF4-FFF2-40B4-BE49-F238E27FC236}">
                  <a16:creationId xmlns:a16="http://schemas.microsoft.com/office/drawing/2014/main" id="{293D3C47-975D-C77F-8A34-9FF0886CA293}"/>
                </a:ext>
              </a:extLst>
            </p:cNvPr>
            <p:cNvSpPr/>
            <p:nvPr/>
          </p:nvSpPr>
          <p:spPr>
            <a:xfrm>
              <a:off x="2120208" y="3108333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9"/>
                  </a:lnTo>
                  <a:lnTo>
                    <a:pt x="101" y="46"/>
                  </a:lnTo>
                  <a:lnTo>
                    <a:pt x="65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6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65" y="420"/>
                  </a:lnTo>
                  <a:lnTo>
                    <a:pt x="101" y="456"/>
                  </a:lnTo>
                  <a:lnTo>
                    <a:pt x="147" y="474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66" y="347"/>
                  </a:lnTo>
                  <a:lnTo>
                    <a:pt x="484" y="301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66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0;p19">
              <a:extLst>
                <a:ext uri="{FF2B5EF4-FFF2-40B4-BE49-F238E27FC236}">
                  <a16:creationId xmlns:a16="http://schemas.microsoft.com/office/drawing/2014/main" id="{8C5FE056-17EB-C571-75B5-072849858A8B}"/>
                </a:ext>
              </a:extLst>
            </p:cNvPr>
            <p:cNvSpPr/>
            <p:nvPr/>
          </p:nvSpPr>
          <p:spPr>
            <a:xfrm>
              <a:off x="2058340" y="3125206"/>
              <a:ext cx="86355" cy="203369"/>
            </a:xfrm>
            <a:custGeom>
              <a:avLst/>
              <a:gdLst/>
              <a:ahLst/>
              <a:cxnLst/>
              <a:rect l="l" t="t" r="r" b="b"/>
              <a:pathLst>
                <a:path w="1259" h="2965" extrusionOk="0">
                  <a:moveTo>
                    <a:pt x="1031" y="0"/>
                  </a:moveTo>
                  <a:lnTo>
                    <a:pt x="1031" y="1323"/>
                  </a:lnTo>
                  <a:lnTo>
                    <a:pt x="0" y="2836"/>
                  </a:lnTo>
                  <a:lnTo>
                    <a:pt x="192" y="2964"/>
                  </a:lnTo>
                  <a:lnTo>
                    <a:pt x="1258" y="1396"/>
                  </a:lnTo>
                  <a:lnTo>
                    <a:pt x="12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1;p19">
              <a:extLst>
                <a:ext uri="{FF2B5EF4-FFF2-40B4-BE49-F238E27FC236}">
                  <a16:creationId xmlns:a16="http://schemas.microsoft.com/office/drawing/2014/main" id="{B9F7B256-7027-0512-927D-665CF27D4528}"/>
                </a:ext>
              </a:extLst>
            </p:cNvPr>
            <p:cNvSpPr/>
            <p:nvPr/>
          </p:nvSpPr>
          <p:spPr>
            <a:xfrm>
              <a:off x="2156492" y="4058362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47"/>
                  </a:lnTo>
                  <a:lnTo>
                    <a:pt x="484" y="301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2;p19">
              <a:extLst>
                <a:ext uri="{FF2B5EF4-FFF2-40B4-BE49-F238E27FC236}">
                  <a16:creationId xmlns:a16="http://schemas.microsoft.com/office/drawing/2014/main" id="{27EB42CE-769D-E99F-27A2-20D859317A9D}"/>
                </a:ext>
              </a:extLst>
            </p:cNvPr>
            <p:cNvSpPr/>
            <p:nvPr/>
          </p:nvSpPr>
          <p:spPr>
            <a:xfrm>
              <a:off x="2040782" y="3870702"/>
              <a:ext cx="140198" cy="204604"/>
            </a:xfrm>
            <a:custGeom>
              <a:avLst/>
              <a:gdLst/>
              <a:ahLst/>
              <a:cxnLst/>
              <a:rect l="l" t="t" r="r" b="b"/>
              <a:pathLst>
                <a:path w="2044" h="2983" extrusionOk="0">
                  <a:moveTo>
                    <a:pt x="147" y="1"/>
                  </a:moveTo>
                  <a:lnTo>
                    <a:pt x="1" y="174"/>
                  </a:lnTo>
                  <a:lnTo>
                    <a:pt x="1815" y="1688"/>
                  </a:lnTo>
                  <a:lnTo>
                    <a:pt x="1815" y="2983"/>
                  </a:lnTo>
                  <a:lnTo>
                    <a:pt x="2043" y="2983"/>
                  </a:lnTo>
                  <a:lnTo>
                    <a:pt x="2043" y="1578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43;p19">
              <a:extLst>
                <a:ext uri="{FF2B5EF4-FFF2-40B4-BE49-F238E27FC236}">
                  <a16:creationId xmlns:a16="http://schemas.microsoft.com/office/drawing/2014/main" id="{224B3570-5A08-7CE9-A69B-6FA1D515A5A9}"/>
                </a:ext>
              </a:extLst>
            </p:cNvPr>
            <p:cNvSpPr/>
            <p:nvPr/>
          </p:nvSpPr>
          <p:spPr>
            <a:xfrm>
              <a:off x="1314008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44;p19">
              <a:extLst>
                <a:ext uri="{FF2B5EF4-FFF2-40B4-BE49-F238E27FC236}">
                  <a16:creationId xmlns:a16="http://schemas.microsoft.com/office/drawing/2014/main" id="{820CA646-DBF7-4F9A-734B-3B66492CFFFF}"/>
                </a:ext>
              </a:extLst>
            </p:cNvPr>
            <p:cNvSpPr/>
            <p:nvPr/>
          </p:nvSpPr>
          <p:spPr>
            <a:xfrm>
              <a:off x="1323405" y="3525493"/>
              <a:ext cx="210846" cy="96986"/>
            </a:xfrm>
            <a:custGeom>
              <a:avLst/>
              <a:gdLst/>
              <a:ahLst/>
              <a:cxnLst/>
              <a:rect l="l" t="t" r="r" b="b"/>
              <a:pathLst>
                <a:path w="3074" h="1414" extrusionOk="0">
                  <a:moveTo>
                    <a:pt x="1" y="0"/>
                  </a:moveTo>
                  <a:lnTo>
                    <a:pt x="1" y="228"/>
                  </a:lnTo>
                  <a:lnTo>
                    <a:pt x="1724" y="228"/>
                  </a:lnTo>
                  <a:lnTo>
                    <a:pt x="2910" y="1414"/>
                  </a:lnTo>
                  <a:lnTo>
                    <a:pt x="3074" y="1250"/>
                  </a:lnTo>
                  <a:lnTo>
                    <a:pt x="1824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5;p19">
              <a:extLst>
                <a:ext uri="{FF2B5EF4-FFF2-40B4-BE49-F238E27FC236}">
                  <a16:creationId xmlns:a16="http://schemas.microsoft.com/office/drawing/2014/main" id="{C2F8F884-9E27-BEC6-0B0F-C3B9596F36F9}"/>
                </a:ext>
              </a:extLst>
            </p:cNvPr>
            <p:cNvSpPr/>
            <p:nvPr/>
          </p:nvSpPr>
          <p:spPr>
            <a:xfrm>
              <a:off x="1529791" y="3895737"/>
              <a:ext cx="209611" cy="206456"/>
            </a:xfrm>
            <a:custGeom>
              <a:avLst/>
              <a:gdLst/>
              <a:ahLst/>
              <a:cxnLst/>
              <a:rect l="l" t="t" r="r" b="b"/>
              <a:pathLst>
                <a:path w="3056" h="3010" extrusionOk="0">
                  <a:moveTo>
                    <a:pt x="2983" y="1"/>
                  </a:moveTo>
                  <a:lnTo>
                    <a:pt x="1" y="1004"/>
                  </a:lnTo>
                  <a:lnTo>
                    <a:pt x="1" y="3010"/>
                  </a:lnTo>
                  <a:lnTo>
                    <a:pt x="229" y="3010"/>
                  </a:lnTo>
                  <a:lnTo>
                    <a:pt x="229" y="1177"/>
                  </a:lnTo>
                  <a:lnTo>
                    <a:pt x="3056" y="219"/>
                  </a:lnTo>
                  <a:lnTo>
                    <a:pt x="298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6;p19">
              <a:extLst>
                <a:ext uri="{FF2B5EF4-FFF2-40B4-BE49-F238E27FC236}">
                  <a16:creationId xmlns:a16="http://schemas.microsoft.com/office/drawing/2014/main" id="{773F1E48-F97B-90D7-FF51-51A6FC50AF2C}"/>
                </a:ext>
              </a:extLst>
            </p:cNvPr>
            <p:cNvSpPr/>
            <p:nvPr/>
          </p:nvSpPr>
          <p:spPr>
            <a:xfrm>
              <a:off x="2175285" y="3712467"/>
              <a:ext cx="233960" cy="130801"/>
            </a:xfrm>
            <a:custGeom>
              <a:avLst/>
              <a:gdLst/>
              <a:ahLst/>
              <a:cxnLst/>
              <a:rect l="l" t="t" r="r" b="b"/>
              <a:pathLst>
                <a:path w="3411" h="1907" extrusionOk="0">
                  <a:moveTo>
                    <a:pt x="155" y="1"/>
                  </a:moveTo>
                  <a:lnTo>
                    <a:pt x="0" y="165"/>
                  </a:lnTo>
                  <a:lnTo>
                    <a:pt x="1742" y="1907"/>
                  </a:lnTo>
                  <a:lnTo>
                    <a:pt x="3411" y="1907"/>
                  </a:lnTo>
                  <a:lnTo>
                    <a:pt x="3411" y="1679"/>
                  </a:lnTo>
                  <a:lnTo>
                    <a:pt x="1833" y="167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7;p19">
              <a:extLst>
                <a:ext uri="{FF2B5EF4-FFF2-40B4-BE49-F238E27FC236}">
                  <a16:creationId xmlns:a16="http://schemas.microsoft.com/office/drawing/2014/main" id="{47E67669-54F3-60B8-1F4F-F613891BC92E}"/>
                </a:ext>
              </a:extLst>
            </p:cNvPr>
            <p:cNvSpPr/>
            <p:nvPr/>
          </p:nvSpPr>
          <p:spPr>
            <a:xfrm>
              <a:off x="2179058" y="3444146"/>
              <a:ext cx="250216" cy="80799"/>
            </a:xfrm>
            <a:custGeom>
              <a:avLst/>
              <a:gdLst/>
              <a:ahLst/>
              <a:cxnLst/>
              <a:rect l="l" t="t" r="r" b="b"/>
              <a:pathLst>
                <a:path w="3648" h="1178" extrusionOk="0">
                  <a:moveTo>
                    <a:pt x="1705" y="1"/>
                  </a:moveTo>
                  <a:lnTo>
                    <a:pt x="1687" y="19"/>
                  </a:lnTo>
                  <a:lnTo>
                    <a:pt x="976" y="420"/>
                  </a:lnTo>
                  <a:lnTo>
                    <a:pt x="456" y="721"/>
                  </a:lnTo>
                  <a:lnTo>
                    <a:pt x="137" y="922"/>
                  </a:lnTo>
                  <a:lnTo>
                    <a:pt x="46" y="986"/>
                  </a:lnTo>
                  <a:lnTo>
                    <a:pt x="0" y="1022"/>
                  </a:lnTo>
                  <a:lnTo>
                    <a:pt x="182" y="1168"/>
                  </a:lnTo>
                  <a:lnTo>
                    <a:pt x="173" y="1177"/>
                  </a:lnTo>
                  <a:lnTo>
                    <a:pt x="237" y="1132"/>
                  </a:lnTo>
                  <a:lnTo>
                    <a:pt x="356" y="1059"/>
                  </a:lnTo>
                  <a:lnTo>
                    <a:pt x="729" y="831"/>
                  </a:lnTo>
                  <a:lnTo>
                    <a:pt x="1769" y="238"/>
                  </a:lnTo>
                  <a:lnTo>
                    <a:pt x="3647" y="238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8;p19">
              <a:extLst>
                <a:ext uri="{FF2B5EF4-FFF2-40B4-BE49-F238E27FC236}">
                  <a16:creationId xmlns:a16="http://schemas.microsoft.com/office/drawing/2014/main" id="{1722060C-2410-CA27-3FD4-EC2E121C40C8}"/>
                </a:ext>
              </a:extLst>
            </p:cNvPr>
            <p:cNvSpPr/>
            <p:nvPr/>
          </p:nvSpPr>
          <p:spPr>
            <a:xfrm>
              <a:off x="2407941" y="3437287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192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9;p19">
              <a:extLst>
                <a:ext uri="{FF2B5EF4-FFF2-40B4-BE49-F238E27FC236}">
                  <a16:creationId xmlns:a16="http://schemas.microsoft.com/office/drawing/2014/main" id="{0B9858E0-F3D0-A3E3-3FB7-9B0FED55CE47}"/>
                </a:ext>
              </a:extLst>
            </p:cNvPr>
            <p:cNvSpPr/>
            <p:nvPr/>
          </p:nvSpPr>
          <p:spPr>
            <a:xfrm>
              <a:off x="2391068" y="381816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56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93"/>
                  </a:lnTo>
                  <a:lnTo>
                    <a:pt x="73" y="429"/>
                  </a:lnTo>
                  <a:lnTo>
                    <a:pt x="110" y="45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84" y="302"/>
                  </a:lnTo>
                  <a:lnTo>
                    <a:pt x="493" y="256"/>
                  </a:lnTo>
                  <a:lnTo>
                    <a:pt x="484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28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0;p19">
              <a:extLst>
                <a:ext uri="{FF2B5EF4-FFF2-40B4-BE49-F238E27FC236}">
                  <a16:creationId xmlns:a16="http://schemas.microsoft.com/office/drawing/2014/main" id="{C74F3282-478E-9634-B2E4-703C56FFFCDE}"/>
                </a:ext>
              </a:extLst>
            </p:cNvPr>
            <p:cNvSpPr/>
            <p:nvPr/>
          </p:nvSpPr>
          <p:spPr>
            <a:xfrm>
              <a:off x="1521080" y="407523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01" y="44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65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1;p19">
              <a:extLst>
                <a:ext uri="{FF2B5EF4-FFF2-40B4-BE49-F238E27FC236}">
                  <a16:creationId xmlns:a16="http://schemas.microsoft.com/office/drawing/2014/main" id="{6A4E7AF5-6A54-9FAF-E111-1B73F73C6D80}"/>
                </a:ext>
              </a:extLst>
            </p:cNvPr>
            <p:cNvSpPr/>
            <p:nvPr/>
          </p:nvSpPr>
          <p:spPr>
            <a:xfrm>
              <a:off x="1443505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4551" y="1"/>
                  </a:moveTo>
                  <a:lnTo>
                    <a:pt x="4396" y="10"/>
                  </a:lnTo>
                  <a:lnTo>
                    <a:pt x="4259" y="28"/>
                  </a:lnTo>
                  <a:lnTo>
                    <a:pt x="4113" y="64"/>
                  </a:lnTo>
                  <a:lnTo>
                    <a:pt x="3985" y="110"/>
                  </a:lnTo>
                  <a:lnTo>
                    <a:pt x="3858" y="174"/>
                  </a:lnTo>
                  <a:lnTo>
                    <a:pt x="3739" y="247"/>
                  </a:lnTo>
                  <a:lnTo>
                    <a:pt x="3621" y="329"/>
                  </a:lnTo>
                  <a:lnTo>
                    <a:pt x="3520" y="420"/>
                  </a:lnTo>
                  <a:lnTo>
                    <a:pt x="3429" y="520"/>
                  </a:lnTo>
                  <a:lnTo>
                    <a:pt x="3347" y="639"/>
                  </a:lnTo>
                  <a:lnTo>
                    <a:pt x="3265" y="757"/>
                  </a:lnTo>
                  <a:lnTo>
                    <a:pt x="3210" y="876"/>
                  </a:lnTo>
                  <a:lnTo>
                    <a:pt x="3156" y="1013"/>
                  </a:lnTo>
                  <a:lnTo>
                    <a:pt x="3119" y="1149"/>
                  </a:lnTo>
                  <a:lnTo>
                    <a:pt x="3092" y="1295"/>
                  </a:lnTo>
                  <a:lnTo>
                    <a:pt x="3083" y="1441"/>
                  </a:lnTo>
                  <a:lnTo>
                    <a:pt x="2900" y="1414"/>
                  </a:lnTo>
                  <a:lnTo>
                    <a:pt x="2709" y="1405"/>
                  </a:lnTo>
                  <a:lnTo>
                    <a:pt x="2499" y="1414"/>
                  </a:lnTo>
                  <a:lnTo>
                    <a:pt x="2298" y="1450"/>
                  </a:lnTo>
                  <a:lnTo>
                    <a:pt x="2098" y="1496"/>
                  </a:lnTo>
                  <a:lnTo>
                    <a:pt x="1906" y="1569"/>
                  </a:lnTo>
                  <a:lnTo>
                    <a:pt x="1724" y="1660"/>
                  </a:lnTo>
                  <a:lnTo>
                    <a:pt x="1551" y="1760"/>
                  </a:lnTo>
                  <a:lnTo>
                    <a:pt x="1396" y="1879"/>
                  </a:lnTo>
                  <a:lnTo>
                    <a:pt x="1241" y="2016"/>
                  </a:lnTo>
                  <a:lnTo>
                    <a:pt x="1113" y="2162"/>
                  </a:lnTo>
                  <a:lnTo>
                    <a:pt x="994" y="2326"/>
                  </a:lnTo>
                  <a:lnTo>
                    <a:pt x="885" y="2490"/>
                  </a:lnTo>
                  <a:lnTo>
                    <a:pt x="803" y="2672"/>
                  </a:lnTo>
                  <a:lnTo>
                    <a:pt x="730" y="2864"/>
                  </a:lnTo>
                  <a:lnTo>
                    <a:pt x="675" y="3064"/>
                  </a:lnTo>
                  <a:lnTo>
                    <a:pt x="648" y="3274"/>
                  </a:lnTo>
                  <a:lnTo>
                    <a:pt x="639" y="3484"/>
                  </a:lnTo>
                  <a:lnTo>
                    <a:pt x="639" y="3621"/>
                  </a:lnTo>
                  <a:lnTo>
                    <a:pt x="657" y="3766"/>
                  </a:lnTo>
                  <a:lnTo>
                    <a:pt x="675" y="3894"/>
                  </a:lnTo>
                  <a:lnTo>
                    <a:pt x="712" y="4031"/>
                  </a:lnTo>
                  <a:lnTo>
                    <a:pt x="748" y="4159"/>
                  </a:lnTo>
                  <a:lnTo>
                    <a:pt x="794" y="4286"/>
                  </a:lnTo>
                  <a:lnTo>
                    <a:pt x="858" y="4405"/>
                  </a:lnTo>
                  <a:lnTo>
                    <a:pt x="912" y="4523"/>
                  </a:lnTo>
                  <a:lnTo>
                    <a:pt x="849" y="4642"/>
                  </a:lnTo>
                  <a:lnTo>
                    <a:pt x="794" y="4760"/>
                  </a:lnTo>
                  <a:lnTo>
                    <a:pt x="739" y="4888"/>
                  </a:lnTo>
                  <a:lnTo>
                    <a:pt x="703" y="5016"/>
                  </a:lnTo>
                  <a:lnTo>
                    <a:pt x="666" y="5143"/>
                  </a:lnTo>
                  <a:lnTo>
                    <a:pt x="639" y="5280"/>
                  </a:lnTo>
                  <a:lnTo>
                    <a:pt x="630" y="5417"/>
                  </a:lnTo>
                  <a:lnTo>
                    <a:pt x="621" y="5563"/>
                  </a:lnTo>
                  <a:lnTo>
                    <a:pt x="621" y="5608"/>
                  </a:lnTo>
                  <a:lnTo>
                    <a:pt x="484" y="5745"/>
                  </a:lnTo>
                  <a:lnTo>
                    <a:pt x="365" y="5900"/>
                  </a:lnTo>
                  <a:lnTo>
                    <a:pt x="256" y="6064"/>
                  </a:lnTo>
                  <a:lnTo>
                    <a:pt x="165" y="6247"/>
                  </a:lnTo>
                  <a:lnTo>
                    <a:pt x="101" y="6429"/>
                  </a:lnTo>
                  <a:lnTo>
                    <a:pt x="46" y="6630"/>
                  </a:lnTo>
                  <a:lnTo>
                    <a:pt x="10" y="6830"/>
                  </a:lnTo>
                  <a:lnTo>
                    <a:pt x="1" y="6931"/>
                  </a:lnTo>
                  <a:lnTo>
                    <a:pt x="1" y="7040"/>
                  </a:lnTo>
                  <a:lnTo>
                    <a:pt x="10" y="7168"/>
                  </a:lnTo>
                  <a:lnTo>
                    <a:pt x="19" y="7295"/>
                  </a:lnTo>
                  <a:lnTo>
                    <a:pt x="37" y="7414"/>
                  </a:lnTo>
                  <a:lnTo>
                    <a:pt x="64" y="7532"/>
                  </a:lnTo>
                  <a:lnTo>
                    <a:pt x="101" y="7651"/>
                  </a:lnTo>
                  <a:lnTo>
                    <a:pt x="137" y="7770"/>
                  </a:lnTo>
                  <a:lnTo>
                    <a:pt x="192" y="7879"/>
                  </a:lnTo>
                  <a:lnTo>
                    <a:pt x="247" y="7988"/>
                  </a:lnTo>
                  <a:lnTo>
                    <a:pt x="311" y="8089"/>
                  </a:lnTo>
                  <a:lnTo>
                    <a:pt x="374" y="8189"/>
                  </a:lnTo>
                  <a:lnTo>
                    <a:pt x="447" y="8280"/>
                  </a:lnTo>
                  <a:lnTo>
                    <a:pt x="529" y="8371"/>
                  </a:lnTo>
                  <a:lnTo>
                    <a:pt x="611" y="8453"/>
                  </a:lnTo>
                  <a:lnTo>
                    <a:pt x="703" y="8535"/>
                  </a:lnTo>
                  <a:lnTo>
                    <a:pt x="794" y="8608"/>
                  </a:lnTo>
                  <a:lnTo>
                    <a:pt x="894" y="8681"/>
                  </a:lnTo>
                  <a:lnTo>
                    <a:pt x="867" y="8836"/>
                  </a:lnTo>
                  <a:lnTo>
                    <a:pt x="867" y="9001"/>
                  </a:lnTo>
                  <a:lnTo>
                    <a:pt x="876" y="9192"/>
                  </a:lnTo>
                  <a:lnTo>
                    <a:pt x="903" y="9384"/>
                  </a:lnTo>
                  <a:lnTo>
                    <a:pt x="949" y="9566"/>
                  </a:lnTo>
                  <a:lnTo>
                    <a:pt x="1004" y="9739"/>
                  </a:lnTo>
                  <a:lnTo>
                    <a:pt x="1086" y="9903"/>
                  </a:lnTo>
                  <a:lnTo>
                    <a:pt x="1177" y="10067"/>
                  </a:lnTo>
                  <a:lnTo>
                    <a:pt x="1286" y="10213"/>
                  </a:lnTo>
                  <a:lnTo>
                    <a:pt x="1405" y="10350"/>
                  </a:lnTo>
                  <a:lnTo>
                    <a:pt x="1532" y="10478"/>
                  </a:lnTo>
                  <a:lnTo>
                    <a:pt x="1678" y="10587"/>
                  </a:lnTo>
                  <a:lnTo>
                    <a:pt x="1824" y="10687"/>
                  </a:lnTo>
                  <a:lnTo>
                    <a:pt x="1988" y="10779"/>
                  </a:lnTo>
                  <a:lnTo>
                    <a:pt x="2162" y="10852"/>
                  </a:lnTo>
                  <a:lnTo>
                    <a:pt x="2335" y="10906"/>
                  </a:lnTo>
                  <a:lnTo>
                    <a:pt x="2526" y="10943"/>
                  </a:lnTo>
                  <a:lnTo>
                    <a:pt x="2718" y="10961"/>
                  </a:lnTo>
                  <a:lnTo>
                    <a:pt x="2754" y="11098"/>
                  </a:lnTo>
                  <a:lnTo>
                    <a:pt x="2800" y="11225"/>
                  </a:lnTo>
                  <a:lnTo>
                    <a:pt x="2864" y="11353"/>
                  </a:lnTo>
                  <a:lnTo>
                    <a:pt x="2937" y="11472"/>
                  </a:lnTo>
                  <a:lnTo>
                    <a:pt x="3010" y="11581"/>
                  </a:lnTo>
                  <a:lnTo>
                    <a:pt x="3101" y="11691"/>
                  </a:lnTo>
                  <a:lnTo>
                    <a:pt x="3192" y="11782"/>
                  </a:lnTo>
                  <a:lnTo>
                    <a:pt x="3301" y="11873"/>
                  </a:lnTo>
                  <a:lnTo>
                    <a:pt x="3411" y="11955"/>
                  </a:lnTo>
                  <a:lnTo>
                    <a:pt x="3529" y="12028"/>
                  </a:lnTo>
                  <a:lnTo>
                    <a:pt x="3648" y="12092"/>
                  </a:lnTo>
                  <a:lnTo>
                    <a:pt x="3776" y="12137"/>
                  </a:lnTo>
                  <a:lnTo>
                    <a:pt x="3912" y="12183"/>
                  </a:lnTo>
                  <a:lnTo>
                    <a:pt x="4049" y="12210"/>
                  </a:lnTo>
                  <a:lnTo>
                    <a:pt x="4195" y="12229"/>
                  </a:lnTo>
                  <a:lnTo>
                    <a:pt x="4341" y="12238"/>
                  </a:lnTo>
                  <a:lnTo>
                    <a:pt x="4505" y="12229"/>
                  </a:lnTo>
                  <a:lnTo>
                    <a:pt x="4678" y="12201"/>
                  </a:lnTo>
                  <a:lnTo>
                    <a:pt x="4833" y="12165"/>
                  </a:lnTo>
                  <a:lnTo>
                    <a:pt x="4988" y="12110"/>
                  </a:lnTo>
                  <a:lnTo>
                    <a:pt x="5134" y="12037"/>
                  </a:lnTo>
                  <a:lnTo>
                    <a:pt x="5271" y="11955"/>
                  </a:lnTo>
                  <a:lnTo>
                    <a:pt x="5399" y="11855"/>
                  </a:lnTo>
                  <a:lnTo>
                    <a:pt x="5517" y="11745"/>
                  </a:lnTo>
                  <a:lnTo>
                    <a:pt x="5627" y="11627"/>
                  </a:lnTo>
                  <a:lnTo>
                    <a:pt x="5727" y="11499"/>
                  </a:lnTo>
                  <a:lnTo>
                    <a:pt x="5809" y="11362"/>
                  </a:lnTo>
                  <a:lnTo>
                    <a:pt x="5882" y="11216"/>
                  </a:lnTo>
                  <a:lnTo>
                    <a:pt x="5937" y="11061"/>
                  </a:lnTo>
                  <a:lnTo>
                    <a:pt x="5973" y="10906"/>
                  </a:lnTo>
                  <a:lnTo>
                    <a:pt x="6001" y="10733"/>
                  </a:lnTo>
                  <a:lnTo>
                    <a:pt x="6010" y="10569"/>
                  </a:lnTo>
                  <a:lnTo>
                    <a:pt x="6010" y="1459"/>
                  </a:lnTo>
                  <a:lnTo>
                    <a:pt x="6001" y="1314"/>
                  </a:lnTo>
                  <a:lnTo>
                    <a:pt x="5982" y="1168"/>
                  </a:lnTo>
                  <a:lnTo>
                    <a:pt x="5946" y="1031"/>
                  </a:lnTo>
                  <a:lnTo>
                    <a:pt x="5891" y="894"/>
                  </a:lnTo>
                  <a:lnTo>
                    <a:pt x="5836" y="766"/>
                  </a:lnTo>
                  <a:lnTo>
                    <a:pt x="5763" y="648"/>
                  </a:lnTo>
                  <a:lnTo>
                    <a:pt x="5672" y="529"/>
                  </a:lnTo>
                  <a:lnTo>
                    <a:pt x="5581" y="429"/>
                  </a:lnTo>
                  <a:lnTo>
                    <a:pt x="5481" y="338"/>
                  </a:lnTo>
                  <a:lnTo>
                    <a:pt x="5362" y="247"/>
                  </a:lnTo>
                  <a:lnTo>
                    <a:pt x="5244" y="174"/>
                  </a:lnTo>
                  <a:lnTo>
                    <a:pt x="5116" y="119"/>
                  </a:lnTo>
                  <a:lnTo>
                    <a:pt x="4979" y="64"/>
                  </a:lnTo>
                  <a:lnTo>
                    <a:pt x="4843" y="28"/>
                  </a:lnTo>
                  <a:lnTo>
                    <a:pt x="4697" y="10"/>
                  </a:lnTo>
                  <a:lnTo>
                    <a:pt x="45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52;p19">
              <a:extLst>
                <a:ext uri="{FF2B5EF4-FFF2-40B4-BE49-F238E27FC236}">
                  <a16:creationId xmlns:a16="http://schemas.microsoft.com/office/drawing/2014/main" id="{1696DEC6-9ADF-F402-5893-0584361D396F}"/>
                </a:ext>
              </a:extLst>
            </p:cNvPr>
            <p:cNvSpPr/>
            <p:nvPr/>
          </p:nvSpPr>
          <p:spPr>
            <a:xfrm>
              <a:off x="1882546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1469" y="1"/>
                  </a:moveTo>
                  <a:lnTo>
                    <a:pt x="1314" y="10"/>
                  </a:lnTo>
                  <a:lnTo>
                    <a:pt x="1168" y="28"/>
                  </a:lnTo>
                  <a:lnTo>
                    <a:pt x="1031" y="64"/>
                  </a:lnTo>
                  <a:lnTo>
                    <a:pt x="894" y="119"/>
                  </a:lnTo>
                  <a:lnTo>
                    <a:pt x="767" y="174"/>
                  </a:lnTo>
                  <a:lnTo>
                    <a:pt x="648" y="247"/>
                  </a:lnTo>
                  <a:lnTo>
                    <a:pt x="539" y="338"/>
                  </a:lnTo>
                  <a:lnTo>
                    <a:pt x="429" y="429"/>
                  </a:lnTo>
                  <a:lnTo>
                    <a:pt x="338" y="529"/>
                  </a:lnTo>
                  <a:lnTo>
                    <a:pt x="256" y="648"/>
                  </a:lnTo>
                  <a:lnTo>
                    <a:pt x="183" y="766"/>
                  </a:lnTo>
                  <a:lnTo>
                    <a:pt x="119" y="894"/>
                  </a:lnTo>
                  <a:lnTo>
                    <a:pt x="74" y="1031"/>
                  </a:lnTo>
                  <a:lnTo>
                    <a:pt x="37" y="1168"/>
                  </a:lnTo>
                  <a:lnTo>
                    <a:pt x="10" y="1314"/>
                  </a:lnTo>
                  <a:lnTo>
                    <a:pt x="1" y="1459"/>
                  </a:lnTo>
                  <a:lnTo>
                    <a:pt x="1" y="10569"/>
                  </a:lnTo>
                  <a:lnTo>
                    <a:pt x="10" y="10733"/>
                  </a:lnTo>
                  <a:lnTo>
                    <a:pt x="37" y="10906"/>
                  </a:lnTo>
                  <a:lnTo>
                    <a:pt x="83" y="11061"/>
                  </a:lnTo>
                  <a:lnTo>
                    <a:pt x="138" y="11216"/>
                  </a:lnTo>
                  <a:lnTo>
                    <a:pt x="201" y="11362"/>
                  </a:lnTo>
                  <a:lnTo>
                    <a:pt x="293" y="11499"/>
                  </a:lnTo>
                  <a:lnTo>
                    <a:pt x="384" y="11627"/>
                  </a:lnTo>
                  <a:lnTo>
                    <a:pt x="493" y="11745"/>
                  </a:lnTo>
                  <a:lnTo>
                    <a:pt x="612" y="11855"/>
                  </a:lnTo>
                  <a:lnTo>
                    <a:pt x="739" y="11955"/>
                  </a:lnTo>
                  <a:lnTo>
                    <a:pt x="876" y="12037"/>
                  </a:lnTo>
                  <a:lnTo>
                    <a:pt x="1022" y="12110"/>
                  </a:lnTo>
                  <a:lnTo>
                    <a:pt x="1177" y="12165"/>
                  </a:lnTo>
                  <a:lnTo>
                    <a:pt x="1341" y="12201"/>
                  </a:lnTo>
                  <a:lnTo>
                    <a:pt x="1505" y="12229"/>
                  </a:lnTo>
                  <a:lnTo>
                    <a:pt x="1679" y="12238"/>
                  </a:lnTo>
                  <a:lnTo>
                    <a:pt x="1825" y="12229"/>
                  </a:lnTo>
                  <a:lnTo>
                    <a:pt x="1961" y="12210"/>
                  </a:lnTo>
                  <a:lnTo>
                    <a:pt x="2098" y="12183"/>
                  </a:lnTo>
                  <a:lnTo>
                    <a:pt x="2235" y="12137"/>
                  </a:lnTo>
                  <a:lnTo>
                    <a:pt x="2363" y="12092"/>
                  </a:lnTo>
                  <a:lnTo>
                    <a:pt x="2490" y="12028"/>
                  </a:lnTo>
                  <a:lnTo>
                    <a:pt x="2609" y="11955"/>
                  </a:lnTo>
                  <a:lnTo>
                    <a:pt x="2718" y="11873"/>
                  </a:lnTo>
                  <a:lnTo>
                    <a:pt x="2818" y="11782"/>
                  </a:lnTo>
                  <a:lnTo>
                    <a:pt x="2919" y="11691"/>
                  </a:lnTo>
                  <a:lnTo>
                    <a:pt x="3001" y="11581"/>
                  </a:lnTo>
                  <a:lnTo>
                    <a:pt x="3083" y="11472"/>
                  </a:lnTo>
                  <a:lnTo>
                    <a:pt x="3147" y="11353"/>
                  </a:lnTo>
                  <a:lnTo>
                    <a:pt x="3211" y="11225"/>
                  </a:lnTo>
                  <a:lnTo>
                    <a:pt x="3256" y="11098"/>
                  </a:lnTo>
                  <a:lnTo>
                    <a:pt x="3302" y="10961"/>
                  </a:lnTo>
                  <a:lnTo>
                    <a:pt x="3493" y="10943"/>
                  </a:lnTo>
                  <a:lnTo>
                    <a:pt x="3676" y="10906"/>
                  </a:lnTo>
                  <a:lnTo>
                    <a:pt x="3849" y="10852"/>
                  </a:lnTo>
                  <a:lnTo>
                    <a:pt x="4022" y="10779"/>
                  </a:lnTo>
                  <a:lnTo>
                    <a:pt x="4186" y="10687"/>
                  </a:lnTo>
                  <a:lnTo>
                    <a:pt x="4341" y="10587"/>
                  </a:lnTo>
                  <a:lnTo>
                    <a:pt x="4478" y="10478"/>
                  </a:lnTo>
                  <a:lnTo>
                    <a:pt x="4615" y="10350"/>
                  </a:lnTo>
                  <a:lnTo>
                    <a:pt x="4733" y="10213"/>
                  </a:lnTo>
                  <a:lnTo>
                    <a:pt x="4834" y="10067"/>
                  </a:lnTo>
                  <a:lnTo>
                    <a:pt x="4925" y="9903"/>
                  </a:lnTo>
                  <a:lnTo>
                    <a:pt x="5007" y="9739"/>
                  </a:lnTo>
                  <a:lnTo>
                    <a:pt x="5071" y="9566"/>
                  </a:lnTo>
                  <a:lnTo>
                    <a:pt x="5116" y="9384"/>
                  </a:lnTo>
                  <a:lnTo>
                    <a:pt x="5144" y="9192"/>
                  </a:lnTo>
                  <a:lnTo>
                    <a:pt x="5153" y="9001"/>
                  </a:lnTo>
                  <a:lnTo>
                    <a:pt x="5144" y="8836"/>
                  </a:lnTo>
                  <a:lnTo>
                    <a:pt x="5125" y="8681"/>
                  </a:lnTo>
                  <a:lnTo>
                    <a:pt x="5226" y="8608"/>
                  </a:lnTo>
                  <a:lnTo>
                    <a:pt x="5317" y="8535"/>
                  </a:lnTo>
                  <a:lnTo>
                    <a:pt x="5408" y="8453"/>
                  </a:lnTo>
                  <a:lnTo>
                    <a:pt x="5490" y="8371"/>
                  </a:lnTo>
                  <a:lnTo>
                    <a:pt x="5563" y="8280"/>
                  </a:lnTo>
                  <a:lnTo>
                    <a:pt x="5636" y="8189"/>
                  </a:lnTo>
                  <a:lnTo>
                    <a:pt x="5709" y="8089"/>
                  </a:lnTo>
                  <a:lnTo>
                    <a:pt x="5773" y="7988"/>
                  </a:lnTo>
                  <a:lnTo>
                    <a:pt x="5828" y="7879"/>
                  </a:lnTo>
                  <a:lnTo>
                    <a:pt x="5873" y="7770"/>
                  </a:lnTo>
                  <a:lnTo>
                    <a:pt x="5910" y="7651"/>
                  </a:lnTo>
                  <a:lnTo>
                    <a:pt x="5946" y="7532"/>
                  </a:lnTo>
                  <a:lnTo>
                    <a:pt x="5973" y="7414"/>
                  </a:lnTo>
                  <a:lnTo>
                    <a:pt x="6001" y="7295"/>
                  </a:lnTo>
                  <a:lnTo>
                    <a:pt x="6010" y="7168"/>
                  </a:lnTo>
                  <a:lnTo>
                    <a:pt x="6010" y="7040"/>
                  </a:lnTo>
                  <a:lnTo>
                    <a:pt x="6010" y="6931"/>
                  </a:lnTo>
                  <a:lnTo>
                    <a:pt x="6001" y="6830"/>
                  </a:lnTo>
                  <a:lnTo>
                    <a:pt x="5973" y="6630"/>
                  </a:lnTo>
                  <a:lnTo>
                    <a:pt x="5919" y="6429"/>
                  </a:lnTo>
                  <a:lnTo>
                    <a:pt x="5846" y="6247"/>
                  </a:lnTo>
                  <a:lnTo>
                    <a:pt x="5755" y="6064"/>
                  </a:lnTo>
                  <a:lnTo>
                    <a:pt x="5654" y="5900"/>
                  </a:lnTo>
                  <a:lnTo>
                    <a:pt x="5527" y="5745"/>
                  </a:lnTo>
                  <a:lnTo>
                    <a:pt x="5390" y="5608"/>
                  </a:lnTo>
                  <a:lnTo>
                    <a:pt x="5390" y="5563"/>
                  </a:lnTo>
                  <a:lnTo>
                    <a:pt x="5390" y="5417"/>
                  </a:lnTo>
                  <a:lnTo>
                    <a:pt x="5372" y="5280"/>
                  </a:lnTo>
                  <a:lnTo>
                    <a:pt x="5353" y="5143"/>
                  </a:lnTo>
                  <a:lnTo>
                    <a:pt x="5317" y="5016"/>
                  </a:lnTo>
                  <a:lnTo>
                    <a:pt x="5271" y="4888"/>
                  </a:lnTo>
                  <a:lnTo>
                    <a:pt x="5226" y="4760"/>
                  </a:lnTo>
                  <a:lnTo>
                    <a:pt x="5162" y="4642"/>
                  </a:lnTo>
                  <a:lnTo>
                    <a:pt x="5098" y="4523"/>
                  </a:lnTo>
                  <a:lnTo>
                    <a:pt x="5162" y="4405"/>
                  </a:lnTo>
                  <a:lnTo>
                    <a:pt x="5217" y="4286"/>
                  </a:lnTo>
                  <a:lnTo>
                    <a:pt x="5262" y="4159"/>
                  </a:lnTo>
                  <a:lnTo>
                    <a:pt x="5308" y="4031"/>
                  </a:lnTo>
                  <a:lnTo>
                    <a:pt x="5335" y="3894"/>
                  </a:lnTo>
                  <a:lnTo>
                    <a:pt x="5363" y="3766"/>
                  </a:lnTo>
                  <a:lnTo>
                    <a:pt x="5372" y="3621"/>
                  </a:lnTo>
                  <a:lnTo>
                    <a:pt x="5381" y="3484"/>
                  </a:lnTo>
                  <a:lnTo>
                    <a:pt x="5363" y="3274"/>
                  </a:lnTo>
                  <a:lnTo>
                    <a:pt x="5335" y="3064"/>
                  </a:lnTo>
                  <a:lnTo>
                    <a:pt x="5280" y="2864"/>
                  </a:lnTo>
                  <a:lnTo>
                    <a:pt x="5217" y="2672"/>
                  </a:lnTo>
                  <a:lnTo>
                    <a:pt x="5125" y="2490"/>
                  </a:lnTo>
                  <a:lnTo>
                    <a:pt x="5025" y="2326"/>
                  </a:lnTo>
                  <a:lnTo>
                    <a:pt x="4907" y="2162"/>
                  </a:lnTo>
                  <a:lnTo>
                    <a:pt x="4770" y="2016"/>
                  </a:lnTo>
                  <a:lnTo>
                    <a:pt x="4624" y="1879"/>
                  </a:lnTo>
                  <a:lnTo>
                    <a:pt x="4460" y="1760"/>
                  </a:lnTo>
                  <a:lnTo>
                    <a:pt x="4287" y="1660"/>
                  </a:lnTo>
                  <a:lnTo>
                    <a:pt x="4113" y="1569"/>
                  </a:lnTo>
                  <a:lnTo>
                    <a:pt x="3922" y="1496"/>
                  </a:lnTo>
                  <a:lnTo>
                    <a:pt x="3721" y="1450"/>
                  </a:lnTo>
                  <a:lnTo>
                    <a:pt x="3511" y="1414"/>
                  </a:lnTo>
                  <a:lnTo>
                    <a:pt x="3302" y="1405"/>
                  </a:lnTo>
                  <a:lnTo>
                    <a:pt x="3110" y="1414"/>
                  </a:lnTo>
                  <a:lnTo>
                    <a:pt x="2928" y="1441"/>
                  </a:lnTo>
                  <a:lnTo>
                    <a:pt x="2919" y="1295"/>
                  </a:lnTo>
                  <a:lnTo>
                    <a:pt x="2891" y="1149"/>
                  </a:lnTo>
                  <a:lnTo>
                    <a:pt x="2855" y="1013"/>
                  </a:lnTo>
                  <a:lnTo>
                    <a:pt x="2809" y="876"/>
                  </a:lnTo>
                  <a:lnTo>
                    <a:pt x="2745" y="757"/>
                  </a:lnTo>
                  <a:lnTo>
                    <a:pt x="2673" y="639"/>
                  </a:lnTo>
                  <a:lnTo>
                    <a:pt x="2590" y="520"/>
                  </a:lnTo>
                  <a:lnTo>
                    <a:pt x="2490" y="420"/>
                  </a:lnTo>
                  <a:lnTo>
                    <a:pt x="2390" y="329"/>
                  </a:lnTo>
                  <a:lnTo>
                    <a:pt x="2280" y="247"/>
                  </a:lnTo>
                  <a:lnTo>
                    <a:pt x="2162" y="174"/>
                  </a:lnTo>
                  <a:lnTo>
                    <a:pt x="2034" y="110"/>
                  </a:lnTo>
                  <a:lnTo>
                    <a:pt x="1897" y="64"/>
                  </a:lnTo>
                  <a:lnTo>
                    <a:pt x="1761" y="28"/>
                  </a:lnTo>
                  <a:lnTo>
                    <a:pt x="1615" y="10"/>
                  </a:lnTo>
                  <a:lnTo>
                    <a:pt x="14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3;p19">
              <a:extLst>
                <a:ext uri="{FF2B5EF4-FFF2-40B4-BE49-F238E27FC236}">
                  <a16:creationId xmlns:a16="http://schemas.microsoft.com/office/drawing/2014/main" id="{28558361-DFB3-9EF1-2E02-DE74C6D680BF}"/>
                </a:ext>
              </a:extLst>
            </p:cNvPr>
            <p:cNvSpPr/>
            <p:nvPr/>
          </p:nvSpPr>
          <p:spPr>
            <a:xfrm>
              <a:off x="1435343" y="3175208"/>
              <a:ext cx="428550" cy="855729"/>
            </a:xfrm>
            <a:custGeom>
              <a:avLst/>
              <a:gdLst/>
              <a:ahLst/>
              <a:cxnLst/>
              <a:rect l="l" t="t" r="r" b="b"/>
              <a:pathLst>
                <a:path w="6248" h="12476" extrusionOk="0">
                  <a:moveTo>
                    <a:pt x="4806" y="238"/>
                  </a:moveTo>
                  <a:lnTo>
                    <a:pt x="4934" y="265"/>
                  </a:lnTo>
                  <a:lnTo>
                    <a:pt x="5071" y="293"/>
                  </a:lnTo>
                  <a:lnTo>
                    <a:pt x="5189" y="338"/>
                  </a:lnTo>
                  <a:lnTo>
                    <a:pt x="5308" y="402"/>
                  </a:lnTo>
                  <a:lnTo>
                    <a:pt x="5417" y="466"/>
                  </a:lnTo>
                  <a:lnTo>
                    <a:pt x="5527" y="539"/>
                  </a:lnTo>
                  <a:lnTo>
                    <a:pt x="5618" y="630"/>
                  </a:lnTo>
                  <a:lnTo>
                    <a:pt x="5709" y="730"/>
                  </a:lnTo>
                  <a:lnTo>
                    <a:pt x="5782" y="831"/>
                  </a:lnTo>
                  <a:lnTo>
                    <a:pt x="5855" y="940"/>
                  </a:lnTo>
                  <a:lnTo>
                    <a:pt x="5910" y="1059"/>
                  </a:lnTo>
                  <a:lnTo>
                    <a:pt x="5955" y="1186"/>
                  </a:lnTo>
                  <a:lnTo>
                    <a:pt x="5983" y="1314"/>
                  </a:lnTo>
                  <a:lnTo>
                    <a:pt x="6010" y="1442"/>
                  </a:lnTo>
                  <a:lnTo>
                    <a:pt x="6010" y="1578"/>
                  </a:lnTo>
                  <a:lnTo>
                    <a:pt x="6010" y="10688"/>
                  </a:lnTo>
                  <a:lnTo>
                    <a:pt x="6010" y="10843"/>
                  </a:lnTo>
                  <a:lnTo>
                    <a:pt x="5983" y="10998"/>
                  </a:lnTo>
                  <a:lnTo>
                    <a:pt x="5946" y="11144"/>
                  </a:lnTo>
                  <a:lnTo>
                    <a:pt x="5892" y="11290"/>
                  </a:lnTo>
                  <a:lnTo>
                    <a:pt x="5828" y="11427"/>
                  </a:lnTo>
                  <a:lnTo>
                    <a:pt x="5746" y="11554"/>
                  </a:lnTo>
                  <a:lnTo>
                    <a:pt x="5655" y="11673"/>
                  </a:lnTo>
                  <a:lnTo>
                    <a:pt x="5554" y="11782"/>
                  </a:lnTo>
                  <a:lnTo>
                    <a:pt x="5445" y="11882"/>
                  </a:lnTo>
                  <a:lnTo>
                    <a:pt x="5326" y="11974"/>
                  </a:lnTo>
                  <a:lnTo>
                    <a:pt x="5199" y="12056"/>
                  </a:lnTo>
                  <a:lnTo>
                    <a:pt x="5062" y="12120"/>
                  </a:lnTo>
                  <a:lnTo>
                    <a:pt x="4916" y="12174"/>
                  </a:lnTo>
                  <a:lnTo>
                    <a:pt x="4770" y="12211"/>
                  </a:lnTo>
                  <a:lnTo>
                    <a:pt x="4615" y="12229"/>
                  </a:lnTo>
                  <a:lnTo>
                    <a:pt x="4460" y="12238"/>
                  </a:lnTo>
                  <a:lnTo>
                    <a:pt x="4323" y="12238"/>
                  </a:lnTo>
                  <a:lnTo>
                    <a:pt x="4196" y="12220"/>
                  </a:lnTo>
                  <a:lnTo>
                    <a:pt x="4068" y="12193"/>
                  </a:lnTo>
                  <a:lnTo>
                    <a:pt x="3940" y="12156"/>
                  </a:lnTo>
                  <a:lnTo>
                    <a:pt x="3822" y="12110"/>
                  </a:lnTo>
                  <a:lnTo>
                    <a:pt x="3703" y="12047"/>
                  </a:lnTo>
                  <a:lnTo>
                    <a:pt x="3603" y="11983"/>
                  </a:lnTo>
                  <a:lnTo>
                    <a:pt x="3493" y="11910"/>
                  </a:lnTo>
                  <a:lnTo>
                    <a:pt x="3402" y="11828"/>
                  </a:lnTo>
                  <a:lnTo>
                    <a:pt x="3311" y="11737"/>
                  </a:lnTo>
                  <a:lnTo>
                    <a:pt x="3229" y="11636"/>
                  </a:lnTo>
                  <a:lnTo>
                    <a:pt x="3156" y="11536"/>
                  </a:lnTo>
                  <a:lnTo>
                    <a:pt x="3083" y="11417"/>
                  </a:lnTo>
                  <a:lnTo>
                    <a:pt x="3028" y="11308"/>
                  </a:lnTo>
                  <a:lnTo>
                    <a:pt x="2983" y="11180"/>
                  </a:lnTo>
                  <a:lnTo>
                    <a:pt x="2946" y="11053"/>
                  </a:lnTo>
                  <a:lnTo>
                    <a:pt x="2928" y="10971"/>
                  </a:lnTo>
                  <a:lnTo>
                    <a:pt x="2837" y="10961"/>
                  </a:lnTo>
                  <a:lnTo>
                    <a:pt x="2664" y="10943"/>
                  </a:lnTo>
                  <a:lnTo>
                    <a:pt x="2481" y="10907"/>
                  </a:lnTo>
                  <a:lnTo>
                    <a:pt x="2317" y="10861"/>
                  </a:lnTo>
                  <a:lnTo>
                    <a:pt x="2153" y="10788"/>
                  </a:lnTo>
                  <a:lnTo>
                    <a:pt x="2007" y="10706"/>
                  </a:lnTo>
                  <a:lnTo>
                    <a:pt x="1861" y="10615"/>
                  </a:lnTo>
                  <a:lnTo>
                    <a:pt x="1724" y="10506"/>
                  </a:lnTo>
                  <a:lnTo>
                    <a:pt x="1606" y="10387"/>
                  </a:lnTo>
                  <a:lnTo>
                    <a:pt x="1487" y="10259"/>
                  </a:lnTo>
                  <a:lnTo>
                    <a:pt x="1396" y="10123"/>
                  </a:lnTo>
                  <a:lnTo>
                    <a:pt x="1305" y="9968"/>
                  </a:lnTo>
                  <a:lnTo>
                    <a:pt x="1232" y="9813"/>
                  </a:lnTo>
                  <a:lnTo>
                    <a:pt x="1177" y="9648"/>
                  </a:lnTo>
                  <a:lnTo>
                    <a:pt x="1132" y="9475"/>
                  </a:lnTo>
                  <a:lnTo>
                    <a:pt x="1104" y="9302"/>
                  </a:lnTo>
                  <a:lnTo>
                    <a:pt x="1095" y="9120"/>
                  </a:lnTo>
                  <a:lnTo>
                    <a:pt x="1104" y="8965"/>
                  </a:lnTo>
                  <a:lnTo>
                    <a:pt x="1123" y="8819"/>
                  </a:lnTo>
                  <a:lnTo>
                    <a:pt x="1132" y="8746"/>
                  </a:lnTo>
                  <a:lnTo>
                    <a:pt x="1068" y="8700"/>
                  </a:lnTo>
                  <a:lnTo>
                    <a:pt x="977" y="8636"/>
                  </a:lnTo>
                  <a:lnTo>
                    <a:pt x="885" y="8563"/>
                  </a:lnTo>
                  <a:lnTo>
                    <a:pt x="803" y="8490"/>
                  </a:lnTo>
                  <a:lnTo>
                    <a:pt x="721" y="8408"/>
                  </a:lnTo>
                  <a:lnTo>
                    <a:pt x="648" y="8317"/>
                  </a:lnTo>
                  <a:lnTo>
                    <a:pt x="575" y="8226"/>
                  </a:lnTo>
                  <a:lnTo>
                    <a:pt x="512" y="8135"/>
                  </a:lnTo>
                  <a:lnTo>
                    <a:pt x="457" y="8034"/>
                  </a:lnTo>
                  <a:lnTo>
                    <a:pt x="402" y="7934"/>
                  </a:lnTo>
                  <a:lnTo>
                    <a:pt x="366" y="7834"/>
                  </a:lnTo>
                  <a:lnTo>
                    <a:pt x="320" y="7724"/>
                  </a:lnTo>
                  <a:lnTo>
                    <a:pt x="293" y="7615"/>
                  </a:lnTo>
                  <a:lnTo>
                    <a:pt x="265" y="7506"/>
                  </a:lnTo>
                  <a:lnTo>
                    <a:pt x="247" y="7387"/>
                  </a:lnTo>
                  <a:lnTo>
                    <a:pt x="238" y="7278"/>
                  </a:lnTo>
                  <a:lnTo>
                    <a:pt x="238" y="7159"/>
                  </a:lnTo>
                  <a:lnTo>
                    <a:pt x="247" y="6968"/>
                  </a:lnTo>
                  <a:lnTo>
                    <a:pt x="275" y="6776"/>
                  </a:lnTo>
                  <a:lnTo>
                    <a:pt x="320" y="6594"/>
                  </a:lnTo>
                  <a:lnTo>
                    <a:pt x="384" y="6420"/>
                  </a:lnTo>
                  <a:lnTo>
                    <a:pt x="466" y="6256"/>
                  </a:lnTo>
                  <a:lnTo>
                    <a:pt x="566" y="6092"/>
                  </a:lnTo>
                  <a:lnTo>
                    <a:pt x="685" y="5946"/>
                  </a:lnTo>
                  <a:lnTo>
                    <a:pt x="822" y="5810"/>
                  </a:lnTo>
                  <a:lnTo>
                    <a:pt x="858" y="5773"/>
                  </a:lnTo>
                  <a:lnTo>
                    <a:pt x="858" y="5682"/>
                  </a:lnTo>
                  <a:lnTo>
                    <a:pt x="858" y="5545"/>
                  </a:lnTo>
                  <a:lnTo>
                    <a:pt x="876" y="5417"/>
                  </a:lnTo>
                  <a:lnTo>
                    <a:pt x="895" y="5299"/>
                  </a:lnTo>
                  <a:lnTo>
                    <a:pt x="922" y="5171"/>
                  </a:lnTo>
                  <a:lnTo>
                    <a:pt x="968" y="5053"/>
                  </a:lnTo>
                  <a:lnTo>
                    <a:pt x="1013" y="4934"/>
                  </a:lnTo>
                  <a:lnTo>
                    <a:pt x="1068" y="4816"/>
                  </a:lnTo>
                  <a:lnTo>
                    <a:pt x="1132" y="4706"/>
                  </a:lnTo>
                  <a:lnTo>
                    <a:pt x="1168" y="4642"/>
                  </a:lnTo>
                  <a:lnTo>
                    <a:pt x="1132" y="4588"/>
                  </a:lnTo>
                  <a:lnTo>
                    <a:pt x="1077" y="4469"/>
                  </a:lnTo>
                  <a:lnTo>
                    <a:pt x="1022" y="4351"/>
                  </a:lnTo>
                  <a:lnTo>
                    <a:pt x="977" y="4232"/>
                  </a:lnTo>
                  <a:lnTo>
                    <a:pt x="940" y="4113"/>
                  </a:lnTo>
                  <a:lnTo>
                    <a:pt x="913" y="3986"/>
                  </a:lnTo>
                  <a:lnTo>
                    <a:pt x="885" y="3858"/>
                  </a:lnTo>
                  <a:lnTo>
                    <a:pt x="876" y="3730"/>
                  </a:lnTo>
                  <a:lnTo>
                    <a:pt x="867" y="3603"/>
                  </a:lnTo>
                  <a:lnTo>
                    <a:pt x="876" y="3402"/>
                  </a:lnTo>
                  <a:lnTo>
                    <a:pt x="913" y="3211"/>
                  </a:lnTo>
                  <a:lnTo>
                    <a:pt x="958" y="3019"/>
                  </a:lnTo>
                  <a:lnTo>
                    <a:pt x="1022" y="2837"/>
                  </a:lnTo>
                  <a:lnTo>
                    <a:pt x="1104" y="2664"/>
                  </a:lnTo>
                  <a:lnTo>
                    <a:pt x="1205" y="2509"/>
                  </a:lnTo>
                  <a:lnTo>
                    <a:pt x="1323" y="2354"/>
                  </a:lnTo>
                  <a:lnTo>
                    <a:pt x="1442" y="2217"/>
                  </a:lnTo>
                  <a:lnTo>
                    <a:pt x="1588" y="2089"/>
                  </a:lnTo>
                  <a:lnTo>
                    <a:pt x="1734" y="1980"/>
                  </a:lnTo>
                  <a:lnTo>
                    <a:pt x="1898" y="1879"/>
                  </a:lnTo>
                  <a:lnTo>
                    <a:pt x="2071" y="1797"/>
                  </a:lnTo>
                  <a:lnTo>
                    <a:pt x="2253" y="1724"/>
                  </a:lnTo>
                  <a:lnTo>
                    <a:pt x="2436" y="1679"/>
                  </a:lnTo>
                  <a:lnTo>
                    <a:pt x="2636" y="1651"/>
                  </a:lnTo>
                  <a:lnTo>
                    <a:pt x="2828" y="1642"/>
                  </a:lnTo>
                  <a:lnTo>
                    <a:pt x="3010" y="1651"/>
                  </a:lnTo>
                  <a:lnTo>
                    <a:pt x="3183" y="1670"/>
                  </a:lnTo>
                  <a:lnTo>
                    <a:pt x="3320" y="1697"/>
                  </a:lnTo>
                  <a:lnTo>
                    <a:pt x="3320" y="1560"/>
                  </a:lnTo>
                  <a:lnTo>
                    <a:pt x="3329" y="1423"/>
                  </a:lnTo>
                  <a:lnTo>
                    <a:pt x="3348" y="1296"/>
                  </a:lnTo>
                  <a:lnTo>
                    <a:pt x="3384" y="1168"/>
                  </a:lnTo>
                  <a:lnTo>
                    <a:pt x="3430" y="1050"/>
                  </a:lnTo>
                  <a:lnTo>
                    <a:pt x="3493" y="931"/>
                  </a:lnTo>
                  <a:lnTo>
                    <a:pt x="3557" y="822"/>
                  </a:lnTo>
                  <a:lnTo>
                    <a:pt x="3639" y="721"/>
                  </a:lnTo>
                  <a:lnTo>
                    <a:pt x="3721" y="621"/>
                  </a:lnTo>
                  <a:lnTo>
                    <a:pt x="3822" y="539"/>
                  </a:lnTo>
                  <a:lnTo>
                    <a:pt x="3922" y="466"/>
                  </a:lnTo>
                  <a:lnTo>
                    <a:pt x="4031" y="393"/>
                  </a:lnTo>
                  <a:lnTo>
                    <a:pt x="4150" y="338"/>
                  </a:lnTo>
                  <a:lnTo>
                    <a:pt x="4268" y="293"/>
                  </a:lnTo>
                  <a:lnTo>
                    <a:pt x="4396" y="265"/>
                  </a:lnTo>
                  <a:lnTo>
                    <a:pt x="4533" y="238"/>
                  </a:lnTo>
                  <a:close/>
                  <a:moveTo>
                    <a:pt x="4670" y="1"/>
                  </a:moveTo>
                  <a:lnTo>
                    <a:pt x="4515" y="10"/>
                  </a:lnTo>
                  <a:lnTo>
                    <a:pt x="4369" y="28"/>
                  </a:lnTo>
                  <a:lnTo>
                    <a:pt x="4223" y="65"/>
                  </a:lnTo>
                  <a:lnTo>
                    <a:pt x="4086" y="110"/>
                  </a:lnTo>
                  <a:lnTo>
                    <a:pt x="3958" y="174"/>
                  </a:lnTo>
                  <a:lnTo>
                    <a:pt x="3831" y="247"/>
                  </a:lnTo>
                  <a:lnTo>
                    <a:pt x="3712" y="329"/>
                  </a:lnTo>
                  <a:lnTo>
                    <a:pt x="3603" y="420"/>
                  </a:lnTo>
                  <a:lnTo>
                    <a:pt x="3503" y="521"/>
                  </a:lnTo>
                  <a:lnTo>
                    <a:pt x="3411" y="630"/>
                  </a:lnTo>
                  <a:lnTo>
                    <a:pt x="3329" y="740"/>
                  </a:lnTo>
                  <a:lnTo>
                    <a:pt x="3265" y="867"/>
                  </a:lnTo>
                  <a:lnTo>
                    <a:pt x="3202" y="995"/>
                  </a:lnTo>
                  <a:lnTo>
                    <a:pt x="3156" y="1141"/>
                  </a:lnTo>
                  <a:lnTo>
                    <a:pt x="3120" y="1278"/>
                  </a:lnTo>
                  <a:lnTo>
                    <a:pt x="3101" y="1423"/>
                  </a:lnTo>
                  <a:lnTo>
                    <a:pt x="2965" y="1414"/>
                  </a:lnTo>
                  <a:lnTo>
                    <a:pt x="2828" y="1405"/>
                  </a:lnTo>
                  <a:lnTo>
                    <a:pt x="2718" y="1414"/>
                  </a:lnTo>
                  <a:lnTo>
                    <a:pt x="2609" y="1423"/>
                  </a:lnTo>
                  <a:lnTo>
                    <a:pt x="2499" y="1433"/>
                  </a:lnTo>
                  <a:lnTo>
                    <a:pt x="2390" y="1451"/>
                  </a:lnTo>
                  <a:lnTo>
                    <a:pt x="2180" y="1506"/>
                  </a:lnTo>
                  <a:lnTo>
                    <a:pt x="1980" y="1578"/>
                  </a:lnTo>
                  <a:lnTo>
                    <a:pt x="1788" y="1670"/>
                  </a:lnTo>
                  <a:lnTo>
                    <a:pt x="1606" y="1788"/>
                  </a:lnTo>
                  <a:lnTo>
                    <a:pt x="1442" y="1907"/>
                  </a:lnTo>
                  <a:lnTo>
                    <a:pt x="1287" y="2053"/>
                  </a:lnTo>
                  <a:lnTo>
                    <a:pt x="1141" y="2208"/>
                  </a:lnTo>
                  <a:lnTo>
                    <a:pt x="1013" y="2381"/>
                  </a:lnTo>
                  <a:lnTo>
                    <a:pt x="904" y="2554"/>
                  </a:lnTo>
                  <a:lnTo>
                    <a:pt x="813" y="2746"/>
                  </a:lnTo>
                  <a:lnTo>
                    <a:pt x="740" y="2946"/>
                  </a:lnTo>
                  <a:lnTo>
                    <a:pt x="685" y="3165"/>
                  </a:lnTo>
                  <a:lnTo>
                    <a:pt x="667" y="3265"/>
                  </a:lnTo>
                  <a:lnTo>
                    <a:pt x="648" y="3375"/>
                  </a:lnTo>
                  <a:lnTo>
                    <a:pt x="639" y="3493"/>
                  </a:lnTo>
                  <a:lnTo>
                    <a:pt x="639" y="3603"/>
                  </a:lnTo>
                  <a:lnTo>
                    <a:pt x="648" y="3740"/>
                  </a:lnTo>
                  <a:lnTo>
                    <a:pt x="658" y="3876"/>
                  </a:lnTo>
                  <a:lnTo>
                    <a:pt x="676" y="4004"/>
                  </a:lnTo>
                  <a:lnTo>
                    <a:pt x="703" y="4141"/>
                  </a:lnTo>
                  <a:lnTo>
                    <a:pt x="740" y="4268"/>
                  </a:lnTo>
                  <a:lnTo>
                    <a:pt x="785" y="4396"/>
                  </a:lnTo>
                  <a:lnTo>
                    <a:pt x="840" y="4524"/>
                  </a:lnTo>
                  <a:lnTo>
                    <a:pt x="904" y="4642"/>
                  </a:lnTo>
                  <a:lnTo>
                    <a:pt x="840" y="4761"/>
                  </a:lnTo>
                  <a:lnTo>
                    <a:pt x="785" y="4889"/>
                  </a:lnTo>
                  <a:lnTo>
                    <a:pt x="730" y="5007"/>
                  </a:lnTo>
                  <a:lnTo>
                    <a:pt x="694" y="5144"/>
                  </a:lnTo>
                  <a:lnTo>
                    <a:pt x="667" y="5272"/>
                  </a:lnTo>
                  <a:lnTo>
                    <a:pt x="639" y="5408"/>
                  </a:lnTo>
                  <a:lnTo>
                    <a:pt x="630" y="5536"/>
                  </a:lnTo>
                  <a:lnTo>
                    <a:pt x="621" y="5673"/>
                  </a:lnTo>
                  <a:lnTo>
                    <a:pt x="484" y="5828"/>
                  </a:lnTo>
                  <a:lnTo>
                    <a:pt x="366" y="5992"/>
                  </a:lnTo>
                  <a:lnTo>
                    <a:pt x="256" y="6174"/>
                  </a:lnTo>
                  <a:lnTo>
                    <a:pt x="165" y="6357"/>
                  </a:lnTo>
                  <a:lnTo>
                    <a:pt x="101" y="6548"/>
                  </a:lnTo>
                  <a:lnTo>
                    <a:pt x="47" y="6749"/>
                  </a:lnTo>
                  <a:lnTo>
                    <a:pt x="19" y="6949"/>
                  </a:lnTo>
                  <a:lnTo>
                    <a:pt x="1" y="7159"/>
                  </a:lnTo>
                  <a:lnTo>
                    <a:pt x="10" y="7287"/>
                  </a:lnTo>
                  <a:lnTo>
                    <a:pt x="19" y="7405"/>
                  </a:lnTo>
                  <a:lnTo>
                    <a:pt x="37" y="7533"/>
                  </a:lnTo>
                  <a:lnTo>
                    <a:pt x="65" y="7651"/>
                  </a:lnTo>
                  <a:lnTo>
                    <a:pt x="101" y="7770"/>
                  </a:lnTo>
                  <a:lnTo>
                    <a:pt x="138" y="7889"/>
                  </a:lnTo>
                  <a:lnTo>
                    <a:pt x="183" y="7998"/>
                  </a:lnTo>
                  <a:lnTo>
                    <a:pt x="238" y="8117"/>
                  </a:lnTo>
                  <a:lnTo>
                    <a:pt x="302" y="8217"/>
                  </a:lnTo>
                  <a:lnTo>
                    <a:pt x="366" y="8326"/>
                  </a:lnTo>
                  <a:lnTo>
                    <a:pt x="439" y="8427"/>
                  </a:lnTo>
                  <a:lnTo>
                    <a:pt x="512" y="8518"/>
                  </a:lnTo>
                  <a:lnTo>
                    <a:pt x="603" y="8609"/>
                  </a:lnTo>
                  <a:lnTo>
                    <a:pt x="685" y="8700"/>
                  </a:lnTo>
                  <a:lnTo>
                    <a:pt x="785" y="8782"/>
                  </a:lnTo>
                  <a:lnTo>
                    <a:pt x="885" y="8855"/>
                  </a:lnTo>
                  <a:lnTo>
                    <a:pt x="876" y="8983"/>
                  </a:lnTo>
                  <a:lnTo>
                    <a:pt x="867" y="9120"/>
                  </a:lnTo>
                  <a:lnTo>
                    <a:pt x="876" y="9320"/>
                  </a:lnTo>
                  <a:lnTo>
                    <a:pt x="904" y="9512"/>
                  </a:lnTo>
                  <a:lnTo>
                    <a:pt x="949" y="9703"/>
                  </a:lnTo>
                  <a:lnTo>
                    <a:pt x="1013" y="9886"/>
                  </a:lnTo>
                  <a:lnTo>
                    <a:pt x="1086" y="10059"/>
                  </a:lnTo>
                  <a:lnTo>
                    <a:pt x="1186" y="10223"/>
                  </a:lnTo>
                  <a:lnTo>
                    <a:pt x="1287" y="10378"/>
                  </a:lnTo>
                  <a:lnTo>
                    <a:pt x="1405" y="10515"/>
                  </a:lnTo>
                  <a:lnTo>
                    <a:pt x="1542" y="10651"/>
                  </a:lnTo>
                  <a:lnTo>
                    <a:pt x="1688" y="10770"/>
                  </a:lnTo>
                  <a:lnTo>
                    <a:pt x="1843" y="10879"/>
                  </a:lnTo>
                  <a:lnTo>
                    <a:pt x="2007" y="10971"/>
                  </a:lnTo>
                  <a:lnTo>
                    <a:pt x="2180" y="11053"/>
                  </a:lnTo>
                  <a:lnTo>
                    <a:pt x="2363" y="11117"/>
                  </a:lnTo>
                  <a:lnTo>
                    <a:pt x="2545" y="11162"/>
                  </a:lnTo>
                  <a:lnTo>
                    <a:pt x="2746" y="11189"/>
                  </a:lnTo>
                  <a:lnTo>
                    <a:pt x="2791" y="11326"/>
                  </a:lnTo>
                  <a:lnTo>
                    <a:pt x="2846" y="11463"/>
                  </a:lnTo>
                  <a:lnTo>
                    <a:pt x="2919" y="11591"/>
                  </a:lnTo>
                  <a:lnTo>
                    <a:pt x="2992" y="11709"/>
                  </a:lnTo>
                  <a:lnTo>
                    <a:pt x="3083" y="11819"/>
                  </a:lnTo>
                  <a:lnTo>
                    <a:pt x="3174" y="11928"/>
                  </a:lnTo>
                  <a:lnTo>
                    <a:pt x="3275" y="12028"/>
                  </a:lnTo>
                  <a:lnTo>
                    <a:pt x="3384" y="12110"/>
                  </a:lnTo>
                  <a:lnTo>
                    <a:pt x="3503" y="12193"/>
                  </a:lnTo>
                  <a:lnTo>
                    <a:pt x="3621" y="12265"/>
                  </a:lnTo>
                  <a:lnTo>
                    <a:pt x="3749" y="12329"/>
                  </a:lnTo>
                  <a:lnTo>
                    <a:pt x="3886" y="12375"/>
                  </a:lnTo>
                  <a:lnTo>
                    <a:pt x="4022" y="12420"/>
                  </a:lnTo>
                  <a:lnTo>
                    <a:pt x="4168" y="12448"/>
                  </a:lnTo>
                  <a:lnTo>
                    <a:pt x="4305" y="12466"/>
                  </a:lnTo>
                  <a:lnTo>
                    <a:pt x="4460" y="12475"/>
                  </a:lnTo>
                  <a:lnTo>
                    <a:pt x="4642" y="12466"/>
                  </a:lnTo>
                  <a:lnTo>
                    <a:pt x="4816" y="12439"/>
                  </a:lnTo>
                  <a:lnTo>
                    <a:pt x="4989" y="12393"/>
                  </a:lnTo>
                  <a:lnTo>
                    <a:pt x="5153" y="12329"/>
                  </a:lnTo>
                  <a:lnTo>
                    <a:pt x="5308" y="12256"/>
                  </a:lnTo>
                  <a:lnTo>
                    <a:pt x="5454" y="12165"/>
                  </a:lnTo>
                  <a:lnTo>
                    <a:pt x="5591" y="12065"/>
                  </a:lnTo>
                  <a:lnTo>
                    <a:pt x="5718" y="11946"/>
                  </a:lnTo>
                  <a:lnTo>
                    <a:pt x="5837" y="11819"/>
                  </a:lnTo>
                  <a:lnTo>
                    <a:pt x="5937" y="11682"/>
                  </a:lnTo>
                  <a:lnTo>
                    <a:pt x="6028" y="11536"/>
                  </a:lnTo>
                  <a:lnTo>
                    <a:pt x="6101" y="11381"/>
                  </a:lnTo>
                  <a:lnTo>
                    <a:pt x="6165" y="11217"/>
                  </a:lnTo>
                  <a:lnTo>
                    <a:pt x="6211" y="11044"/>
                  </a:lnTo>
                  <a:lnTo>
                    <a:pt x="6238" y="10870"/>
                  </a:lnTo>
                  <a:lnTo>
                    <a:pt x="6247" y="10688"/>
                  </a:lnTo>
                  <a:lnTo>
                    <a:pt x="6247" y="1578"/>
                  </a:lnTo>
                  <a:lnTo>
                    <a:pt x="6238" y="1423"/>
                  </a:lnTo>
                  <a:lnTo>
                    <a:pt x="6211" y="1268"/>
                  </a:lnTo>
                  <a:lnTo>
                    <a:pt x="6174" y="1113"/>
                  </a:lnTo>
                  <a:lnTo>
                    <a:pt x="6120" y="968"/>
                  </a:lnTo>
                  <a:lnTo>
                    <a:pt x="6056" y="831"/>
                  </a:lnTo>
                  <a:lnTo>
                    <a:pt x="5974" y="703"/>
                  </a:lnTo>
                  <a:lnTo>
                    <a:pt x="5882" y="575"/>
                  </a:lnTo>
                  <a:lnTo>
                    <a:pt x="5782" y="466"/>
                  </a:lnTo>
                  <a:lnTo>
                    <a:pt x="5673" y="366"/>
                  </a:lnTo>
                  <a:lnTo>
                    <a:pt x="5545" y="275"/>
                  </a:lnTo>
                  <a:lnTo>
                    <a:pt x="5417" y="192"/>
                  </a:lnTo>
                  <a:lnTo>
                    <a:pt x="5281" y="129"/>
                  </a:lnTo>
                  <a:lnTo>
                    <a:pt x="5135" y="74"/>
                  </a:lnTo>
                  <a:lnTo>
                    <a:pt x="4980" y="37"/>
                  </a:lnTo>
                  <a:lnTo>
                    <a:pt x="4825" y="10"/>
                  </a:lnTo>
                  <a:lnTo>
                    <a:pt x="467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54;p19">
              <a:extLst>
                <a:ext uri="{FF2B5EF4-FFF2-40B4-BE49-F238E27FC236}">
                  <a16:creationId xmlns:a16="http://schemas.microsoft.com/office/drawing/2014/main" id="{2F3ABE85-FA0D-D0A6-8645-A0E46DA1E285}"/>
                </a:ext>
              </a:extLst>
            </p:cNvPr>
            <p:cNvSpPr/>
            <p:nvPr/>
          </p:nvSpPr>
          <p:spPr>
            <a:xfrm>
              <a:off x="1479172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89" y="0"/>
                  </a:moveTo>
                  <a:lnTo>
                    <a:pt x="2079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51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67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74" y="976"/>
                  </a:lnTo>
                  <a:lnTo>
                    <a:pt x="265" y="1149"/>
                  </a:lnTo>
                  <a:lnTo>
                    <a:pt x="174" y="1341"/>
                  </a:lnTo>
                  <a:lnTo>
                    <a:pt x="101" y="1541"/>
                  </a:lnTo>
                  <a:lnTo>
                    <a:pt x="46" y="1760"/>
                  </a:lnTo>
                  <a:lnTo>
                    <a:pt x="28" y="1860"/>
                  </a:lnTo>
                  <a:lnTo>
                    <a:pt x="9" y="1970"/>
                  </a:lnTo>
                  <a:lnTo>
                    <a:pt x="0" y="2088"/>
                  </a:lnTo>
                  <a:lnTo>
                    <a:pt x="0" y="2198"/>
                  </a:lnTo>
                  <a:lnTo>
                    <a:pt x="228" y="2198"/>
                  </a:lnTo>
                  <a:lnTo>
                    <a:pt x="237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83" y="1432"/>
                  </a:lnTo>
                  <a:lnTo>
                    <a:pt x="465" y="1259"/>
                  </a:lnTo>
                  <a:lnTo>
                    <a:pt x="566" y="1104"/>
                  </a:lnTo>
                  <a:lnTo>
                    <a:pt x="684" y="949"/>
                  </a:lnTo>
                  <a:lnTo>
                    <a:pt x="803" y="812"/>
                  </a:lnTo>
                  <a:lnTo>
                    <a:pt x="949" y="684"/>
                  </a:lnTo>
                  <a:lnTo>
                    <a:pt x="1095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797" y="274"/>
                  </a:lnTo>
                  <a:lnTo>
                    <a:pt x="1997" y="246"/>
                  </a:lnTo>
                  <a:lnTo>
                    <a:pt x="2189" y="237"/>
                  </a:lnTo>
                  <a:lnTo>
                    <a:pt x="2389" y="246"/>
                  </a:lnTo>
                  <a:lnTo>
                    <a:pt x="2590" y="274"/>
                  </a:lnTo>
                  <a:lnTo>
                    <a:pt x="2772" y="319"/>
                  </a:lnTo>
                  <a:lnTo>
                    <a:pt x="2955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38" y="684"/>
                  </a:lnTo>
                  <a:lnTo>
                    <a:pt x="3584" y="812"/>
                  </a:lnTo>
                  <a:lnTo>
                    <a:pt x="3702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13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149" y="2307"/>
                  </a:lnTo>
                  <a:lnTo>
                    <a:pt x="4140" y="2408"/>
                  </a:lnTo>
                  <a:lnTo>
                    <a:pt x="4131" y="2517"/>
                  </a:lnTo>
                  <a:lnTo>
                    <a:pt x="4113" y="2617"/>
                  </a:lnTo>
                  <a:lnTo>
                    <a:pt x="4085" y="2718"/>
                  </a:lnTo>
                  <a:lnTo>
                    <a:pt x="4049" y="2827"/>
                  </a:lnTo>
                  <a:lnTo>
                    <a:pt x="4012" y="2918"/>
                  </a:lnTo>
                  <a:lnTo>
                    <a:pt x="3976" y="3018"/>
                  </a:lnTo>
                  <a:lnTo>
                    <a:pt x="3930" y="3110"/>
                  </a:lnTo>
                  <a:lnTo>
                    <a:pt x="3876" y="3201"/>
                  </a:lnTo>
                  <a:lnTo>
                    <a:pt x="3821" y="3292"/>
                  </a:lnTo>
                  <a:lnTo>
                    <a:pt x="3757" y="3374"/>
                  </a:lnTo>
                  <a:lnTo>
                    <a:pt x="3693" y="3465"/>
                  </a:lnTo>
                  <a:lnTo>
                    <a:pt x="3620" y="3538"/>
                  </a:lnTo>
                  <a:lnTo>
                    <a:pt x="3547" y="3620"/>
                  </a:lnTo>
                  <a:lnTo>
                    <a:pt x="3465" y="3684"/>
                  </a:lnTo>
                  <a:lnTo>
                    <a:pt x="3620" y="3867"/>
                  </a:lnTo>
                  <a:lnTo>
                    <a:pt x="3702" y="3784"/>
                  </a:lnTo>
                  <a:lnTo>
                    <a:pt x="3794" y="3702"/>
                  </a:lnTo>
                  <a:lnTo>
                    <a:pt x="3867" y="3611"/>
                  </a:lnTo>
                  <a:lnTo>
                    <a:pt x="3940" y="3520"/>
                  </a:lnTo>
                  <a:lnTo>
                    <a:pt x="4012" y="3420"/>
                  </a:lnTo>
                  <a:lnTo>
                    <a:pt x="4076" y="3319"/>
                  </a:lnTo>
                  <a:lnTo>
                    <a:pt x="4131" y="3219"/>
                  </a:lnTo>
                  <a:lnTo>
                    <a:pt x="4186" y="3119"/>
                  </a:lnTo>
                  <a:lnTo>
                    <a:pt x="4231" y="3009"/>
                  </a:lnTo>
                  <a:lnTo>
                    <a:pt x="4268" y="2900"/>
                  </a:lnTo>
                  <a:lnTo>
                    <a:pt x="4304" y="2781"/>
                  </a:lnTo>
                  <a:lnTo>
                    <a:pt x="4332" y="2672"/>
                  </a:lnTo>
                  <a:lnTo>
                    <a:pt x="4359" y="2553"/>
                  </a:lnTo>
                  <a:lnTo>
                    <a:pt x="4368" y="2435"/>
                  </a:lnTo>
                  <a:lnTo>
                    <a:pt x="4386" y="2316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59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39" y="648"/>
                  </a:lnTo>
                  <a:lnTo>
                    <a:pt x="3584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6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8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55;p19">
              <a:extLst>
                <a:ext uri="{FF2B5EF4-FFF2-40B4-BE49-F238E27FC236}">
                  <a16:creationId xmlns:a16="http://schemas.microsoft.com/office/drawing/2014/main" id="{C37893AF-3E16-F4F9-5014-BC06B323F506}"/>
                </a:ext>
              </a:extLst>
            </p:cNvPr>
            <p:cNvSpPr/>
            <p:nvPr/>
          </p:nvSpPr>
          <p:spPr>
            <a:xfrm>
              <a:off x="1736245" y="3265334"/>
              <a:ext cx="55078" cy="81348"/>
            </a:xfrm>
            <a:custGeom>
              <a:avLst/>
              <a:gdLst/>
              <a:ahLst/>
              <a:cxnLst/>
              <a:rect l="l" t="t" r="r" b="b"/>
              <a:pathLst>
                <a:path w="803" h="1186" extrusionOk="0">
                  <a:moveTo>
                    <a:pt x="565" y="0"/>
                  </a:moveTo>
                  <a:lnTo>
                    <a:pt x="547" y="146"/>
                  </a:lnTo>
                  <a:lnTo>
                    <a:pt x="520" y="292"/>
                  </a:lnTo>
                  <a:lnTo>
                    <a:pt x="465" y="429"/>
                  </a:lnTo>
                  <a:lnTo>
                    <a:pt x="401" y="556"/>
                  </a:lnTo>
                  <a:lnTo>
                    <a:pt x="319" y="684"/>
                  </a:lnTo>
                  <a:lnTo>
                    <a:pt x="228" y="802"/>
                  </a:lnTo>
                  <a:lnTo>
                    <a:pt x="119" y="903"/>
                  </a:lnTo>
                  <a:lnTo>
                    <a:pt x="0" y="994"/>
                  </a:lnTo>
                  <a:lnTo>
                    <a:pt x="137" y="1185"/>
                  </a:lnTo>
                  <a:lnTo>
                    <a:pt x="274" y="1076"/>
                  </a:lnTo>
                  <a:lnTo>
                    <a:pt x="401" y="948"/>
                  </a:lnTo>
                  <a:lnTo>
                    <a:pt x="511" y="821"/>
                  </a:lnTo>
                  <a:lnTo>
                    <a:pt x="602" y="675"/>
                  </a:lnTo>
                  <a:lnTo>
                    <a:pt x="675" y="520"/>
                  </a:lnTo>
                  <a:lnTo>
                    <a:pt x="739" y="356"/>
                  </a:lnTo>
                  <a:lnTo>
                    <a:pt x="775" y="192"/>
                  </a:lnTo>
                  <a:lnTo>
                    <a:pt x="802" y="1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56;p19">
              <a:extLst>
                <a:ext uri="{FF2B5EF4-FFF2-40B4-BE49-F238E27FC236}">
                  <a16:creationId xmlns:a16="http://schemas.microsoft.com/office/drawing/2014/main" id="{17005DF8-AB53-E291-5D16-7B80296FAA10}"/>
                </a:ext>
              </a:extLst>
            </p:cNvPr>
            <p:cNvSpPr/>
            <p:nvPr/>
          </p:nvSpPr>
          <p:spPr>
            <a:xfrm>
              <a:off x="1478554" y="3444832"/>
              <a:ext cx="193287" cy="141364"/>
            </a:xfrm>
            <a:custGeom>
              <a:avLst/>
              <a:gdLst/>
              <a:ahLst/>
              <a:cxnLst/>
              <a:rect l="l" t="t" r="r" b="b"/>
              <a:pathLst>
                <a:path w="2818" h="2061" extrusionOk="0">
                  <a:moveTo>
                    <a:pt x="2590" y="0"/>
                  </a:moveTo>
                  <a:lnTo>
                    <a:pt x="2581" y="119"/>
                  </a:lnTo>
                  <a:lnTo>
                    <a:pt x="2572" y="246"/>
                  </a:lnTo>
                  <a:lnTo>
                    <a:pt x="2544" y="374"/>
                  </a:lnTo>
                  <a:lnTo>
                    <a:pt x="2517" y="492"/>
                  </a:lnTo>
                  <a:lnTo>
                    <a:pt x="2453" y="666"/>
                  </a:lnTo>
                  <a:lnTo>
                    <a:pt x="2380" y="839"/>
                  </a:lnTo>
                  <a:lnTo>
                    <a:pt x="2280" y="994"/>
                  </a:lnTo>
                  <a:lnTo>
                    <a:pt x="2170" y="1149"/>
                  </a:lnTo>
                  <a:lnTo>
                    <a:pt x="2034" y="1286"/>
                  </a:lnTo>
                  <a:lnTo>
                    <a:pt x="1897" y="1404"/>
                  </a:lnTo>
                  <a:lnTo>
                    <a:pt x="1733" y="1523"/>
                  </a:lnTo>
                  <a:lnTo>
                    <a:pt x="1569" y="1614"/>
                  </a:lnTo>
                  <a:lnTo>
                    <a:pt x="1386" y="1696"/>
                  </a:lnTo>
                  <a:lnTo>
                    <a:pt x="1195" y="1760"/>
                  </a:lnTo>
                  <a:lnTo>
                    <a:pt x="1012" y="1806"/>
                  </a:lnTo>
                  <a:lnTo>
                    <a:pt x="821" y="1824"/>
                  </a:lnTo>
                  <a:lnTo>
                    <a:pt x="629" y="1833"/>
                  </a:lnTo>
                  <a:lnTo>
                    <a:pt x="447" y="1815"/>
                  </a:lnTo>
                  <a:lnTo>
                    <a:pt x="265" y="1778"/>
                  </a:lnTo>
                  <a:lnTo>
                    <a:pt x="82" y="1723"/>
                  </a:lnTo>
                  <a:lnTo>
                    <a:pt x="0" y="1942"/>
                  </a:lnTo>
                  <a:lnTo>
                    <a:pt x="173" y="1997"/>
                  </a:lnTo>
                  <a:lnTo>
                    <a:pt x="338" y="2034"/>
                  </a:lnTo>
                  <a:lnTo>
                    <a:pt x="511" y="2052"/>
                  </a:lnTo>
                  <a:lnTo>
                    <a:pt x="693" y="2061"/>
                  </a:lnTo>
                  <a:lnTo>
                    <a:pt x="812" y="2061"/>
                  </a:lnTo>
                  <a:lnTo>
                    <a:pt x="939" y="2043"/>
                  </a:lnTo>
                  <a:lnTo>
                    <a:pt x="1058" y="2024"/>
                  </a:lnTo>
                  <a:lnTo>
                    <a:pt x="1186" y="1997"/>
                  </a:lnTo>
                  <a:lnTo>
                    <a:pt x="1313" y="1970"/>
                  </a:lnTo>
                  <a:lnTo>
                    <a:pt x="1432" y="1924"/>
                  </a:lnTo>
                  <a:lnTo>
                    <a:pt x="1550" y="1879"/>
                  </a:lnTo>
                  <a:lnTo>
                    <a:pt x="1669" y="1824"/>
                  </a:lnTo>
                  <a:lnTo>
                    <a:pt x="1769" y="1769"/>
                  </a:lnTo>
                  <a:lnTo>
                    <a:pt x="1860" y="1714"/>
                  </a:lnTo>
                  <a:lnTo>
                    <a:pt x="2034" y="1587"/>
                  </a:lnTo>
                  <a:lnTo>
                    <a:pt x="2198" y="1450"/>
                  </a:lnTo>
                  <a:lnTo>
                    <a:pt x="2344" y="1295"/>
                  </a:lnTo>
                  <a:lnTo>
                    <a:pt x="2471" y="1122"/>
                  </a:lnTo>
                  <a:lnTo>
                    <a:pt x="2526" y="1030"/>
                  </a:lnTo>
                  <a:lnTo>
                    <a:pt x="2581" y="939"/>
                  </a:lnTo>
                  <a:lnTo>
                    <a:pt x="2626" y="848"/>
                  </a:lnTo>
                  <a:lnTo>
                    <a:pt x="2672" y="757"/>
                  </a:lnTo>
                  <a:lnTo>
                    <a:pt x="2708" y="657"/>
                  </a:lnTo>
                  <a:lnTo>
                    <a:pt x="2736" y="556"/>
                  </a:lnTo>
                  <a:lnTo>
                    <a:pt x="2772" y="420"/>
                  </a:lnTo>
                  <a:lnTo>
                    <a:pt x="2800" y="283"/>
                  </a:lnTo>
                  <a:lnTo>
                    <a:pt x="2809" y="137"/>
                  </a:lnTo>
                  <a:lnTo>
                    <a:pt x="281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57;p19">
              <a:extLst>
                <a:ext uri="{FF2B5EF4-FFF2-40B4-BE49-F238E27FC236}">
                  <a16:creationId xmlns:a16="http://schemas.microsoft.com/office/drawing/2014/main" id="{57CF63EC-3125-5197-DE59-CB6385CFAC61}"/>
                </a:ext>
              </a:extLst>
            </p:cNvPr>
            <p:cNvSpPr/>
            <p:nvPr/>
          </p:nvSpPr>
          <p:spPr>
            <a:xfrm>
              <a:off x="1621769" y="3527962"/>
              <a:ext cx="182038" cy="117083"/>
            </a:xfrm>
            <a:custGeom>
              <a:avLst/>
              <a:gdLst/>
              <a:ahLst/>
              <a:cxnLst/>
              <a:rect l="l" t="t" r="r" b="b"/>
              <a:pathLst>
                <a:path w="2654" h="1707" extrusionOk="0">
                  <a:moveTo>
                    <a:pt x="9" y="1"/>
                  </a:moveTo>
                  <a:lnTo>
                    <a:pt x="0" y="147"/>
                  </a:lnTo>
                  <a:lnTo>
                    <a:pt x="0" y="302"/>
                  </a:lnTo>
                  <a:lnTo>
                    <a:pt x="19" y="448"/>
                  </a:lnTo>
                  <a:lnTo>
                    <a:pt x="55" y="594"/>
                  </a:lnTo>
                  <a:lnTo>
                    <a:pt x="101" y="730"/>
                  </a:lnTo>
                  <a:lnTo>
                    <a:pt x="155" y="867"/>
                  </a:lnTo>
                  <a:lnTo>
                    <a:pt x="228" y="995"/>
                  </a:lnTo>
                  <a:lnTo>
                    <a:pt x="319" y="1122"/>
                  </a:lnTo>
                  <a:lnTo>
                    <a:pt x="420" y="1232"/>
                  </a:lnTo>
                  <a:lnTo>
                    <a:pt x="529" y="1332"/>
                  </a:lnTo>
                  <a:lnTo>
                    <a:pt x="639" y="1423"/>
                  </a:lnTo>
                  <a:lnTo>
                    <a:pt x="766" y="1505"/>
                  </a:lnTo>
                  <a:lnTo>
                    <a:pt x="894" y="1569"/>
                  </a:lnTo>
                  <a:lnTo>
                    <a:pt x="1040" y="1624"/>
                  </a:lnTo>
                  <a:lnTo>
                    <a:pt x="1177" y="1670"/>
                  </a:lnTo>
                  <a:lnTo>
                    <a:pt x="1332" y="1688"/>
                  </a:lnTo>
                  <a:lnTo>
                    <a:pt x="1423" y="1697"/>
                  </a:lnTo>
                  <a:lnTo>
                    <a:pt x="1514" y="1706"/>
                  </a:lnTo>
                  <a:lnTo>
                    <a:pt x="1678" y="1697"/>
                  </a:lnTo>
                  <a:lnTo>
                    <a:pt x="1833" y="1670"/>
                  </a:lnTo>
                  <a:lnTo>
                    <a:pt x="1988" y="1624"/>
                  </a:lnTo>
                  <a:lnTo>
                    <a:pt x="2143" y="1569"/>
                  </a:lnTo>
                  <a:lnTo>
                    <a:pt x="2280" y="1496"/>
                  </a:lnTo>
                  <a:lnTo>
                    <a:pt x="2417" y="1405"/>
                  </a:lnTo>
                  <a:lnTo>
                    <a:pt x="2544" y="1305"/>
                  </a:lnTo>
                  <a:lnTo>
                    <a:pt x="2654" y="1186"/>
                  </a:lnTo>
                  <a:lnTo>
                    <a:pt x="2481" y="1031"/>
                  </a:lnTo>
                  <a:lnTo>
                    <a:pt x="2371" y="1150"/>
                  </a:lnTo>
                  <a:lnTo>
                    <a:pt x="2253" y="1241"/>
                  </a:lnTo>
                  <a:lnTo>
                    <a:pt x="2116" y="1323"/>
                  </a:lnTo>
                  <a:lnTo>
                    <a:pt x="1970" y="1387"/>
                  </a:lnTo>
                  <a:lnTo>
                    <a:pt x="1824" y="1432"/>
                  </a:lnTo>
                  <a:lnTo>
                    <a:pt x="1669" y="1460"/>
                  </a:lnTo>
                  <a:lnTo>
                    <a:pt x="1514" y="1469"/>
                  </a:lnTo>
                  <a:lnTo>
                    <a:pt x="1359" y="1460"/>
                  </a:lnTo>
                  <a:lnTo>
                    <a:pt x="1222" y="1442"/>
                  </a:lnTo>
                  <a:lnTo>
                    <a:pt x="1104" y="1405"/>
                  </a:lnTo>
                  <a:lnTo>
                    <a:pt x="985" y="1360"/>
                  </a:lnTo>
                  <a:lnTo>
                    <a:pt x="876" y="1305"/>
                  </a:lnTo>
                  <a:lnTo>
                    <a:pt x="766" y="1232"/>
                  </a:lnTo>
                  <a:lnTo>
                    <a:pt x="666" y="1159"/>
                  </a:lnTo>
                  <a:lnTo>
                    <a:pt x="584" y="1068"/>
                  </a:lnTo>
                  <a:lnTo>
                    <a:pt x="502" y="977"/>
                  </a:lnTo>
                  <a:lnTo>
                    <a:pt x="429" y="876"/>
                  </a:lnTo>
                  <a:lnTo>
                    <a:pt x="365" y="767"/>
                  </a:lnTo>
                  <a:lnTo>
                    <a:pt x="319" y="657"/>
                  </a:lnTo>
                  <a:lnTo>
                    <a:pt x="274" y="539"/>
                  </a:lnTo>
                  <a:lnTo>
                    <a:pt x="247" y="411"/>
                  </a:lnTo>
                  <a:lnTo>
                    <a:pt x="237" y="293"/>
                  </a:lnTo>
                  <a:lnTo>
                    <a:pt x="228" y="156"/>
                  </a:lnTo>
                  <a:lnTo>
                    <a:pt x="237" y="28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58;p19">
              <a:extLst>
                <a:ext uri="{FF2B5EF4-FFF2-40B4-BE49-F238E27FC236}">
                  <a16:creationId xmlns:a16="http://schemas.microsoft.com/office/drawing/2014/main" id="{DE3E9DE5-8524-D066-5325-6D1C1406D496}"/>
                </a:ext>
              </a:extLst>
            </p:cNvPr>
            <p:cNvSpPr/>
            <p:nvPr/>
          </p:nvSpPr>
          <p:spPr>
            <a:xfrm>
              <a:off x="1657435" y="3763154"/>
              <a:ext cx="205839" cy="212698"/>
            </a:xfrm>
            <a:custGeom>
              <a:avLst/>
              <a:gdLst/>
              <a:ahLst/>
              <a:cxnLst/>
              <a:rect l="l" t="t" r="r" b="b"/>
              <a:pathLst>
                <a:path w="3001" h="3101" extrusionOk="0">
                  <a:moveTo>
                    <a:pt x="857" y="0"/>
                  </a:moveTo>
                  <a:lnTo>
                    <a:pt x="730" y="10"/>
                  </a:lnTo>
                  <a:lnTo>
                    <a:pt x="602" y="28"/>
                  </a:lnTo>
                  <a:lnTo>
                    <a:pt x="483" y="46"/>
                  </a:lnTo>
                  <a:lnTo>
                    <a:pt x="356" y="82"/>
                  </a:lnTo>
                  <a:lnTo>
                    <a:pt x="237" y="119"/>
                  </a:lnTo>
                  <a:lnTo>
                    <a:pt x="119" y="165"/>
                  </a:lnTo>
                  <a:lnTo>
                    <a:pt x="0" y="219"/>
                  </a:lnTo>
                  <a:lnTo>
                    <a:pt x="100" y="429"/>
                  </a:lnTo>
                  <a:lnTo>
                    <a:pt x="201" y="374"/>
                  </a:lnTo>
                  <a:lnTo>
                    <a:pt x="310" y="338"/>
                  </a:lnTo>
                  <a:lnTo>
                    <a:pt x="420" y="301"/>
                  </a:lnTo>
                  <a:lnTo>
                    <a:pt x="529" y="274"/>
                  </a:lnTo>
                  <a:lnTo>
                    <a:pt x="638" y="256"/>
                  </a:lnTo>
                  <a:lnTo>
                    <a:pt x="748" y="238"/>
                  </a:lnTo>
                  <a:lnTo>
                    <a:pt x="866" y="228"/>
                  </a:lnTo>
                  <a:lnTo>
                    <a:pt x="976" y="228"/>
                  </a:lnTo>
                  <a:lnTo>
                    <a:pt x="1085" y="238"/>
                  </a:lnTo>
                  <a:lnTo>
                    <a:pt x="1195" y="247"/>
                  </a:lnTo>
                  <a:lnTo>
                    <a:pt x="1304" y="265"/>
                  </a:lnTo>
                  <a:lnTo>
                    <a:pt x="1413" y="292"/>
                  </a:lnTo>
                  <a:lnTo>
                    <a:pt x="1523" y="329"/>
                  </a:lnTo>
                  <a:lnTo>
                    <a:pt x="1632" y="365"/>
                  </a:lnTo>
                  <a:lnTo>
                    <a:pt x="1733" y="420"/>
                  </a:lnTo>
                  <a:lnTo>
                    <a:pt x="1833" y="465"/>
                  </a:lnTo>
                  <a:lnTo>
                    <a:pt x="1997" y="575"/>
                  </a:lnTo>
                  <a:lnTo>
                    <a:pt x="2143" y="684"/>
                  </a:lnTo>
                  <a:lnTo>
                    <a:pt x="2271" y="812"/>
                  </a:lnTo>
                  <a:lnTo>
                    <a:pt x="2389" y="949"/>
                  </a:lnTo>
                  <a:lnTo>
                    <a:pt x="2489" y="1095"/>
                  </a:lnTo>
                  <a:lnTo>
                    <a:pt x="2581" y="1250"/>
                  </a:lnTo>
                  <a:lnTo>
                    <a:pt x="2654" y="1414"/>
                  </a:lnTo>
                  <a:lnTo>
                    <a:pt x="2708" y="1587"/>
                  </a:lnTo>
                  <a:lnTo>
                    <a:pt x="2745" y="1760"/>
                  </a:lnTo>
                  <a:lnTo>
                    <a:pt x="2772" y="1934"/>
                  </a:lnTo>
                  <a:lnTo>
                    <a:pt x="2772" y="2107"/>
                  </a:lnTo>
                  <a:lnTo>
                    <a:pt x="2763" y="2289"/>
                  </a:lnTo>
                  <a:lnTo>
                    <a:pt x="2736" y="2472"/>
                  </a:lnTo>
                  <a:lnTo>
                    <a:pt x="2690" y="2645"/>
                  </a:lnTo>
                  <a:lnTo>
                    <a:pt x="2617" y="2818"/>
                  </a:lnTo>
                  <a:lnTo>
                    <a:pt x="2535" y="2991"/>
                  </a:lnTo>
                  <a:lnTo>
                    <a:pt x="2736" y="3101"/>
                  </a:lnTo>
                  <a:lnTo>
                    <a:pt x="2836" y="2909"/>
                  </a:lnTo>
                  <a:lnTo>
                    <a:pt x="2909" y="2718"/>
                  </a:lnTo>
                  <a:lnTo>
                    <a:pt x="2955" y="2517"/>
                  </a:lnTo>
                  <a:lnTo>
                    <a:pt x="2991" y="2317"/>
                  </a:lnTo>
                  <a:lnTo>
                    <a:pt x="3000" y="2116"/>
                  </a:lnTo>
                  <a:lnTo>
                    <a:pt x="3000" y="1915"/>
                  </a:lnTo>
                  <a:lnTo>
                    <a:pt x="2973" y="1715"/>
                  </a:lnTo>
                  <a:lnTo>
                    <a:pt x="2927" y="1523"/>
                  </a:lnTo>
                  <a:lnTo>
                    <a:pt x="2863" y="1332"/>
                  </a:lnTo>
                  <a:lnTo>
                    <a:pt x="2781" y="1149"/>
                  </a:lnTo>
                  <a:lnTo>
                    <a:pt x="2690" y="976"/>
                  </a:lnTo>
                  <a:lnTo>
                    <a:pt x="2572" y="812"/>
                  </a:lnTo>
                  <a:lnTo>
                    <a:pt x="2444" y="657"/>
                  </a:lnTo>
                  <a:lnTo>
                    <a:pt x="2289" y="511"/>
                  </a:lnTo>
                  <a:lnTo>
                    <a:pt x="2125" y="383"/>
                  </a:lnTo>
                  <a:lnTo>
                    <a:pt x="1951" y="265"/>
                  </a:lnTo>
                  <a:lnTo>
                    <a:pt x="1833" y="210"/>
                  </a:lnTo>
                  <a:lnTo>
                    <a:pt x="1714" y="155"/>
                  </a:lnTo>
                  <a:lnTo>
                    <a:pt x="1596" y="110"/>
                  </a:lnTo>
                  <a:lnTo>
                    <a:pt x="1477" y="73"/>
                  </a:lnTo>
                  <a:lnTo>
                    <a:pt x="1359" y="46"/>
                  </a:lnTo>
                  <a:lnTo>
                    <a:pt x="1231" y="19"/>
                  </a:lnTo>
                  <a:lnTo>
                    <a:pt x="1103" y="10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59;p19">
              <a:extLst>
                <a:ext uri="{FF2B5EF4-FFF2-40B4-BE49-F238E27FC236}">
                  <a16:creationId xmlns:a16="http://schemas.microsoft.com/office/drawing/2014/main" id="{B7905F6D-A9EC-3412-9445-30D15F961536}"/>
                </a:ext>
              </a:extLst>
            </p:cNvPr>
            <p:cNvSpPr/>
            <p:nvPr/>
          </p:nvSpPr>
          <p:spPr>
            <a:xfrm>
              <a:off x="1621152" y="3835104"/>
              <a:ext cx="81348" cy="100759"/>
            </a:xfrm>
            <a:custGeom>
              <a:avLst/>
              <a:gdLst/>
              <a:ahLst/>
              <a:cxnLst/>
              <a:rect l="l" t="t" r="r" b="b"/>
              <a:pathLst>
                <a:path w="1186" h="1469" extrusionOk="0">
                  <a:moveTo>
                    <a:pt x="1158" y="0"/>
                  </a:moveTo>
                  <a:lnTo>
                    <a:pt x="1031" y="18"/>
                  </a:lnTo>
                  <a:lnTo>
                    <a:pt x="912" y="55"/>
                  </a:lnTo>
                  <a:lnTo>
                    <a:pt x="794" y="100"/>
                  </a:lnTo>
                  <a:lnTo>
                    <a:pt x="675" y="155"/>
                  </a:lnTo>
                  <a:lnTo>
                    <a:pt x="575" y="228"/>
                  </a:lnTo>
                  <a:lnTo>
                    <a:pt x="474" y="310"/>
                  </a:lnTo>
                  <a:lnTo>
                    <a:pt x="383" y="392"/>
                  </a:lnTo>
                  <a:lnTo>
                    <a:pt x="301" y="492"/>
                  </a:lnTo>
                  <a:lnTo>
                    <a:pt x="228" y="593"/>
                  </a:lnTo>
                  <a:lnTo>
                    <a:pt x="155" y="702"/>
                  </a:lnTo>
                  <a:lnTo>
                    <a:pt x="110" y="821"/>
                  </a:lnTo>
                  <a:lnTo>
                    <a:pt x="64" y="948"/>
                  </a:lnTo>
                  <a:lnTo>
                    <a:pt x="28" y="1067"/>
                  </a:lnTo>
                  <a:lnTo>
                    <a:pt x="9" y="1204"/>
                  </a:lnTo>
                  <a:lnTo>
                    <a:pt x="0" y="1331"/>
                  </a:lnTo>
                  <a:lnTo>
                    <a:pt x="9" y="1468"/>
                  </a:lnTo>
                  <a:lnTo>
                    <a:pt x="237" y="1450"/>
                  </a:lnTo>
                  <a:lnTo>
                    <a:pt x="237" y="1331"/>
                  </a:lnTo>
                  <a:lnTo>
                    <a:pt x="237" y="1222"/>
                  </a:lnTo>
                  <a:lnTo>
                    <a:pt x="256" y="1113"/>
                  </a:lnTo>
                  <a:lnTo>
                    <a:pt x="283" y="1012"/>
                  </a:lnTo>
                  <a:lnTo>
                    <a:pt x="319" y="912"/>
                  </a:lnTo>
                  <a:lnTo>
                    <a:pt x="365" y="812"/>
                  </a:lnTo>
                  <a:lnTo>
                    <a:pt x="411" y="720"/>
                  </a:lnTo>
                  <a:lnTo>
                    <a:pt x="474" y="638"/>
                  </a:lnTo>
                  <a:lnTo>
                    <a:pt x="547" y="556"/>
                  </a:lnTo>
                  <a:lnTo>
                    <a:pt x="620" y="483"/>
                  </a:lnTo>
                  <a:lnTo>
                    <a:pt x="702" y="420"/>
                  </a:lnTo>
                  <a:lnTo>
                    <a:pt x="784" y="356"/>
                  </a:lnTo>
                  <a:lnTo>
                    <a:pt x="876" y="310"/>
                  </a:lnTo>
                  <a:lnTo>
                    <a:pt x="976" y="274"/>
                  </a:lnTo>
                  <a:lnTo>
                    <a:pt x="1076" y="246"/>
                  </a:lnTo>
                  <a:lnTo>
                    <a:pt x="1186" y="228"/>
                  </a:lnTo>
                  <a:lnTo>
                    <a:pt x="11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60;p19">
              <a:extLst>
                <a:ext uri="{FF2B5EF4-FFF2-40B4-BE49-F238E27FC236}">
                  <a16:creationId xmlns:a16="http://schemas.microsoft.com/office/drawing/2014/main" id="{9B90B8AE-B443-5FE1-FC0A-3E81DE62DA4F}"/>
                </a:ext>
              </a:extLst>
            </p:cNvPr>
            <p:cNvSpPr/>
            <p:nvPr/>
          </p:nvSpPr>
          <p:spPr>
            <a:xfrm>
              <a:off x="1494810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2079" y="1"/>
                  </a:moveTo>
                  <a:lnTo>
                    <a:pt x="1870" y="10"/>
                  </a:lnTo>
                  <a:lnTo>
                    <a:pt x="1660" y="46"/>
                  </a:lnTo>
                  <a:lnTo>
                    <a:pt x="1459" y="92"/>
                  </a:lnTo>
                  <a:lnTo>
                    <a:pt x="1268" y="165"/>
                  </a:lnTo>
                  <a:lnTo>
                    <a:pt x="1085" y="256"/>
                  </a:lnTo>
                  <a:lnTo>
                    <a:pt x="921" y="356"/>
                  </a:lnTo>
                  <a:lnTo>
                    <a:pt x="757" y="475"/>
                  </a:lnTo>
                  <a:lnTo>
                    <a:pt x="611" y="611"/>
                  </a:lnTo>
                  <a:lnTo>
                    <a:pt x="474" y="757"/>
                  </a:lnTo>
                  <a:lnTo>
                    <a:pt x="356" y="921"/>
                  </a:lnTo>
                  <a:lnTo>
                    <a:pt x="256" y="1086"/>
                  </a:lnTo>
                  <a:lnTo>
                    <a:pt x="164" y="1268"/>
                  </a:lnTo>
                  <a:lnTo>
                    <a:pt x="91" y="1459"/>
                  </a:lnTo>
                  <a:lnTo>
                    <a:pt x="46" y="1660"/>
                  </a:lnTo>
                  <a:lnTo>
                    <a:pt x="9" y="1870"/>
                  </a:lnTo>
                  <a:lnTo>
                    <a:pt x="0" y="2080"/>
                  </a:lnTo>
                  <a:lnTo>
                    <a:pt x="228" y="2080"/>
                  </a:lnTo>
                  <a:lnTo>
                    <a:pt x="237" y="1888"/>
                  </a:lnTo>
                  <a:lnTo>
                    <a:pt x="265" y="1706"/>
                  </a:lnTo>
                  <a:lnTo>
                    <a:pt x="310" y="1532"/>
                  </a:lnTo>
                  <a:lnTo>
                    <a:pt x="374" y="1359"/>
                  </a:lnTo>
                  <a:lnTo>
                    <a:pt x="456" y="1195"/>
                  </a:lnTo>
                  <a:lnTo>
                    <a:pt x="547" y="1049"/>
                  </a:lnTo>
                  <a:lnTo>
                    <a:pt x="657" y="903"/>
                  </a:lnTo>
                  <a:lnTo>
                    <a:pt x="775" y="776"/>
                  </a:lnTo>
                  <a:lnTo>
                    <a:pt x="903" y="657"/>
                  </a:lnTo>
                  <a:lnTo>
                    <a:pt x="1049" y="548"/>
                  </a:lnTo>
                  <a:lnTo>
                    <a:pt x="1195" y="456"/>
                  </a:lnTo>
                  <a:lnTo>
                    <a:pt x="1359" y="374"/>
                  </a:lnTo>
                  <a:lnTo>
                    <a:pt x="1532" y="311"/>
                  </a:lnTo>
                  <a:lnTo>
                    <a:pt x="1705" y="265"/>
                  </a:lnTo>
                  <a:lnTo>
                    <a:pt x="1888" y="238"/>
                  </a:lnTo>
                  <a:lnTo>
                    <a:pt x="2079" y="228"/>
                  </a:lnTo>
                  <a:lnTo>
                    <a:pt x="207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61;p19">
              <a:extLst>
                <a:ext uri="{FF2B5EF4-FFF2-40B4-BE49-F238E27FC236}">
                  <a16:creationId xmlns:a16="http://schemas.microsoft.com/office/drawing/2014/main" id="{F20CD1AA-0EAB-ED5F-7B75-280440D292D6}"/>
                </a:ext>
              </a:extLst>
            </p:cNvPr>
            <p:cNvSpPr/>
            <p:nvPr/>
          </p:nvSpPr>
          <p:spPr>
            <a:xfrm>
              <a:off x="1726848" y="3688118"/>
              <a:ext cx="81965" cy="82582"/>
            </a:xfrm>
            <a:custGeom>
              <a:avLst/>
              <a:gdLst/>
              <a:ahLst/>
              <a:cxnLst/>
              <a:rect l="l" t="t" r="r" b="b"/>
              <a:pathLst>
                <a:path w="1195" h="1204" extrusionOk="0">
                  <a:moveTo>
                    <a:pt x="1195" y="0"/>
                  </a:moveTo>
                  <a:lnTo>
                    <a:pt x="1076" y="9"/>
                  </a:lnTo>
                  <a:lnTo>
                    <a:pt x="958" y="28"/>
                  </a:lnTo>
                  <a:lnTo>
                    <a:pt x="839" y="55"/>
                  </a:lnTo>
                  <a:lnTo>
                    <a:pt x="730" y="101"/>
                  </a:lnTo>
                  <a:lnTo>
                    <a:pt x="629" y="146"/>
                  </a:lnTo>
                  <a:lnTo>
                    <a:pt x="529" y="210"/>
                  </a:lnTo>
                  <a:lnTo>
                    <a:pt x="438" y="274"/>
                  </a:lnTo>
                  <a:lnTo>
                    <a:pt x="347" y="356"/>
                  </a:lnTo>
                  <a:lnTo>
                    <a:pt x="274" y="438"/>
                  </a:lnTo>
                  <a:lnTo>
                    <a:pt x="201" y="529"/>
                  </a:lnTo>
                  <a:lnTo>
                    <a:pt x="146" y="629"/>
                  </a:lnTo>
                  <a:lnTo>
                    <a:pt x="91" y="739"/>
                  </a:lnTo>
                  <a:lnTo>
                    <a:pt x="55" y="848"/>
                  </a:lnTo>
                  <a:lnTo>
                    <a:pt x="18" y="958"/>
                  </a:lnTo>
                  <a:lnTo>
                    <a:pt x="0" y="1076"/>
                  </a:lnTo>
                  <a:lnTo>
                    <a:pt x="0" y="1204"/>
                  </a:lnTo>
                  <a:lnTo>
                    <a:pt x="228" y="1204"/>
                  </a:lnTo>
                  <a:lnTo>
                    <a:pt x="237" y="1104"/>
                  </a:lnTo>
                  <a:lnTo>
                    <a:pt x="246" y="1003"/>
                  </a:lnTo>
                  <a:lnTo>
                    <a:pt x="274" y="912"/>
                  </a:lnTo>
                  <a:lnTo>
                    <a:pt x="301" y="821"/>
                  </a:lnTo>
                  <a:lnTo>
                    <a:pt x="347" y="739"/>
                  </a:lnTo>
                  <a:lnTo>
                    <a:pt x="392" y="657"/>
                  </a:lnTo>
                  <a:lnTo>
                    <a:pt x="447" y="584"/>
                  </a:lnTo>
                  <a:lnTo>
                    <a:pt x="511" y="520"/>
                  </a:lnTo>
                  <a:lnTo>
                    <a:pt x="584" y="456"/>
                  </a:lnTo>
                  <a:lnTo>
                    <a:pt x="657" y="401"/>
                  </a:lnTo>
                  <a:lnTo>
                    <a:pt x="739" y="347"/>
                  </a:lnTo>
                  <a:lnTo>
                    <a:pt x="821" y="310"/>
                  </a:lnTo>
                  <a:lnTo>
                    <a:pt x="912" y="274"/>
                  </a:lnTo>
                  <a:lnTo>
                    <a:pt x="1003" y="256"/>
                  </a:lnTo>
                  <a:lnTo>
                    <a:pt x="1094" y="237"/>
                  </a:lnTo>
                  <a:lnTo>
                    <a:pt x="1195" y="237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62;p19">
              <a:extLst>
                <a:ext uri="{FF2B5EF4-FFF2-40B4-BE49-F238E27FC236}">
                  <a16:creationId xmlns:a16="http://schemas.microsoft.com/office/drawing/2014/main" id="{46C6DDB5-1739-6BE5-B807-68F98EC21CB7}"/>
                </a:ext>
              </a:extLst>
            </p:cNvPr>
            <p:cNvSpPr/>
            <p:nvPr/>
          </p:nvSpPr>
          <p:spPr>
            <a:xfrm>
              <a:off x="1551053" y="3295307"/>
              <a:ext cx="65160" cy="100759"/>
            </a:xfrm>
            <a:custGeom>
              <a:avLst/>
              <a:gdLst/>
              <a:ahLst/>
              <a:cxnLst/>
              <a:rect l="l" t="t" r="r" b="b"/>
              <a:pathLst>
                <a:path w="950" h="1469" extrusionOk="0">
                  <a:moveTo>
                    <a:pt x="65" y="1"/>
                  </a:moveTo>
                  <a:lnTo>
                    <a:pt x="1" y="229"/>
                  </a:lnTo>
                  <a:lnTo>
                    <a:pt x="92" y="256"/>
                  </a:lnTo>
                  <a:lnTo>
                    <a:pt x="183" y="293"/>
                  </a:lnTo>
                  <a:lnTo>
                    <a:pt x="265" y="338"/>
                  </a:lnTo>
                  <a:lnTo>
                    <a:pt x="347" y="393"/>
                  </a:lnTo>
                  <a:lnTo>
                    <a:pt x="411" y="448"/>
                  </a:lnTo>
                  <a:lnTo>
                    <a:pt x="484" y="520"/>
                  </a:lnTo>
                  <a:lnTo>
                    <a:pt x="539" y="593"/>
                  </a:lnTo>
                  <a:lnTo>
                    <a:pt x="594" y="676"/>
                  </a:lnTo>
                  <a:lnTo>
                    <a:pt x="639" y="758"/>
                  </a:lnTo>
                  <a:lnTo>
                    <a:pt x="676" y="849"/>
                  </a:lnTo>
                  <a:lnTo>
                    <a:pt x="694" y="940"/>
                  </a:lnTo>
                  <a:lnTo>
                    <a:pt x="712" y="1031"/>
                  </a:lnTo>
                  <a:lnTo>
                    <a:pt x="721" y="1122"/>
                  </a:lnTo>
                  <a:lnTo>
                    <a:pt x="721" y="1223"/>
                  </a:lnTo>
                  <a:lnTo>
                    <a:pt x="712" y="1314"/>
                  </a:lnTo>
                  <a:lnTo>
                    <a:pt x="685" y="1405"/>
                  </a:lnTo>
                  <a:lnTo>
                    <a:pt x="913" y="1469"/>
                  </a:lnTo>
                  <a:lnTo>
                    <a:pt x="940" y="1350"/>
                  </a:lnTo>
                  <a:lnTo>
                    <a:pt x="949" y="1232"/>
                  </a:lnTo>
                  <a:lnTo>
                    <a:pt x="949" y="1122"/>
                  </a:lnTo>
                  <a:lnTo>
                    <a:pt x="940" y="1004"/>
                  </a:lnTo>
                  <a:lnTo>
                    <a:pt x="922" y="885"/>
                  </a:lnTo>
                  <a:lnTo>
                    <a:pt x="885" y="776"/>
                  </a:lnTo>
                  <a:lnTo>
                    <a:pt x="849" y="666"/>
                  </a:lnTo>
                  <a:lnTo>
                    <a:pt x="794" y="557"/>
                  </a:lnTo>
                  <a:lnTo>
                    <a:pt x="730" y="457"/>
                  </a:lnTo>
                  <a:lnTo>
                    <a:pt x="657" y="365"/>
                  </a:lnTo>
                  <a:lnTo>
                    <a:pt x="575" y="283"/>
                  </a:lnTo>
                  <a:lnTo>
                    <a:pt x="484" y="210"/>
                  </a:lnTo>
                  <a:lnTo>
                    <a:pt x="384" y="138"/>
                  </a:lnTo>
                  <a:lnTo>
                    <a:pt x="284" y="83"/>
                  </a:lnTo>
                  <a:lnTo>
                    <a:pt x="174" y="37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63;p19">
              <a:extLst>
                <a:ext uri="{FF2B5EF4-FFF2-40B4-BE49-F238E27FC236}">
                  <a16:creationId xmlns:a16="http://schemas.microsoft.com/office/drawing/2014/main" id="{8399ACD9-9354-3824-DB71-E3D5D1B2FDFE}"/>
                </a:ext>
              </a:extLst>
            </p:cNvPr>
            <p:cNvSpPr/>
            <p:nvPr/>
          </p:nvSpPr>
          <p:spPr>
            <a:xfrm>
              <a:off x="1749345" y="3897589"/>
              <a:ext cx="38822" cy="130801"/>
            </a:xfrm>
            <a:custGeom>
              <a:avLst/>
              <a:gdLst/>
              <a:ahLst/>
              <a:cxnLst/>
              <a:rect l="l" t="t" r="r" b="b"/>
              <a:pathLst>
                <a:path w="566" h="1907" extrusionOk="0">
                  <a:moveTo>
                    <a:pt x="165" y="1"/>
                  </a:moveTo>
                  <a:lnTo>
                    <a:pt x="1" y="165"/>
                  </a:lnTo>
                  <a:lnTo>
                    <a:pt x="73" y="247"/>
                  </a:lnTo>
                  <a:lnTo>
                    <a:pt x="146" y="329"/>
                  </a:lnTo>
                  <a:lnTo>
                    <a:pt x="201" y="429"/>
                  </a:lnTo>
                  <a:lnTo>
                    <a:pt x="247" y="521"/>
                  </a:lnTo>
                  <a:lnTo>
                    <a:pt x="283" y="621"/>
                  </a:lnTo>
                  <a:lnTo>
                    <a:pt x="311" y="730"/>
                  </a:lnTo>
                  <a:lnTo>
                    <a:pt x="329" y="840"/>
                  </a:lnTo>
                  <a:lnTo>
                    <a:pt x="329" y="949"/>
                  </a:lnTo>
                  <a:lnTo>
                    <a:pt x="329" y="1059"/>
                  </a:lnTo>
                  <a:lnTo>
                    <a:pt x="311" y="1168"/>
                  </a:lnTo>
                  <a:lnTo>
                    <a:pt x="283" y="1278"/>
                  </a:lnTo>
                  <a:lnTo>
                    <a:pt x="247" y="1378"/>
                  </a:lnTo>
                  <a:lnTo>
                    <a:pt x="201" y="1478"/>
                  </a:lnTo>
                  <a:lnTo>
                    <a:pt x="146" y="1569"/>
                  </a:lnTo>
                  <a:lnTo>
                    <a:pt x="83" y="1661"/>
                  </a:lnTo>
                  <a:lnTo>
                    <a:pt x="10" y="1743"/>
                  </a:lnTo>
                  <a:lnTo>
                    <a:pt x="165" y="1907"/>
                  </a:lnTo>
                  <a:lnTo>
                    <a:pt x="256" y="1806"/>
                  </a:lnTo>
                  <a:lnTo>
                    <a:pt x="338" y="1697"/>
                  </a:lnTo>
                  <a:lnTo>
                    <a:pt x="402" y="1588"/>
                  </a:lnTo>
                  <a:lnTo>
                    <a:pt x="456" y="1469"/>
                  </a:lnTo>
                  <a:lnTo>
                    <a:pt x="502" y="1341"/>
                  </a:lnTo>
                  <a:lnTo>
                    <a:pt x="539" y="1214"/>
                  </a:lnTo>
                  <a:lnTo>
                    <a:pt x="557" y="1086"/>
                  </a:lnTo>
                  <a:lnTo>
                    <a:pt x="566" y="949"/>
                  </a:lnTo>
                  <a:lnTo>
                    <a:pt x="557" y="822"/>
                  </a:lnTo>
                  <a:lnTo>
                    <a:pt x="539" y="685"/>
                  </a:lnTo>
                  <a:lnTo>
                    <a:pt x="502" y="557"/>
                  </a:lnTo>
                  <a:lnTo>
                    <a:pt x="456" y="439"/>
                  </a:lnTo>
                  <a:lnTo>
                    <a:pt x="402" y="320"/>
                  </a:lnTo>
                  <a:lnTo>
                    <a:pt x="338" y="202"/>
                  </a:lnTo>
                  <a:lnTo>
                    <a:pt x="256" y="101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64;p19">
              <a:extLst>
                <a:ext uri="{FF2B5EF4-FFF2-40B4-BE49-F238E27FC236}">
                  <a16:creationId xmlns:a16="http://schemas.microsoft.com/office/drawing/2014/main" id="{609D5DA2-9EAE-99F4-8C3D-3DD9FEC399F3}"/>
                </a:ext>
              </a:extLst>
            </p:cNvPr>
            <p:cNvSpPr/>
            <p:nvPr/>
          </p:nvSpPr>
          <p:spPr>
            <a:xfrm>
              <a:off x="1766218" y="3249010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7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" y="202"/>
                  </a:lnTo>
                  <a:lnTo>
                    <a:pt x="1" y="247"/>
                  </a:lnTo>
                  <a:lnTo>
                    <a:pt x="1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2"/>
                  </a:lnTo>
                  <a:lnTo>
                    <a:pt x="475" y="156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7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265;p19">
              <a:extLst>
                <a:ext uri="{FF2B5EF4-FFF2-40B4-BE49-F238E27FC236}">
                  <a16:creationId xmlns:a16="http://schemas.microsoft.com/office/drawing/2014/main" id="{0C1D7580-8D6E-D12C-B5C5-53A29500477D}"/>
                </a:ext>
              </a:extLst>
            </p:cNvPr>
            <p:cNvSpPr/>
            <p:nvPr/>
          </p:nvSpPr>
          <p:spPr>
            <a:xfrm>
              <a:off x="1586720" y="337912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47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266;p19">
              <a:extLst>
                <a:ext uri="{FF2B5EF4-FFF2-40B4-BE49-F238E27FC236}">
                  <a16:creationId xmlns:a16="http://schemas.microsoft.com/office/drawing/2014/main" id="{FC937A13-1643-B901-0B43-51BD4DD70BE2}"/>
                </a:ext>
              </a:extLst>
            </p:cNvPr>
            <p:cNvSpPr/>
            <p:nvPr/>
          </p:nvSpPr>
          <p:spPr>
            <a:xfrm>
              <a:off x="1700578" y="3516096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4" y="156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267;p19">
              <a:extLst>
                <a:ext uri="{FF2B5EF4-FFF2-40B4-BE49-F238E27FC236}">
                  <a16:creationId xmlns:a16="http://schemas.microsoft.com/office/drawing/2014/main" id="{17888E0D-140A-528E-3435-455FB6DA60F4}"/>
                </a:ext>
              </a:extLst>
            </p:cNvPr>
            <p:cNvSpPr/>
            <p:nvPr/>
          </p:nvSpPr>
          <p:spPr>
            <a:xfrm>
              <a:off x="1780005" y="3586125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38"/>
                  </a:lnTo>
                  <a:lnTo>
                    <a:pt x="484" y="293"/>
                  </a:lnTo>
                  <a:lnTo>
                    <a:pt x="484" y="247"/>
                  </a:lnTo>
                  <a:lnTo>
                    <a:pt x="484" y="201"/>
                  </a:lnTo>
                  <a:lnTo>
                    <a:pt x="46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268;p19">
              <a:extLst>
                <a:ext uri="{FF2B5EF4-FFF2-40B4-BE49-F238E27FC236}">
                  <a16:creationId xmlns:a16="http://schemas.microsoft.com/office/drawing/2014/main" id="{2845ACEB-0D69-A3D6-872E-53EFC98340BE}"/>
                </a:ext>
              </a:extLst>
            </p:cNvPr>
            <p:cNvSpPr/>
            <p:nvPr/>
          </p:nvSpPr>
          <p:spPr>
            <a:xfrm>
              <a:off x="1646804" y="342727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09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56"/>
                  </a:lnTo>
                  <a:lnTo>
                    <a:pt x="9" y="201"/>
                  </a:lnTo>
                  <a:lnTo>
                    <a:pt x="0" y="256"/>
                  </a:lnTo>
                  <a:lnTo>
                    <a:pt x="9" y="302"/>
                  </a:lnTo>
                  <a:lnTo>
                    <a:pt x="18" y="347"/>
                  </a:lnTo>
                  <a:lnTo>
                    <a:pt x="46" y="393"/>
                  </a:lnTo>
                  <a:lnTo>
                    <a:pt x="73" y="429"/>
                  </a:lnTo>
                  <a:lnTo>
                    <a:pt x="109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92" y="302"/>
                  </a:lnTo>
                  <a:lnTo>
                    <a:pt x="492" y="256"/>
                  </a:lnTo>
                  <a:lnTo>
                    <a:pt x="492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269;p19">
              <a:extLst>
                <a:ext uri="{FF2B5EF4-FFF2-40B4-BE49-F238E27FC236}">
                  <a16:creationId xmlns:a16="http://schemas.microsoft.com/office/drawing/2014/main" id="{416A876F-2A3E-AFE7-FCBC-BF98D269C1DE}"/>
                </a:ext>
              </a:extLst>
            </p:cNvPr>
            <p:cNvSpPr/>
            <p:nvPr/>
          </p:nvSpPr>
          <p:spPr>
            <a:xfrm>
              <a:off x="1620534" y="3649296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01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47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3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8"/>
                  </a:lnTo>
                  <a:lnTo>
                    <a:pt x="146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37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4" y="338"/>
                  </a:lnTo>
                  <a:lnTo>
                    <a:pt x="483" y="293"/>
                  </a:lnTo>
                  <a:lnTo>
                    <a:pt x="492" y="247"/>
                  </a:lnTo>
                  <a:lnTo>
                    <a:pt x="483" y="192"/>
                  </a:lnTo>
                  <a:lnTo>
                    <a:pt x="474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7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270;p19">
              <a:extLst>
                <a:ext uri="{FF2B5EF4-FFF2-40B4-BE49-F238E27FC236}">
                  <a16:creationId xmlns:a16="http://schemas.microsoft.com/office/drawing/2014/main" id="{AF795B63-F1D4-8C19-15B0-AA8FC2106C9B}"/>
                </a:ext>
              </a:extLst>
            </p:cNvPr>
            <p:cNvSpPr/>
            <p:nvPr/>
          </p:nvSpPr>
          <p:spPr>
            <a:xfrm>
              <a:off x="1647421" y="3767544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28" y="146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292"/>
                  </a:lnTo>
                  <a:lnTo>
                    <a:pt x="2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4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4"/>
                  </a:lnTo>
                  <a:lnTo>
                    <a:pt x="392" y="447"/>
                  </a:lnTo>
                  <a:lnTo>
                    <a:pt x="429" y="420"/>
                  </a:lnTo>
                  <a:lnTo>
                    <a:pt x="456" y="383"/>
                  </a:lnTo>
                  <a:lnTo>
                    <a:pt x="474" y="338"/>
                  </a:lnTo>
                  <a:lnTo>
                    <a:pt x="493" y="292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9" y="73"/>
                  </a:lnTo>
                  <a:lnTo>
                    <a:pt x="392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271;p19">
              <a:extLst>
                <a:ext uri="{FF2B5EF4-FFF2-40B4-BE49-F238E27FC236}">
                  <a16:creationId xmlns:a16="http://schemas.microsoft.com/office/drawing/2014/main" id="{6201FDF6-FCC3-5620-5708-14E3BB3AC767}"/>
                </a:ext>
              </a:extLst>
            </p:cNvPr>
            <p:cNvSpPr/>
            <p:nvPr/>
          </p:nvSpPr>
          <p:spPr>
            <a:xfrm>
              <a:off x="1683019" y="3826325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0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6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37"/>
                  </a:lnTo>
                  <a:lnTo>
                    <a:pt x="347" y="19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72;p19">
              <a:extLst>
                <a:ext uri="{FF2B5EF4-FFF2-40B4-BE49-F238E27FC236}">
                  <a16:creationId xmlns:a16="http://schemas.microsoft.com/office/drawing/2014/main" id="{D8909B39-9FA2-C591-B9A6-AC506CFFEFD0}"/>
                </a:ext>
              </a:extLst>
            </p:cNvPr>
            <p:cNvSpPr/>
            <p:nvPr/>
          </p:nvSpPr>
          <p:spPr>
            <a:xfrm>
              <a:off x="1741183" y="388887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202" y="9"/>
                  </a:lnTo>
                  <a:lnTo>
                    <a:pt x="156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55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301"/>
                  </a:lnTo>
                  <a:lnTo>
                    <a:pt x="19" y="347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56" y="474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47"/>
                  </a:lnTo>
                  <a:lnTo>
                    <a:pt x="493" y="301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5" y="155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7" y="18"/>
                  </a:lnTo>
                  <a:lnTo>
                    <a:pt x="302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273;p19">
              <a:extLst>
                <a:ext uri="{FF2B5EF4-FFF2-40B4-BE49-F238E27FC236}">
                  <a16:creationId xmlns:a16="http://schemas.microsoft.com/office/drawing/2014/main" id="{E6455691-374D-F061-55E0-F648A8CE571C}"/>
                </a:ext>
              </a:extLst>
            </p:cNvPr>
            <p:cNvSpPr/>
            <p:nvPr/>
          </p:nvSpPr>
          <p:spPr>
            <a:xfrm>
              <a:off x="1788716" y="367933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48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8" y="19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274;p19">
              <a:extLst>
                <a:ext uri="{FF2B5EF4-FFF2-40B4-BE49-F238E27FC236}">
                  <a16:creationId xmlns:a16="http://schemas.microsoft.com/office/drawing/2014/main" id="{34138EE1-CD7F-E05A-75D8-16B80C966D32}"/>
                </a:ext>
              </a:extLst>
            </p:cNvPr>
            <p:cNvSpPr/>
            <p:nvPr/>
          </p:nvSpPr>
          <p:spPr>
            <a:xfrm>
              <a:off x="1875070" y="3175208"/>
              <a:ext cx="427864" cy="855729"/>
            </a:xfrm>
            <a:custGeom>
              <a:avLst/>
              <a:gdLst/>
              <a:ahLst/>
              <a:cxnLst/>
              <a:rect l="l" t="t" r="r" b="b"/>
              <a:pathLst>
                <a:path w="6238" h="12476" extrusionOk="0">
                  <a:moveTo>
                    <a:pt x="1715" y="238"/>
                  </a:moveTo>
                  <a:lnTo>
                    <a:pt x="1842" y="265"/>
                  </a:lnTo>
                  <a:lnTo>
                    <a:pt x="1970" y="293"/>
                  </a:lnTo>
                  <a:lnTo>
                    <a:pt x="2089" y="338"/>
                  </a:lnTo>
                  <a:lnTo>
                    <a:pt x="2207" y="393"/>
                  </a:lnTo>
                  <a:lnTo>
                    <a:pt x="2316" y="466"/>
                  </a:lnTo>
                  <a:lnTo>
                    <a:pt x="2426" y="539"/>
                  </a:lnTo>
                  <a:lnTo>
                    <a:pt x="2517" y="621"/>
                  </a:lnTo>
                  <a:lnTo>
                    <a:pt x="2608" y="721"/>
                  </a:lnTo>
                  <a:lnTo>
                    <a:pt x="2681" y="822"/>
                  </a:lnTo>
                  <a:lnTo>
                    <a:pt x="2754" y="931"/>
                  </a:lnTo>
                  <a:lnTo>
                    <a:pt x="2809" y="1050"/>
                  </a:lnTo>
                  <a:lnTo>
                    <a:pt x="2854" y="1168"/>
                  </a:lnTo>
                  <a:lnTo>
                    <a:pt x="2891" y="1296"/>
                  </a:lnTo>
                  <a:lnTo>
                    <a:pt x="2909" y="1423"/>
                  </a:lnTo>
                  <a:lnTo>
                    <a:pt x="2918" y="1560"/>
                  </a:lnTo>
                  <a:lnTo>
                    <a:pt x="2927" y="1697"/>
                  </a:lnTo>
                  <a:lnTo>
                    <a:pt x="3055" y="1670"/>
                  </a:lnTo>
                  <a:lnTo>
                    <a:pt x="3237" y="1651"/>
                  </a:lnTo>
                  <a:lnTo>
                    <a:pt x="3411" y="1642"/>
                  </a:lnTo>
                  <a:lnTo>
                    <a:pt x="3611" y="1651"/>
                  </a:lnTo>
                  <a:lnTo>
                    <a:pt x="3803" y="1679"/>
                  </a:lnTo>
                  <a:lnTo>
                    <a:pt x="3994" y="1724"/>
                  </a:lnTo>
                  <a:lnTo>
                    <a:pt x="4177" y="1797"/>
                  </a:lnTo>
                  <a:lnTo>
                    <a:pt x="4341" y="1879"/>
                  </a:lnTo>
                  <a:lnTo>
                    <a:pt x="4505" y="1980"/>
                  </a:lnTo>
                  <a:lnTo>
                    <a:pt x="4660" y="2089"/>
                  </a:lnTo>
                  <a:lnTo>
                    <a:pt x="4797" y="2217"/>
                  </a:lnTo>
                  <a:lnTo>
                    <a:pt x="4924" y="2354"/>
                  </a:lnTo>
                  <a:lnTo>
                    <a:pt x="5034" y="2509"/>
                  </a:lnTo>
                  <a:lnTo>
                    <a:pt x="5134" y="2664"/>
                  </a:lnTo>
                  <a:lnTo>
                    <a:pt x="5216" y="2837"/>
                  </a:lnTo>
                  <a:lnTo>
                    <a:pt x="5280" y="3019"/>
                  </a:lnTo>
                  <a:lnTo>
                    <a:pt x="5335" y="3211"/>
                  </a:lnTo>
                  <a:lnTo>
                    <a:pt x="5362" y="3402"/>
                  </a:lnTo>
                  <a:lnTo>
                    <a:pt x="5371" y="3603"/>
                  </a:lnTo>
                  <a:lnTo>
                    <a:pt x="5371" y="3730"/>
                  </a:lnTo>
                  <a:lnTo>
                    <a:pt x="5353" y="3858"/>
                  </a:lnTo>
                  <a:lnTo>
                    <a:pt x="5335" y="3986"/>
                  </a:lnTo>
                  <a:lnTo>
                    <a:pt x="5307" y="4113"/>
                  </a:lnTo>
                  <a:lnTo>
                    <a:pt x="5271" y="4232"/>
                  </a:lnTo>
                  <a:lnTo>
                    <a:pt x="5225" y="4351"/>
                  </a:lnTo>
                  <a:lnTo>
                    <a:pt x="5171" y="4469"/>
                  </a:lnTo>
                  <a:lnTo>
                    <a:pt x="5107" y="4588"/>
                  </a:lnTo>
                  <a:lnTo>
                    <a:pt x="5070" y="4642"/>
                  </a:lnTo>
                  <a:lnTo>
                    <a:pt x="5107" y="4706"/>
                  </a:lnTo>
                  <a:lnTo>
                    <a:pt x="5171" y="4816"/>
                  </a:lnTo>
                  <a:lnTo>
                    <a:pt x="5225" y="4934"/>
                  </a:lnTo>
                  <a:lnTo>
                    <a:pt x="5280" y="5053"/>
                  </a:lnTo>
                  <a:lnTo>
                    <a:pt x="5317" y="5171"/>
                  </a:lnTo>
                  <a:lnTo>
                    <a:pt x="5344" y="5299"/>
                  </a:lnTo>
                  <a:lnTo>
                    <a:pt x="5371" y="5417"/>
                  </a:lnTo>
                  <a:lnTo>
                    <a:pt x="5380" y="5545"/>
                  </a:lnTo>
                  <a:lnTo>
                    <a:pt x="5389" y="5682"/>
                  </a:lnTo>
                  <a:lnTo>
                    <a:pt x="5389" y="5700"/>
                  </a:lnTo>
                  <a:lnTo>
                    <a:pt x="5380" y="5773"/>
                  </a:lnTo>
                  <a:lnTo>
                    <a:pt x="5426" y="5810"/>
                  </a:lnTo>
                  <a:lnTo>
                    <a:pt x="5554" y="5946"/>
                  </a:lnTo>
                  <a:lnTo>
                    <a:pt x="5672" y="6092"/>
                  </a:lnTo>
                  <a:lnTo>
                    <a:pt x="5772" y="6256"/>
                  </a:lnTo>
                  <a:lnTo>
                    <a:pt x="5855" y="6420"/>
                  </a:lnTo>
                  <a:lnTo>
                    <a:pt x="5918" y="6594"/>
                  </a:lnTo>
                  <a:lnTo>
                    <a:pt x="5964" y="6776"/>
                  </a:lnTo>
                  <a:lnTo>
                    <a:pt x="6000" y="6968"/>
                  </a:lnTo>
                  <a:lnTo>
                    <a:pt x="6010" y="7159"/>
                  </a:lnTo>
                  <a:lnTo>
                    <a:pt x="6000" y="7278"/>
                  </a:lnTo>
                  <a:lnTo>
                    <a:pt x="5991" y="7387"/>
                  </a:lnTo>
                  <a:lnTo>
                    <a:pt x="5973" y="7506"/>
                  </a:lnTo>
                  <a:lnTo>
                    <a:pt x="5946" y="7615"/>
                  </a:lnTo>
                  <a:lnTo>
                    <a:pt x="5918" y="7724"/>
                  </a:lnTo>
                  <a:lnTo>
                    <a:pt x="5882" y="7834"/>
                  </a:lnTo>
                  <a:lnTo>
                    <a:pt x="5836" y="7934"/>
                  </a:lnTo>
                  <a:lnTo>
                    <a:pt x="5782" y="8034"/>
                  </a:lnTo>
                  <a:lnTo>
                    <a:pt x="5727" y="8135"/>
                  </a:lnTo>
                  <a:lnTo>
                    <a:pt x="5663" y="8226"/>
                  </a:lnTo>
                  <a:lnTo>
                    <a:pt x="5599" y="8317"/>
                  </a:lnTo>
                  <a:lnTo>
                    <a:pt x="5517" y="8408"/>
                  </a:lnTo>
                  <a:lnTo>
                    <a:pt x="5444" y="8490"/>
                  </a:lnTo>
                  <a:lnTo>
                    <a:pt x="5353" y="8563"/>
                  </a:lnTo>
                  <a:lnTo>
                    <a:pt x="5262" y="8636"/>
                  </a:lnTo>
                  <a:lnTo>
                    <a:pt x="5171" y="8700"/>
                  </a:lnTo>
                  <a:lnTo>
                    <a:pt x="5107" y="8746"/>
                  </a:lnTo>
                  <a:lnTo>
                    <a:pt x="5116" y="8819"/>
                  </a:lnTo>
                  <a:lnTo>
                    <a:pt x="5134" y="8965"/>
                  </a:lnTo>
                  <a:lnTo>
                    <a:pt x="5143" y="9120"/>
                  </a:lnTo>
                  <a:lnTo>
                    <a:pt x="5134" y="9302"/>
                  </a:lnTo>
                  <a:lnTo>
                    <a:pt x="5107" y="9475"/>
                  </a:lnTo>
                  <a:lnTo>
                    <a:pt x="5070" y="9648"/>
                  </a:lnTo>
                  <a:lnTo>
                    <a:pt x="5006" y="9813"/>
                  </a:lnTo>
                  <a:lnTo>
                    <a:pt x="4934" y="9968"/>
                  </a:lnTo>
                  <a:lnTo>
                    <a:pt x="4851" y="10123"/>
                  </a:lnTo>
                  <a:lnTo>
                    <a:pt x="4751" y="10259"/>
                  </a:lnTo>
                  <a:lnTo>
                    <a:pt x="4642" y="10387"/>
                  </a:lnTo>
                  <a:lnTo>
                    <a:pt x="4514" y="10506"/>
                  </a:lnTo>
                  <a:lnTo>
                    <a:pt x="4386" y="10615"/>
                  </a:lnTo>
                  <a:lnTo>
                    <a:pt x="4241" y="10706"/>
                  </a:lnTo>
                  <a:lnTo>
                    <a:pt x="4086" y="10788"/>
                  </a:lnTo>
                  <a:lnTo>
                    <a:pt x="3921" y="10861"/>
                  </a:lnTo>
                  <a:lnTo>
                    <a:pt x="3757" y="10907"/>
                  </a:lnTo>
                  <a:lnTo>
                    <a:pt x="3584" y="10943"/>
                  </a:lnTo>
                  <a:lnTo>
                    <a:pt x="3402" y="10961"/>
                  </a:lnTo>
                  <a:lnTo>
                    <a:pt x="3320" y="10971"/>
                  </a:lnTo>
                  <a:lnTo>
                    <a:pt x="3292" y="11053"/>
                  </a:lnTo>
                  <a:lnTo>
                    <a:pt x="3256" y="11180"/>
                  </a:lnTo>
                  <a:lnTo>
                    <a:pt x="3210" y="11308"/>
                  </a:lnTo>
                  <a:lnTo>
                    <a:pt x="3155" y="11417"/>
                  </a:lnTo>
                  <a:lnTo>
                    <a:pt x="3092" y="11536"/>
                  </a:lnTo>
                  <a:lnTo>
                    <a:pt x="3019" y="11636"/>
                  </a:lnTo>
                  <a:lnTo>
                    <a:pt x="2937" y="11737"/>
                  </a:lnTo>
                  <a:lnTo>
                    <a:pt x="2845" y="11828"/>
                  </a:lnTo>
                  <a:lnTo>
                    <a:pt x="2745" y="11910"/>
                  </a:lnTo>
                  <a:lnTo>
                    <a:pt x="2645" y="11983"/>
                  </a:lnTo>
                  <a:lnTo>
                    <a:pt x="2535" y="12047"/>
                  </a:lnTo>
                  <a:lnTo>
                    <a:pt x="2417" y="12110"/>
                  </a:lnTo>
                  <a:lnTo>
                    <a:pt x="2298" y="12156"/>
                  </a:lnTo>
                  <a:lnTo>
                    <a:pt x="2180" y="12193"/>
                  </a:lnTo>
                  <a:lnTo>
                    <a:pt x="2052" y="12220"/>
                  </a:lnTo>
                  <a:lnTo>
                    <a:pt x="1915" y="12238"/>
                  </a:lnTo>
                  <a:lnTo>
                    <a:pt x="1788" y="12238"/>
                  </a:lnTo>
                  <a:lnTo>
                    <a:pt x="1623" y="12229"/>
                  </a:lnTo>
                  <a:lnTo>
                    <a:pt x="1468" y="12211"/>
                  </a:lnTo>
                  <a:lnTo>
                    <a:pt x="1323" y="12174"/>
                  </a:lnTo>
                  <a:lnTo>
                    <a:pt x="1177" y="12120"/>
                  </a:lnTo>
                  <a:lnTo>
                    <a:pt x="1040" y="12056"/>
                  </a:lnTo>
                  <a:lnTo>
                    <a:pt x="912" y="11974"/>
                  </a:lnTo>
                  <a:lnTo>
                    <a:pt x="794" y="11882"/>
                  </a:lnTo>
                  <a:lnTo>
                    <a:pt x="684" y="11782"/>
                  </a:lnTo>
                  <a:lnTo>
                    <a:pt x="584" y="11673"/>
                  </a:lnTo>
                  <a:lnTo>
                    <a:pt x="493" y="11554"/>
                  </a:lnTo>
                  <a:lnTo>
                    <a:pt x="420" y="11427"/>
                  </a:lnTo>
                  <a:lnTo>
                    <a:pt x="347" y="11290"/>
                  </a:lnTo>
                  <a:lnTo>
                    <a:pt x="301" y="11144"/>
                  </a:lnTo>
                  <a:lnTo>
                    <a:pt x="256" y="10998"/>
                  </a:lnTo>
                  <a:lnTo>
                    <a:pt x="237" y="10843"/>
                  </a:lnTo>
                  <a:lnTo>
                    <a:pt x="228" y="10688"/>
                  </a:lnTo>
                  <a:lnTo>
                    <a:pt x="228" y="1578"/>
                  </a:lnTo>
                  <a:lnTo>
                    <a:pt x="237" y="1442"/>
                  </a:lnTo>
                  <a:lnTo>
                    <a:pt x="256" y="1314"/>
                  </a:lnTo>
                  <a:lnTo>
                    <a:pt x="292" y="1186"/>
                  </a:lnTo>
                  <a:lnTo>
                    <a:pt x="338" y="1059"/>
                  </a:lnTo>
                  <a:lnTo>
                    <a:pt x="392" y="940"/>
                  </a:lnTo>
                  <a:lnTo>
                    <a:pt x="456" y="831"/>
                  </a:lnTo>
                  <a:lnTo>
                    <a:pt x="538" y="730"/>
                  </a:lnTo>
                  <a:lnTo>
                    <a:pt x="620" y="630"/>
                  </a:lnTo>
                  <a:lnTo>
                    <a:pt x="721" y="539"/>
                  </a:lnTo>
                  <a:lnTo>
                    <a:pt x="821" y="466"/>
                  </a:lnTo>
                  <a:lnTo>
                    <a:pt x="930" y="402"/>
                  </a:lnTo>
                  <a:lnTo>
                    <a:pt x="1049" y="338"/>
                  </a:lnTo>
                  <a:lnTo>
                    <a:pt x="1177" y="293"/>
                  </a:lnTo>
                  <a:lnTo>
                    <a:pt x="1304" y="265"/>
                  </a:lnTo>
                  <a:lnTo>
                    <a:pt x="1441" y="238"/>
                  </a:lnTo>
                  <a:close/>
                  <a:moveTo>
                    <a:pt x="1578" y="1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4"/>
                  </a:lnTo>
                  <a:lnTo>
                    <a:pt x="958" y="129"/>
                  </a:lnTo>
                  <a:lnTo>
                    <a:pt x="821" y="192"/>
                  </a:lnTo>
                  <a:lnTo>
                    <a:pt x="693" y="275"/>
                  </a:lnTo>
                  <a:lnTo>
                    <a:pt x="575" y="366"/>
                  </a:lnTo>
                  <a:lnTo>
                    <a:pt x="456" y="466"/>
                  </a:lnTo>
                  <a:lnTo>
                    <a:pt x="356" y="575"/>
                  </a:lnTo>
                  <a:lnTo>
                    <a:pt x="265" y="703"/>
                  </a:lnTo>
                  <a:lnTo>
                    <a:pt x="192" y="831"/>
                  </a:lnTo>
                  <a:lnTo>
                    <a:pt x="119" y="968"/>
                  </a:lnTo>
                  <a:lnTo>
                    <a:pt x="73" y="1113"/>
                  </a:lnTo>
                  <a:lnTo>
                    <a:pt x="28" y="1268"/>
                  </a:lnTo>
                  <a:lnTo>
                    <a:pt x="9" y="1423"/>
                  </a:lnTo>
                  <a:lnTo>
                    <a:pt x="0" y="1578"/>
                  </a:lnTo>
                  <a:lnTo>
                    <a:pt x="0" y="10688"/>
                  </a:lnTo>
                  <a:lnTo>
                    <a:pt x="9" y="10870"/>
                  </a:lnTo>
                  <a:lnTo>
                    <a:pt x="37" y="11044"/>
                  </a:lnTo>
                  <a:lnTo>
                    <a:pt x="82" y="11217"/>
                  </a:lnTo>
                  <a:lnTo>
                    <a:pt x="137" y="11381"/>
                  </a:lnTo>
                  <a:lnTo>
                    <a:pt x="210" y="11536"/>
                  </a:lnTo>
                  <a:lnTo>
                    <a:pt x="301" y="11682"/>
                  </a:lnTo>
                  <a:lnTo>
                    <a:pt x="411" y="11819"/>
                  </a:lnTo>
                  <a:lnTo>
                    <a:pt x="520" y="11946"/>
                  </a:lnTo>
                  <a:lnTo>
                    <a:pt x="648" y="12065"/>
                  </a:lnTo>
                  <a:lnTo>
                    <a:pt x="785" y="12165"/>
                  </a:lnTo>
                  <a:lnTo>
                    <a:pt x="930" y="12256"/>
                  </a:lnTo>
                  <a:lnTo>
                    <a:pt x="1085" y="12329"/>
                  </a:lnTo>
                  <a:lnTo>
                    <a:pt x="1250" y="12393"/>
                  </a:lnTo>
                  <a:lnTo>
                    <a:pt x="1423" y="12439"/>
                  </a:lnTo>
                  <a:lnTo>
                    <a:pt x="1605" y="12466"/>
                  </a:lnTo>
                  <a:lnTo>
                    <a:pt x="1788" y="12475"/>
                  </a:lnTo>
                  <a:lnTo>
                    <a:pt x="1934" y="12466"/>
                  </a:lnTo>
                  <a:lnTo>
                    <a:pt x="2079" y="12448"/>
                  </a:lnTo>
                  <a:lnTo>
                    <a:pt x="2216" y="12420"/>
                  </a:lnTo>
                  <a:lnTo>
                    <a:pt x="2362" y="12375"/>
                  </a:lnTo>
                  <a:lnTo>
                    <a:pt x="2490" y="12329"/>
                  </a:lnTo>
                  <a:lnTo>
                    <a:pt x="2617" y="12265"/>
                  </a:lnTo>
                  <a:lnTo>
                    <a:pt x="2745" y="12193"/>
                  </a:lnTo>
                  <a:lnTo>
                    <a:pt x="2854" y="12110"/>
                  </a:lnTo>
                  <a:lnTo>
                    <a:pt x="2964" y="12028"/>
                  </a:lnTo>
                  <a:lnTo>
                    <a:pt x="3064" y="11928"/>
                  </a:lnTo>
                  <a:lnTo>
                    <a:pt x="3165" y="11819"/>
                  </a:lnTo>
                  <a:lnTo>
                    <a:pt x="3247" y="11709"/>
                  </a:lnTo>
                  <a:lnTo>
                    <a:pt x="3329" y="11591"/>
                  </a:lnTo>
                  <a:lnTo>
                    <a:pt x="3392" y="11463"/>
                  </a:lnTo>
                  <a:lnTo>
                    <a:pt x="3447" y="11326"/>
                  </a:lnTo>
                  <a:lnTo>
                    <a:pt x="3502" y="11189"/>
                  </a:lnTo>
                  <a:lnTo>
                    <a:pt x="3693" y="11162"/>
                  </a:lnTo>
                  <a:lnTo>
                    <a:pt x="3885" y="11117"/>
                  </a:lnTo>
                  <a:lnTo>
                    <a:pt x="4067" y="11053"/>
                  </a:lnTo>
                  <a:lnTo>
                    <a:pt x="4241" y="10971"/>
                  </a:lnTo>
                  <a:lnTo>
                    <a:pt x="4405" y="10879"/>
                  </a:lnTo>
                  <a:lnTo>
                    <a:pt x="4560" y="10770"/>
                  </a:lnTo>
                  <a:lnTo>
                    <a:pt x="4696" y="10651"/>
                  </a:lnTo>
                  <a:lnTo>
                    <a:pt x="4833" y="10515"/>
                  </a:lnTo>
                  <a:lnTo>
                    <a:pt x="4952" y="10378"/>
                  </a:lnTo>
                  <a:lnTo>
                    <a:pt x="5061" y="10223"/>
                  </a:lnTo>
                  <a:lnTo>
                    <a:pt x="5152" y="10059"/>
                  </a:lnTo>
                  <a:lnTo>
                    <a:pt x="5234" y="9886"/>
                  </a:lnTo>
                  <a:lnTo>
                    <a:pt x="5289" y="9703"/>
                  </a:lnTo>
                  <a:lnTo>
                    <a:pt x="5335" y="9512"/>
                  </a:lnTo>
                  <a:lnTo>
                    <a:pt x="5362" y="9320"/>
                  </a:lnTo>
                  <a:lnTo>
                    <a:pt x="5371" y="9120"/>
                  </a:lnTo>
                  <a:lnTo>
                    <a:pt x="5371" y="8983"/>
                  </a:lnTo>
                  <a:lnTo>
                    <a:pt x="5353" y="8855"/>
                  </a:lnTo>
                  <a:lnTo>
                    <a:pt x="5462" y="8782"/>
                  </a:lnTo>
                  <a:lnTo>
                    <a:pt x="5554" y="8700"/>
                  </a:lnTo>
                  <a:lnTo>
                    <a:pt x="5645" y="8609"/>
                  </a:lnTo>
                  <a:lnTo>
                    <a:pt x="5727" y="8518"/>
                  </a:lnTo>
                  <a:lnTo>
                    <a:pt x="5809" y="8427"/>
                  </a:lnTo>
                  <a:lnTo>
                    <a:pt x="5882" y="8326"/>
                  </a:lnTo>
                  <a:lnTo>
                    <a:pt x="5946" y="8217"/>
                  </a:lnTo>
                  <a:lnTo>
                    <a:pt x="6000" y="8117"/>
                  </a:lnTo>
                  <a:lnTo>
                    <a:pt x="6055" y="7998"/>
                  </a:lnTo>
                  <a:lnTo>
                    <a:pt x="6101" y="7889"/>
                  </a:lnTo>
                  <a:lnTo>
                    <a:pt x="6146" y="7770"/>
                  </a:lnTo>
                  <a:lnTo>
                    <a:pt x="6174" y="7651"/>
                  </a:lnTo>
                  <a:lnTo>
                    <a:pt x="6201" y="7533"/>
                  </a:lnTo>
                  <a:lnTo>
                    <a:pt x="6219" y="7405"/>
                  </a:lnTo>
                  <a:lnTo>
                    <a:pt x="6228" y="7287"/>
                  </a:lnTo>
                  <a:lnTo>
                    <a:pt x="6237" y="7159"/>
                  </a:lnTo>
                  <a:lnTo>
                    <a:pt x="6228" y="6949"/>
                  </a:lnTo>
                  <a:lnTo>
                    <a:pt x="6192" y="6749"/>
                  </a:lnTo>
                  <a:lnTo>
                    <a:pt x="6146" y="6548"/>
                  </a:lnTo>
                  <a:lnTo>
                    <a:pt x="6073" y="6357"/>
                  </a:lnTo>
                  <a:lnTo>
                    <a:pt x="5982" y="6174"/>
                  </a:lnTo>
                  <a:lnTo>
                    <a:pt x="5882" y="5992"/>
                  </a:lnTo>
                  <a:lnTo>
                    <a:pt x="5754" y="5828"/>
                  </a:lnTo>
                  <a:lnTo>
                    <a:pt x="5617" y="5673"/>
                  </a:lnTo>
                  <a:lnTo>
                    <a:pt x="5608" y="5545"/>
                  </a:lnTo>
                  <a:lnTo>
                    <a:pt x="5599" y="5408"/>
                  </a:lnTo>
                  <a:lnTo>
                    <a:pt x="5581" y="5272"/>
                  </a:lnTo>
                  <a:lnTo>
                    <a:pt x="5544" y="5144"/>
                  </a:lnTo>
                  <a:lnTo>
                    <a:pt x="5508" y="5007"/>
                  </a:lnTo>
                  <a:lnTo>
                    <a:pt x="5462" y="4889"/>
                  </a:lnTo>
                  <a:lnTo>
                    <a:pt x="5408" y="4761"/>
                  </a:lnTo>
                  <a:lnTo>
                    <a:pt x="5344" y="4642"/>
                  </a:lnTo>
                  <a:lnTo>
                    <a:pt x="5399" y="4524"/>
                  </a:lnTo>
                  <a:lnTo>
                    <a:pt x="5453" y="4396"/>
                  </a:lnTo>
                  <a:lnTo>
                    <a:pt x="5499" y="4268"/>
                  </a:lnTo>
                  <a:lnTo>
                    <a:pt x="5535" y="4141"/>
                  </a:lnTo>
                  <a:lnTo>
                    <a:pt x="5563" y="4004"/>
                  </a:lnTo>
                  <a:lnTo>
                    <a:pt x="5581" y="3876"/>
                  </a:lnTo>
                  <a:lnTo>
                    <a:pt x="5599" y="3740"/>
                  </a:lnTo>
                  <a:lnTo>
                    <a:pt x="5599" y="3603"/>
                  </a:lnTo>
                  <a:lnTo>
                    <a:pt x="5599" y="3493"/>
                  </a:lnTo>
                  <a:lnTo>
                    <a:pt x="5590" y="3375"/>
                  </a:lnTo>
                  <a:lnTo>
                    <a:pt x="5581" y="3265"/>
                  </a:lnTo>
                  <a:lnTo>
                    <a:pt x="5554" y="3165"/>
                  </a:lnTo>
                  <a:lnTo>
                    <a:pt x="5499" y="2946"/>
                  </a:lnTo>
                  <a:lnTo>
                    <a:pt x="5426" y="2746"/>
                  </a:lnTo>
                  <a:lnTo>
                    <a:pt x="5335" y="2554"/>
                  </a:lnTo>
                  <a:lnTo>
                    <a:pt x="5225" y="2381"/>
                  </a:lnTo>
                  <a:lnTo>
                    <a:pt x="5098" y="2208"/>
                  </a:lnTo>
                  <a:lnTo>
                    <a:pt x="4961" y="2053"/>
                  </a:lnTo>
                  <a:lnTo>
                    <a:pt x="4806" y="1907"/>
                  </a:lnTo>
                  <a:lnTo>
                    <a:pt x="4633" y="1788"/>
                  </a:lnTo>
                  <a:lnTo>
                    <a:pt x="4450" y="1670"/>
                  </a:lnTo>
                  <a:lnTo>
                    <a:pt x="4259" y="1578"/>
                  </a:lnTo>
                  <a:lnTo>
                    <a:pt x="4058" y="1506"/>
                  </a:lnTo>
                  <a:lnTo>
                    <a:pt x="3848" y="1451"/>
                  </a:lnTo>
                  <a:lnTo>
                    <a:pt x="3739" y="1433"/>
                  </a:lnTo>
                  <a:lnTo>
                    <a:pt x="3630" y="1423"/>
                  </a:lnTo>
                  <a:lnTo>
                    <a:pt x="3520" y="1414"/>
                  </a:lnTo>
                  <a:lnTo>
                    <a:pt x="3411" y="1405"/>
                  </a:lnTo>
                  <a:lnTo>
                    <a:pt x="3274" y="1414"/>
                  </a:lnTo>
                  <a:lnTo>
                    <a:pt x="3146" y="1423"/>
                  </a:lnTo>
                  <a:lnTo>
                    <a:pt x="3119" y="1278"/>
                  </a:lnTo>
                  <a:lnTo>
                    <a:pt x="3092" y="1141"/>
                  </a:lnTo>
                  <a:lnTo>
                    <a:pt x="3037" y="995"/>
                  </a:lnTo>
                  <a:lnTo>
                    <a:pt x="2982" y="867"/>
                  </a:lnTo>
                  <a:lnTo>
                    <a:pt x="2909" y="740"/>
                  </a:lnTo>
                  <a:lnTo>
                    <a:pt x="2827" y="630"/>
                  </a:lnTo>
                  <a:lnTo>
                    <a:pt x="2736" y="521"/>
                  </a:lnTo>
                  <a:lnTo>
                    <a:pt x="2636" y="420"/>
                  </a:lnTo>
                  <a:lnTo>
                    <a:pt x="2526" y="329"/>
                  </a:lnTo>
                  <a:lnTo>
                    <a:pt x="2408" y="247"/>
                  </a:lnTo>
                  <a:lnTo>
                    <a:pt x="2280" y="174"/>
                  </a:lnTo>
                  <a:lnTo>
                    <a:pt x="2152" y="110"/>
                  </a:lnTo>
                  <a:lnTo>
                    <a:pt x="2016" y="65"/>
                  </a:lnTo>
                  <a:lnTo>
                    <a:pt x="1870" y="28"/>
                  </a:lnTo>
                  <a:lnTo>
                    <a:pt x="1724" y="10"/>
                  </a:lnTo>
                  <a:lnTo>
                    <a:pt x="157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275;p19">
              <a:extLst>
                <a:ext uri="{FF2B5EF4-FFF2-40B4-BE49-F238E27FC236}">
                  <a16:creationId xmlns:a16="http://schemas.microsoft.com/office/drawing/2014/main" id="{8D8570AD-6C06-011D-F446-E4A4459EA60F}"/>
                </a:ext>
              </a:extLst>
            </p:cNvPr>
            <p:cNvSpPr/>
            <p:nvPr/>
          </p:nvSpPr>
          <p:spPr>
            <a:xfrm>
              <a:off x="1958269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98" y="0"/>
                  </a:moveTo>
                  <a:lnTo>
                    <a:pt x="2088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60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76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83" y="976"/>
                  </a:lnTo>
                  <a:lnTo>
                    <a:pt x="274" y="1149"/>
                  </a:lnTo>
                  <a:lnTo>
                    <a:pt x="173" y="1341"/>
                  </a:lnTo>
                  <a:lnTo>
                    <a:pt x="100" y="1541"/>
                  </a:lnTo>
                  <a:lnTo>
                    <a:pt x="46" y="1760"/>
                  </a:lnTo>
                  <a:lnTo>
                    <a:pt x="27" y="1860"/>
                  </a:lnTo>
                  <a:lnTo>
                    <a:pt x="18" y="1970"/>
                  </a:lnTo>
                  <a:lnTo>
                    <a:pt x="9" y="2088"/>
                  </a:lnTo>
                  <a:lnTo>
                    <a:pt x="0" y="2198"/>
                  </a:lnTo>
                  <a:lnTo>
                    <a:pt x="9" y="2316"/>
                  </a:lnTo>
                  <a:lnTo>
                    <a:pt x="18" y="2435"/>
                  </a:lnTo>
                  <a:lnTo>
                    <a:pt x="37" y="2553"/>
                  </a:lnTo>
                  <a:lnTo>
                    <a:pt x="55" y="2672"/>
                  </a:lnTo>
                  <a:lnTo>
                    <a:pt x="82" y="2781"/>
                  </a:lnTo>
                  <a:lnTo>
                    <a:pt x="119" y="2900"/>
                  </a:lnTo>
                  <a:lnTo>
                    <a:pt x="155" y="3009"/>
                  </a:lnTo>
                  <a:lnTo>
                    <a:pt x="210" y="3119"/>
                  </a:lnTo>
                  <a:lnTo>
                    <a:pt x="255" y="3219"/>
                  </a:lnTo>
                  <a:lnTo>
                    <a:pt x="319" y="3319"/>
                  </a:lnTo>
                  <a:lnTo>
                    <a:pt x="374" y="3420"/>
                  </a:lnTo>
                  <a:lnTo>
                    <a:pt x="447" y="3520"/>
                  </a:lnTo>
                  <a:lnTo>
                    <a:pt x="520" y="3611"/>
                  </a:lnTo>
                  <a:lnTo>
                    <a:pt x="602" y="3702"/>
                  </a:lnTo>
                  <a:lnTo>
                    <a:pt x="684" y="3784"/>
                  </a:lnTo>
                  <a:lnTo>
                    <a:pt x="775" y="3867"/>
                  </a:lnTo>
                  <a:lnTo>
                    <a:pt x="921" y="3684"/>
                  </a:lnTo>
                  <a:lnTo>
                    <a:pt x="839" y="3620"/>
                  </a:lnTo>
                  <a:lnTo>
                    <a:pt x="766" y="3538"/>
                  </a:lnTo>
                  <a:lnTo>
                    <a:pt x="693" y="3465"/>
                  </a:lnTo>
                  <a:lnTo>
                    <a:pt x="629" y="3374"/>
                  </a:lnTo>
                  <a:lnTo>
                    <a:pt x="565" y="3292"/>
                  </a:lnTo>
                  <a:lnTo>
                    <a:pt x="511" y="3201"/>
                  </a:lnTo>
                  <a:lnTo>
                    <a:pt x="465" y="3110"/>
                  </a:lnTo>
                  <a:lnTo>
                    <a:pt x="410" y="3018"/>
                  </a:lnTo>
                  <a:lnTo>
                    <a:pt x="374" y="2918"/>
                  </a:lnTo>
                  <a:lnTo>
                    <a:pt x="338" y="2827"/>
                  </a:lnTo>
                  <a:lnTo>
                    <a:pt x="310" y="2718"/>
                  </a:lnTo>
                  <a:lnTo>
                    <a:pt x="283" y="2617"/>
                  </a:lnTo>
                  <a:lnTo>
                    <a:pt x="265" y="2517"/>
                  </a:lnTo>
                  <a:lnTo>
                    <a:pt x="246" y="2408"/>
                  </a:lnTo>
                  <a:lnTo>
                    <a:pt x="237" y="2307"/>
                  </a:lnTo>
                  <a:lnTo>
                    <a:pt x="237" y="2198"/>
                  </a:lnTo>
                  <a:lnTo>
                    <a:pt x="246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92" y="1432"/>
                  </a:lnTo>
                  <a:lnTo>
                    <a:pt x="474" y="1259"/>
                  </a:lnTo>
                  <a:lnTo>
                    <a:pt x="575" y="1104"/>
                  </a:lnTo>
                  <a:lnTo>
                    <a:pt x="684" y="949"/>
                  </a:lnTo>
                  <a:lnTo>
                    <a:pt x="812" y="812"/>
                  </a:lnTo>
                  <a:lnTo>
                    <a:pt x="948" y="684"/>
                  </a:lnTo>
                  <a:lnTo>
                    <a:pt x="1103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806" y="274"/>
                  </a:lnTo>
                  <a:lnTo>
                    <a:pt x="1997" y="246"/>
                  </a:lnTo>
                  <a:lnTo>
                    <a:pt x="2198" y="237"/>
                  </a:lnTo>
                  <a:lnTo>
                    <a:pt x="2398" y="246"/>
                  </a:lnTo>
                  <a:lnTo>
                    <a:pt x="2590" y="274"/>
                  </a:lnTo>
                  <a:lnTo>
                    <a:pt x="2781" y="319"/>
                  </a:lnTo>
                  <a:lnTo>
                    <a:pt x="2964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47" y="684"/>
                  </a:lnTo>
                  <a:lnTo>
                    <a:pt x="3584" y="812"/>
                  </a:lnTo>
                  <a:lnTo>
                    <a:pt x="3711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22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68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48" y="648"/>
                  </a:lnTo>
                  <a:lnTo>
                    <a:pt x="3593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5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9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276;p19">
              <a:extLst>
                <a:ext uri="{FF2B5EF4-FFF2-40B4-BE49-F238E27FC236}">
                  <a16:creationId xmlns:a16="http://schemas.microsoft.com/office/drawing/2014/main" id="{EB8DB68D-AA98-E385-ABC8-B6C7D44A76DF}"/>
                </a:ext>
              </a:extLst>
            </p:cNvPr>
            <p:cNvSpPr/>
            <p:nvPr/>
          </p:nvSpPr>
          <p:spPr>
            <a:xfrm>
              <a:off x="1947637" y="3265334"/>
              <a:ext cx="54460" cy="81348"/>
            </a:xfrm>
            <a:custGeom>
              <a:avLst/>
              <a:gdLst/>
              <a:ahLst/>
              <a:cxnLst/>
              <a:rect l="l" t="t" r="r" b="b"/>
              <a:pathLst>
                <a:path w="794" h="1186" extrusionOk="0">
                  <a:moveTo>
                    <a:pt x="228" y="0"/>
                  </a:moveTo>
                  <a:lnTo>
                    <a:pt x="0" y="18"/>
                  </a:lnTo>
                  <a:lnTo>
                    <a:pt x="18" y="192"/>
                  </a:lnTo>
                  <a:lnTo>
                    <a:pt x="55" y="356"/>
                  </a:lnTo>
                  <a:lnTo>
                    <a:pt x="119" y="520"/>
                  </a:lnTo>
                  <a:lnTo>
                    <a:pt x="192" y="675"/>
                  </a:lnTo>
                  <a:lnTo>
                    <a:pt x="292" y="821"/>
                  </a:lnTo>
                  <a:lnTo>
                    <a:pt x="401" y="948"/>
                  </a:lnTo>
                  <a:lnTo>
                    <a:pt x="529" y="1076"/>
                  </a:lnTo>
                  <a:lnTo>
                    <a:pt x="666" y="1185"/>
                  </a:lnTo>
                  <a:lnTo>
                    <a:pt x="793" y="994"/>
                  </a:lnTo>
                  <a:lnTo>
                    <a:pt x="675" y="903"/>
                  </a:lnTo>
                  <a:lnTo>
                    <a:pt x="565" y="802"/>
                  </a:lnTo>
                  <a:lnTo>
                    <a:pt x="474" y="684"/>
                  </a:lnTo>
                  <a:lnTo>
                    <a:pt x="392" y="556"/>
                  </a:lnTo>
                  <a:lnTo>
                    <a:pt x="328" y="429"/>
                  </a:lnTo>
                  <a:lnTo>
                    <a:pt x="283" y="292"/>
                  </a:lnTo>
                  <a:lnTo>
                    <a:pt x="246" y="146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277;p19">
              <a:extLst>
                <a:ext uri="{FF2B5EF4-FFF2-40B4-BE49-F238E27FC236}">
                  <a16:creationId xmlns:a16="http://schemas.microsoft.com/office/drawing/2014/main" id="{860A5FD8-3251-B1E5-F6B6-DC268289A8D6}"/>
                </a:ext>
              </a:extLst>
            </p:cNvPr>
            <p:cNvSpPr/>
            <p:nvPr/>
          </p:nvSpPr>
          <p:spPr>
            <a:xfrm>
              <a:off x="2067051" y="3444832"/>
              <a:ext cx="192738" cy="141364"/>
            </a:xfrm>
            <a:custGeom>
              <a:avLst/>
              <a:gdLst/>
              <a:ahLst/>
              <a:cxnLst/>
              <a:rect l="l" t="t" r="r" b="b"/>
              <a:pathLst>
                <a:path w="2810" h="2061" extrusionOk="0">
                  <a:moveTo>
                    <a:pt x="1" y="0"/>
                  </a:moveTo>
                  <a:lnTo>
                    <a:pt x="1" y="137"/>
                  </a:lnTo>
                  <a:lnTo>
                    <a:pt x="19" y="283"/>
                  </a:lnTo>
                  <a:lnTo>
                    <a:pt x="37" y="420"/>
                  </a:lnTo>
                  <a:lnTo>
                    <a:pt x="74" y="556"/>
                  </a:lnTo>
                  <a:lnTo>
                    <a:pt x="110" y="657"/>
                  </a:lnTo>
                  <a:lnTo>
                    <a:pt x="147" y="757"/>
                  </a:lnTo>
                  <a:lnTo>
                    <a:pt x="183" y="848"/>
                  </a:lnTo>
                  <a:lnTo>
                    <a:pt x="229" y="939"/>
                  </a:lnTo>
                  <a:lnTo>
                    <a:pt x="283" y="1030"/>
                  </a:lnTo>
                  <a:lnTo>
                    <a:pt x="338" y="1122"/>
                  </a:lnTo>
                  <a:lnTo>
                    <a:pt x="466" y="1295"/>
                  </a:lnTo>
                  <a:lnTo>
                    <a:pt x="612" y="1450"/>
                  </a:lnTo>
                  <a:lnTo>
                    <a:pt x="776" y="1587"/>
                  </a:lnTo>
                  <a:lnTo>
                    <a:pt x="949" y="1714"/>
                  </a:lnTo>
                  <a:lnTo>
                    <a:pt x="1049" y="1769"/>
                  </a:lnTo>
                  <a:lnTo>
                    <a:pt x="1141" y="1824"/>
                  </a:lnTo>
                  <a:lnTo>
                    <a:pt x="1259" y="1879"/>
                  </a:lnTo>
                  <a:lnTo>
                    <a:pt x="1378" y="1924"/>
                  </a:lnTo>
                  <a:lnTo>
                    <a:pt x="1505" y="1970"/>
                  </a:lnTo>
                  <a:lnTo>
                    <a:pt x="1624" y="1997"/>
                  </a:lnTo>
                  <a:lnTo>
                    <a:pt x="1752" y="2024"/>
                  </a:lnTo>
                  <a:lnTo>
                    <a:pt x="1879" y="2043"/>
                  </a:lnTo>
                  <a:lnTo>
                    <a:pt x="1998" y="2061"/>
                  </a:lnTo>
                  <a:lnTo>
                    <a:pt x="2125" y="2061"/>
                  </a:lnTo>
                  <a:lnTo>
                    <a:pt x="2299" y="2052"/>
                  </a:lnTo>
                  <a:lnTo>
                    <a:pt x="2472" y="2034"/>
                  </a:lnTo>
                  <a:lnTo>
                    <a:pt x="2645" y="1997"/>
                  </a:lnTo>
                  <a:lnTo>
                    <a:pt x="2809" y="1942"/>
                  </a:lnTo>
                  <a:lnTo>
                    <a:pt x="2727" y="1723"/>
                  </a:lnTo>
                  <a:lnTo>
                    <a:pt x="2554" y="1778"/>
                  </a:lnTo>
                  <a:lnTo>
                    <a:pt x="2372" y="1815"/>
                  </a:lnTo>
                  <a:lnTo>
                    <a:pt x="2180" y="1833"/>
                  </a:lnTo>
                  <a:lnTo>
                    <a:pt x="1989" y="1824"/>
                  </a:lnTo>
                  <a:lnTo>
                    <a:pt x="1806" y="1806"/>
                  </a:lnTo>
                  <a:lnTo>
                    <a:pt x="1615" y="1760"/>
                  </a:lnTo>
                  <a:lnTo>
                    <a:pt x="1432" y="1696"/>
                  </a:lnTo>
                  <a:lnTo>
                    <a:pt x="1250" y="1614"/>
                  </a:lnTo>
                  <a:lnTo>
                    <a:pt x="1077" y="1523"/>
                  </a:lnTo>
                  <a:lnTo>
                    <a:pt x="922" y="1404"/>
                  </a:lnTo>
                  <a:lnTo>
                    <a:pt x="776" y="1286"/>
                  </a:lnTo>
                  <a:lnTo>
                    <a:pt x="648" y="1149"/>
                  </a:lnTo>
                  <a:lnTo>
                    <a:pt x="530" y="994"/>
                  </a:lnTo>
                  <a:lnTo>
                    <a:pt x="438" y="839"/>
                  </a:lnTo>
                  <a:lnTo>
                    <a:pt x="356" y="666"/>
                  </a:lnTo>
                  <a:lnTo>
                    <a:pt x="293" y="492"/>
                  </a:lnTo>
                  <a:lnTo>
                    <a:pt x="265" y="374"/>
                  </a:lnTo>
                  <a:lnTo>
                    <a:pt x="247" y="246"/>
                  </a:lnTo>
                  <a:lnTo>
                    <a:pt x="229" y="119"/>
                  </a:lnTo>
                  <a:lnTo>
                    <a:pt x="22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278;p19">
              <a:extLst>
                <a:ext uri="{FF2B5EF4-FFF2-40B4-BE49-F238E27FC236}">
                  <a16:creationId xmlns:a16="http://schemas.microsoft.com/office/drawing/2014/main" id="{3B76B1D6-5E73-F546-7CA3-C36892146884}"/>
                </a:ext>
              </a:extLst>
            </p:cNvPr>
            <p:cNvSpPr/>
            <p:nvPr/>
          </p:nvSpPr>
          <p:spPr>
            <a:xfrm>
              <a:off x="1934468" y="3527962"/>
              <a:ext cx="182106" cy="117083"/>
            </a:xfrm>
            <a:custGeom>
              <a:avLst/>
              <a:gdLst/>
              <a:ahLst/>
              <a:cxnLst/>
              <a:rect l="l" t="t" r="r" b="b"/>
              <a:pathLst>
                <a:path w="2655" h="1707" extrusionOk="0">
                  <a:moveTo>
                    <a:pt x="2645" y="1"/>
                  </a:moveTo>
                  <a:lnTo>
                    <a:pt x="2417" y="28"/>
                  </a:lnTo>
                  <a:lnTo>
                    <a:pt x="2426" y="156"/>
                  </a:lnTo>
                  <a:lnTo>
                    <a:pt x="2426" y="284"/>
                  </a:lnTo>
                  <a:lnTo>
                    <a:pt x="2408" y="402"/>
                  </a:lnTo>
                  <a:lnTo>
                    <a:pt x="2381" y="530"/>
                  </a:lnTo>
                  <a:lnTo>
                    <a:pt x="2344" y="648"/>
                  </a:lnTo>
                  <a:lnTo>
                    <a:pt x="2289" y="767"/>
                  </a:lnTo>
                  <a:lnTo>
                    <a:pt x="2235" y="876"/>
                  </a:lnTo>
                  <a:lnTo>
                    <a:pt x="2162" y="977"/>
                  </a:lnTo>
                  <a:lnTo>
                    <a:pt x="2071" y="1077"/>
                  </a:lnTo>
                  <a:lnTo>
                    <a:pt x="1979" y="1159"/>
                  </a:lnTo>
                  <a:lnTo>
                    <a:pt x="1888" y="1241"/>
                  </a:lnTo>
                  <a:lnTo>
                    <a:pt x="1779" y="1305"/>
                  </a:lnTo>
                  <a:lnTo>
                    <a:pt x="1669" y="1360"/>
                  </a:lnTo>
                  <a:lnTo>
                    <a:pt x="1551" y="1405"/>
                  </a:lnTo>
                  <a:lnTo>
                    <a:pt x="1423" y="1442"/>
                  </a:lnTo>
                  <a:lnTo>
                    <a:pt x="1305" y="1460"/>
                  </a:lnTo>
                  <a:lnTo>
                    <a:pt x="1140" y="1469"/>
                  </a:lnTo>
                  <a:lnTo>
                    <a:pt x="985" y="1460"/>
                  </a:lnTo>
                  <a:lnTo>
                    <a:pt x="830" y="1432"/>
                  </a:lnTo>
                  <a:lnTo>
                    <a:pt x="685" y="1387"/>
                  </a:lnTo>
                  <a:lnTo>
                    <a:pt x="539" y="1323"/>
                  </a:lnTo>
                  <a:lnTo>
                    <a:pt x="411" y="1241"/>
                  </a:lnTo>
                  <a:lnTo>
                    <a:pt x="283" y="1150"/>
                  </a:lnTo>
                  <a:lnTo>
                    <a:pt x="174" y="1031"/>
                  </a:lnTo>
                  <a:lnTo>
                    <a:pt x="1" y="1186"/>
                  </a:lnTo>
                  <a:lnTo>
                    <a:pt x="110" y="1305"/>
                  </a:lnTo>
                  <a:lnTo>
                    <a:pt x="238" y="1405"/>
                  </a:lnTo>
                  <a:lnTo>
                    <a:pt x="374" y="1496"/>
                  </a:lnTo>
                  <a:lnTo>
                    <a:pt x="520" y="1569"/>
                  </a:lnTo>
                  <a:lnTo>
                    <a:pt x="666" y="1624"/>
                  </a:lnTo>
                  <a:lnTo>
                    <a:pt x="821" y="1670"/>
                  </a:lnTo>
                  <a:lnTo>
                    <a:pt x="976" y="1697"/>
                  </a:lnTo>
                  <a:lnTo>
                    <a:pt x="1140" y="1706"/>
                  </a:lnTo>
                  <a:lnTo>
                    <a:pt x="1232" y="1697"/>
                  </a:lnTo>
                  <a:lnTo>
                    <a:pt x="1332" y="1688"/>
                  </a:lnTo>
                  <a:lnTo>
                    <a:pt x="1478" y="1670"/>
                  </a:lnTo>
                  <a:lnTo>
                    <a:pt x="1624" y="1624"/>
                  </a:lnTo>
                  <a:lnTo>
                    <a:pt x="1761" y="1569"/>
                  </a:lnTo>
                  <a:lnTo>
                    <a:pt x="1888" y="1505"/>
                  </a:lnTo>
                  <a:lnTo>
                    <a:pt x="2016" y="1423"/>
                  </a:lnTo>
                  <a:lnTo>
                    <a:pt x="2134" y="1332"/>
                  </a:lnTo>
                  <a:lnTo>
                    <a:pt x="2244" y="1232"/>
                  </a:lnTo>
                  <a:lnTo>
                    <a:pt x="2335" y="1122"/>
                  </a:lnTo>
                  <a:lnTo>
                    <a:pt x="2426" y="995"/>
                  </a:lnTo>
                  <a:lnTo>
                    <a:pt x="2499" y="867"/>
                  </a:lnTo>
                  <a:lnTo>
                    <a:pt x="2563" y="730"/>
                  </a:lnTo>
                  <a:lnTo>
                    <a:pt x="2609" y="594"/>
                  </a:lnTo>
                  <a:lnTo>
                    <a:pt x="2636" y="448"/>
                  </a:lnTo>
                  <a:lnTo>
                    <a:pt x="2654" y="302"/>
                  </a:lnTo>
                  <a:lnTo>
                    <a:pt x="2654" y="147"/>
                  </a:lnTo>
                  <a:lnTo>
                    <a:pt x="264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279;p19">
              <a:extLst>
                <a:ext uri="{FF2B5EF4-FFF2-40B4-BE49-F238E27FC236}">
                  <a16:creationId xmlns:a16="http://schemas.microsoft.com/office/drawing/2014/main" id="{9CCCD19A-C9D4-B816-F593-B7A1920B3C47}"/>
                </a:ext>
              </a:extLst>
            </p:cNvPr>
            <p:cNvSpPr/>
            <p:nvPr/>
          </p:nvSpPr>
          <p:spPr>
            <a:xfrm>
              <a:off x="1875070" y="3763154"/>
              <a:ext cx="206456" cy="212698"/>
            </a:xfrm>
            <a:custGeom>
              <a:avLst/>
              <a:gdLst/>
              <a:ahLst/>
              <a:cxnLst/>
              <a:rect l="l" t="t" r="r" b="b"/>
              <a:pathLst>
                <a:path w="3010" h="3101" extrusionOk="0">
                  <a:moveTo>
                    <a:pt x="2025" y="0"/>
                  </a:moveTo>
                  <a:lnTo>
                    <a:pt x="1897" y="10"/>
                  </a:lnTo>
                  <a:lnTo>
                    <a:pt x="1769" y="19"/>
                  </a:lnTo>
                  <a:lnTo>
                    <a:pt x="1651" y="46"/>
                  </a:lnTo>
                  <a:lnTo>
                    <a:pt x="1523" y="73"/>
                  </a:lnTo>
                  <a:lnTo>
                    <a:pt x="1405" y="110"/>
                  </a:lnTo>
                  <a:lnTo>
                    <a:pt x="1286" y="155"/>
                  </a:lnTo>
                  <a:lnTo>
                    <a:pt x="1168" y="210"/>
                  </a:lnTo>
                  <a:lnTo>
                    <a:pt x="1058" y="265"/>
                  </a:lnTo>
                  <a:lnTo>
                    <a:pt x="876" y="383"/>
                  </a:lnTo>
                  <a:lnTo>
                    <a:pt x="712" y="511"/>
                  </a:lnTo>
                  <a:lnTo>
                    <a:pt x="566" y="657"/>
                  </a:lnTo>
                  <a:lnTo>
                    <a:pt x="429" y="812"/>
                  </a:lnTo>
                  <a:lnTo>
                    <a:pt x="320" y="976"/>
                  </a:lnTo>
                  <a:lnTo>
                    <a:pt x="219" y="1149"/>
                  </a:lnTo>
                  <a:lnTo>
                    <a:pt x="137" y="1332"/>
                  </a:lnTo>
                  <a:lnTo>
                    <a:pt x="73" y="1523"/>
                  </a:lnTo>
                  <a:lnTo>
                    <a:pt x="28" y="1715"/>
                  </a:lnTo>
                  <a:lnTo>
                    <a:pt x="9" y="1915"/>
                  </a:lnTo>
                  <a:lnTo>
                    <a:pt x="0" y="2116"/>
                  </a:lnTo>
                  <a:lnTo>
                    <a:pt x="9" y="2317"/>
                  </a:lnTo>
                  <a:lnTo>
                    <a:pt x="46" y="2517"/>
                  </a:lnTo>
                  <a:lnTo>
                    <a:pt x="101" y="2718"/>
                  </a:lnTo>
                  <a:lnTo>
                    <a:pt x="174" y="2909"/>
                  </a:lnTo>
                  <a:lnTo>
                    <a:pt x="265" y="3101"/>
                  </a:lnTo>
                  <a:lnTo>
                    <a:pt x="465" y="2991"/>
                  </a:lnTo>
                  <a:lnTo>
                    <a:pt x="383" y="2818"/>
                  </a:lnTo>
                  <a:lnTo>
                    <a:pt x="320" y="2645"/>
                  </a:lnTo>
                  <a:lnTo>
                    <a:pt x="274" y="2472"/>
                  </a:lnTo>
                  <a:lnTo>
                    <a:pt x="237" y="2289"/>
                  </a:lnTo>
                  <a:lnTo>
                    <a:pt x="228" y="2107"/>
                  </a:lnTo>
                  <a:lnTo>
                    <a:pt x="237" y="1934"/>
                  </a:lnTo>
                  <a:lnTo>
                    <a:pt x="256" y="1760"/>
                  </a:lnTo>
                  <a:lnTo>
                    <a:pt x="301" y="1587"/>
                  </a:lnTo>
                  <a:lnTo>
                    <a:pt x="356" y="1414"/>
                  </a:lnTo>
                  <a:lnTo>
                    <a:pt x="420" y="1250"/>
                  </a:lnTo>
                  <a:lnTo>
                    <a:pt x="511" y="1095"/>
                  </a:lnTo>
                  <a:lnTo>
                    <a:pt x="611" y="949"/>
                  </a:lnTo>
                  <a:lnTo>
                    <a:pt x="730" y="812"/>
                  </a:lnTo>
                  <a:lnTo>
                    <a:pt x="867" y="684"/>
                  </a:lnTo>
                  <a:lnTo>
                    <a:pt x="1013" y="575"/>
                  </a:lnTo>
                  <a:lnTo>
                    <a:pt x="1168" y="465"/>
                  </a:lnTo>
                  <a:lnTo>
                    <a:pt x="1268" y="420"/>
                  </a:lnTo>
                  <a:lnTo>
                    <a:pt x="1377" y="365"/>
                  </a:lnTo>
                  <a:lnTo>
                    <a:pt x="1478" y="329"/>
                  </a:lnTo>
                  <a:lnTo>
                    <a:pt x="1587" y="292"/>
                  </a:lnTo>
                  <a:lnTo>
                    <a:pt x="1696" y="265"/>
                  </a:lnTo>
                  <a:lnTo>
                    <a:pt x="1806" y="247"/>
                  </a:lnTo>
                  <a:lnTo>
                    <a:pt x="1915" y="238"/>
                  </a:lnTo>
                  <a:lnTo>
                    <a:pt x="2034" y="228"/>
                  </a:lnTo>
                  <a:lnTo>
                    <a:pt x="2143" y="228"/>
                  </a:lnTo>
                  <a:lnTo>
                    <a:pt x="2253" y="238"/>
                  </a:lnTo>
                  <a:lnTo>
                    <a:pt x="2362" y="256"/>
                  </a:lnTo>
                  <a:lnTo>
                    <a:pt x="2472" y="274"/>
                  </a:lnTo>
                  <a:lnTo>
                    <a:pt x="2581" y="301"/>
                  </a:lnTo>
                  <a:lnTo>
                    <a:pt x="2690" y="338"/>
                  </a:lnTo>
                  <a:lnTo>
                    <a:pt x="2800" y="374"/>
                  </a:lnTo>
                  <a:lnTo>
                    <a:pt x="2900" y="429"/>
                  </a:lnTo>
                  <a:lnTo>
                    <a:pt x="3010" y="219"/>
                  </a:lnTo>
                  <a:lnTo>
                    <a:pt x="2891" y="165"/>
                  </a:lnTo>
                  <a:lnTo>
                    <a:pt x="2772" y="119"/>
                  </a:lnTo>
                  <a:lnTo>
                    <a:pt x="2645" y="82"/>
                  </a:lnTo>
                  <a:lnTo>
                    <a:pt x="2526" y="46"/>
                  </a:lnTo>
                  <a:lnTo>
                    <a:pt x="2399" y="28"/>
                  </a:lnTo>
                  <a:lnTo>
                    <a:pt x="2271" y="10"/>
                  </a:lnTo>
                  <a:lnTo>
                    <a:pt x="215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280;p19">
              <a:extLst>
                <a:ext uri="{FF2B5EF4-FFF2-40B4-BE49-F238E27FC236}">
                  <a16:creationId xmlns:a16="http://schemas.microsoft.com/office/drawing/2014/main" id="{405DDC8A-AAB9-9BE7-8684-D5BB7DBEDDFE}"/>
                </a:ext>
              </a:extLst>
            </p:cNvPr>
            <p:cNvSpPr/>
            <p:nvPr/>
          </p:nvSpPr>
          <p:spPr>
            <a:xfrm>
              <a:off x="2035775" y="3835104"/>
              <a:ext cx="81416" cy="100759"/>
            </a:xfrm>
            <a:custGeom>
              <a:avLst/>
              <a:gdLst/>
              <a:ahLst/>
              <a:cxnLst/>
              <a:rect l="l" t="t" r="r" b="b"/>
              <a:pathLst>
                <a:path w="1187" h="1469" extrusionOk="0">
                  <a:moveTo>
                    <a:pt x="28" y="0"/>
                  </a:moveTo>
                  <a:lnTo>
                    <a:pt x="1" y="228"/>
                  </a:lnTo>
                  <a:lnTo>
                    <a:pt x="110" y="246"/>
                  </a:lnTo>
                  <a:lnTo>
                    <a:pt x="211" y="274"/>
                  </a:lnTo>
                  <a:lnTo>
                    <a:pt x="311" y="310"/>
                  </a:lnTo>
                  <a:lnTo>
                    <a:pt x="402" y="356"/>
                  </a:lnTo>
                  <a:lnTo>
                    <a:pt x="493" y="420"/>
                  </a:lnTo>
                  <a:lnTo>
                    <a:pt x="575" y="483"/>
                  </a:lnTo>
                  <a:lnTo>
                    <a:pt x="648" y="556"/>
                  </a:lnTo>
                  <a:lnTo>
                    <a:pt x="712" y="638"/>
                  </a:lnTo>
                  <a:lnTo>
                    <a:pt x="776" y="720"/>
                  </a:lnTo>
                  <a:lnTo>
                    <a:pt x="831" y="812"/>
                  </a:lnTo>
                  <a:lnTo>
                    <a:pt x="876" y="912"/>
                  </a:lnTo>
                  <a:lnTo>
                    <a:pt x="913" y="1012"/>
                  </a:lnTo>
                  <a:lnTo>
                    <a:pt x="931" y="1113"/>
                  </a:lnTo>
                  <a:lnTo>
                    <a:pt x="949" y="1222"/>
                  </a:lnTo>
                  <a:lnTo>
                    <a:pt x="958" y="1331"/>
                  </a:lnTo>
                  <a:lnTo>
                    <a:pt x="949" y="1450"/>
                  </a:lnTo>
                  <a:lnTo>
                    <a:pt x="1177" y="1468"/>
                  </a:lnTo>
                  <a:lnTo>
                    <a:pt x="1186" y="1331"/>
                  </a:lnTo>
                  <a:lnTo>
                    <a:pt x="1177" y="1204"/>
                  </a:lnTo>
                  <a:lnTo>
                    <a:pt x="1159" y="1067"/>
                  </a:lnTo>
                  <a:lnTo>
                    <a:pt x="1132" y="948"/>
                  </a:lnTo>
                  <a:lnTo>
                    <a:pt x="1086" y="821"/>
                  </a:lnTo>
                  <a:lnTo>
                    <a:pt x="1031" y="702"/>
                  </a:lnTo>
                  <a:lnTo>
                    <a:pt x="967" y="593"/>
                  </a:lnTo>
                  <a:lnTo>
                    <a:pt x="894" y="492"/>
                  </a:lnTo>
                  <a:lnTo>
                    <a:pt x="812" y="392"/>
                  </a:lnTo>
                  <a:lnTo>
                    <a:pt x="721" y="310"/>
                  </a:lnTo>
                  <a:lnTo>
                    <a:pt x="621" y="228"/>
                  </a:lnTo>
                  <a:lnTo>
                    <a:pt x="511" y="155"/>
                  </a:lnTo>
                  <a:lnTo>
                    <a:pt x="402" y="100"/>
                  </a:lnTo>
                  <a:lnTo>
                    <a:pt x="284" y="55"/>
                  </a:lnTo>
                  <a:lnTo>
                    <a:pt x="156" y="1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281;p19">
              <a:extLst>
                <a:ext uri="{FF2B5EF4-FFF2-40B4-BE49-F238E27FC236}">
                  <a16:creationId xmlns:a16="http://schemas.microsoft.com/office/drawing/2014/main" id="{AE4D0163-F9E3-398A-EB09-7EE0DE54CE30}"/>
                </a:ext>
              </a:extLst>
            </p:cNvPr>
            <p:cNvSpPr/>
            <p:nvPr/>
          </p:nvSpPr>
          <p:spPr>
            <a:xfrm>
              <a:off x="2100866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0" y="1"/>
                  </a:moveTo>
                  <a:lnTo>
                    <a:pt x="0" y="228"/>
                  </a:lnTo>
                  <a:lnTo>
                    <a:pt x="192" y="238"/>
                  </a:lnTo>
                  <a:lnTo>
                    <a:pt x="374" y="265"/>
                  </a:lnTo>
                  <a:lnTo>
                    <a:pt x="556" y="311"/>
                  </a:lnTo>
                  <a:lnTo>
                    <a:pt x="721" y="374"/>
                  </a:lnTo>
                  <a:lnTo>
                    <a:pt x="885" y="456"/>
                  </a:lnTo>
                  <a:lnTo>
                    <a:pt x="1040" y="548"/>
                  </a:lnTo>
                  <a:lnTo>
                    <a:pt x="1176" y="657"/>
                  </a:lnTo>
                  <a:lnTo>
                    <a:pt x="1313" y="776"/>
                  </a:lnTo>
                  <a:lnTo>
                    <a:pt x="1432" y="903"/>
                  </a:lnTo>
                  <a:lnTo>
                    <a:pt x="1532" y="1049"/>
                  </a:lnTo>
                  <a:lnTo>
                    <a:pt x="1632" y="1195"/>
                  </a:lnTo>
                  <a:lnTo>
                    <a:pt x="1705" y="1359"/>
                  </a:lnTo>
                  <a:lnTo>
                    <a:pt x="1769" y="1532"/>
                  </a:lnTo>
                  <a:lnTo>
                    <a:pt x="1815" y="1706"/>
                  </a:lnTo>
                  <a:lnTo>
                    <a:pt x="1842" y="1888"/>
                  </a:lnTo>
                  <a:lnTo>
                    <a:pt x="1851" y="2080"/>
                  </a:lnTo>
                  <a:lnTo>
                    <a:pt x="2079" y="2080"/>
                  </a:lnTo>
                  <a:lnTo>
                    <a:pt x="2070" y="1870"/>
                  </a:lnTo>
                  <a:lnTo>
                    <a:pt x="2043" y="1660"/>
                  </a:lnTo>
                  <a:lnTo>
                    <a:pt x="1988" y="1459"/>
                  </a:lnTo>
                  <a:lnTo>
                    <a:pt x="1915" y="1268"/>
                  </a:lnTo>
                  <a:lnTo>
                    <a:pt x="1833" y="1086"/>
                  </a:lnTo>
                  <a:lnTo>
                    <a:pt x="1724" y="921"/>
                  </a:lnTo>
                  <a:lnTo>
                    <a:pt x="1605" y="757"/>
                  </a:lnTo>
                  <a:lnTo>
                    <a:pt x="1477" y="611"/>
                  </a:lnTo>
                  <a:lnTo>
                    <a:pt x="1322" y="475"/>
                  </a:lnTo>
                  <a:lnTo>
                    <a:pt x="1167" y="356"/>
                  </a:lnTo>
                  <a:lnTo>
                    <a:pt x="994" y="256"/>
                  </a:lnTo>
                  <a:lnTo>
                    <a:pt x="812" y="165"/>
                  </a:lnTo>
                  <a:lnTo>
                    <a:pt x="620" y="92"/>
                  </a:lnTo>
                  <a:lnTo>
                    <a:pt x="420" y="46"/>
                  </a:lnTo>
                  <a:lnTo>
                    <a:pt x="219" y="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282;p19">
              <a:extLst>
                <a:ext uri="{FF2B5EF4-FFF2-40B4-BE49-F238E27FC236}">
                  <a16:creationId xmlns:a16="http://schemas.microsoft.com/office/drawing/2014/main" id="{2021FD0D-0F5D-99F6-B0F7-F9C9A55D4FBF}"/>
                </a:ext>
              </a:extLst>
            </p:cNvPr>
            <p:cNvSpPr/>
            <p:nvPr/>
          </p:nvSpPr>
          <p:spPr>
            <a:xfrm>
              <a:off x="1929461" y="3688118"/>
              <a:ext cx="82651" cy="82582"/>
            </a:xfrm>
            <a:custGeom>
              <a:avLst/>
              <a:gdLst/>
              <a:ahLst/>
              <a:cxnLst/>
              <a:rect l="l" t="t" r="r" b="b"/>
              <a:pathLst>
                <a:path w="1205" h="1204" extrusionOk="0">
                  <a:moveTo>
                    <a:pt x="1" y="0"/>
                  </a:moveTo>
                  <a:lnTo>
                    <a:pt x="1" y="237"/>
                  </a:lnTo>
                  <a:lnTo>
                    <a:pt x="101" y="237"/>
                  </a:lnTo>
                  <a:lnTo>
                    <a:pt x="201" y="256"/>
                  </a:lnTo>
                  <a:lnTo>
                    <a:pt x="292" y="274"/>
                  </a:lnTo>
                  <a:lnTo>
                    <a:pt x="384" y="310"/>
                  </a:lnTo>
                  <a:lnTo>
                    <a:pt x="466" y="347"/>
                  </a:lnTo>
                  <a:lnTo>
                    <a:pt x="548" y="401"/>
                  </a:lnTo>
                  <a:lnTo>
                    <a:pt x="621" y="456"/>
                  </a:lnTo>
                  <a:lnTo>
                    <a:pt x="685" y="520"/>
                  </a:lnTo>
                  <a:lnTo>
                    <a:pt x="748" y="584"/>
                  </a:lnTo>
                  <a:lnTo>
                    <a:pt x="803" y="657"/>
                  </a:lnTo>
                  <a:lnTo>
                    <a:pt x="858" y="739"/>
                  </a:lnTo>
                  <a:lnTo>
                    <a:pt x="894" y="821"/>
                  </a:lnTo>
                  <a:lnTo>
                    <a:pt x="931" y="912"/>
                  </a:lnTo>
                  <a:lnTo>
                    <a:pt x="949" y="1003"/>
                  </a:lnTo>
                  <a:lnTo>
                    <a:pt x="967" y="1104"/>
                  </a:lnTo>
                  <a:lnTo>
                    <a:pt x="967" y="1204"/>
                  </a:lnTo>
                  <a:lnTo>
                    <a:pt x="1204" y="1204"/>
                  </a:lnTo>
                  <a:lnTo>
                    <a:pt x="1195" y="1076"/>
                  </a:lnTo>
                  <a:lnTo>
                    <a:pt x="1177" y="958"/>
                  </a:lnTo>
                  <a:lnTo>
                    <a:pt x="1150" y="848"/>
                  </a:lnTo>
                  <a:lnTo>
                    <a:pt x="1104" y="739"/>
                  </a:lnTo>
                  <a:lnTo>
                    <a:pt x="1058" y="629"/>
                  </a:lnTo>
                  <a:lnTo>
                    <a:pt x="995" y="529"/>
                  </a:lnTo>
                  <a:lnTo>
                    <a:pt x="931" y="438"/>
                  </a:lnTo>
                  <a:lnTo>
                    <a:pt x="849" y="356"/>
                  </a:lnTo>
                  <a:lnTo>
                    <a:pt x="767" y="274"/>
                  </a:lnTo>
                  <a:lnTo>
                    <a:pt x="675" y="210"/>
                  </a:lnTo>
                  <a:lnTo>
                    <a:pt x="575" y="146"/>
                  </a:lnTo>
                  <a:lnTo>
                    <a:pt x="466" y="101"/>
                  </a:lnTo>
                  <a:lnTo>
                    <a:pt x="356" y="55"/>
                  </a:lnTo>
                  <a:lnTo>
                    <a:pt x="247" y="28"/>
                  </a:lnTo>
                  <a:lnTo>
                    <a:pt x="128" y="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283;p19">
              <a:extLst>
                <a:ext uri="{FF2B5EF4-FFF2-40B4-BE49-F238E27FC236}">
                  <a16:creationId xmlns:a16="http://schemas.microsoft.com/office/drawing/2014/main" id="{5D33B5BE-DE27-7A24-11D4-416FB5A86AB4}"/>
                </a:ext>
              </a:extLst>
            </p:cNvPr>
            <p:cNvSpPr/>
            <p:nvPr/>
          </p:nvSpPr>
          <p:spPr>
            <a:xfrm>
              <a:off x="2122129" y="3295307"/>
              <a:ext cx="65092" cy="100759"/>
            </a:xfrm>
            <a:custGeom>
              <a:avLst/>
              <a:gdLst/>
              <a:ahLst/>
              <a:cxnLst/>
              <a:rect l="l" t="t" r="r" b="b"/>
              <a:pathLst>
                <a:path w="949" h="1469" extrusionOk="0">
                  <a:moveTo>
                    <a:pt x="885" y="1"/>
                  </a:moveTo>
                  <a:lnTo>
                    <a:pt x="775" y="37"/>
                  </a:lnTo>
                  <a:lnTo>
                    <a:pt x="666" y="83"/>
                  </a:lnTo>
                  <a:lnTo>
                    <a:pt x="566" y="138"/>
                  </a:lnTo>
                  <a:lnTo>
                    <a:pt x="465" y="210"/>
                  </a:lnTo>
                  <a:lnTo>
                    <a:pt x="383" y="283"/>
                  </a:lnTo>
                  <a:lnTo>
                    <a:pt x="301" y="365"/>
                  </a:lnTo>
                  <a:lnTo>
                    <a:pt x="228" y="457"/>
                  </a:lnTo>
                  <a:lnTo>
                    <a:pt x="164" y="557"/>
                  </a:lnTo>
                  <a:lnTo>
                    <a:pt x="110" y="666"/>
                  </a:lnTo>
                  <a:lnTo>
                    <a:pt x="64" y="776"/>
                  </a:lnTo>
                  <a:lnTo>
                    <a:pt x="28" y="885"/>
                  </a:lnTo>
                  <a:lnTo>
                    <a:pt x="9" y="1004"/>
                  </a:lnTo>
                  <a:lnTo>
                    <a:pt x="0" y="1122"/>
                  </a:lnTo>
                  <a:lnTo>
                    <a:pt x="0" y="1232"/>
                  </a:lnTo>
                  <a:lnTo>
                    <a:pt x="18" y="1350"/>
                  </a:lnTo>
                  <a:lnTo>
                    <a:pt x="46" y="1469"/>
                  </a:lnTo>
                  <a:lnTo>
                    <a:pt x="265" y="1405"/>
                  </a:lnTo>
                  <a:lnTo>
                    <a:pt x="246" y="1314"/>
                  </a:lnTo>
                  <a:lnTo>
                    <a:pt x="228" y="1223"/>
                  </a:lnTo>
                  <a:lnTo>
                    <a:pt x="228" y="1122"/>
                  </a:lnTo>
                  <a:lnTo>
                    <a:pt x="237" y="1031"/>
                  </a:lnTo>
                  <a:lnTo>
                    <a:pt x="256" y="940"/>
                  </a:lnTo>
                  <a:lnTo>
                    <a:pt x="283" y="849"/>
                  </a:lnTo>
                  <a:lnTo>
                    <a:pt x="319" y="758"/>
                  </a:lnTo>
                  <a:lnTo>
                    <a:pt x="365" y="676"/>
                  </a:lnTo>
                  <a:lnTo>
                    <a:pt x="411" y="593"/>
                  </a:lnTo>
                  <a:lnTo>
                    <a:pt x="474" y="520"/>
                  </a:lnTo>
                  <a:lnTo>
                    <a:pt x="538" y="448"/>
                  </a:lnTo>
                  <a:lnTo>
                    <a:pt x="611" y="393"/>
                  </a:lnTo>
                  <a:lnTo>
                    <a:pt x="684" y="338"/>
                  </a:lnTo>
                  <a:lnTo>
                    <a:pt x="766" y="293"/>
                  </a:lnTo>
                  <a:lnTo>
                    <a:pt x="857" y="256"/>
                  </a:lnTo>
                  <a:lnTo>
                    <a:pt x="949" y="229"/>
                  </a:lnTo>
                  <a:lnTo>
                    <a:pt x="88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284;p19">
              <a:extLst>
                <a:ext uri="{FF2B5EF4-FFF2-40B4-BE49-F238E27FC236}">
                  <a16:creationId xmlns:a16="http://schemas.microsoft.com/office/drawing/2014/main" id="{D3EAB0EB-422A-FC82-65D2-4DBB30CA45BD}"/>
                </a:ext>
              </a:extLst>
            </p:cNvPr>
            <p:cNvSpPr/>
            <p:nvPr/>
          </p:nvSpPr>
          <p:spPr>
            <a:xfrm>
              <a:off x="1950724" y="3897589"/>
              <a:ext cx="38205" cy="130801"/>
            </a:xfrm>
            <a:custGeom>
              <a:avLst/>
              <a:gdLst/>
              <a:ahLst/>
              <a:cxnLst/>
              <a:rect l="l" t="t" r="r" b="b"/>
              <a:pathLst>
                <a:path w="557" h="1907" extrusionOk="0">
                  <a:moveTo>
                    <a:pt x="393" y="1"/>
                  </a:moveTo>
                  <a:lnTo>
                    <a:pt x="302" y="101"/>
                  </a:lnTo>
                  <a:lnTo>
                    <a:pt x="220" y="211"/>
                  </a:lnTo>
                  <a:lnTo>
                    <a:pt x="156" y="320"/>
                  </a:lnTo>
                  <a:lnTo>
                    <a:pt x="101" y="448"/>
                  </a:lnTo>
                  <a:lnTo>
                    <a:pt x="55" y="566"/>
                  </a:lnTo>
                  <a:lnTo>
                    <a:pt x="28" y="694"/>
                  </a:lnTo>
                  <a:lnTo>
                    <a:pt x="10" y="822"/>
                  </a:lnTo>
                  <a:lnTo>
                    <a:pt x="1" y="949"/>
                  </a:lnTo>
                  <a:lnTo>
                    <a:pt x="10" y="1077"/>
                  </a:lnTo>
                  <a:lnTo>
                    <a:pt x="28" y="1205"/>
                  </a:lnTo>
                  <a:lnTo>
                    <a:pt x="55" y="1332"/>
                  </a:lnTo>
                  <a:lnTo>
                    <a:pt x="101" y="1460"/>
                  </a:lnTo>
                  <a:lnTo>
                    <a:pt x="156" y="1578"/>
                  </a:lnTo>
                  <a:lnTo>
                    <a:pt x="220" y="1697"/>
                  </a:lnTo>
                  <a:lnTo>
                    <a:pt x="302" y="1806"/>
                  </a:lnTo>
                  <a:lnTo>
                    <a:pt x="393" y="1907"/>
                  </a:lnTo>
                  <a:lnTo>
                    <a:pt x="557" y="1743"/>
                  </a:lnTo>
                  <a:lnTo>
                    <a:pt x="475" y="1661"/>
                  </a:lnTo>
                  <a:lnTo>
                    <a:pt x="411" y="1569"/>
                  </a:lnTo>
                  <a:lnTo>
                    <a:pt x="356" y="1469"/>
                  </a:lnTo>
                  <a:lnTo>
                    <a:pt x="311" y="1369"/>
                  </a:lnTo>
                  <a:lnTo>
                    <a:pt x="274" y="1268"/>
                  </a:lnTo>
                  <a:lnTo>
                    <a:pt x="247" y="1168"/>
                  </a:lnTo>
                  <a:lnTo>
                    <a:pt x="238" y="1059"/>
                  </a:lnTo>
                  <a:lnTo>
                    <a:pt x="229" y="949"/>
                  </a:lnTo>
                  <a:lnTo>
                    <a:pt x="238" y="849"/>
                  </a:lnTo>
                  <a:lnTo>
                    <a:pt x="247" y="740"/>
                  </a:lnTo>
                  <a:lnTo>
                    <a:pt x="274" y="630"/>
                  </a:lnTo>
                  <a:lnTo>
                    <a:pt x="311" y="530"/>
                  </a:lnTo>
                  <a:lnTo>
                    <a:pt x="356" y="429"/>
                  </a:lnTo>
                  <a:lnTo>
                    <a:pt x="411" y="338"/>
                  </a:lnTo>
                  <a:lnTo>
                    <a:pt x="484" y="247"/>
                  </a:lnTo>
                  <a:lnTo>
                    <a:pt x="557" y="165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285;p19">
              <a:extLst>
                <a:ext uri="{FF2B5EF4-FFF2-40B4-BE49-F238E27FC236}">
                  <a16:creationId xmlns:a16="http://schemas.microsoft.com/office/drawing/2014/main" id="{FEBE06B3-E2A8-7B7C-98DE-BC67F4DB6767}"/>
                </a:ext>
              </a:extLst>
            </p:cNvPr>
            <p:cNvSpPr/>
            <p:nvPr/>
          </p:nvSpPr>
          <p:spPr>
            <a:xfrm>
              <a:off x="1938858" y="3249010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38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7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56"/>
                  </a:lnTo>
                  <a:lnTo>
                    <a:pt x="0" y="202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9" y="347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6" y="347"/>
                  </a:lnTo>
                  <a:lnTo>
                    <a:pt x="484" y="302"/>
                  </a:lnTo>
                  <a:lnTo>
                    <a:pt x="484" y="247"/>
                  </a:lnTo>
                  <a:lnTo>
                    <a:pt x="484" y="202"/>
                  </a:lnTo>
                  <a:lnTo>
                    <a:pt x="466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7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286;p19">
              <a:extLst>
                <a:ext uri="{FF2B5EF4-FFF2-40B4-BE49-F238E27FC236}">
                  <a16:creationId xmlns:a16="http://schemas.microsoft.com/office/drawing/2014/main" id="{E71D86B7-2C30-DE36-8393-55C18AC51476}"/>
                </a:ext>
              </a:extLst>
            </p:cNvPr>
            <p:cNvSpPr/>
            <p:nvPr/>
          </p:nvSpPr>
          <p:spPr>
            <a:xfrm>
              <a:off x="2117739" y="337912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5" y="19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28" y="147"/>
                  </a:lnTo>
                  <a:lnTo>
                    <a:pt x="10" y="201"/>
                  </a:lnTo>
                  <a:lnTo>
                    <a:pt x="0" y="247"/>
                  </a:lnTo>
                  <a:lnTo>
                    <a:pt x="10" y="292"/>
                  </a:lnTo>
                  <a:lnTo>
                    <a:pt x="2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7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287;p19">
              <a:extLst>
                <a:ext uri="{FF2B5EF4-FFF2-40B4-BE49-F238E27FC236}">
                  <a16:creationId xmlns:a16="http://schemas.microsoft.com/office/drawing/2014/main" id="{B9DF6720-8AFE-4C8D-567D-9ABED13B50D7}"/>
                </a:ext>
              </a:extLst>
            </p:cNvPr>
            <p:cNvSpPr/>
            <p:nvPr/>
          </p:nvSpPr>
          <p:spPr>
            <a:xfrm>
              <a:off x="2003880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1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288;p19">
              <a:extLst>
                <a:ext uri="{FF2B5EF4-FFF2-40B4-BE49-F238E27FC236}">
                  <a16:creationId xmlns:a16="http://schemas.microsoft.com/office/drawing/2014/main" id="{869E67A5-981E-09A5-1F83-D0BFEC88C2B6}"/>
                </a:ext>
              </a:extLst>
            </p:cNvPr>
            <p:cNvSpPr/>
            <p:nvPr/>
          </p:nvSpPr>
          <p:spPr>
            <a:xfrm>
              <a:off x="1925071" y="3586125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84" y="293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289;p19">
              <a:extLst>
                <a:ext uri="{FF2B5EF4-FFF2-40B4-BE49-F238E27FC236}">
                  <a16:creationId xmlns:a16="http://schemas.microsoft.com/office/drawing/2014/main" id="{8D801B4C-45EF-7F0D-DA3F-9B787F9CA459}"/>
                </a:ext>
              </a:extLst>
            </p:cNvPr>
            <p:cNvSpPr/>
            <p:nvPr/>
          </p:nvSpPr>
          <p:spPr>
            <a:xfrm>
              <a:off x="2057655" y="342727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56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93"/>
                  </a:lnTo>
                  <a:lnTo>
                    <a:pt x="74" y="429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8" y="475"/>
                  </a:lnTo>
                  <a:lnTo>
                    <a:pt x="384" y="457"/>
                  </a:lnTo>
                  <a:lnTo>
                    <a:pt x="420" y="429"/>
                  </a:lnTo>
                  <a:lnTo>
                    <a:pt x="457" y="393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56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8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290;p19">
              <a:extLst>
                <a:ext uri="{FF2B5EF4-FFF2-40B4-BE49-F238E27FC236}">
                  <a16:creationId xmlns:a16="http://schemas.microsoft.com/office/drawing/2014/main" id="{FB66BF30-C64F-F873-C644-37585DB05067}"/>
                </a:ext>
              </a:extLst>
            </p:cNvPr>
            <p:cNvSpPr/>
            <p:nvPr/>
          </p:nvSpPr>
          <p:spPr>
            <a:xfrm>
              <a:off x="2083924" y="3649296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28" y="147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3"/>
                  </a:lnTo>
                  <a:lnTo>
                    <a:pt x="28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93" y="448"/>
                  </a:lnTo>
                  <a:lnTo>
                    <a:pt x="430" y="420"/>
                  </a:lnTo>
                  <a:lnTo>
                    <a:pt x="457" y="384"/>
                  </a:lnTo>
                  <a:lnTo>
                    <a:pt x="475" y="338"/>
                  </a:lnTo>
                  <a:lnTo>
                    <a:pt x="493" y="293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7"/>
                  </a:lnTo>
                  <a:lnTo>
                    <a:pt x="457" y="110"/>
                  </a:lnTo>
                  <a:lnTo>
                    <a:pt x="430" y="74"/>
                  </a:lnTo>
                  <a:lnTo>
                    <a:pt x="393" y="37"/>
                  </a:lnTo>
                  <a:lnTo>
                    <a:pt x="347" y="19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291;p19">
              <a:extLst>
                <a:ext uri="{FF2B5EF4-FFF2-40B4-BE49-F238E27FC236}">
                  <a16:creationId xmlns:a16="http://schemas.microsoft.com/office/drawing/2014/main" id="{9F5BACF3-1C0C-30E5-261B-4EB8A88EF843}"/>
                </a:ext>
              </a:extLst>
            </p:cNvPr>
            <p:cNvSpPr/>
            <p:nvPr/>
          </p:nvSpPr>
          <p:spPr>
            <a:xfrm>
              <a:off x="2057037" y="3767544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6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47" y="474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4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8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292;p19">
              <a:extLst>
                <a:ext uri="{FF2B5EF4-FFF2-40B4-BE49-F238E27FC236}">
                  <a16:creationId xmlns:a16="http://schemas.microsoft.com/office/drawing/2014/main" id="{E1A3C6CC-EFA0-1B91-62EF-0D5040392030}"/>
                </a:ext>
              </a:extLst>
            </p:cNvPr>
            <p:cNvSpPr/>
            <p:nvPr/>
          </p:nvSpPr>
          <p:spPr>
            <a:xfrm>
              <a:off x="2021439" y="382632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0"/>
                  </a:moveTo>
                  <a:lnTo>
                    <a:pt x="155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4" y="338"/>
                  </a:lnTo>
                  <a:lnTo>
                    <a:pt x="483" y="292"/>
                  </a:lnTo>
                  <a:lnTo>
                    <a:pt x="493" y="247"/>
                  </a:lnTo>
                  <a:lnTo>
                    <a:pt x="483" y="192"/>
                  </a:lnTo>
                  <a:lnTo>
                    <a:pt x="474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47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293;p19">
              <a:extLst>
                <a:ext uri="{FF2B5EF4-FFF2-40B4-BE49-F238E27FC236}">
                  <a16:creationId xmlns:a16="http://schemas.microsoft.com/office/drawing/2014/main" id="{5DF01825-04BA-8FB9-E7CD-193AC7F337E1}"/>
                </a:ext>
              </a:extLst>
            </p:cNvPr>
            <p:cNvSpPr/>
            <p:nvPr/>
          </p:nvSpPr>
          <p:spPr>
            <a:xfrm>
              <a:off x="1963276" y="388887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55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301"/>
                  </a:lnTo>
                  <a:lnTo>
                    <a:pt x="18" y="347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56"/>
                  </a:lnTo>
                  <a:lnTo>
                    <a:pt x="155" y="474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4"/>
                  </a:lnTo>
                  <a:lnTo>
                    <a:pt x="383" y="456"/>
                  </a:lnTo>
                  <a:lnTo>
                    <a:pt x="420" y="420"/>
                  </a:lnTo>
                  <a:lnTo>
                    <a:pt x="456" y="383"/>
                  </a:lnTo>
                  <a:lnTo>
                    <a:pt x="474" y="347"/>
                  </a:lnTo>
                  <a:lnTo>
                    <a:pt x="492" y="301"/>
                  </a:lnTo>
                  <a:lnTo>
                    <a:pt x="492" y="246"/>
                  </a:lnTo>
                  <a:lnTo>
                    <a:pt x="492" y="201"/>
                  </a:lnTo>
                  <a:lnTo>
                    <a:pt x="474" y="155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294;p19">
              <a:extLst>
                <a:ext uri="{FF2B5EF4-FFF2-40B4-BE49-F238E27FC236}">
                  <a16:creationId xmlns:a16="http://schemas.microsoft.com/office/drawing/2014/main" id="{6A9A7DFC-A855-C22B-0331-7D74D0ABC525}"/>
                </a:ext>
              </a:extLst>
            </p:cNvPr>
            <p:cNvSpPr/>
            <p:nvPr/>
          </p:nvSpPr>
          <p:spPr>
            <a:xfrm>
              <a:off x="1915743" y="367933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1"/>
                  </a:moveTo>
                  <a:lnTo>
                    <a:pt x="155" y="19"/>
                  </a:lnTo>
                  <a:lnTo>
                    <a:pt x="109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09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38"/>
                  </a:lnTo>
                  <a:lnTo>
                    <a:pt x="492" y="292"/>
                  </a:lnTo>
                  <a:lnTo>
                    <a:pt x="492" y="247"/>
                  </a:lnTo>
                  <a:lnTo>
                    <a:pt x="492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295;p19">
              <a:extLst>
                <a:ext uri="{FF2B5EF4-FFF2-40B4-BE49-F238E27FC236}">
                  <a16:creationId xmlns:a16="http://schemas.microsoft.com/office/drawing/2014/main" id="{4C70C617-FE63-0942-4937-076D848EF28C}"/>
                </a:ext>
              </a:extLst>
            </p:cNvPr>
            <p:cNvSpPr/>
            <p:nvPr/>
          </p:nvSpPr>
          <p:spPr>
            <a:xfrm>
              <a:off x="2474198" y="3569252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1"/>
                  </a:moveTo>
                  <a:lnTo>
                    <a:pt x="1" y="302"/>
                  </a:lnTo>
                  <a:lnTo>
                    <a:pt x="329" y="375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7" y="530"/>
                  </a:lnTo>
                  <a:lnTo>
                    <a:pt x="667" y="2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296;p19">
              <a:extLst>
                <a:ext uri="{FF2B5EF4-FFF2-40B4-BE49-F238E27FC236}">
                  <a16:creationId xmlns:a16="http://schemas.microsoft.com/office/drawing/2014/main" id="{A634AC75-2B0D-3D60-B0A0-994E5D9EC5A4}"/>
                </a:ext>
              </a:extLst>
            </p:cNvPr>
            <p:cNvSpPr/>
            <p:nvPr/>
          </p:nvSpPr>
          <p:spPr>
            <a:xfrm>
              <a:off x="2474198" y="391576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5"/>
                  </a:lnTo>
                  <a:lnTo>
                    <a:pt x="667" y="538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297;p19">
              <a:extLst>
                <a:ext uri="{FF2B5EF4-FFF2-40B4-BE49-F238E27FC236}">
                  <a16:creationId xmlns:a16="http://schemas.microsoft.com/office/drawing/2014/main" id="{60B472CA-6E01-7228-E22F-BBC61D758B0B}"/>
                </a:ext>
              </a:extLst>
            </p:cNvPr>
            <p:cNvSpPr/>
            <p:nvPr/>
          </p:nvSpPr>
          <p:spPr>
            <a:xfrm>
              <a:off x="2474198" y="403147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298;p19">
              <a:extLst>
                <a:ext uri="{FF2B5EF4-FFF2-40B4-BE49-F238E27FC236}">
                  <a16:creationId xmlns:a16="http://schemas.microsoft.com/office/drawing/2014/main" id="{E673F2CB-4369-D799-AA84-D4ADF181C00B}"/>
                </a:ext>
              </a:extLst>
            </p:cNvPr>
            <p:cNvSpPr/>
            <p:nvPr/>
          </p:nvSpPr>
          <p:spPr>
            <a:xfrm>
              <a:off x="2552390" y="3684345"/>
              <a:ext cx="45750" cy="53843"/>
            </a:xfrm>
            <a:custGeom>
              <a:avLst/>
              <a:gdLst/>
              <a:ahLst/>
              <a:cxnLst/>
              <a:rect l="l" t="t" r="r" b="b"/>
              <a:pathLst>
                <a:path w="667" h="785" extrusionOk="0">
                  <a:moveTo>
                    <a:pt x="1" y="0"/>
                  </a:moveTo>
                  <a:lnTo>
                    <a:pt x="1" y="31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85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299;p19">
              <a:extLst>
                <a:ext uri="{FF2B5EF4-FFF2-40B4-BE49-F238E27FC236}">
                  <a16:creationId xmlns:a16="http://schemas.microsoft.com/office/drawing/2014/main" id="{D8D15AD2-6E3E-CFFE-91BC-CD85A960B6F8}"/>
                </a:ext>
              </a:extLst>
            </p:cNvPr>
            <p:cNvSpPr/>
            <p:nvPr/>
          </p:nvSpPr>
          <p:spPr>
            <a:xfrm>
              <a:off x="2552390" y="380005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300;p19">
              <a:extLst>
                <a:ext uri="{FF2B5EF4-FFF2-40B4-BE49-F238E27FC236}">
                  <a16:creationId xmlns:a16="http://schemas.microsoft.com/office/drawing/2014/main" id="{9BB4C710-12E4-7475-AC46-6B95B45C5C46}"/>
                </a:ext>
              </a:extLst>
            </p:cNvPr>
            <p:cNvSpPr/>
            <p:nvPr/>
          </p:nvSpPr>
          <p:spPr>
            <a:xfrm>
              <a:off x="2552390" y="3568018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24" y="803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301;p19">
              <a:extLst>
                <a:ext uri="{FF2B5EF4-FFF2-40B4-BE49-F238E27FC236}">
                  <a16:creationId xmlns:a16="http://schemas.microsoft.com/office/drawing/2014/main" id="{3966E391-ECA9-DFC5-5C03-6F07CD31532F}"/>
                </a:ext>
              </a:extLst>
            </p:cNvPr>
            <p:cNvSpPr/>
            <p:nvPr/>
          </p:nvSpPr>
          <p:spPr>
            <a:xfrm>
              <a:off x="2634354" y="3683728"/>
              <a:ext cx="238350" cy="55078"/>
            </a:xfrm>
            <a:custGeom>
              <a:avLst/>
              <a:gdLst/>
              <a:ahLst/>
              <a:cxnLst/>
              <a:rect l="l" t="t" r="r" b="b"/>
              <a:pathLst>
                <a:path w="3475" h="803" extrusionOk="0">
                  <a:moveTo>
                    <a:pt x="0" y="0"/>
                  </a:moveTo>
                  <a:lnTo>
                    <a:pt x="0" y="803"/>
                  </a:lnTo>
                  <a:lnTo>
                    <a:pt x="3475" y="803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302;p19">
              <a:extLst>
                <a:ext uri="{FF2B5EF4-FFF2-40B4-BE49-F238E27FC236}">
                  <a16:creationId xmlns:a16="http://schemas.microsoft.com/office/drawing/2014/main" id="{C77B854E-D2D1-8905-F79C-B2590D324912}"/>
                </a:ext>
              </a:extLst>
            </p:cNvPr>
            <p:cNvSpPr/>
            <p:nvPr/>
          </p:nvSpPr>
          <p:spPr>
            <a:xfrm>
              <a:off x="2634354" y="3799438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303;p19">
              <a:extLst>
                <a:ext uri="{FF2B5EF4-FFF2-40B4-BE49-F238E27FC236}">
                  <a16:creationId xmlns:a16="http://schemas.microsoft.com/office/drawing/2014/main" id="{7DFD6163-7F89-3EA5-67D6-7237C7287443}"/>
                </a:ext>
              </a:extLst>
            </p:cNvPr>
            <p:cNvSpPr/>
            <p:nvPr/>
          </p:nvSpPr>
          <p:spPr>
            <a:xfrm>
              <a:off x="2552390" y="4030240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2"/>
                  </a:lnTo>
                  <a:lnTo>
                    <a:pt x="10724" y="802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304;p19">
              <a:extLst>
                <a:ext uri="{FF2B5EF4-FFF2-40B4-BE49-F238E27FC236}">
                  <a16:creationId xmlns:a16="http://schemas.microsoft.com/office/drawing/2014/main" id="{D25E20AC-83E9-F106-09D6-F0798BE03C1F}"/>
                </a:ext>
              </a:extLst>
            </p:cNvPr>
            <p:cNvSpPr/>
            <p:nvPr/>
          </p:nvSpPr>
          <p:spPr>
            <a:xfrm>
              <a:off x="2551773" y="3915148"/>
              <a:ext cx="736245" cy="55078"/>
            </a:xfrm>
            <a:custGeom>
              <a:avLst/>
              <a:gdLst/>
              <a:ahLst/>
              <a:cxnLst/>
              <a:rect l="l" t="t" r="r" b="b"/>
              <a:pathLst>
                <a:path w="10734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305;p19">
              <a:extLst>
                <a:ext uri="{FF2B5EF4-FFF2-40B4-BE49-F238E27FC236}">
                  <a16:creationId xmlns:a16="http://schemas.microsoft.com/office/drawing/2014/main" id="{41D1AA7C-AAEC-C308-5ECE-7A8395E18105}"/>
                </a:ext>
              </a:extLst>
            </p:cNvPr>
            <p:cNvSpPr/>
            <p:nvPr/>
          </p:nvSpPr>
          <p:spPr>
            <a:xfrm>
              <a:off x="2474198" y="333975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306;p19">
              <a:extLst>
                <a:ext uri="{FF2B5EF4-FFF2-40B4-BE49-F238E27FC236}">
                  <a16:creationId xmlns:a16="http://schemas.microsoft.com/office/drawing/2014/main" id="{EACBF28D-5D1F-D0EE-0CDD-D86729444F9C}"/>
                </a:ext>
              </a:extLst>
            </p:cNvPr>
            <p:cNvSpPr/>
            <p:nvPr/>
          </p:nvSpPr>
          <p:spPr>
            <a:xfrm>
              <a:off x="2474198" y="3455463"/>
              <a:ext cx="38273" cy="53226"/>
            </a:xfrm>
            <a:custGeom>
              <a:avLst/>
              <a:gdLst/>
              <a:ahLst/>
              <a:cxnLst/>
              <a:rect l="l" t="t" r="r" b="b"/>
              <a:pathLst>
                <a:path w="558" h="776" extrusionOk="0">
                  <a:moveTo>
                    <a:pt x="1" y="0"/>
                  </a:moveTo>
                  <a:lnTo>
                    <a:pt x="1" y="301"/>
                  </a:lnTo>
                  <a:lnTo>
                    <a:pt x="275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557" y="529"/>
                  </a:lnTo>
                  <a:lnTo>
                    <a:pt x="55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307;p19">
              <a:extLst>
                <a:ext uri="{FF2B5EF4-FFF2-40B4-BE49-F238E27FC236}">
                  <a16:creationId xmlns:a16="http://schemas.microsoft.com/office/drawing/2014/main" id="{3A668AF7-877F-51AB-8A9A-B8C0F031516F}"/>
                </a:ext>
              </a:extLst>
            </p:cNvPr>
            <p:cNvSpPr/>
            <p:nvPr/>
          </p:nvSpPr>
          <p:spPr>
            <a:xfrm>
              <a:off x="2552390" y="310833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308;p19">
              <a:extLst>
                <a:ext uri="{FF2B5EF4-FFF2-40B4-BE49-F238E27FC236}">
                  <a16:creationId xmlns:a16="http://schemas.microsoft.com/office/drawing/2014/main" id="{E2B7A65E-CD27-2F27-9732-A1FD23343E0F}"/>
                </a:ext>
              </a:extLst>
            </p:cNvPr>
            <p:cNvSpPr/>
            <p:nvPr/>
          </p:nvSpPr>
          <p:spPr>
            <a:xfrm>
              <a:off x="2552390" y="322404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309;p19">
              <a:extLst>
                <a:ext uri="{FF2B5EF4-FFF2-40B4-BE49-F238E27FC236}">
                  <a16:creationId xmlns:a16="http://schemas.microsoft.com/office/drawing/2014/main" id="{F306E30D-5269-4C90-A669-3CAA450184F0}"/>
                </a:ext>
              </a:extLst>
            </p:cNvPr>
            <p:cNvSpPr/>
            <p:nvPr/>
          </p:nvSpPr>
          <p:spPr>
            <a:xfrm>
              <a:off x="2634354" y="3107716"/>
              <a:ext cx="388494" cy="55078"/>
            </a:xfrm>
            <a:custGeom>
              <a:avLst/>
              <a:gdLst/>
              <a:ahLst/>
              <a:cxnLst/>
              <a:rect l="l" t="t" r="r" b="b"/>
              <a:pathLst>
                <a:path w="5664" h="803" extrusionOk="0">
                  <a:moveTo>
                    <a:pt x="0" y="0"/>
                  </a:moveTo>
                  <a:lnTo>
                    <a:pt x="0" y="803"/>
                  </a:lnTo>
                  <a:lnTo>
                    <a:pt x="5663" y="803"/>
                  </a:lnTo>
                  <a:lnTo>
                    <a:pt x="5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310;p19">
              <a:extLst>
                <a:ext uri="{FF2B5EF4-FFF2-40B4-BE49-F238E27FC236}">
                  <a16:creationId xmlns:a16="http://schemas.microsoft.com/office/drawing/2014/main" id="{87F5A528-A2D8-239C-E755-53CCA86C17FF}"/>
                </a:ext>
              </a:extLst>
            </p:cNvPr>
            <p:cNvSpPr/>
            <p:nvPr/>
          </p:nvSpPr>
          <p:spPr>
            <a:xfrm>
              <a:off x="2634354" y="3223426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311;p19">
              <a:extLst>
                <a:ext uri="{FF2B5EF4-FFF2-40B4-BE49-F238E27FC236}">
                  <a16:creationId xmlns:a16="http://schemas.microsoft.com/office/drawing/2014/main" id="{E42C662E-949B-18EC-1FBA-44B85BAA8D91}"/>
                </a:ext>
              </a:extLst>
            </p:cNvPr>
            <p:cNvSpPr/>
            <p:nvPr/>
          </p:nvSpPr>
          <p:spPr>
            <a:xfrm>
              <a:off x="2539289" y="3454160"/>
              <a:ext cx="616761" cy="55146"/>
            </a:xfrm>
            <a:custGeom>
              <a:avLst/>
              <a:gdLst/>
              <a:ahLst/>
              <a:cxnLst/>
              <a:rect l="l" t="t" r="r" b="b"/>
              <a:pathLst>
                <a:path w="8992" h="804" extrusionOk="0">
                  <a:moveTo>
                    <a:pt x="0" y="1"/>
                  </a:moveTo>
                  <a:lnTo>
                    <a:pt x="0" y="803"/>
                  </a:lnTo>
                  <a:lnTo>
                    <a:pt x="8991" y="803"/>
                  </a:lnTo>
                  <a:lnTo>
                    <a:pt x="89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312;p19">
              <a:extLst>
                <a:ext uri="{FF2B5EF4-FFF2-40B4-BE49-F238E27FC236}">
                  <a16:creationId xmlns:a16="http://schemas.microsoft.com/office/drawing/2014/main" id="{002592EA-5B65-262F-0FDE-9D015EB307C7}"/>
                </a:ext>
              </a:extLst>
            </p:cNvPr>
            <p:cNvSpPr/>
            <p:nvPr/>
          </p:nvSpPr>
          <p:spPr>
            <a:xfrm>
              <a:off x="2551773" y="3338450"/>
              <a:ext cx="736245" cy="55146"/>
            </a:xfrm>
            <a:custGeom>
              <a:avLst/>
              <a:gdLst/>
              <a:ahLst/>
              <a:cxnLst/>
              <a:rect l="l" t="t" r="r" b="b"/>
              <a:pathLst>
                <a:path w="10734" h="804" extrusionOk="0">
                  <a:moveTo>
                    <a:pt x="1" y="1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86" name="Imagen 1485">
            <a:extLst>
              <a:ext uri="{FF2B5EF4-FFF2-40B4-BE49-F238E27FC236}">
                <a16:creationId xmlns:a16="http://schemas.microsoft.com/office/drawing/2014/main" id="{B8407B78-8FEB-A319-2C21-60D3A976844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4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3020" y="-212403"/>
            <a:ext cx="3436239" cy="29221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6155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3">
          <a:extLst>
            <a:ext uri="{FF2B5EF4-FFF2-40B4-BE49-F238E27FC236}">
              <a16:creationId xmlns:a16="http://schemas.microsoft.com/office/drawing/2014/main" id="{99A33EC2-64AA-2804-58FE-621D99A80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41">
            <a:extLst>
              <a:ext uri="{FF2B5EF4-FFF2-40B4-BE49-F238E27FC236}">
                <a16:creationId xmlns:a16="http://schemas.microsoft.com/office/drawing/2014/main" id="{8633643E-4449-016B-3454-043AA6CF77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</a:t>
            </a:r>
            <a:endParaRPr dirty="0"/>
          </a:p>
        </p:txBody>
      </p:sp>
      <p:grpSp>
        <p:nvGrpSpPr>
          <p:cNvPr id="1438" name="Google Shape;1438;p41">
            <a:extLst>
              <a:ext uri="{FF2B5EF4-FFF2-40B4-BE49-F238E27FC236}">
                <a16:creationId xmlns:a16="http://schemas.microsoft.com/office/drawing/2014/main" id="{8B2395F1-B766-DB4A-C173-54F604187CD5}"/>
              </a:ext>
            </a:extLst>
          </p:cNvPr>
          <p:cNvGrpSpPr/>
          <p:nvPr/>
        </p:nvGrpSpPr>
        <p:grpSpPr>
          <a:xfrm>
            <a:off x="2955000" y="2540049"/>
            <a:ext cx="5731800" cy="1077952"/>
            <a:chOff x="2955000" y="2789525"/>
            <a:chExt cx="5731800" cy="579000"/>
          </a:xfrm>
        </p:grpSpPr>
        <p:sp>
          <p:nvSpPr>
            <p:cNvPr id="1439" name="Google Shape;1439;p41">
              <a:extLst>
                <a:ext uri="{FF2B5EF4-FFF2-40B4-BE49-F238E27FC236}">
                  <a16:creationId xmlns:a16="http://schemas.microsoft.com/office/drawing/2014/main" id="{21F8D073-4B6F-A20F-0436-1AFBCBE18FE7}"/>
                </a:ext>
              </a:extLst>
            </p:cNvPr>
            <p:cNvSpPr txBox="1"/>
            <p:nvPr/>
          </p:nvSpPr>
          <p:spPr>
            <a:xfrm>
              <a:off x="2955000" y="2789525"/>
              <a:ext cx="107868" cy="579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40" name="Google Shape;1440;p41">
              <a:extLst>
                <a:ext uri="{FF2B5EF4-FFF2-40B4-BE49-F238E27FC236}">
                  <a16:creationId xmlns:a16="http://schemas.microsoft.com/office/drawing/2014/main" id="{7AE7AF35-F520-025E-2C1F-2EF249B9C972}"/>
                </a:ext>
              </a:extLst>
            </p:cNvPr>
            <p:cNvSpPr txBox="1"/>
            <p:nvPr/>
          </p:nvSpPr>
          <p:spPr>
            <a:xfrm>
              <a:off x="3062868" y="2792981"/>
              <a:ext cx="5623932" cy="572100"/>
            </a:xfrm>
            <a:prstGeom prst="rect">
              <a:avLst/>
            </a:prstGeom>
            <a:solidFill>
              <a:srgbClr val="419AB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just"/>
              <a:r>
                <a:rPr lang="en-US" dirty="0"/>
                <a:t>These models can support clinicians in </a:t>
              </a:r>
              <a:r>
                <a:rPr lang="en-US" b="1" dirty="0"/>
                <a:t>recognizing subtle signs </a:t>
              </a:r>
              <a:r>
                <a:rPr lang="en-US" dirty="0"/>
                <a:t>that might otherwise go unnoticed, </a:t>
              </a:r>
              <a:r>
                <a:rPr lang="en-US" b="1" dirty="0"/>
                <a:t>gain deeper insight </a:t>
              </a:r>
              <a:r>
                <a:rPr lang="en-US" dirty="0"/>
                <a:t>into the </a:t>
              </a:r>
              <a:r>
                <a:rPr lang="en-US" b="1" dirty="0"/>
                <a:t>complex interactions that contribute to neurodegenerative disorders </a:t>
              </a:r>
              <a:r>
                <a:rPr lang="en-US" dirty="0"/>
                <a:t>and reach </a:t>
              </a:r>
              <a:r>
                <a:rPr lang="en-US" b="1" dirty="0"/>
                <a:t>more personalized and proactive patient care</a:t>
              </a:r>
              <a:r>
                <a:rPr lang="en-US" dirty="0"/>
                <a:t>. 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41" name="Google Shape;1441;p41">
            <a:extLst>
              <a:ext uri="{FF2B5EF4-FFF2-40B4-BE49-F238E27FC236}">
                <a16:creationId xmlns:a16="http://schemas.microsoft.com/office/drawing/2014/main" id="{8F1CBEBB-C0CB-4F81-7DC4-A76401C71CD4}"/>
              </a:ext>
            </a:extLst>
          </p:cNvPr>
          <p:cNvGrpSpPr/>
          <p:nvPr/>
        </p:nvGrpSpPr>
        <p:grpSpPr>
          <a:xfrm>
            <a:off x="2955000" y="1424974"/>
            <a:ext cx="5731800" cy="579006"/>
            <a:chOff x="2955000" y="1424974"/>
            <a:chExt cx="5731800" cy="579006"/>
          </a:xfrm>
        </p:grpSpPr>
        <p:sp>
          <p:nvSpPr>
            <p:cNvPr id="1442" name="Google Shape;1442;p41">
              <a:extLst>
                <a:ext uri="{FF2B5EF4-FFF2-40B4-BE49-F238E27FC236}">
                  <a16:creationId xmlns:a16="http://schemas.microsoft.com/office/drawing/2014/main" id="{2F0F9EB9-3DF3-01EF-010F-D897223431D9}"/>
                </a:ext>
              </a:extLst>
            </p:cNvPr>
            <p:cNvSpPr txBox="1"/>
            <p:nvPr/>
          </p:nvSpPr>
          <p:spPr>
            <a:xfrm>
              <a:off x="2955000" y="1424974"/>
              <a:ext cx="107868" cy="579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43" name="Google Shape;1443;p41">
              <a:extLst>
                <a:ext uri="{FF2B5EF4-FFF2-40B4-BE49-F238E27FC236}">
                  <a16:creationId xmlns:a16="http://schemas.microsoft.com/office/drawing/2014/main" id="{03E1F94A-96CB-BD62-D9D2-E13FCBBD087B}"/>
                </a:ext>
              </a:extLst>
            </p:cNvPr>
            <p:cNvSpPr txBox="1"/>
            <p:nvPr/>
          </p:nvSpPr>
          <p:spPr>
            <a:xfrm>
              <a:off x="3062868" y="1424980"/>
              <a:ext cx="5623932" cy="579000"/>
            </a:xfrm>
            <a:prstGeom prst="rect">
              <a:avLst/>
            </a:prstGeom>
            <a:solidFill>
              <a:srgbClr val="8DA4BA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Two machine learning </a:t>
              </a:r>
              <a:r>
                <a:rPr lang="en" b="1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predictive models with impresive performance were developed sucessfully.</a:t>
              </a:r>
              <a:endParaRPr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448" name="Google Shape;1448;p41">
            <a:extLst>
              <a:ext uri="{FF2B5EF4-FFF2-40B4-BE49-F238E27FC236}">
                <a16:creationId xmlns:a16="http://schemas.microsoft.com/office/drawing/2014/main" id="{C1FEC3D9-46D4-3918-FA5E-5BB417ACA38E}"/>
              </a:ext>
            </a:extLst>
          </p:cNvPr>
          <p:cNvCxnSpPr>
            <a:cxnSpLocks/>
            <a:endCxn id="1442" idx="1"/>
          </p:cNvCxnSpPr>
          <p:nvPr/>
        </p:nvCxnSpPr>
        <p:spPr>
          <a:xfrm flipV="1">
            <a:off x="1655100" y="1714474"/>
            <a:ext cx="1299900" cy="1364551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9" name="Google Shape;1449;p41">
            <a:extLst>
              <a:ext uri="{FF2B5EF4-FFF2-40B4-BE49-F238E27FC236}">
                <a16:creationId xmlns:a16="http://schemas.microsoft.com/office/drawing/2014/main" id="{CCBFBB1D-1B04-A590-0F79-82827F17C570}"/>
              </a:ext>
            </a:extLst>
          </p:cNvPr>
          <p:cNvCxnSpPr>
            <a:cxnSpLocks/>
            <a:endCxn id="1439" idx="1"/>
          </p:cNvCxnSpPr>
          <p:nvPr/>
        </p:nvCxnSpPr>
        <p:spPr>
          <a:xfrm>
            <a:off x="1761893" y="3079025"/>
            <a:ext cx="1193107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" name="Google Shape;230;p19">
            <a:extLst>
              <a:ext uri="{FF2B5EF4-FFF2-40B4-BE49-F238E27FC236}">
                <a16:creationId xmlns:a16="http://schemas.microsoft.com/office/drawing/2014/main" id="{FDFF04A8-7CF6-B073-BFE1-406D9AF08FC8}"/>
              </a:ext>
            </a:extLst>
          </p:cNvPr>
          <p:cNvGrpSpPr/>
          <p:nvPr/>
        </p:nvGrpSpPr>
        <p:grpSpPr>
          <a:xfrm>
            <a:off x="141880" y="2609921"/>
            <a:ext cx="1726541" cy="1103365"/>
            <a:chOff x="922500" y="2861275"/>
            <a:chExt cx="2802712" cy="1700603"/>
          </a:xfrm>
        </p:grpSpPr>
        <p:sp>
          <p:nvSpPr>
            <p:cNvPr id="8" name="Google Shape;231;p19">
              <a:extLst>
                <a:ext uri="{FF2B5EF4-FFF2-40B4-BE49-F238E27FC236}">
                  <a16:creationId xmlns:a16="http://schemas.microsoft.com/office/drawing/2014/main" id="{EDB091C1-4E3F-7F4D-733A-BF262B337D32}"/>
                </a:ext>
              </a:extLst>
            </p:cNvPr>
            <p:cNvSpPr/>
            <p:nvPr/>
          </p:nvSpPr>
          <p:spPr>
            <a:xfrm>
              <a:off x="1123878" y="2861275"/>
              <a:ext cx="2400581" cy="1481132"/>
            </a:xfrm>
            <a:custGeom>
              <a:avLst/>
              <a:gdLst/>
              <a:ahLst/>
              <a:cxnLst/>
              <a:rect l="l" t="t" r="r" b="b"/>
              <a:pathLst>
                <a:path w="34999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33421" y="21593"/>
                  </a:lnTo>
                  <a:lnTo>
                    <a:pt x="33585" y="21584"/>
                  </a:lnTo>
                  <a:lnTo>
                    <a:pt x="33740" y="21557"/>
                  </a:lnTo>
                  <a:lnTo>
                    <a:pt x="33886" y="21520"/>
                  </a:lnTo>
                  <a:lnTo>
                    <a:pt x="34032" y="21466"/>
                  </a:lnTo>
                  <a:lnTo>
                    <a:pt x="34168" y="21402"/>
                  </a:lnTo>
                  <a:lnTo>
                    <a:pt x="34296" y="21320"/>
                  </a:lnTo>
                  <a:lnTo>
                    <a:pt x="34424" y="21228"/>
                  </a:lnTo>
                  <a:lnTo>
                    <a:pt x="34533" y="21128"/>
                  </a:lnTo>
                  <a:lnTo>
                    <a:pt x="34633" y="21019"/>
                  </a:lnTo>
                  <a:lnTo>
                    <a:pt x="34725" y="20891"/>
                  </a:lnTo>
                  <a:lnTo>
                    <a:pt x="34807" y="20763"/>
                  </a:lnTo>
                  <a:lnTo>
                    <a:pt x="34870" y="20627"/>
                  </a:lnTo>
                  <a:lnTo>
                    <a:pt x="34925" y="20481"/>
                  </a:lnTo>
                  <a:lnTo>
                    <a:pt x="34962" y="20335"/>
                  </a:lnTo>
                  <a:lnTo>
                    <a:pt x="34989" y="20180"/>
                  </a:lnTo>
                  <a:lnTo>
                    <a:pt x="34998" y="20016"/>
                  </a:lnTo>
                  <a:lnTo>
                    <a:pt x="34998" y="1578"/>
                  </a:lnTo>
                  <a:lnTo>
                    <a:pt x="34989" y="1414"/>
                  </a:lnTo>
                  <a:lnTo>
                    <a:pt x="34962" y="1259"/>
                  </a:lnTo>
                  <a:lnTo>
                    <a:pt x="34925" y="1113"/>
                  </a:lnTo>
                  <a:lnTo>
                    <a:pt x="34870" y="967"/>
                  </a:lnTo>
                  <a:lnTo>
                    <a:pt x="34807" y="830"/>
                  </a:lnTo>
                  <a:lnTo>
                    <a:pt x="34725" y="703"/>
                  </a:lnTo>
                  <a:lnTo>
                    <a:pt x="34633" y="575"/>
                  </a:lnTo>
                  <a:lnTo>
                    <a:pt x="34533" y="466"/>
                  </a:lnTo>
                  <a:lnTo>
                    <a:pt x="34424" y="365"/>
                  </a:lnTo>
                  <a:lnTo>
                    <a:pt x="34296" y="274"/>
                  </a:lnTo>
                  <a:lnTo>
                    <a:pt x="34168" y="192"/>
                  </a:lnTo>
                  <a:lnTo>
                    <a:pt x="34032" y="128"/>
                  </a:lnTo>
                  <a:lnTo>
                    <a:pt x="33886" y="73"/>
                  </a:lnTo>
                  <a:lnTo>
                    <a:pt x="33740" y="37"/>
                  </a:lnTo>
                  <a:lnTo>
                    <a:pt x="33585" y="10"/>
                  </a:lnTo>
                  <a:lnTo>
                    <a:pt x="3342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32;p19">
              <a:extLst>
                <a:ext uri="{FF2B5EF4-FFF2-40B4-BE49-F238E27FC236}">
                  <a16:creationId xmlns:a16="http://schemas.microsoft.com/office/drawing/2014/main" id="{08F67BC2-F870-C3A3-3F12-CEC431B65D5F}"/>
                </a:ext>
              </a:extLst>
            </p:cNvPr>
            <p:cNvSpPr/>
            <p:nvPr/>
          </p:nvSpPr>
          <p:spPr>
            <a:xfrm>
              <a:off x="1123878" y="2861275"/>
              <a:ext cx="1211574" cy="1481132"/>
            </a:xfrm>
            <a:custGeom>
              <a:avLst/>
              <a:gdLst/>
              <a:ahLst/>
              <a:cxnLst/>
              <a:rect l="l" t="t" r="r" b="b"/>
              <a:pathLst>
                <a:path w="17664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17664" y="21593"/>
                  </a:lnTo>
                  <a:lnTo>
                    <a:pt x="17664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33;p19">
              <a:extLst>
                <a:ext uri="{FF2B5EF4-FFF2-40B4-BE49-F238E27FC236}">
                  <a16:creationId xmlns:a16="http://schemas.microsoft.com/office/drawing/2014/main" id="{49E77E4A-5914-593C-689B-66905D5C894A}"/>
                </a:ext>
              </a:extLst>
            </p:cNvPr>
            <p:cNvSpPr/>
            <p:nvPr/>
          </p:nvSpPr>
          <p:spPr>
            <a:xfrm>
              <a:off x="2335373" y="2861275"/>
              <a:ext cx="1189076" cy="1481132"/>
            </a:xfrm>
            <a:custGeom>
              <a:avLst/>
              <a:gdLst/>
              <a:ahLst/>
              <a:cxnLst/>
              <a:rect l="l" t="t" r="r" b="b"/>
              <a:pathLst>
                <a:path w="17336" h="21594" extrusionOk="0">
                  <a:moveTo>
                    <a:pt x="1" y="0"/>
                  </a:moveTo>
                  <a:lnTo>
                    <a:pt x="1" y="21593"/>
                  </a:lnTo>
                  <a:lnTo>
                    <a:pt x="15758" y="21593"/>
                  </a:lnTo>
                  <a:lnTo>
                    <a:pt x="15922" y="21584"/>
                  </a:lnTo>
                  <a:lnTo>
                    <a:pt x="16077" y="21557"/>
                  </a:lnTo>
                  <a:lnTo>
                    <a:pt x="16223" y="21520"/>
                  </a:lnTo>
                  <a:lnTo>
                    <a:pt x="16369" y="21466"/>
                  </a:lnTo>
                  <a:lnTo>
                    <a:pt x="16505" y="21402"/>
                  </a:lnTo>
                  <a:lnTo>
                    <a:pt x="16633" y="21320"/>
                  </a:lnTo>
                  <a:lnTo>
                    <a:pt x="16761" y="21228"/>
                  </a:lnTo>
                  <a:lnTo>
                    <a:pt x="16870" y="21128"/>
                  </a:lnTo>
                  <a:lnTo>
                    <a:pt x="16970" y="21019"/>
                  </a:lnTo>
                  <a:lnTo>
                    <a:pt x="17062" y="20891"/>
                  </a:lnTo>
                  <a:lnTo>
                    <a:pt x="17144" y="20763"/>
                  </a:lnTo>
                  <a:lnTo>
                    <a:pt x="17207" y="20627"/>
                  </a:lnTo>
                  <a:lnTo>
                    <a:pt x="17262" y="20481"/>
                  </a:lnTo>
                  <a:lnTo>
                    <a:pt x="17299" y="20335"/>
                  </a:lnTo>
                  <a:lnTo>
                    <a:pt x="17326" y="20180"/>
                  </a:lnTo>
                  <a:lnTo>
                    <a:pt x="17335" y="20016"/>
                  </a:lnTo>
                  <a:lnTo>
                    <a:pt x="17335" y="1578"/>
                  </a:lnTo>
                  <a:lnTo>
                    <a:pt x="17326" y="1414"/>
                  </a:lnTo>
                  <a:lnTo>
                    <a:pt x="17299" y="1259"/>
                  </a:lnTo>
                  <a:lnTo>
                    <a:pt x="17262" y="1113"/>
                  </a:lnTo>
                  <a:lnTo>
                    <a:pt x="17207" y="967"/>
                  </a:lnTo>
                  <a:lnTo>
                    <a:pt x="17144" y="830"/>
                  </a:lnTo>
                  <a:lnTo>
                    <a:pt x="17062" y="703"/>
                  </a:lnTo>
                  <a:lnTo>
                    <a:pt x="16970" y="575"/>
                  </a:lnTo>
                  <a:lnTo>
                    <a:pt x="16870" y="466"/>
                  </a:lnTo>
                  <a:lnTo>
                    <a:pt x="16761" y="365"/>
                  </a:lnTo>
                  <a:lnTo>
                    <a:pt x="16633" y="274"/>
                  </a:lnTo>
                  <a:lnTo>
                    <a:pt x="16505" y="192"/>
                  </a:lnTo>
                  <a:lnTo>
                    <a:pt x="16369" y="128"/>
                  </a:lnTo>
                  <a:lnTo>
                    <a:pt x="16223" y="73"/>
                  </a:lnTo>
                  <a:lnTo>
                    <a:pt x="16077" y="37"/>
                  </a:lnTo>
                  <a:lnTo>
                    <a:pt x="15922" y="10"/>
                  </a:lnTo>
                  <a:lnTo>
                    <a:pt x="15758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34;p19">
              <a:extLst>
                <a:ext uri="{FF2B5EF4-FFF2-40B4-BE49-F238E27FC236}">
                  <a16:creationId xmlns:a16="http://schemas.microsoft.com/office/drawing/2014/main" id="{0E519C3F-E144-2031-5853-8429B5C76EBB}"/>
                </a:ext>
              </a:extLst>
            </p:cNvPr>
            <p:cNvSpPr/>
            <p:nvPr/>
          </p:nvSpPr>
          <p:spPr>
            <a:xfrm>
              <a:off x="1210233" y="2957574"/>
              <a:ext cx="2227254" cy="1287846"/>
            </a:xfrm>
            <a:custGeom>
              <a:avLst/>
              <a:gdLst/>
              <a:ahLst/>
              <a:cxnLst/>
              <a:rect l="l" t="t" r="r" b="b"/>
              <a:pathLst>
                <a:path w="32472" h="18776" extrusionOk="0">
                  <a:moveTo>
                    <a:pt x="949" y="1"/>
                  </a:moveTo>
                  <a:lnTo>
                    <a:pt x="848" y="10"/>
                  </a:lnTo>
                  <a:lnTo>
                    <a:pt x="757" y="28"/>
                  </a:lnTo>
                  <a:lnTo>
                    <a:pt x="666" y="46"/>
                  </a:lnTo>
                  <a:lnTo>
                    <a:pt x="584" y="83"/>
                  </a:lnTo>
                  <a:lnTo>
                    <a:pt x="502" y="119"/>
                  </a:lnTo>
                  <a:lnTo>
                    <a:pt x="420" y="165"/>
                  </a:lnTo>
                  <a:lnTo>
                    <a:pt x="347" y="220"/>
                  </a:lnTo>
                  <a:lnTo>
                    <a:pt x="283" y="283"/>
                  </a:lnTo>
                  <a:lnTo>
                    <a:pt x="219" y="347"/>
                  </a:lnTo>
                  <a:lnTo>
                    <a:pt x="164" y="420"/>
                  </a:lnTo>
                  <a:lnTo>
                    <a:pt x="119" y="502"/>
                  </a:lnTo>
                  <a:lnTo>
                    <a:pt x="73" y="584"/>
                  </a:lnTo>
                  <a:lnTo>
                    <a:pt x="46" y="675"/>
                  </a:lnTo>
                  <a:lnTo>
                    <a:pt x="19" y="758"/>
                  </a:lnTo>
                  <a:lnTo>
                    <a:pt x="9" y="858"/>
                  </a:lnTo>
                  <a:lnTo>
                    <a:pt x="0" y="949"/>
                  </a:lnTo>
                  <a:lnTo>
                    <a:pt x="0" y="17837"/>
                  </a:lnTo>
                  <a:lnTo>
                    <a:pt x="9" y="17928"/>
                  </a:lnTo>
                  <a:lnTo>
                    <a:pt x="19" y="18028"/>
                  </a:lnTo>
                  <a:lnTo>
                    <a:pt x="46" y="18119"/>
                  </a:lnTo>
                  <a:lnTo>
                    <a:pt x="73" y="18201"/>
                  </a:lnTo>
                  <a:lnTo>
                    <a:pt x="119" y="18283"/>
                  </a:lnTo>
                  <a:lnTo>
                    <a:pt x="164" y="18366"/>
                  </a:lnTo>
                  <a:lnTo>
                    <a:pt x="219" y="18438"/>
                  </a:lnTo>
                  <a:lnTo>
                    <a:pt x="283" y="18502"/>
                  </a:lnTo>
                  <a:lnTo>
                    <a:pt x="347" y="18566"/>
                  </a:lnTo>
                  <a:lnTo>
                    <a:pt x="420" y="18621"/>
                  </a:lnTo>
                  <a:lnTo>
                    <a:pt x="502" y="18666"/>
                  </a:lnTo>
                  <a:lnTo>
                    <a:pt x="584" y="18703"/>
                  </a:lnTo>
                  <a:lnTo>
                    <a:pt x="666" y="18739"/>
                  </a:lnTo>
                  <a:lnTo>
                    <a:pt x="757" y="18758"/>
                  </a:lnTo>
                  <a:lnTo>
                    <a:pt x="848" y="18776"/>
                  </a:lnTo>
                  <a:lnTo>
                    <a:pt x="31624" y="18776"/>
                  </a:lnTo>
                  <a:lnTo>
                    <a:pt x="31715" y="18758"/>
                  </a:lnTo>
                  <a:lnTo>
                    <a:pt x="31806" y="18739"/>
                  </a:lnTo>
                  <a:lnTo>
                    <a:pt x="31897" y="18703"/>
                  </a:lnTo>
                  <a:lnTo>
                    <a:pt x="31979" y="18666"/>
                  </a:lnTo>
                  <a:lnTo>
                    <a:pt x="32052" y="18621"/>
                  </a:lnTo>
                  <a:lnTo>
                    <a:pt x="32125" y="18566"/>
                  </a:lnTo>
                  <a:lnTo>
                    <a:pt x="32189" y="18502"/>
                  </a:lnTo>
                  <a:lnTo>
                    <a:pt x="32253" y="18438"/>
                  </a:lnTo>
                  <a:lnTo>
                    <a:pt x="32308" y="18366"/>
                  </a:lnTo>
                  <a:lnTo>
                    <a:pt x="32353" y="18283"/>
                  </a:lnTo>
                  <a:lnTo>
                    <a:pt x="32399" y="18201"/>
                  </a:lnTo>
                  <a:lnTo>
                    <a:pt x="32426" y="18119"/>
                  </a:lnTo>
                  <a:lnTo>
                    <a:pt x="32453" y="18028"/>
                  </a:lnTo>
                  <a:lnTo>
                    <a:pt x="32463" y="17928"/>
                  </a:lnTo>
                  <a:lnTo>
                    <a:pt x="32472" y="17837"/>
                  </a:lnTo>
                  <a:lnTo>
                    <a:pt x="32472" y="949"/>
                  </a:lnTo>
                  <a:lnTo>
                    <a:pt x="32463" y="858"/>
                  </a:lnTo>
                  <a:lnTo>
                    <a:pt x="32453" y="758"/>
                  </a:lnTo>
                  <a:lnTo>
                    <a:pt x="32426" y="675"/>
                  </a:lnTo>
                  <a:lnTo>
                    <a:pt x="32399" y="584"/>
                  </a:lnTo>
                  <a:lnTo>
                    <a:pt x="32353" y="502"/>
                  </a:lnTo>
                  <a:lnTo>
                    <a:pt x="32308" y="420"/>
                  </a:lnTo>
                  <a:lnTo>
                    <a:pt x="32253" y="347"/>
                  </a:lnTo>
                  <a:lnTo>
                    <a:pt x="32189" y="283"/>
                  </a:lnTo>
                  <a:lnTo>
                    <a:pt x="32125" y="220"/>
                  </a:lnTo>
                  <a:lnTo>
                    <a:pt x="32052" y="165"/>
                  </a:lnTo>
                  <a:lnTo>
                    <a:pt x="31979" y="119"/>
                  </a:lnTo>
                  <a:lnTo>
                    <a:pt x="31897" y="83"/>
                  </a:lnTo>
                  <a:lnTo>
                    <a:pt x="31806" y="46"/>
                  </a:lnTo>
                  <a:lnTo>
                    <a:pt x="31715" y="28"/>
                  </a:lnTo>
                  <a:lnTo>
                    <a:pt x="31624" y="10"/>
                  </a:lnTo>
                  <a:lnTo>
                    <a:pt x="315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35;p19">
              <a:extLst>
                <a:ext uri="{FF2B5EF4-FFF2-40B4-BE49-F238E27FC236}">
                  <a16:creationId xmlns:a16="http://schemas.microsoft.com/office/drawing/2014/main" id="{52EA5B05-A2F2-1B41-E8D7-FC7CBE923C10}"/>
                </a:ext>
              </a:extLst>
            </p:cNvPr>
            <p:cNvSpPr/>
            <p:nvPr/>
          </p:nvSpPr>
          <p:spPr>
            <a:xfrm>
              <a:off x="2335373" y="4342321"/>
              <a:ext cx="1389839" cy="219557"/>
            </a:xfrm>
            <a:custGeom>
              <a:avLst/>
              <a:gdLst/>
              <a:ahLst/>
              <a:cxnLst/>
              <a:rect l="l" t="t" r="r" b="b"/>
              <a:pathLst>
                <a:path w="20263" h="3201" extrusionOk="0">
                  <a:moveTo>
                    <a:pt x="1" y="0"/>
                  </a:moveTo>
                  <a:lnTo>
                    <a:pt x="1" y="3201"/>
                  </a:lnTo>
                  <a:lnTo>
                    <a:pt x="17572" y="3201"/>
                  </a:lnTo>
                  <a:lnTo>
                    <a:pt x="17718" y="3192"/>
                  </a:lnTo>
                  <a:lnTo>
                    <a:pt x="17855" y="3173"/>
                  </a:lnTo>
                  <a:lnTo>
                    <a:pt x="18001" y="3146"/>
                  </a:lnTo>
                  <a:lnTo>
                    <a:pt x="18138" y="3119"/>
                  </a:lnTo>
                  <a:lnTo>
                    <a:pt x="18265" y="3073"/>
                  </a:lnTo>
                  <a:lnTo>
                    <a:pt x="18402" y="3037"/>
                  </a:lnTo>
                  <a:lnTo>
                    <a:pt x="18530" y="2982"/>
                  </a:lnTo>
                  <a:lnTo>
                    <a:pt x="18657" y="2927"/>
                  </a:lnTo>
                  <a:lnTo>
                    <a:pt x="18776" y="2863"/>
                  </a:lnTo>
                  <a:lnTo>
                    <a:pt x="18894" y="2791"/>
                  </a:lnTo>
                  <a:lnTo>
                    <a:pt x="19013" y="2718"/>
                  </a:lnTo>
                  <a:lnTo>
                    <a:pt x="19122" y="2645"/>
                  </a:lnTo>
                  <a:lnTo>
                    <a:pt x="19232" y="2553"/>
                  </a:lnTo>
                  <a:lnTo>
                    <a:pt x="19332" y="2471"/>
                  </a:lnTo>
                  <a:lnTo>
                    <a:pt x="19432" y="2371"/>
                  </a:lnTo>
                  <a:lnTo>
                    <a:pt x="19524" y="2280"/>
                  </a:lnTo>
                  <a:lnTo>
                    <a:pt x="19615" y="2170"/>
                  </a:lnTo>
                  <a:lnTo>
                    <a:pt x="19697" y="2061"/>
                  </a:lnTo>
                  <a:lnTo>
                    <a:pt x="19779" y="1952"/>
                  </a:lnTo>
                  <a:lnTo>
                    <a:pt x="19852" y="1842"/>
                  </a:lnTo>
                  <a:lnTo>
                    <a:pt x="19925" y="1724"/>
                  </a:lnTo>
                  <a:lnTo>
                    <a:pt x="19980" y="1596"/>
                  </a:lnTo>
                  <a:lnTo>
                    <a:pt x="20043" y="1468"/>
                  </a:lnTo>
                  <a:lnTo>
                    <a:pt x="20089" y="1341"/>
                  </a:lnTo>
                  <a:lnTo>
                    <a:pt x="20135" y="1213"/>
                  </a:lnTo>
                  <a:lnTo>
                    <a:pt x="20171" y="1076"/>
                  </a:lnTo>
                  <a:lnTo>
                    <a:pt x="20208" y="939"/>
                  </a:lnTo>
                  <a:lnTo>
                    <a:pt x="20226" y="803"/>
                  </a:lnTo>
                  <a:lnTo>
                    <a:pt x="20244" y="657"/>
                  </a:lnTo>
                  <a:lnTo>
                    <a:pt x="20262" y="511"/>
                  </a:lnTo>
                  <a:lnTo>
                    <a:pt x="20262" y="365"/>
                  </a:lnTo>
                  <a:lnTo>
                    <a:pt x="20262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6;p19">
              <a:extLst>
                <a:ext uri="{FF2B5EF4-FFF2-40B4-BE49-F238E27FC236}">
                  <a16:creationId xmlns:a16="http://schemas.microsoft.com/office/drawing/2014/main" id="{DF32A759-7A46-9212-B6EA-2A5E6AF08C51}"/>
                </a:ext>
              </a:extLst>
            </p:cNvPr>
            <p:cNvSpPr/>
            <p:nvPr/>
          </p:nvSpPr>
          <p:spPr>
            <a:xfrm>
              <a:off x="922500" y="4342321"/>
              <a:ext cx="1412954" cy="219557"/>
            </a:xfrm>
            <a:custGeom>
              <a:avLst/>
              <a:gdLst/>
              <a:ahLst/>
              <a:cxnLst/>
              <a:rect l="l" t="t" r="r" b="b"/>
              <a:pathLst>
                <a:path w="20600" h="3201" extrusionOk="0">
                  <a:moveTo>
                    <a:pt x="1" y="0"/>
                  </a:moveTo>
                  <a:lnTo>
                    <a:pt x="1" y="365"/>
                  </a:lnTo>
                  <a:lnTo>
                    <a:pt x="10" y="511"/>
                  </a:lnTo>
                  <a:lnTo>
                    <a:pt x="19" y="657"/>
                  </a:lnTo>
                  <a:lnTo>
                    <a:pt x="37" y="803"/>
                  </a:lnTo>
                  <a:lnTo>
                    <a:pt x="55" y="939"/>
                  </a:lnTo>
                  <a:lnTo>
                    <a:pt x="92" y="1076"/>
                  </a:lnTo>
                  <a:lnTo>
                    <a:pt x="128" y="1213"/>
                  </a:lnTo>
                  <a:lnTo>
                    <a:pt x="174" y="1341"/>
                  </a:lnTo>
                  <a:lnTo>
                    <a:pt x="229" y="1468"/>
                  </a:lnTo>
                  <a:lnTo>
                    <a:pt x="283" y="1596"/>
                  </a:lnTo>
                  <a:lnTo>
                    <a:pt x="347" y="1724"/>
                  </a:lnTo>
                  <a:lnTo>
                    <a:pt x="411" y="1842"/>
                  </a:lnTo>
                  <a:lnTo>
                    <a:pt x="484" y="1952"/>
                  </a:lnTo>
                  <a:lnTo>
                    <a:pt x="566" y="2061"/>
                  </a:lnTo>
                  <a:lnTo>
                    <a:pt x="648" y="2170"/>
                  </a:lnTo>
                  <a:lnTo>
                    <a:pt x="739" y="2280"/>
                  </a:lnTo>
                  <a:lnTo>
                    <a:pt x="831" y="2371"/>
                  </a:lnTo>
                  <a:lnTo>
                    <a:pt x="931" y="2471"/>
                  </a:lnTo>
                  <a:lnTo>
                    <a:pt x="1031" y="2553"/>
                  </a:lnTo>
                  <a:lnTo>
                    <a:pt x="1141" y="2645"/>
                  </a:lnTo>
                  <a:lnTo>
                    <a:pt x="1250" y="2718"/>
                  </a:lnTo>
                  <a:lnTo>
                    <a:pt x="1369" y="2791"/>
                  </a:lnTo>
                  <a:lnTo>
                    <a:pt x="1487" y="2863"/>
                  </a:lnTo>
                  <a:lnTo>
                    <a:pt x="1606" y="2927"/>
                  </a:lnTo>
                  <a:lnTo>
                    <a:pt x="1733" y="2982"/>
                  </a:lnTo>
                  <a:lnTo>
                    <a:pt x="1861" y="3037"/>
                  </a:lnTo>
                  <a:lnTo>
                    <a:pt x="1998" y="3073"/>
                  </a:lnTo>
                  <a:lnTo>
                    <a:pt x="2125" y="3119"/>
                  </a:lnTo>
                  <a:lnTo>
                    <a:pt x="2271" y="3146"/>
                  </a:lnTo>
                  <a:lnTo>
                    <a:pt x="2408" y="3173"/>
                  </a:lnTo>
                  <a:lnTo>
                    <a:pt x="2545" y="3192"/>
                  </a:lnTo>
                  <a:lnTo>
                    <a:pt x="2691" y="3201"/>
                  </a:lnTo>
                  <a:lnTo>
                    <a:pt x="20600" y="3201"/>
                  </a:lnTo>
                  <a:lnTo>
                    <a:pt x="20600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7;p19">
              <a:extLst>
                <a:ext uri="{FF2B5EF4-FFF2-40B4-BE49-F238E27FC236}">
                  <a16:creationId xmlns:a16="http://schemas.microsoft.com/office/drawing/2014/main" id="{E2B2F206-A745-0435-B951-EDA38051DFF9}"/>
                </a:ext>
              </a:extLst>
            </p:cNvPr>
            <p:cNvSpPr/>
            <p:nvPr/>
          </p:nvSpPr>
          <p:spPr>
            <a:xfrm>
              <a:off x="1548584" y="308768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192" y="0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37" y="110"/>
                  </a:lnTo>
                  <a:lnTo>
                    <a:pt x="19" y="146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8;p19">
              <a:extLst>
                <a:ext uri="{FF2B5EF4-FFF2-40B4-BE49-F238E27FC236}">
                  <a16:creationId xmlns:a16="http://schemas.microsoft.com/office/drawing/2014/main" id="{65C77544-CE4C-6487-6C5B-3E8894B850F2}"/>
                </a:ext>
              </a:extLst>
            </p:cNvPr>
            <p:cNvSpPr/>
            <p:nvPr/>
          </p:nvSpPr>
          <p:spPr>
            <a:xfrm>
              <a:off x="1557363" y="3104561"/>
              <a:ext cx="140129" cy="204604"/>
            </a:xfrm>
            <a:custGeom>
              <a:avLst/>
              <a:gdLst/>
              <a:ahLst/>
              <a:cxnLst/>
              <a:rect l="l" t="t" r="r" b="b"/>
              <a:pathLst>
                <a:path w="2043" h="2983" extrusionOk="0">
                  <a:moveTo>
                    <a:pt x="0" y="1"/>
                  </a:moveTo>
                  <a:lnTo>
                    <a:pt x="0" y="1405"/>
                  </a:lnTo>
                  <a:lnTo>
                    <a:pt x="1897" y="2982"/>
                  </a:lnTo>
                  <a:lnTo>
                    <a:pt x="2043" y="2809"/>
                  </a:lnTo>
                  <a:lnTo>
                    <a:pt x="228" y="1295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9;p19">
              <a:extLst>
                <a:ext uri="{FF2B5EF4-FFF2-40B4-BE49-F238E27FC236}">
                  <a16:creationId xmlns:a16="http://schemas.microsoft.com/office/drawing/2014/main" id="{CEC8D198-357F-314A-6D47-C897B76AE1ED}"/>
                </a:ext>
              </a:extLst>
            </p:cNvPr>
            <p:cNvSpPr/>
            <p:nvPr/>
          </p:nvSpPr>
          <p:spPr>
            <a:xfrm>
              <a:off x="2120208" y="3108333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9"/>
                  </a:lnTo>
                  <a:lnTo>
                    <a:pt x="101" y="46"/>
                  </a:lnTo>
                  <a:lnTo>
                    <a:pt x="65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6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65" y="420"/>
                  </a:lnTo>
                  <a:lnTo>
                    <a:pt x="101" y="456"/>
                  </a:lnTo>
                  <a:lnTo>
                    <a:pt x="147" y="474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66" y="347"/>
                  </a:lnTo>
                  <a:lnTo>
                    <a:pt x="484" y="301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66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0;p19">
              <a:extLst>
                <a:ext uri="{FF2B5EF4-FFF2-40B4-BE49-F238E27FC236}">
                  <a16:creationId xmlns:a16="http://schemas.microsoft.com/office/drawing/2014/main" id="{35421EBC-34D2-6230-267B-92D4120FD5EF}"/>
                </a:ext>
              </a:extLst>
            </p:cNvPr>
            <p:cNvSpPr/>
            <p:nvPr/>
          </p:nvSpPr>
          <p:spPr>
            <a:xfrm>
              <a:off x="2058340" y="3125206"/>
              <a:ext cx="86355" cy="203369"/>
            </a:xfrm>
            <a:custGeom>
              <a:avLst/>
              <a:gdLst/>
              <a:ahLst/>
              <a:cxnLst/>
              <a:rect l="l" t="t" r="r" b="b"/>
              <a:pathLst>
                <a:path w="1259" h="2965" extrusionOk="0">
                  <a:moveTo>
                    <a:pt x="1031" y="0"/>
                  </a:moveTo>
                  <a:lnTo>
                    <a:pt x="1031" y="1323"/>
                  </a:lnTo>
                  <a:lnTo>
                    <a:pt x="0" y="2836"/>
                  </a:lnTo>
                  <a:lnTo>
                    <a:pt x="192" y="2964"/>
                  </a:lnTo>
                  <a:lnTo>
                    <a:pt x="1258" y="1396"/>
                  </a:lnTo>
                  <a:lnTo>
                    <a:pt x="12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1;p19">
              <a:extLst>
                <a:ext uri="{FF2B5EF4-FFF2-40B4-BE49-F238E27FC236}">
                  <a16:creationId xmlns:a16="http://schemas.microsoft.com/office/drawing/2014/main" id="{5B71FF89-F23B-FCD9-535B-D7FF432F0856}"/>
                </a:ext>
              </a:extLst>
            </p:cNvPr>
            <p:cNvSpPr/>
            <p:nvPr/>
          </p:nvSpPr>
          <p:spPr>
            <a:xfrm>
              <a:off x="2156492" y="4058362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47"/>
                  </a:lnTo>
                  <a:lnTo>
                    <a:pt x="484" y="301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2;p19">
              <a:extLst>
                <a:ext uri="{FF2B5EF4-FFF2-40B4-BE49-F238E27FC236}">
                  <a16:creationId xmlns:a16="http://schemas.microsoft.com/office/drawing/2014/main" id="{0162AA63-7316-9BA7-EF28-68BA9053E2A1}"/>
                </a:ext>
              </a:extLst>
            </p:cNvPr>
            <p:cNvSpPr/>
            <p:nvPr/>
          </p:nvSpPr>
          <p:spPr>
            <a:xfrm>
              <a:off x="2040782" y="3870702"/>
              <a:ext cx="140198" cy="204604"/>
            </a:xfrm>
            <a:custGeom>
              <a:avLst/>
              <a:gdLst/>
              <a:ahLst/>
              <a:cxnLst/>
              <a:rect l="l" t="t" r="r" b="b"/>
              <a:pathLst>
                <a:path w="2044" h="2983" extrusionOk="0">
                  <a:moveTo>
                    <a:pt x="147" y="1"/>
                  </a:moveTo>
                  <a:lnTo>
                    <a:pt x="1" y="174"/>
                  </a:lnTo>
                  <a:lnTo>
                    <a:pt x="1815" y="1688"/>
                  </a:lnTo>
                  <a:lnTo>
                    <a:pt x="1815" y="2983"/>
                  </a:lnTo>
                  <a:lnTo>
                    <a:pt x="2043" y="2983"/>
                  </a:lnTo>
                  <a:lnTo>
                    <a:pt x="2043" y="1578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43;p19">
              <a:extLst>
                <a:ext uri="{FF2B5EF4-FFF2-40B4-BE49-F238E27FC236}">
                  <a16:creationId xmlns:a16="http://schemas.microsoft.com/office/drawing/2014/main" id="{8B7B8870-9796-7729-ACCD-1A2AA296F109}"/>
                </a:ext>
              </a:extLst>
            </p:cNvPr>
            <p:cNvSpPr/>
            <p:nvPr/>
          </p:nvSpPr>
          <p:spPr>
            <a:xfrm>
              <a:off x="1314008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44;p19">
              <a:extLst>
                <a:ext uri="{FF2B5EF4-FFF2-40B4-BE49-F238E27FC236}">
                  <a16:creationId xmlns:a16="http://schemas.microsoft.com/office/drawing/2014/main" id="{D132358A-B180-C9C1-6B27-F0FCAE262724}"/>
                </a:ext>
              </a:extLst>
            </p:cNvPr>
            <p:cNvSpPr/>
            <p:nvPr/>
          </p:nvSpPr>
          <p:spPr>
            <a:xfrm>
              <a:off x="1323405" y="3525493"/>
              <a:ext cx="210846" cy="96986"/>
            </a:xfrm>
            <a:custGeom>
              <a:avLst/>
              <a:gdLst/>
              <a:ahLst/>
              <a:cxnLst/>
              <a:rect l="l" t="t" r="r" b="b"/>
              <a:pathLst>
                <a:path w="3074" h="1414" extrusionOk="0">
                  <a:moveTo>
                    <a:pt x="1" y="0"/>
                  </a:moveTo>
                  <a:lnTo>
                    <a:pt x="1" y="228"/>
                  </a:lnTo>
                  <a:lnTo>
                    <a:pt x="1724" y="228"/>
                  </a:lnTo>
                  <a:lnTo>
                    <a:pt x="2910" y="1414"/>
                  </a:lnTo>
                  <a:lnTo>
                    <a:pt x="3074" y="1250"/>
                  </a:lnTo>
                  <a:lnTo>
                    <a:pt x="1824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5;p19">
              <a:extLst>
                <a:ext uri="{FF2B5EF4-FFF2-40B4-BE49-F238E27FC236}">
                  <a16:creationId xmlns:a16="http://schemas.microsoft.com/office/drawing/2014/main" id="{67C2F51C-971E-DDA5-97F9-3EE985897BFC}"/>
                </a:ext>
              </a:extLst>
            </p:cNvPr>
            <p:cNvSpPr/>
            <p:nvPr/>
          </p:nvSpPr>
          <p:spPr>
            <a:xfrm>
              <a:off x="1529791" y="3895737"/>
              <a:ext cx="209611" cy="206456"/>
            </a:xfrm>
            <a:custGeom>
              <a:avLst/>
              <a:gdLst/>
              <a:ahLst/>
              <a:cxnLst/>
              <a:rect l="l" t="t" r="r" b="b"/>
              <a:pathLst>
                <a:path w="3056" h="3010" extrusionOk="0">
                  <a:moveTo>
                    <a:pt x="2983" y="1"/>
                  </a:moveTo>
                  <a:lnTo>
                    <a:pt x="1" y="1004"/>
                  </a:lnTo>
                  <a:lnTo>
                    <a:pt x="1" y="3010"/>
                  </a:lnTo>
                  <a:lnTo>
                    <a:pt x="229" y="3010"/>
                  </a:lnTo>
                  <a:lnTo>
                    <a:pt x="229" y="1177"/>
                  </a:lnTo>
                  <a:lnTo>
                    <a:pt x="3056" y="219"/>
                  </a:lnTo>
                  <a:lnTo>
                    <a:pt x="298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6;p19">
              <a:extLst>
                <a:ext uri="{FF2B5EF4-FFF2-40B4-BE49-F238E27FC236}">
                  <a16:creationId xmlns:a16="http://schemas.microsoft.com/office/drawing/2014/main" id="{2AD91E17-9306-78F5-234E-0EA4F9852FDF}"/>
                </a:ext>
              </a:extLst>
            </p:cNvPr>
            <p:cNvSpPr/>
            <p:nvPr/>
          </p:nvSpPr>
          <p:spPr>
            <a:xfrm>
              <a:off x="2175285" y="3712467"/>
              <a:ext cx="233960" cy="130801"/>
            </a:xfrm>
            <a:custGeom>
              <a:avLst/>
              <a:gdLst/>
              <a:ahLst/>
              <a:cxnLst/>
              <a:rect l="l" t="t" r="r" b="b"/>
              <a:pathLst>
                <a:path w="3411" h="1907" extrusionOk="0">
                  <a:moveTo>
                    <a:pt x="155" y="1"/>
                  </a:moveTo>
                  <a:lnTo>
                    <a:pt x="0" y="165"/>
                  </a:lnTo>
                  <a:lnTo>
                    <a:pt x="1742" y="1907"/>
                  </a:lnTo>
                  <a:lnTo>
                    <a:pt x="3411" y="1907"/>
                  </a:lnTo>
                  <a:lnTo>
                    <a:pt x="3411" y="1679"/>
                  </a:lnTo>
                  <a:lnTo>
                    <a:pt x="1833" y="167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7;p19">
              <a:extLst>
                <a:ext uri="{FF2B5EF4-FFF2-40B4-BE49-F238E27FC236}">
                  <a16:creationId xmlns:a16="http://schemas.microsoft.com/office/drawing/2014/main" id="{1859B3AE-1604-C87F-CC9D-A436541CEE65}"/>
                </a:ext>
              </a:extLst>
            </p:cNvPr>
            <p:cNvSpPr/>
            <p:nvPr/>
          </p:nvSpPr>
          <p:spPr>
            <a:xfrm>
              <a:off x="2179058" y="3444146"/>
              <a:ext cx="250216" cy="80799"/>
            </a:xfrm>
            <a:custGeom>
              <a:avLst/>
              <a:gdLst/>
              <a:ahLst/>
              <a:cxnLst/>
              <a:rect l="l" t="t" r="r" b="b"/>
              <a:pathLst>
                <a:path w="3648" h="1178" extrusionOk="0">
                  <a:moveTo>
                    <a:pt x="1705" y="1"/>
                  </a:moveTo>
                  <a:lnTo>
                    <a:pt x="1687" y="19"/>
                  </a:lnTo>
                  <a:lnTo>
                    <a:pt x="976" y="420"/>
                  </a:lnTo>
                  <a:lnTo>
                    <a:pt x="456" y="721"/>
                  </a:lnTo>
                  <a:lnTo>
                    <a:pt x="137" y="922"/>
                  </a:lnTo>
                  <a:lnTo>
                    <a:pt x="46" y="986"/>
                  </a:lnTo>
                  <a:lnTo>
                    <a:pt x="0" y="1022"/>
                  </a:lnTo>
                  <a:lnTo>
                    <a:pt x="182" y="1168"/>
                  </a:lnTo>
                  <a:lnTo>
                    <a:pt x="173" y="1177"/>
                  </a:lnTo>
                  <a:lnTo>
                    <a:pt x="237" y="1132"/>
                  </a:lnTo>
                  <a:lnTo>
                    <a:pt x="356" y="1059"/>
                  </a:lnTo>
                  <a:lnTo>
                    <a:pt x="729" y="831"/>
                  </a:lnTo>
                  <a:lnTo>
                    <a:pt x="1769" y="238"/>
                  </a:lnTo>
                  <a:lnTo>
                    <a:pt x="3647" y="238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8;p19">
              <a:extLst>
                <a:ext uri="{FF2B5EF4-FFF2-40B4-BE49-F238E27FC236}">
                  <a16:creationId xmlns:a16="http://schemas.microsoft.com/office/drawing/2014/main" id="{FFA9F5E4-2B34-996E-45E3-D855BDC872D5}"/>
                </a:ext>
              </a:extLst>
            </p:cNvPr>
            <p:cNvSpPr/>
            <p:nvPr/>
          </p:nvSpPr>
          <p:spPr>
            <a:xfrm>
              <a:off x="2407941" y="3437287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192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9;p19">
              <a:extLst>
                <a:ext uri="{FF2B5EF4-FFF2-40B4-BE49-F238E27FC236}">
                  <a16:creationId xmlns:a16="http://schemas.microsoft.com/office/drawing/2014/main" id="{932DD184-1F31-ED31-00B0-C2CFA4F20270}"/>
                </a:ext>
              </a:extLst>
            </p:cNvPr>
            <p:cNvSpPr/>
            <p:nvPr/>
          </p:nvSpPr>
          <p:spPr>
            <a:xfrm>
              <a:off x="2391068" y="381816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56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93"/>
                  </a:lnTo>
                  <a:lnTo>
                    <a:pt x="73" y="429"/>
                  </a:lnTo>
                  <a:lnTo>
                    <a:pt x="110" y="45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84" y="302"/>
                  </a:lnTo>
                  <a:lnTo>
                    <a:pt x="493" y="256"/>
                  </a:lnTo>
                  <a:lnTo>
                    <a:pt x="484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28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0;p19">
              <a:extLst>
                <a:ext uri="{FF2B5EF4-FFF2-40B4-BE49-F238E27FC236}">
                  <a16:creationId xmlns:a16="http://schemas.microsoft.com/office/drawing/2014/main" id="{2BC07E6D-1758-97DE-BD13-8AECFED12707}"/>
                </a:ext>
              </a:extLst>
            </p:cNvPr>
            <p:cNvSpPr/>
            <p:nvPr/>
          </p:nvSpPr>
          <p:spPr>
            <a:xfrm>
              <a:off x="1521080" y="407523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01" y="44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65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1;p19">
              <a:extLst>
                <a:ext uri="{FF2B5EF4-FFF2-40B4-BE49-F238E27FC236}">
                  <a16:creationId xmlns:a16="http://schemas.microsoft.com/office/drawing/2014/main" id="{D9419331-504F-BF22-7F24-0470B8A84D60}"/>
                </a:ext>
              </a:extLst>
            </p:cNvPr>
            <p:cNvSpPr/>
            <p:nvPr/>
          </p:nvSpPr>
          <p:spPr>
            <a:xfrm>
              <a:off x="1443505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4551" y="1"/>
                  </a:moveTo>
                  <a:lnTo>
                    <a:pt x="4396" y="10"/>
                  </a:lnTo>
                  <a:lnTo>
                    <a:pt x="4259" y="28"/>
                  </a:lnTo>
                  <a:lnTo>
                    <a:pt x="4113" y="64"/>
                  </a:lnTo>
                  <a:lnTo>
                    <a:pt x="3985" y="110"/>
                  </a:lnTo>
                  <a:lnTo>
                    <a:pt x="3858" y="174"/>
                  </a:lnTo>
                  <a:lnTo>
                    <a:pt x="3739" y="247"/>
                  </a:lnTo>
                  <a:lnTo>
                    <a:pt x="3621" y="329"/>
                  </a:lnTo>
                  <a:lnTo>
                    <a:pt x="3520" y="420"/>
                  </a:lnTo>
                  <a:lnTo>
                    <a:pt x="3429" y="520"/>
                  </a:lnTo>
                  <a:lnTo>
                    <a:pt x="3347" y="639"/>
                  </a:lnTo>
                  <a:lnTo>
                    <a:pt x="3265" y="757"/>
                  </a:lnTo>
                  <a:lnTo>
                    <a:pt x="3210" y="876"/>
                  </a:lnTo>
                  <a:lnTo>
                    <a:pt x="3156" y="1013"/>
                  </a:lnTo>
                  <a:lnTo>
                    <a:pt x="3119" y="1149"/>
                  </a:lnTo>
                  <a:lnTo>
                    <a:pt x="3092" y="1295"/>
                  </a:lnTo>
                  <a:lnTo>
                    <a:pt x="3083" y="1441"/>
                  </a:lnTo>
                  <a:lnTo>
                    <a:pt x="2900" y="1414"/>
                  </a:lnTo>
                  <a:lnTo>
                    <a:pt x="2709" y="1405"/>
                  </a:lnTo>
                  <a:lnTo>
                    <a:pt x="2499" y="1414"/>
                  </a:lnTo>
                  <a:lnTo>
                    <a:pt x="2298" y="1450"/>
                  </a:lnTo>
                  <a:lnTo>
                    <a:pt x="2098" y="1496"/>
                  </a:lnTo>
                  <a:lnTo>
                    <a:pt x="1906" y="1569"/>
                  </a:lnTo>
                  <a:lnTo>
                    <a:pt x="1724" y="1660"/>
                  </a:lnTo>
                  <a:lnTo>
                    <a:pt x="1551" y="1760"/>
                  </a:lnTo>
                  <a:lnTo>
                    <a:pt x="1396" y="1879"/>
                  </a:lnTo>
                  <a:lnTo>
                    <a:pt x="1241" y="2016"/>
                  </a:lnTo>
                  <a:lnTo>
                    <a:pt x="1113" y="2162"/>
                  </a:lnTo>
                  <a:lnTo>
                    <a:pt x="994" y="2326"/>
                  </a:lnTo>
                  <a:lnTo>
                    <a:pt x="885" y="2490"/>
                  </a:lnTo>
                  <a:lnTo>
                    <a:pt x="803" y="2672"/>
                  </a:lnTo>
                  <a:lnTo>
                    <a:pt x="730" y="2864"/>
                  </a:lnTo>
                  <a:lnTo>
                    <a:pt x="675" y="3064"/>
                  </a:lnTo>
                  <a:lnTo>
                    <a:pt x="648" y="3274"/>
                  </a:lnTo>
                  <a:lnTo>
                    <a:pt x="639" y="3484"/>
                  </a:lnTo>
                  <a:lnTo>
                    <a:pt x="639" y="3621"/>
                  </a:lnTo>
                  <a:lnTo>
                    <a:pt x="657" y="3766"/>
                  </a:lnTo>
                  <a:lnTo>
                    <a:pt x="675" y="3894"/>
                  </a:lnTo>
                  <a:lnTo>
                    <a:pt x="712" y="4031"/>
                  </a:lnTo>
                  <a:lnTo>
                    <a:pt x="748" y="4159"/>
                  </a:lnTo>
                  <a:lnTo>
                    <a:pt x="794" y="4286"/>
                  </a:lnTo>
                  <a:lnTo>
                    <a:pt x="858" y="4405"/>
                  </a:lnTo>
                  <a:lnTo>
                    <a:pt x="912" y="4523"/>
                  </a:lnTo>
                  <a:lnTo>
                    <a:pt x="849" y="4642"/>
                  </a:lnTo>
                  <a:lnTo>
                    <a:pt x="794" y="4760"/>
                  </a:lnTo>
                  <a:lnTo>
                    <a:pt x="739" y="4888"/>
                  </a:lnTo>
                  <a:lnTo>
                    <a:pt x="703" y="5016"/>
                  </a:lnTo>
                  <a:lnTo>
                    <a:pt x="666" y="5143"/>
                  </a:lnTo>
                  <a:lnTo>
                    <a:pt x="639" y="5280"/>
                  </a:lnTo>
                  <a:lnTo>
                    <a:pt x="630" y="5417"/>
                  </a:lnTo>
                  <a:lnTo>
                    <a:pt x="621" y="5563"/>
                  </a:lnTo>
                  <a:lnTo>
                    <a:pt x="621" y="5608"/>
                  </a:lnTo>
                  <a:lnTo>
                    <a:pt x="484" y="5745"/>
                  </a:lnTo>
                  <a:lnTo>
                    <a:pt x="365" y="5900"/>
                  </a:lnTo>
                  <a:lnTo>
                    <a:pt x="256" y="6064"/>
                  </a:lnTo>
                  <a:lnTo>
                    <a:pt x="165" y="6247"/>
                  </a:lnTo>
                  <a:lnTo>
                    <a:pt x="101" y="6429"/>
                  </a:lnTo>
                  <a:lnTo>
                    <a:pt x="46" y="6630"/>
                  </a:lnTo>
                  <a:lnTo>
                    <a:pt x="10" y="6830"/>
                  </a:lnTo>
                  <a:lnTo>
                    <a:pt x="1" y="6931"/>
                  </a:lnTo>
                  <a:lnTo>
                    <a:pt x="1" y="7040"/>
                  </a:lnTo>
                  <a:lnTo>
                    <a:pt x="10" y="7168"/>
                  </a:lnTo>
                  <a:lnTo>
                    <a:pt x="19" y="7295"/>
                  </a:lnTo>
                  <a:lnTo>
                    <a:pt x="37" y="7414"/>
                  </a:lnTo>
                  <a:lnTo>
                    <a:pt x="64" y="7532"/>
                  </a:lnTo>
                  <a:lnTo>
                    <a:pt x="101" y="7651"/>
                  </a:lnTo>
                  <a:lnTo>
                    <a:pt x="137" y="7770"/>
                  </a:lnTo>
                  <a:lnTo>
                    <a:pt x="192" y="7879"/>
                  </a:lnTo>
                  <a:lnTo>
                    <a:pt x="247" y="7988"/>
                  </a:lnTo>
                  <a:lnTo>
                    <a:pt x="311" y="8089"/>
                  </a:lnTo>
                  <a:lnTo>
                    <a:pt x="374" y="8189"/>
                  </a:lnTo>
                  <a:lnTo>
                    <a:pt x="447" y="8280"/>
                  </a:lnTo>
                  <a:lnTo>
                    <a:pt x="529" y="8371"/>
                  </a:lnTo>
                  <a:lnTo>
                    <a:pt x="611" y="8453"/>
                  </a:lnTo>
                  <a:lnTo>
                    <a:pt x="703" y="8535"/>
                  </a:lnTo>
                  <a:lnTo>
                    <a:pt x="794" y="8608"/>
                  </a:lnTo>
                  <a:lnTo>
                    <a:pt x="894" y="8681"/>
                  </a:lnTo>
                  <a:lnTo>
                    <a:pt x="867" y="8836"/>
                  </a:lnTo>
                  <a:lnTo>
                    <a:pt x="867" y="9001"/>
                  </a:lnTo>
                  <a:lnTo>
                    <a:pt x="876" y="9192"/>
                  </a:lnTo>
                  <a:lnTo>
                    <a:pt x="903" y="9384"/>
                  </a:lnTo>
                  <a:lnTo>
                    <a:pt x="949" y="9566"/>
                  </a:lnTo>
                  <a:lnTo>
                    <a:pt x="1004" y="9739"/>
                  </a:lnTo>
                  <a:lnTo>
                    <a:pt x="1086" y="9903"/>
                  </a:lnTo>
                  <a:lnTo>
                    <a:pt x="1177" y="10067"/>
                  </a:lnTo>
                  <a:lnTo>
                    <a:pt x="1286" y="10213"/>
                  </a:lnTo>
                  <a:lnTo>
                    <a:pt x="1405" y="10350"/>
                  </a:lnTo>
                  <a:lnTo>
                    <a:pt x="1532" y="10478"/>
                  </a:lnTo>
                  <a:lnTo>
                    <a:pt x="1678" y="10587"/>
                  </a:lnTo>
                  <a:lnTo>
                    <a:pt x="1824" y="10687"/>
                  </a:lnTo>
                  <a:lnTo>
                    <a:pt x="1988" y="10779"/>
                  </a:lnTo>
                  <a:lnTo>
                    <a:pt x="2162" y="10852"/>
                  </a:lnTo>
                  <a:lnTo>
                    <a:pt x="2335" y="10906"/>
                  </a:lnTo>
                  <a:lnTo>
                    <a:pt x="2526" y="10943"/>
                  </a:lnTo>
                  <a:lnTo>
                    <a:pt x="2718" y="10961"/>
                  </a:lnTo>
                  <a:lnTo>
                    <a:pt x="2754" y="11098"/>
                  </a:lnTo>
                  <a:lnTo>
                    <a:pt x="2800" y="11225"/>
                  </a:lnTo>
                  <a:lnTo>
                    <a:pt x="2864" y="11353"/>
                  </a:lnTo>
                  <a:lnTo>
                    <a:pt x="2937" y="11472"/>
                  </a:lnTo>
                  <a:lnTo>
                    <a:pt x="3010" y="11581"/>
                  </a:lnTo>
                  <a:lnTo>
                    <a:pt x="3101" y="11691"/>
                  </a:lnTo>
                  <a:lnTo>
                    <a:pt x="3192" y="11782"/>
                  </a:lnTo>
                  <a:lnTo>
                    <a:pt x="3301" y="11873"/>
                  </a:lnTo>
                  <a:lnTo>
                    <a:pt x="3411" y="11955"/>
                  </a:lnTo>
                  <a:lnTo>
                    <a:pt x="3529" y="12028"/>
                  </a:lnTo>
                  <a:lnTo>
                    <a:pt x="3648" y="12092"/>
                  </a:lnTo>
                  <a:lnTo>
                    <a:pt x="3776" y="12137"/>
                  </a:lnTo>
                  <a:lnTo>
                    <a:pt x="3912" y="12183"/>
                  </a:lnTo>
                  <a:lnTo>
                    <a:pt x="4049" y="12210"/>
                  </a:lnTo>
                  <a:lnTo>
                    <a:pt x="4195" y="12229"/>
                  </a:lnTo>
                  <a:lnTo>
                    <a:pt x="4341" y="12238"/>
                  </a:lnTo>
                  <a:lnTo>
                    <a:pt x="4505" y="12229"/>
                  </a:lnTo>
                  <a:lnTo>
                    <a:pt x="4678" y="12201"/>
                  </a:lnTo>
                  <a:lnTo>
                    <a:pt x="4833" y="12165"/>
                  </a:lnTo>
                  <a:lnTo>
                    <a:pt x="4988" y="12110"/>
                  </a:lnTo>
                  <a:lnTo>
                    <a:pt x="5134" y="12037"/>
                  </a:lnTo>
                  <a:lnTo>
                    <a:pt x="5271" y="11955"/>
                  </a:lnTo>
                  <a:lnTo>
                    <a:pt x="5399" y="11855"/>
                  </a:lnTo>
                  <a:lnTo>
                    <a:pt x="5517" y="11745"/>
                  </a:lnTo>
                  <a:lnTo>
                    <a:pt x="5627" y="11627"/>
                  </a:lnTo>
                  <a:lnTo>
                    <a:pt x="5727" y="11499"/>
                  </a:lnTo>
                  <a:lnTo>
                    <a:pt x="5809" y="11362"/>
                  </a:lnTo>
                  <a:lnTo>
                    <a:pt x="5882" y="11216"/>
                  </a:lnTo>
                  <a:lnTo>
                    <a:pt x="5937" y="11061"/>
                  </a:lnTo>
                  <a:lnTo>
                    <a:pt x="5973" y="10906"/>
                  </a:lnTo>
                  <a:lnTo>
                    <a:pt x="6001" y="10733"/>
                  </a:lnTo>
                  <a:lnTo>
                    <a:pt x="6010" y="10569"/>
                  </a:lnTo>
                  <a:lnTo>
                    <a:pt x="6010" y="1459"/>
                  </a:lnTo>
                  <a:lnTo>
                    <a:pt x="6001" y="1314"/>
                  </a:lnTo>
                  <a:lnTo>
                    <a:pt x="5982" y="1168"/>
                  </a:lnTo>
                  <a:lnTo>
                    <a:pt x="5946" y="1031"/>
                  </a:lnTo>
                  <a:lnTo>
                    <a:pt x="5891" y="894"/>
                  </a:lnTo>
                  <a:lnTo>
                    <a:pt x="5836" y="766"/>
                  </a:lnTo>
                  <a:lnTo>
                    <a:pt x="5763" y="648"/>
                  </a:lnTo>
                  <a:lnTo>
                    <a:pt x="5672" y="529"/>
                  </a:lnTo>
                  <a:lnTo>
                    <a:pt x="5581" y="429"/>
                  </a:lnTo>
                  <a:lnTo>
                    <a:pt x="5481" y="338"/>
                  </a:lnTo>
                  <a:lnTo>
                    <a:pt x="5362" y="247"/>
                  </a:lnTo>
                  <a:lnTo>
                    <a:pt x="5244" y="174"/>
                  </a:lnTo>
                  <a:lnTo>
                    <a:pt x="5116" y="119"/>
                  </a:lnTo>
                  <a:lnTo>
                    <a:pt x="4979" y="64"/>
                  </a:lnTo>
                  <a:lnTo>
                    <a:pt x="4843" y="28"/>
                  </a:lnTo>
                  <a:lnTo>
                    <a:pt x="4697" y="10"/>
                  </a:lnTo>
                  <a:lnTo>
                    <a:pt x="45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52;p19">
              <a:extLst>
                <a:ext uri="{FF2B5EF4-FFF2-40B4-BE49-F238E27FC236}">
                  <a16:creationId xmlns:a16="http://schemas.microsoft.com/office/drawing/2014/main" id="{80F2BF99-ECBB-6B74-736E-95705824E173}"/>
                </a:ext>
              </a:extLst>
            </p:cNvPr>
            <p:cNvSpPr/>
            <p:nvPr/>
          </p:nvSpPr>
          <p:spPr>
            <a:xfrm>
              <a:off x="1882546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1469" y="1"/>
                  </a:moveTo>
                  <a:lnTo>
                    <a:pt x="1314" y="10"/>
                  </a:lnTo>
                  <a:lnTo>
                    <a:pt x="1168" y="28"/>
                  </a:lnTo>
                  <a:lnTo>
                    <a:pt x="1031" y="64"/>
                  </a:lnTo>
                  <a:lnTo>
                    <a:pt x="894" y="119"/>
                  </a:lnTo>
                  <a:lnTo>
                    <a:pt x="767" y="174"/>
                  </a:lnTo>
                  <a:lnTo>
                    <a:pt x="648" y="247"/>
                  </a:lnTo>
                  <a:lnTo>
                    <a:pt x="539" y="338"/>
                  </a:lnTo>
                  <a:lnTo>
                    <a:pt x="429" y="429"/>
                  </a:lnTo>
                  <a:lnTo>
                    <a:pt x="338" y="529"/>
                  </a:lnTo>
                  <a:lnTo>
                    <a:pt x="256" y="648"/>
                  </a:lnTo>
                  <a:lnTo>
                    <a:pt x="183" y="766"/>
                  </a:lnTo>
                  <a:lnTo>
                    <a:pt x="119" y="894"/>
                  </a:lnTo>
                  <a:lnTo>
                    <a:pt x="74" y="1031"/>
                  </a:lnTo>
                  <a:lnTo>
                    <a:pt x="37" y="1168"/>
                  </a:lnTo>
                  <a:lnTo>
                    <a:pt x="10" y="1314"/>
                  </a:lnTo>
                  <a:lnTo>
                    <a:pt x="1" y="1459"/>
                  </a:lnTo>
                  <a:lnTo>
                    <a:pt x="1" y="10569"/>
                  </a:lnTo>
                  <a:lnTo>
                    <a:pt x="10" y="10733"/>
                  </a:lnTo>
                  <a:lnTo>
                    <a:pt x="37" y="10906"/>
                  </a:lnTo>
                  <a:lnTo>
                    <a:pt x="83" y="11061"/>
                  </a:lnTo>
                  <a:lnTo>
                    <a:pt x="138" y="11216"/>
                  </a:lnTo>
                  <a:lnTo>
                    <a:pt x="201" y="11362"/>
                  </a:lnTo>
                  <a:lnTo>
                    <a:pt x="293" y="11499"/>
                  </a:lnTo>
                  <a:lnTo>
                    <a:pt x="384" y="11627"/>
                  </a:lnTo>
                  <a:lnTo>
                    <a:pt x="493" y="11745"/>
                  </a:lnTo>
                  <a:lnTo>
                    <a:pt x="612" y="11855"/>
                  </a:lnTo>
                  <a:lnTo>
                    <a:pt x="739" y="11955"/>
                  </a:lnTo>
                  <a:lnTo>
                    <a:pt x="876" y="12037"/>
                  </a:lnTo>
                  <a:lnTo>
                    <a:pt x="1022" y="12110"/>
                  </a:lnTo>
                  <a:lnTo>
                    <a:pt x="1177" y="12165"/>
                  </a:lnTo>
                  <a:lnTo>
                    <a:pt x="1341" y="12201"/>
                  </a:lnTo>
                  <a:lnTo>
                    <a:pt x="1505" y="12229"/>
                  </a:lnTo>
                  <a:lnTo>
                    <a:pt x="1679" y="12238"/>
                  </a:lnTo>
                  <a:lnTo>
                    <a:pt x="1825" y="12229"/>
                  </a:lnTo>
                  <a:lnTo>
                    <a:pt x="1961" y="12210"/>
                  </a:lnTo>
                  <a:lnTo>
                    <a:pt x="2098" y="12183"/>
                  </a:lnTo>
                  <a:lnTo>
                    <a:pt x="2235" y="12137"/>
                  </a:lnTo>
                  <a:lnTo>
                    <a:pt x="2363" y="12092"/>
                  </a:lnTo>
                  <a:lnTo>
                    <a:pt x="2490" y="12028"/>
                  </a:lnTo>
                  <a:lnTo>
                    <a:pt x="2609" y="11955"/>
                  </a:lnTo>
                  <a:lnTo>
                    <a:pt x="2718" y="11873"/>
                  </a:lnTo>
                  <a:lnTo>
                    <a:pt x="2818" y="11782"/>
                  </a:lnTo>
                  <a:lnTo>
                    <a:pt x="2919" y="11691"/>
                  </a:lnTo>
                  <a:lnTo>
                    <a:pt x="3001" y="11581"/>
                  </a:lnTo>
                  <a:lnTo>
                    <a:pt x="3083" y="11472"/>
                  </a:lnTo>
                  <a:lnTo>
                    <a:pt x="3147" y="11353"/>
                  </a:lnTo>
                  <a:lnTo>
                    <a:pt x="3211" y="11225"/>
                  </a:lnTo>
                  <a:lnTo>
                    <a:pt x="3256" y="11098"/>
                  </a:lnTo>
                  <a:lnTo>
                    <a:pt x="3302" y="10961"/>
                  </a:lnTo>
                  <a:lnTo>
                    <a:pt x="3493" y="10943"/>
                  </a:lnTo>
                  <a:lnTo>
                    <a:pt x="3676" y="10906"/>
                  </a:lnTo>
                  <a:lnTo>
                    <a:pt x="3849" y="10852"/>
                  </a:lnTo>
                  <a:lnTo>
                    <a:pt x="4022" y="10779"/>
                  </a:lnTo>
                  <a:lnTo>
                    <a:pt x="4186" y="10687"/>
                  </a:lnTo>
                  <a:lnTo>
                    <a:pt x="4341" y="10587"/>
                  </a:lnTo>
                  <a:lnTo>
                    <a:pt x="4478" y="10478"/>
                  </a:lnTo>
                  <a:lnTo>
                    <a:pt x="4615" y="10350"/>
                  </a:lnTo>
                  <a:lnTo>
                    <a:pt x="4733" y="10213"/>
                  </a:lnTo>
                  <a:lnTo>
                    <a:pt x="4834" y="10067"/>
                  </a:lnTo>
                  <a:lnTo>
                    <a:pt x="4925" y="9903"/>
                  </a:lnTo>
                  <a:lnTo>
                    <a:pt x="5007" y="9739"/>
                  </a:lnTo>
                  <a:lnTo>
                    <a:pt x="5071" y="9566"/>
                  </a:lnTo>
                  <a:lnTo>
                    <a:pt x="5116" y="9384"/>
                  </a:lnTo>
                  <a:lnTo>
                    <a:pt x="5144" y="9192"/>
                  </a:lnTo>
                  <a:lnTo>
                    <a:pt x="5153" y="9001"/>
                  </a:lnTo>
                  <a:lnTo>
                    <a:pt x="5144" y="8836"/>
                  </a:lnTo>
                  <a:lnTo>
                    <a:pt x="5125" y="8681"/>
                  </a:lnTo>
                  <a:lnTo>
                    <a:pt x="5226" y="8608"/>
                  </a:lnTo>
                  <a:lnTo>
                    <a:pt x="5317" y="8535"/>
                  </a:lnTo>
                  <a:lnTo>
                    <a:pt x="5408" y="8453"/>
                  </a:lnTo>
                  <a:lnTo>
                    <a:pt x="5490" y="8371"/>
                  </a:lnTo>
                  <a:lnTo>
                    <a:pt x="5563" y="8280"/>
                  </a:lnTo>
                  <a:lnTo>
                    <a:pt x="5636" y="8189"/>
                  </a:lnTo>
                  <a:lnTo>
                    <a:pt x="5709" y="8089"/>
                  </a:lnTo>
                  <a:lnTo>
                    <a:pt x="5773" y="7988"/>
                  </a:lnTo>
                  <a:lnTo>
                    <a:pt x="5828" y="7879"/>
                  </a:lnTo>
                  <a:lnTo>
                    <a:pt x="5873" y="7770"/>
                  </a:lnTo>
                  <a:lnTo>
                    <a:pt x="5910" y="7651"/>
                  </a:lnTo>
                  <a:lnTo>
                    <a:pt x="5946" y="7532"/>
                  </a:lnTo>
                  <a:lnTo>
                    <a:pt x="5973" y="7414"/>
                  </a:lnTo>
                  <a:lnTo>
                    <a:pt x="6001" y="7295"/>
                  </a:lnTo>
                  <a:lnTo>
                    <a:pt x="6010" y="7168"/>
                  </a:lnTo>
                  <a:lnTo>
                    <a:pt x="6010" y="7040"/>
                  </a:lnTo>
                  <a:lnTo>
                    <a:pt x="6010" y="6931"/>
                  </a:lnTo>
                  <a:lnTo>
                    <a:pt x="6001" y="6830"/>
                  </a:lnTo>
                  <a:lnTo>
                    <a:pt x="5973" y="6630"/>
                  </a:lnTo>
                  <a:lnTo>
                    <a:pt x="5919" y="6429"/>
                  </a:lnTo>
                  <a:lnTo>
                    <a:pt x="5846" y="6247"/>
                  </a:lnTo>
                  <a:lnTo>
                    <a:pt x="5755" y="6064"/>
                  </a:lnTo>
                  <a:lnTo>
                    <a:pt x="5654" y="5900"/>
                  </a:lnTo>
                  <a:lnTo>
                    <a:pt x="5527" y="5745"/>
                  </a:lnTo>
                  <a:lnTo>
                    <a:pt x="5390" y="5608"/>
                  </a:lnTo>
                  <a:lnTo>
                    <a:pt x="5390" y="5563"/>
                  </a:lnTo>
                  <a:lnTo>
                    <a:pt x="5390" y="5417"/>
                  </a:lnTo>
                  <a:lnTo>
                    <a:pt x="5372" y="5280"/>
                  </a:lnTo>
                  <a:lnTo>
                    <a:pt x="5353" y="5143"/>
                  </a:lnTo>
                  <a:lnTo>
                    <a:pt x="5317" y="5016"/>
                  </a:lnTo>
                  <a:lnTo>
                    <a:pt x="5271" y="4888"/>
                  </a:lnTo>
                  <a:lnTo>
                    <a:pt x="5226" y="4760"/>
                  </a:lnTo>
                  <a:lnTo>
                    <a:pt x="5162" y="4642"/>
                  </a:lnTo>
                  <a:lnTo>
                    <a:pt x="5098" y="4523"/>
                  </a:lnTo>
                  <a:lnTo>
                    <a:pt x="5162" y="4405"/>
                  </a:lnTo>
                  <a:lnTo>
                    <a:pt x="5217" y="4286"/>
                  </a:lnTo>
                  <a:lnTo>
                    <a:pt x="5262" y="4159"/>
                  </a:lnTo>
                  <a:lnTo>
                    <a:pt x="5308" y="4031"/>
                  </a:lnTo>
                  <a:lnTo>
                    <a:pt x="5335" y="3894"/>
                  </a:lnTo>
                  <a:lnTo>
                    <a:pt x="5363" y="3766"/>
                  </a:lnTo>
                  <a:lnTo>
                    <a:pt x="5372" y="3621"/>
                  </a:lnTo>
                  <a:lnTo>
                    <a:pt x="5381" y="3484"/>
                  </a:lnTo>
                  <a:lnTo>
                    <a:pt x="5363" y="3274"/>
                  </a:lnTo>
                  <a:lnTo>
                    <a:pt x="5335" y="3064"/>
                  </a:lnTo>
                  <a:lnTo>
                    <a:pt x="5280" y="2864"/>
                  </a:lnTo>
                  <a:lnTo>
                    <a:pt x="5217" y="2672"/>
                  </a:lnTo>
                  <a:lnTo>
                    <a:pt x="5125" y="2490"/>
                  </a:lnTo>
                  <a:lnTo>
                    <a:pt x="5025" y="2326"/>
                  </a:lnTo>
                  <a:lnTo>
                    <a:pt x="4907" y="2162"/>
                  </a:lnTo>
                  <a:lnTo>
                    <a:pt x="4770" y="2016"/>
                  </a:lnTo>
                  <a:lnTo>
                    <a:pt x="4624" y="1879"/>
                  </a:lnTo>
                  <a:lnTo>
                    <a:pt x="4460" y="1760"/>
                  </a:lnTo>
                  <a:lnTo>
                    <a:pt x="4287" y="1660"/>
                  </a:lnTo>
                  <a:lnTo>
                    <a:pt x="4113" y="1569"/>
                  </a:lnTo>
                  <a:lnTo>
                    <a:pt x="3922" y="1496"/>
                  </a:lnTo>
                  <a:lnTo>
                    <a:pt x="3721" y="1450"/>
                  </a:lnTo>
                  <a:lnTo>
                    <a:pt x="3511" y="1414"/>
                  </a:lnTo>
                  <a:lnTo>
                    <a:pt x="3302" y="1405"/>
                  </a:lnTo>
                  <a:lnTo>
                    <a:pt x="3110" y="1414"/>
                  </a:lnTo>
                  <a:lnTo>
                    <a:pt x="2928" y="1441"/>
                  </a:lnTo>
                  <a:lnTo>
                    <a:pt x="2919" y="1295"/>
                  </a:lnTo>
                  <a:lnTo>
                    <a:pt x="2891" y="1149"/>
                  </a:lnTo>
                  <a:lnTo>
                    <a:pt x="2855" y="1013"/>
                  </a:lnTo>
                  <a:lnTo>
                    <a:pt x="2809" y="876"/>
                  </a:lnTo>
                  <a:lnTo>
                    <a:pt x="2745" y="757"/>
                  </a:lnTo>
                  <a:lnTo>
                    <a:pt x="2673" y="639"/>
                  </a:lnTo>
                  <a:lnTo>
                    <a:pt x="2590" y="520"/>
                  </a:lnTo>
                  <a:lnTo>
                    <a:pt x="2490" y="420"/>
                  </a:lnTo>
                  <a:lnTo>
                    <a:pt x="2390" y="329"/>
                  </a:lnTo>
                  <a:lnTo>
                    <a:pt x="2280" y="247"/>
                  </a:lnTo>
                  <a:lnTo>
                    <a:pt x="2162" y="174"/>
                  </a:lnTo>
                  <a:lnTo>
                    <a:pt x="2034" y="110"/>
                  </a:lnTo>
                  <a:lnTo>
                    <a:pt x="1897" y="64"/>
                  </a:lnTo>
                  <a:lnTo>
                    <a:pt x="1761" y="28"/>
                  </a:lnTo>
                  <a:lnTo>
                    <a:pt x="1615" y="10"/>
                  </a:lnTo>
                  <a:lnTo>
                    <a:pt x="14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3;p19">
              <a:extLst>
                <a:ext uri="{FF2B5EF4-FFF2-40B4-BE49-F238E27FC236}">
                  <a16:creationId xmlns:a16="http://schemas.microsoft.com/office/drawing/2014/main" id="{A83E0371-FF69-31DE-5209-4299175F536C}"/>
                </a:ext>
              </a:extLst>
            </p:cNvPr>
            <p:cNvSpPr/>
            <p:nvPr/>
          </p:nvSpPr>
          <p:spPr>
            <a:xfrm>
              <a:off x="1435343" y="3175208"/>
              <a:ext cx="428550" cy="855729"/>
            </a:xfrm>
            <a:custGeom>
              <a:avLst/>
              <a:gdLst/>
              <a:ahLst/>
              <a:cxnLst/>
              <a:rect l="l" t="t" r="r" b="b"/>
              <a:pathLst>
                <a:path w="6248" h="12476" extrusionOk="0">
                  <a:moveTo>
                    <a:pt x="4806" y="238"/>
                  </a:moveTo>
                  <a:lnTo>
                    <a:pt x="4934" y="265"/>
                  </a:lnTo>
                  <a:lnTo>
                    <a:pt x="5071" y="293"/>
                  </a:lnTo>
                  <a:lnTo>
                    <a:pt x="5189" y="338"/>
                  </a:lnTo>
                  <a:lnTo>
                    <a:pt x="5308" y="402"/>
                  </a:lnTo>
                  <a:lnTo>
                    <a:pt x="5417" y="466"/>
                  </a:lnTo>
                  <a:lnTo>
                    <a:pt x="5527" y="539"/>
                  </a:lnTo>
                  <a:lnTo>
                    <a:pt x="5618" y="630"/>
                  </a:lnTo>
                  <a:lnTo>
                    <a:pt x="5709" y="730"/>
                  </a:lnTo>
                  <a:lnTo>
                    <a:pt x="5782" y="831"/>
                  </a:lnTo>
                  <a:lnTo>
                    <a:pt x="5855" y="940"/>
                  </a:lnTo>
                  <a:lnTo>
                    <a:pt x="5910" y="1059"/>
                  </a:lnTo>
                  <a:lnTo>
                    <a:pt x="5955" y="1186"/>
                  </a:lnTo>
                  <a:lnTo>
                    <a:pt x="5983" y="1314"/>
                  </a:lnTo>
                  <a:lnTo>
                    <a:pt x="6010" y="1442"/>
                  </a:lnTo>
                  <a:lnTo>
                    <a:pt x="6010" y="1578"/>
                  </a:lnTo>
                  <a:lnTo>
                    <a:pt x="6010" y="10688"/>
                  </a:lnTo>
                  <a:lnTo>
                    <a:pt x="6010" y="10843"/>
                  </a:lnTo>
                  <a:lnTo>
                    <a:pt x="5983" y="10998"/>
                  </a:lnTo>
                  <a:lnTo>
                    <a:pt x="5946" y="11144"/>
                  </a:lnTo>
                  <a:lnTo>
                    <a:pt x="5892" y="11290"/>
                  </a:lnTo>
                  <a:lnTo>
                    <a:pt x="5828" y="11427"/>
                  </a:lnTo>
                  <a:lnTo>
                    <a:pt x="5746" y="11554"/>
                  </a:lnTo>
                  <a:lnTo>
                    <a:pt x="5655" y="11673"/>
                  </a:lnTo>
                  <a:lnTo>
                    <a:pt x="5554" y="11782"/>
                  </a:lnTo>
                  <a:lnTo>
                    <a:pt x="5445" y="11882"/>
                  </a:lnTo>
                  <a:lnTo>
                    <a:pt x="5326" y="11974"/>
                  </a:lnTo>
                  <a:lnTo>
                    <a:pt x="5199" y="12056"/>
                  </a:lnTo>
                  <a:lnTo>
                    <a:pt x="5062" y="12120"/>
                  </a:lnTo>
                  <a:lnTo>
                    <a:pt x="4916" y="12174"/>
                  </a:lnTo>
                  <a:lnTo>
                    <a:pt x="4770" y="12211"/>
                  </a:lnTo>
                  <a:lnTo>
                    <a:pt x="4615" y="12229"/>
                  </a:lnTo>
                  <a:lnTo>
                    <a:pt x="4460" y="12238"/>
                  </a:lnTo>
                  <a:lnTo>
                    <a:pt x="4323" y="12238"/>
                  </a:lnTo>
                  <a:lnTo>
                    <a:pt x="4196" y="12220"/>
                  </a:lnTo>
                  <a:lnTo>
                    <a:pt x="4068" y="12193"/>
                  </a:lnTo>
                  <a:lnTo>
                    <a:pt x="3940" y="12156"/>
                  </a:lnTo>
                  <a:lnTo>
                    <a:pt x="3822" y="12110"/>
                  </a:lnTo>
                  <a:lnTo>
                    <a:pt x="3703" y="12047"/>
                  </a:lnTo>
                  <a:lnTo>
                    <a:pt x="3603" y="11983"/>
                  </a:lnTo>
                  <a:lnTo>
                    <a:pt x="3493" y="11910"/>
                  </a:lnTo>
                  <a:lnTo>
                    <a:pt x="3402" y="11828"/>
                  </a:lnTo>
                  <a:lnTo>
                    <a:pt x="3311" y="11737"/>
                  </a:lnTo>
                  <a:lnTo>
                    <a:pt x="3229" y="11636"/>
                  </a:lnTo>
                  <a:lnTo>
                    <a:pt x="3156" y="11536"/>
                  </a:lnTo>
                  <a:lnTo>
                    <a:pt x="3083" y="11417"/>
                  </a:lnTo>
                  <a:lnTo>
                    <a:pt x="3028" y="11308"/>
                  </a:lnTo>
                  <a:lnTo>
                    <a:pt x="2983" y="11180"/>
                  </a:lnTo>
                  <a:lnTo>
                    <a:pt x="2946" y="11053"/>
                  </a:lnTo>
                  <a:lnTo>
                    <a:pt x="2928" y="10971"/>
                  </a:lnTo>
                  <a:lnTo>
                    <a:pt x="2837" y="10961"/>
                  </a:lnTo>
                  <a:lnTo>
                    <a:pt x="2664" y="10943"/>
                  </a:lnTo>
                  <a:lnTo>
                    <a:pt x="2481" y="10907"/>
                  </a:lnTo>
                  <a:lnTo>
                    <a:pt x="2317" y="10861"/>
                  </a:lnTo>
                  <a:lnTo>
                    <a:pt x="2153" y="10788"/>
                  </a:lnTo>
                  <a:lnTo>
                    <a:pt x="2007" y="10706"/>
                  </a:lnTo>
                  <a:lnTo>
                    <a:pt x="1861" y="10615"/>
                  </a:lnTo>
                  <a:lnTo>
                    <a:pt x="1724" y="10506"/>
                  </a:lnTo>
                  <a:lnTo>
                    <a:pt x="1606" y="10387"/>
                  </a:lnTo>
                  <a:lnTo>
                    <a:pt x="1487" y="10259"/>
                  </a:lnTo>
                  <a:lnTo>
                    <a:pt x="1396" y="10123"/>
                  </a:lnTo>
                  <a:lnTo>
                    <a:pt x="1305" y="9968"/>
                  </a:lnTo>
                  <a:lnTo>
                    <a:pt x="1232" y="9813"/>
                  </a:lnTo>
                  <a:lnTo>
                    <a:pt x="1177" y="9648"/>
                  </a:lnTo>
                  <a:lnTo>
                    <a:pt x="1132" y="9475"/>
                  </a:lnTo>
                  <a:lnTo>
                    <a:pt x="1104" y="9302"/>
                  </a:lnTo>
                  <a:lnTo>
                    <a:pt x="1095" y="9120"/>
                  </a:lnTo>
                  <a:lnTo>
                    <a:pt x="1104" y="8965"/>
                  </a:lnTo>
                  <a:lnTo>
                    <a:pt x="1123" y="8819"/>
                  </a:lnTo>
                  <a:lnTo>
                    <a:pt x="1132" y="8746"/>
                  </a:lnTo>
                  <a:lnTo>
                    <a:pt x="1068" y="8700"/>
                  </a:lnTo>
                  <a:lnTo>
                    <a:pt x="977" y="8636"/>
                  </a:lnTo>
                  <a:lnTo>
                    <a:pt x="885" y="8563"/>
                  </a:lnTo>
                  <a:lnTo>
                    <a:pt x="803" y="8490"/>
                  </a:lnTo>
                  <a:lnTo>
                    <a:pt x="721" y="8408"/>
                  </a:lnTo>
                  <a:lnTo>
                    <a:pt x="648" y="8317"/>
                  </a:lnTo>
                  <a:lnTo>
                    <a:pt x="575" y="8226"/>
                  </a:lnTo>
                  <a:lnTo>
                    <a:pt x="512" y="8135"/>
                  </a:lnTo>
                  <a:lnTo>
                    <a:pt x="457" y="8034"/>
                  </a:lnTo>
                  <a:lnTo>
                    <a:pt x="402" y="7934"/>
                  </a:lnTo>
                  <a:lnTo>
                    <a:pt x="366" y="7834"/>
                  </a:lnTo>
                  <a:lnTo>
                    <a:pt x="320" y="7724"/>
                  </a:lnTo>
                  <a:lnTo>
                    <a:pt x="293" y="7615"/>
                  </a:lnTo>
                  <a:lnTo>
                    <a:pt x="265" y="7506"/>
                  </a:lnTo>
                  <a:lnTo>
                    <a:pt x="247" y="7387"/>
                  </a:lnTo>
                  <a:lnTo>
                    <a:pt x="238" y="7278"/>
                  </a:lnTo>
                  <a:lnTo>
                    <a:pt x="238" y="7159"/>
                  </a:lnTo>
                  <a:lnTo>
                    <a:pt x="247" y="6968"/>
                  </a:lnTo>
                  <a:lnTo>
                    <a:pt x="275" y="6776"/>
                  </a:lnTo>
                  <a:lnTo>
                    <a:pt x="320" y="6594"/>
                  </a:lnTo>
                  <a:lnTo>
                    <a:pt x="384" y="6420"/>
                  </a:lnTo>
                  <a:lnTo>
                    <a:pt x="466" y="6256"/>
                  </a:lnTo>
                  <a:lnTo>
                    <a:pt x="566" y="6092"/>
                  </a:lnTo>
                  <a:lnTo>
                    <a:pt x="685" y="5946"/>
                  </a:lnTo>
                  <a:lnTo>
                    <a:pt x="822" y="5810"/>
                  </a:lnTo>
                  <a:lnTo>
                    <a:pt x="858" y="5773"/>
                  </a:lnTo>
                  <a:lnTo>
                    <a:pt x="858" y="5682"/>
                  </a:lnTo>
                  <a:lnTo>
                    <a:pt x="858" y="5545"/>
                  </a:lnTo>
                  <a:lnTo>
                    <a:pt x="876" y="5417"/>
                  </a:lnTo>
                  <a:lnTo>
                    <a:pt x="895" y="5299"/>
                  </a:lnTo>
                  <a:lnTo>
                    <a:pt x="922" y="5171"/>
                  </a:lnTo>
                  <a:lnTo>
                    <a:pt x="968" y="5053"/>
                  </a:lnTo>
                  <a:lnTo>
                    <a:pt x="1013" y="4934"/>
                  </a:lnTo>
                  <a:lnTo>
                    <a:pt x="1068" y="4816"/>
                  </a:lnTo>
                  <a:lnTo>
                    <a:pt x="1132" y="4706"/>
                  </a:lnTo>
                  <a:lnTo>
                    <a:pt x="1168" y="4642"/>
                  </a:lnTo>
                  <a:lnTo>
                    <a:pt x="1132" y="4588"/>
                  </a:lnTo>
                  <a:lnTo>
                    <a:pt x="1077" y="4469"/>
                  </a:lnTo>
                  <a:lnTo>
                    <a:pt x="1022" y="4351"/>
                  </a:lnTo>
                  <a:lnTo>
                    <a:pt x="977" y="4232"/>
                  </a:lnTo>
                  <a:lnTo>
                    <a:pt x="940" y="4113"/>
                  </a:lnTo>
                  <a:lnTo>
                    <a:pt x="913" y="3986"/>
                  </a:lnTo>
                  <a:lnTo>
                    <a:pt x="885" y="3858"/>
                  </a:lnTo>
                  <a:lnTo>
                    <a:pt x="876" y="3730"/>
                  </a:lnTo>
                  <a:lnTo>
                    <a:pt x="867" y="3603"/>
                  </a:lnTo>
                  <a:lnTo>
                    <a:pt x="876" y="3402"/>
                  </a:lnTo>
                  <a:lnTo>
                    <a:pt x="913" y="3211"/>
                  </a:lnTo>
                  <a:lnTo>
                    <a:pt x="958" y="3019"/>
                  </a:lnTo>
                  <a:lnTo>
                    <a:pt x="1022" y="2837"/>
                  </a:lnTo>
                  <a:lnTo>
                    <a:pt x="1104" y="2664"/>
                  </a:lnTo>
                  <a:lnTo>
                    <a:pt x="1205" y="2509"/>
                  </a:lnTo>
                  <a:lnTo>
                    <a:pt x="1323" y="2354"/>
                  </a:lnTo>
                  <a:lnTo>
                    <a:pt x="1442" y="2217"/>
                  </a:lnTo>
                  <a:lnTo>
                    <a:pt x="1588" y="2089"/>
                  </a:lnTo>
                  <a:lnTo>
                    <a:pt x="1734" y="1980"/>
                  </a:lnTo>
                  <a:lnTo>
                    <a:pt x="1898" y="1879"/>
                  </a:lnTo>
                  <a:lnTo>
                    <a:pt x="2071" y="1797"/>
                  </a:lnTo>
                  <a:lnTo>
                    <a:pt x="2253" y="1724"/>
                  </a:lnTo>
                  <a:lnTo>
                    <a:pt x="2436" y="1679"/>
                  </a:lnTo>
                  <a:lnTo>
                    <a:pt x="2636" y="1651"/>
                  </a:lnTo>
                  <a:lnTo>
                    <a:pt x="2828" y="1642"/>
                  </a:lnTo>
                  <a:lnTo>
                    <a:pt x="3010" y="1651"/>
                  </a:lnTo>
                  <a:lnTo>
                    <a:pt x="3183" y="1670"/>
                  </a:lnTo>
                  <a:lnTo>
                    <a:pt x="3320" y="1697"/>
                  </a:lnTo>
                  <a:lnTo>
                    <a:pt x="3320" y="1560"/>
                  </a:lnTo>
                  <a:lnTo>
                    <a:pt x="3329" y="1423"/>
                  </a:lnTo>
                  <a:lnTo>
                    <a:pt x="3348" y="1296"/>
                  </a:lnTo>
                  <a:lnTo>
                    <a:pt x="3384" y="1168"/>
                  </a:lnTo>
                  <a:lnTo>
                    <a:pt x="3430" y="1050"/>
                  </a:lnTo>
                  <a:lnTo>
                    <a:pt x="3493" y="931"/>
                  </a:lnTo>
                  <a:lnTo>
                    <a:pt x="3557" y="822"/>
                  </a:lnTo>
                  <a:lnTo>
                    <a:pt x="3639" y="721"/>
                  </a:lnTo>
                  <a:lnTo>
                    <a:pt x="3721" y="621"/>
                  </a:lnTo>
                  <a:lnTo>
                    <a:pt x="3822" y="539"/>
                  </a:lnTo>
                  <a:lnTo>
                    <a:pt x="3922" y="466"/>
                  </a:lnTo>
                  <a:lnTo>
                    <a:pt x="4031" y="393"/>
                  </a:lnTo>
                  <a:lnTo>
                    <a:pt x="4150" y="338"/>
                  </a:lnTo>
                  <a:lnTo>
                    <a:pt x="4268" y="293"/>
                  </a:lnTo>
                  <a:lnTo>
                    <a:pt x="4396" y="265"/>
                  </a:lnTo>
                  <a:lnTo>
                    <a:pt x="4533" y="238"/>
                  </a:lnTo>
                  <a:close/>
                  <a:moveTo>
                    <a:pt x="4670" y="1"/>
                  </a:moveTo>
                  <a:lnTo>
                    <a:pt x="4515" y="10"/>
                  </a:lnTo>
                  <a:lnTo>
                    <a:pt x="4369" y="28"/>
                  </a:lnTo>
                  <a:lnTo>
                    <a:pt x="4223" y="65"/>
                  </a:lnTo>
                  <a:lnTo>
                    <a:pt x="4086" y="110"/>
                  </a:lnTo>
                  <a:lnTo>
                    <a:pt x="3958" y="174"/>
                  </a:lnTo>
                  <a:lnTo>
                    <a:pt x="3831" y="247"/>
                  </a:lnTo>
                  <a:lnTo>
                    <a:pt x="3712" y="329"/>
                  </a:lnTo>
                  <a:lnTo>
                    <a:pt x="3603" y="420"/>
                  </a:lnTo>
                  <a:lnTo>
                    <a:pt x="3503" y="521"/>
                  </a:lnTo>
                  <a:lnTo>
                    <a:pt x="3411" y="630"/>
                  </a:lnTo>
                  <a:lnTo>
                    <a:pt x="3329" y="740"/>
                  </a:lnTo>
                  <a:lnTo>
                    <a:pt x="3265" y="867"/>
                  </a:lnTo>
                  <a:lnTo>
                    <a:pt x="3202" y="995"/>
                  </a:lnTo>
                  <a:lnTo>
                    <a:pt x="3156" y="1141"/>
                  </a:lnTo>
                  <a:lnTo>
                    <a:pt x="3120" y="1278"/>
                  </a:lnTo>
                  <a:lnTo>
                    <a:pt x="3101" y="1423"/>
                  </a:lnTo>
                  <a:lnTo>
                    <a:pt x="2965" y="1414"/>
                  </a:lnTo>
                  <a:lnTo>
                    <a:pt x="2828" y="1405"/>
                  </a:lnTo>
                  <a:lnTo>
                    <a:pt x="2718" y="1414"/>
                  </a:lnTo>
                  <a:lnTo>
                    <a:pt x="2609" y="1423"/>
                  </a:lnTo>
                  <a:lnTo>
                    <a:pt x="2499" y="1433"/>
                  </a:lnTo>
                  <a:lnTo>
                    <a:pt x="2390" y="1451"/>
                  </a:lnTo>
                  <a:lnTo>
                    <a:pt x="2180" y="1506"/>
                  </a:lnTo>
                  <a:lnTo>
                    <a:pt x="1980" y="1578"/>
                  </a:lnTo>
                  <a:lnTo>
                    <a:pt x="1788" y="1670"/>
                  </a:lnTo>
                  <a:lnTo>
                    <a:pt x="1606" y="1788"/>
                  </a:lnTo>
                  <a:lnTo>
                    <a:pt x="1442" y="1907"/>
                  </a:lnTo>
                  <a:lnTo>
                    <a:pt x="1287" y="2053"/>
                  </a:lnTo>
                  <a:lnTo>
                    <a:pt x="1141" y="2208"/>
                  </a:lnTo>
                  <a:lnTo>
                    <a:pt x="1013" y="2381"/>
                  </a:lnTo>
                  <a:lnTo>
                    <a:pt x="904" y="2554"/>
                  </a:lnTo>
                  <a:lnTo>
                    <a:pt x="813" y="2746"/>
                  </a:lnTo>
                  <a:lnTo>
                    <a:pt x="740" y="2946"/>
                  </a:lnTo>
                  <a:lnTo>
                    <a:pt x="685" y="3165"/>
                  </a:lnTo>
                  <a:lnTo>
                    <a:pt x="667" y="3265"/>
                  </a:lnTo>
                  <a:lnTo>
                    <a:pt x="648" y="3375"/>
                  </a:lnTo>
                  <a:lnTo>
                    <a:pt x="639" y="3493"/>
                  </a:lnTo>
                  <a:lnTo>
                    <a:pt x="639" y="3603"/>
                  </a:lnTo>
                  <a:lnTo>
                    <a:pt x="648" y="3740"/>
                  </a:lnTo>
                  <a:lnTo>
                    <a:pt x="658" y="3876"/>
                  </a:lnTo>
                  <a:lnTo>
                    <a:pt x="676" y="4004"/>
                  </a:lnTo>
                  <a:lnTo>
                    <a:pt x="703" y="4141"/>
                  </a:lnTo>
                  <a:lnTo>
                    <a:pt x="740" y="4268"/>
                  </a:lnTo>
                  <a:lnTo>
                    <a:pt x="785" y="4396"/>
                  </a:lnTo>
                  <a:lnTo>
                    <a:pt x="840" y="4524"/>
                  </a:lnTo>
                  <a:lnTo>
                    <a:pt x="904" y="4642"/>
                  </a:lnTo>
                  <a:lnTo>
                    <a:pt x="840" y="4761"/>
                  </a:lnTo>
                  <a:lnTo>
                    <a:pt x="785" y="4889"/>
                  </a:lnTo>
                  <a:lnTo>
                    <a:pt x="730" y="5007"/>
                  </a:lnTo>
                  <a:lnTo>
                    <a:pt x="694" y="5144"/>
                  </a:lnTo>
                  <a:lnTo>
                    <a:pt x="667" y="5272"/>
                  </a:lnTo>
                  <a:lnTo>
                    <a:pt x="639" y="5408"/>
                  </a:lnTo>
                  <a:lnTo>
                    <a:pt x="630" y="5536"/>
                  </a:lnTo>
                  <a:lnTo>
                    <a:pt x="621" y="5673"/>
                  </a:lnTo>
                  <a:lnTo>
                    <a:pt x="484" y="5828"/>
                  </a:lnTo>
                  <a:lnTo>
                    <a:pt x="366" y="5992"/>
                  </a:lnTo>
                  <a:lnTo>
                    <a:pt x="256" y="6174"/>
                  </a:lnTo>
                  <a:lnTo>
                    <a:pt x="165" y="6357"/>
                  </a:lnTo>
                  <a:lnTo>
                    <a:pt x="101" y="6548"/>
                  </a:lnTo>
                  <a:lnTo>
                    <a:pt x="47" y="6749"/>
                  </a:lnTo>
                  <a:lnTo>
                    <a:pt x="19" y="6949"/>
                  </a:lnTo>
                  <a:lnTo>
                    <a:pt x="1" y="7159"/>
                  </a:lnTo>
                  <a:lnTo>
                    <a:pt x="10" y="7287"/>
                  </a:lnTo>
                  <a:lnTo>
                    <a:pt x="19" y="7405"/>
                  </a:lnTo>
                  <a:lnTo>
                    <a:pt x="37" y="7533"/>
                  </a:lnTo>
                  <a:lnTo>
                    <a:pt x="65" y="7651"/>
                  </a:lnTo>
                  <a:lnTo>
                    <a:pt x="101" y="7770"/>
                  </a:lnTo>
                  <a:lnTo>
                    <a:pt x="138" y="7889"/>
                  </a:lnTo>
                  <a:lnTo>
                    <a:pt x="183" y="7998"/>
                  </a:lnTo>
                  <a:lnTo>
                    <a:pt x="238" y="8117"/>
                  </a:lnTo>
                  <a:lnTo>
                    <a:pt x="302" y="8217"/>
                  </a:lnTo>
                  <a:lnTo>
                    <a:pt x="366" y="8326"/>
                  </a:lnTo>
                  <a:lnTo>
                    <a:pt x="439" y="8427"/>
                  </a:lnTo>
                  <a:lnTo>
                    <a:pt x="512" y="8518"/>
                  </a:lnTo>
                  <a:lnTo>
                    <a:pt x="603" y="8609"/>
                  </a:lnTo>
                  <a:lnTo>
                    <a:pt x="685" y="8700"/>
                  </a:lnTo>
                  <a:lnTo>
                    <a:pt x="785" y="8782"/>
                  </a:lnTo>
                  <a:lnTo>
                    <a:pt x="885" y="8855"/>
                  </a:lnTo>
                  <a:lnTo>
                    <a:pt x="876" y="8983"/>
                  </a:lnTo>
                  <a:lnTo>
                    <a:pt x="867" y="9120"/>
                  </a:lnTo>
                  <a:lnTo>
                    <a:pt x="876" y="9320"/>
                  </a:lnTo>
                  <a:lnTo>
                    <a:pt x="904" y="9512"/>
                  </a:lnTo>
                  <a:lnTo>
                    <a:pt x="949" y="9703"/>
                  </a:lnTo>
                  <a:lnTo>
                    <a:pt x="1013" y="9886"/>
                  </a:lnTo>
                  <a:lnTo>
                    <a:pt x="1086" y="10059"/>
                  </a:lnTo>
                  <a:lnTo>
                    <a:pt x="1186" y="10223"/>
                  </a:lnTo>
                  <a:lnTo>
                    <a:pt x="1287" y="10378"/>
                  </a:lnTo>
                  <a:lnTo>
                    <a:pt x="1405" y="10515"/>
                  </a:lnTo>
                  <a:lnTo>
                    <a:pt x="1542" y="10651"/>
                  </a:lnTo>
                  <a:lnTo>
                    <a:pt x="1688" y="10770"/>
                  </a:lnTo>
                  <a:lnTo>
                    <a:pt x="1843" y="10879"/>
                  </a:lnTo>
                  <a:lnTo>
                    <a:pt x="2007" y="10971"/>
                  </a:lnTo>
                  <a:lnTo>
                    <a:pt x="2180" y="11053"/>
                  </a:lnTo>
                  <a:lnTo>
                    <a:pt x="2363" y="11117"/>
                  </a:lnTo>
                  <a:lnTo>
                    <a:pt x="2545" y="11162"/>
                  </a:lnTo>
                  <a:lnTo>
                    <a:pt x="2746" y="11189"/>
                  </a:lnTo>
                  <a:lnTo>
                    <a:pt x="2791" y="11326"/>
                  </a:lnTo>
                  <a:lnTo>
                    <a:pt x="2846" y="11463"/>
                  </a:lnTo>
                  <a:lnTo>
                    <a:pt x="2919" y="11591"/>
                  </a:lnTo>
                  <a:lnTo>
                    <a:pt x="2992" y="11709"/>
                  </a:lnTo>
                  <a:lnTo>
                    <a:pt x="3083" y="11819"/>
                  </a:lnTo>
                  <a:lnTo>
                    <a:pt x="3174" y="11928"/>
                  </a:lnTo>
                  <a:lnTo>
                    <a:pt x="3275" y="12028"/>
                  </a:lnTo>
                  <a:lnTo>
                    <a:pt x="3384" y="12110"/>
                  </a:lnTo>
                  <a:lnTo>
                    <a:pt x="3503" y="12193"/>
                  </a:lnTo>
                  <a:lnTo>
                    <a:pt x="3621" y="12265"/>
                  </a:lnTo>
                  <a:lnTo>
                    <a:pt x="3749" y="12329"/>
                  </a:lnTo>
                  <a:lnTo>
                    <a:pt x="3886" y="12375"/>
                  </a:lnTo>
                  <a:lnTo>
                    <a:pt x="4022" y="12420"/>
                  </a:lnTo>
                  <a:lnTo>
                    <a:pt x="4168" y="12448"/>
                  </a:lnTo>
                  <a:lnTo>
                    <a:pt x="4305" y="12466"/>
                  </a:lnTo>
                  <a:lnTo>
                    <a:pt x="4460" y="12475"/>
                  </a:lnTo>
                  <a:lnTo>
                    <a:pt x="4642" y="12466"/>
                  </a:lnTo>
                  <a:lnTo>
                    <a:pt x="4816" y="12439"/>
                  </a:lnTo>
                  <a:lnTo>
                    <a:pt x="4989" y="12393"/>
                  </a:lnTo>
                  <a:lnTo>
                    <a:pt x="5153" y="12329"/>
                  </a:lnTo>
                  <a:lnTo>
                    <a:pt x="5308" y="12256"/>
                  </a:lnTo>
                  <a:lnTo>
                    <a:pt x="5454" y="12165"/>
                  </a:lnTo>
                  <a:lnTo>
                    <a:pt x="5591" y="12065"/>
                  </a:lnTo>
                  <a:lnTo>
                    <a:pt x="5718" y="11946"/>
                  </a:lnTo>
                  <a:lnTo>
                    <a:pt x="5837" y="11819"/>
                  </a:lnTo>
                  <a:lnTo>
                    <a:pt x="5937" y="11682"/>
                  </a:lnTo>
                  <a:lnTo>
                    <a:pt x="6028" y="11536"/>
                  </a:lnTo>
                  <a:lnTo>
                    <a:pt x="6101" y="11381"/>
                  </a:lnTo>
                  <a:lnTo>
                    <a:pt x="6165" y="11217"/>
                  </a:lnTo>
                  <a:lnTo>
                    <a:pt x="6211" y="11044"/>
                  </a:lnTo>
                  <a:lnTo>
                    <a:pt x="6238" y="10870"/>
                  </a:lnTo>
                  <a:lnTo>
                    <a:pt x="6247" y="10688"/>
                  </a:lnTo>
                  <a:lnTo>
                    <a:pt x="6247" y="1578"/>
                  </a:lnTo>
                  <a:lnTo>
                    <a:pt x="6238" y="1423"/>
                  </a:lnTo>
                  <a:lnTo>
                    <a:pt x="6211" y="1268"/>
                  </a:lnTo>
                  <a:lnTo>
                    <a:pt x="6174" y="1113"/>
                  </a:lnTo>
                  <a:lnTo>
                    <a:pt x="6120" y="968"/>
                  </a:lnTo>
                  <a:lnTo>
                    <a:pt x="6056" y="831"/>
                  </a:lnTo>
                  <a:lnTo>
                    <a:pt x="5974" y="703"/>
                  </a:lnTo>
                  <a:lnTo>
                    <a:pt x="5882" y="575"/>
                  </a:lnTo>
                  <a:lnTo>
                    <a:pt x="5782" y="466"/>
                  </a:lnTo>
                  <a:lnTo>
                    <a:pt x="5673" y="366"/>
                  </a:lnTo>
                  <a:lnTo>
                    <a:pt x="5545" y="275"/>
                  </a:lnTo>
                  <a:lnTo>
                    <a:pt x="5417" y="192"/>
                  </a:lnTo>
                  <a:lnTo>
                    <a:pt x="5281" y="129"/>
                  </a:lnTo>
                  <a:lnTo>
                    <a:pt x="5135" y="74"/>
                  </a:lnTo>
                  <a:lnTo>
                    <a:pt x="4980" y="37"/>
                  </a:lnTo>
                  <a:lnTo>
                    <a:pt x="4825" y="10"/>
                  </a:lnTo>
                  <a:lnTo>
                    <a:pt x="467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54;p19">
              <a:extLst>
                <a:ext uri="{FF2B5EF4-FFF2-40B4-BE49-F238E27FC236}">
                  <a16:creationId xmlns:a16="http://schemas.microsoft.com/office/drawing/2014/main" id="{3D0385BB-3BFC-3211-3573-6C2FE8A8AC2A}"/>
                </a:ext>
              </a:extLst>
            </p:cNvPr>
            <p:cNvSpPr/>
            <p:nvPr/>
          </p:nvSpPr>
          <p:spPr>
            <a:xfrm>
              <a:off x="1479172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89" y="0"/>
                  </a:moveTo>
                  <a:lnTo>
                    <a:pt x="2079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51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67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74" y="976"/>
                  </a:lnTo>
                  <a:lnTo>
                    <a:pt x="265" y="1149"/>
                  </a:lnTo>
                  <a:lnTo>
                    <a:pt x="174" y="1341"/>
                  </a:lnTo>
                  <a:lnTo>
                    <a:pt x="101" y="1541"/>
                  </a:lnTo>
                  <a:lnTo>
                    <a:pt x="46" y="1760"/>
                  </a:lnTo>
                  <a:lnTo>
                    <a:pt x="28" y="1860"/>
                  </a:lnTo>
                  <a:lnTo>
                    <a:pt x="9" y="1970"/>
                  </a:lnTo>
                  <a:lnTo>
                    <a:pt x="0" y="2088"/>
                  </a:lnTo>
                  <a:lnTo>
                    <a:pt x="0" y="2198"/>
                  </a:lnTo>
                  <a:lnTo>
                    <a:pt x="228" y="2198"/>
                  </a:lnTo>
                  <a:lnTo>
                    <a:pt x="237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83" y="1432"/>
                  </a:lnTo>
                  <a:lnTo>
                    <a:pt x="465" y="1259"/>
                  </a:lnTo>
                  <a:lnTo>
                    <a:pt x="566" y="1104"/>
                  </a:lnTo>
                  <a:lnTo>
                    <a:pt x="684" y="949"/>
                  </a:lnTo>
                  <a:lnTo>
                    <a:pt x="803" y="812"/>
                  </a:lnTo>
                  <a:lnTo>
                    <a:pt x="949" y="684"/>
                  </a:lnTo>
                  <a:lnTo>
                    <a:pt x="1095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797" y="274"/>
                  </a:lnTo>
                  <a:lnTo>
                    <a:pt x="1997" y="246"/>
                  </a:lnTo>
                  <a:lnTo>
                    <a:pt x="2189" y="237"/>
                  </a:lnTo>
                  <a:lnTo>
                    <a:pt x="2389" y="246"/>
                  </a:lnTo>
                  <a:lnTo>
                    <a:pt x="2590" y="274"/>
                  </a:lnTo>
                  <a:lnTo>
                    <a:pt x="2772" y="319"/>
                  </a:lnTo>
                  <a:lnTo>
                    <a:pt x="2955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38" y="684"/>
                  </a:lnTo>
                  <a:lnTo>
                    <a:pt x="3584" y="812"/>
                  </a:lnTo>
                  <a:lnTo>
                    <a:pt x="3702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13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149" y="2307"/>
                  </a:lnTo>
                  <a:lnTo>
                    <a:pt x="4140" y="2408"/>
                  </a:lnTo>
                  <a:lnTo>
                    <a:pt x="4131" y="2517"/>
                  </a:lnTo>
                  <a:lnTo>
                    <a:pt x="4113" y="2617"/>
                  </a:lnTo>
                  <a:lnTo>
                    <a:pt x="4085" y="2718"/>
                  </a:lnTo>
                  <a:lnTo>
                    <a:pt x="4049" y="2827"/>
                  </a:lnTo>
                  <a:lnTo>
                    <a:pt x="4012" y="2918"/>
                  </a:lnTo>
                  <a:lnTo>
                    <a:pt x="3976" y="3018"/>
                  </a:lnTo>
                  <a:lnTo>
                    <a:pt x="3930" y="3110"/>
                  </a:lnTo>
                  <a:lnTo>
                    <a:pt x="3876" y="3201"/>
                  </a:lnTo>
                  <a:lnTo>
                    <a:pt x="3821" y="3292"/>
                  </a:lnTo>
                  <a:lnTo>
                    <a:pt x="3757" y="3374"/>
                  </a:lnTo>
                  <a:lnTo>
                    <a:pt x="3693" y="3465"/>
                  </a:lnTo>
                  <a:lnTo>
                    <a:pt x="3620" y="3538"/>
                  </a:lnTo>
                  <a:lnTo>
                    <a:pt x="3547" y="3620"/>
                  </a:lnTo>
                  <a:lnTo>
                    <a:pt x="3465" y="3684"/>
                  </a:lnTo>
                  <a:lnTo>
                    <a:pt x="3620" y="3867"/>
                  </a:lnTo>
                  <a:lnTo>
                    <a:pt x="3702" y="3784"/>
                  </a:lnTo>
                  <a:lnTo>
                    <a:pt x="3794" y="3702"/>
                  </a:lnTo>
                  <a:lnTo>
                    <a:pt x="3867" y="3611"/>
                  </a:lnTo>
                  <a:lnTo>
                    <a:pt x="3940" y="3520"/>
                  </a:lnTo>
                  <a:lnTo>
                    <a:pt x="4012" y="3420"/>
                  </a:lnTo>
                  <a:lnTo>
                    <a:pt x="4076" y="3319"/>
                  </a:lnTo>
                  <a:lnTo>
                    <a:pt x="4131" y="3219"/>
                  </a:lnTo>
                  <a:lnTo>
                    <a:pt x="4186" y="3119"/>
                  </a:lnTo>
                  <a:lnTo>
                    <a:pt x="4231" y="3009"/>
                  </a:lnTo>
                  <a:lnTo>
                    <a:pt x="4268" y="2900"/>
                  </a:lnTo>
                  <a:lnTo>
                    <a:pt x="4304" y="2781"/>
                  </a:lnTo>
                  <a:lnTo>
                    <a:pt x="4332" y="2672"/>
                  </a:lnTo>
                  <a:lnTo>
                    <a:pt x="4359" y="2553"/>
                  </a:lnTo>
                  <a:lnTo>
                    <a:pt x="4368" y="2435"/>
                  </a:lnTo>
                  <a:lnTo>
                    <a:pt x="4386" y="2316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59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39" y="648"/>
                  </a:lnTo>
                  <a:lnTo>
                    <a:pt x="3584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6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8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55;p19">
              <a:extLst>
                <a:ext uri="{FF2B5EF4-FFF2-40B4-BE49-F238E27FC236}">
                  <a16:creationId xmlns:a16="http://schemas.microsoft.com/office/drawing/2014/main" id="{1760E71E-BBC6-8AD0-F788-CDE587C3BF0B}"/>
                </a:ext>
              </a:extLst>
            </p:cNvPr>
            <p:cNvSpPr/>
            <p:nvPr/>
          </p:nvSpPr>
          <p:spPr>
            <a:xfrm>
              <a:off x="1736245" y="3265334"/>
              <a:ext cx="55078" cy="81348"/>
            </a:xfrm>
            <a:custGeom>
              <a:avLst/>
              <a:gdLst/>
              <a:ahLst/>
              <a:cxnLst/>
              <a:rect l="l" t="t" r="r" b="b"/>
              <a:pathLst>
                <a:path w="803" h="1186" extrusionOk="0">
                  <a:moveTo>
                    <a:pt x="565" y="0"/>
                  </a:moveTo>
                  <a:lnTo>
                    <a:pt x="547" y="146"/>
                  </a:lnTo>
                  <a:lnTo>
                    <a:pt x="520" y="292"/>
                  </a:lnTo>
                  <a:lnTo>
                    <a:pt x="465" y="429"/>
                  </a:lnTo>
                  <a:lnTo>
                    <a:pt x="401" y="556"/>
                  </a:lnTo>
                  <a:lnTo>
                    <a:pt x="319" y="684"/>
                  </a:lnTo>
                  <a:lnTo>
                    <a:pt x="228" y="802"/>
                  </a:lnTo>
                  <a:lnTo>
                    <a:pt x="119" y="903"/>
                  </a:lnTo>
                  <a:lnTo>
                    <a:pt x="0" y="994"/>
                  </a:lnTo>
                  <a:lnTo>
                    <a:pt x="137" y="1185"/>
                  </a:lnTo>
                  <a:lnTo>
                    <a:pt x="274" y="1076"/>
                  </a:lnTo>
                  <a:lnTo>
                    <a:pt x="401" y="948"/>
                  </a:lnTo>
                  <a:lnTo>
                    <a:pt x="511" y="821"/>
                  </a:lnTo>
                  <a:lnTo>
                    <a:pt x="602" y="675"/>
                  </a:lnTo>
                  <a:lnTo>
                    <a:pt x="675" y="520"/>
                  </a:lnTo>
                  <a:lnTo>
                    <a:pt x="739" y="356"/>
                  </a:lnTo>
                  <a:lnTo>
                    <a:pt x="775" y="192"/>
                  </a:lnTo>
                  <a:lnTo>
                    <a:pt x="802" y="1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56;p19">
              <a:extLst>
                <a:ext uri="{FF2B5EF4-FFF2-40B4-BE49-F238E27FC236}">
                  <a16:creationId xmlns:a16="http://schemas.microsoft.com/office/drawing/2014/main" id="{824EA8BA-4B20-5416-4B81-8A40DD002637}"/>
                </a:ext>
              </a:extLst>
            </p:cNvPr>
            <p:cNvSpPr/>
            <p:nvPr/>
          </p:nvSpPr>
          <p:spPr>
            <a:xfrm>
              <a:off x="1478554" y="3444832"/>
              <a:ext cx="193287" cy="141364"/>
            </a:xfrm>
            <a:custGeom>
              <a:avLst/>
              <a:gdLst/>
              <a:ahLst/>
              <a:cxnLst/>
              <a:rect l="l" t="t" r="r" b="b"/>
              <a:pathLst>
                <a:path w="2818" h="2061" extrusionOk="0">
                  <a:moveTo>
                    <a:pt x="2590" y="0"/>
                  </a:moveTo>
                  <a:lnTo>
                    <a:pt x="2581" y="119"/>
                  </a:lnTo>
                  <a:lnTo>
                    <a:pt x="2572" y="246"/>
                  </a:lnTo>
                  <a:lnTo>
                    <a:pt x="2544" y="374"/>
                  </a:lnTo>
                  <a:lnTo>
                    <a:pt x="2517" y="492"/>
                  </a:lnTo>
                  <a:lnTo>
                    <a:pt x="2453" y="666"/>
                  </a:lnTo>
                  <a:lnTo>
                    <a:pt x="2380" y="839"/>
                  </a:lnTo>
                  <a:lnTo>
                    <a:pt x="2280" y="994"/>
                  </a:lnTo>
                  <a:lnTo>
                    <a:pt x="2170" y="1149"/>
                  </a:lnTo>
                  <a:lnTo>
                    <a:pt x="2034" y="1286"/>
                  </a:lnTo>
                  <a:lnTo>
                    <a:pt x="1897" y="1404"/>
                  </a:lnTo>
                  <a:lnTo>
                    <a:pt x="1733" y="1523"/>
                  </a:lnTo>
                  <a:lnTo>
                    <a:pt x="1569" y="1614"/>
                  </a:lnTo>
                  <a:lnTo>
                    <a:pt x="1386" y="1696"/>
                  </a:lnTo>
                  <a:lnTo>
                    <a:pt x="1195" y="1760"/>
                  </a:lnTo>
                  <a:lnTo>
                    <a:pt x="1012" y="1806"/>
                  </a:lnTo>
                  <a:lnTo>
                    <a:pt x="821" y="1824"/>
                  </a:lnTo>
                  <a:lnTo>
                    <a:pt x="629" y="1833"/>
                  </a:lnTo>
                  <a:lnTo>
                    <a:pt x="447" y="1815"/>
                  </a:lnTo>
                  <a:lnTo>
                    <a:pt x="265" y="1778"/>
                  </a:lnTo>
                  <a:lnTo>
                    <a:pt x="82" y="1723"/>
                  </a:lnTo>
                  <a:lnTo>
                    <a:pt x="0" y="1942"/>
                  </a:lnTo>
                  <a:lnTo>
                    <a:pt x="173" y="1997"/>
                  </a:lnTo>
                  <a:lnTo>
                    <a:pt x="338" y="2034"/>
                  </a:lnTo>
                  <a:lnTo>
                    <a:pt x="511" y="2052"/>
                  </a:lnTo>
                  <a:lnTo>
                    <a:pt x="693" y="2061"/>
                  </a:lnTo>
                  <a:lnTo>
                    <a:pt x="812" y="2061"/>
                  </a:lnTo>
                  <a:lnTo>
                    <a:pt x="939" y="2043"/>
                  </a:lnTo>
                  <a:lnTo>
                    <a:pt x="1058" y="2024"/>
                  </a:lnTo>
                  <a:lnTo>
                    <a:pt x="1186" y="1997"/>
                  </a:lnTo>
                  <a:lnTo>
                    <a:pt x="1313" y="1970"/>
                  </a:lnTo>
                  <a:lnTo>
                    <a:pt x="1432" y="1924"/>
                  </a:lnTo>
                  <a:lnTo>
                    <a:pt x="1550" y="1879"/>
                  </a:lnTo>
                  <a:lnTo>
                    <a:pt x="1669" y="1824"/>
                  </a:lnTo>
                  <a:lnTo>
                    <a:pt x="1769" y="1769"/>
                  </a:lnTo>
                  <a:lnTo>
                    <a:pt x="1860" y="1714"/>
                  </a:lnTo>
                  <a:lnTo>
                    <a:pt x="2034" y="1587"/>
                  </a:lnTo>
                  <a:lnTo>
                    <a:pt x="2198" y="1450"/>
                  </a:lnTo>
                  <a:lnTo>
                    <a:pt x="2344" y="1295"/>
                  </a:lnTo>
                  <a:lnTo>
                    <a:pt x="2471" y="1122"/>
                  </a:lnTo>
                  <a:lnTo>
                    <a:pt x="2526" y="1030"/>
                  </a:lnTo>
                  <a:lnTo>
                    <a:pt x="2581" y="939"/>
                  </a:lnTo>
                  <a:lnTo>
                    <a:pt x="2626" y="848"/>
                  </a:lnTo>
                  <a:lnTo>
                    <a:pt x="2672" y="757"/>
                  </a:lnTo>
                  <a:lnTo>
                    <a:pt x="2708" y="657"/>
                  </a:lnTo>
                  <a:lnTo>
                    <a:pt x="2736" y="556"/>
                  </a:lnTo>
                  <a:lnTo>
                    <a:pt x="2772" y="420"/>
                  </a:lnTo>
                  <a:lnTo>
                    <a:pt x="2800" y="283"/>
                  </a:lnTo>
                  <a:lnTo>
                    <a:pt x="2809" y="137"/>
                  </a:lnTo>
                  <a:lnTo>
                    <a:pt x="281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57;p19">
              <a:extLst>
                <a:ext uri="{FF2B5EF4-FFF2-40B4-BE49-F238E27FC236}">
                  <a16:creationId xmlns:a16="http://schemas.microsoft.com/office/drawing/2014/main" id="{F337F17D-04AB-534E-112C-2DFA4944883F}"/>
                </a:ext>
              </a:extLst>
            </p:cNvPr>
            <p:cNvSpPr/>
            <p:nvPr/>
          </p:nvSpPr>
          <p:spPr>
            <a:xfrm>
              <a:off x="1621769" y="3527962"/>
              <a:ext cx="182038" cy="117083"/>
            </a:xfrm>
            <a:custGeom>
              <a:avLst/>
              <a:gdLst/>
              <a:ahLst/>
              <a:cxnLst/>
              <a:rect l="l" t="t" r="r" b="b"/>
              <a:pathLst>
                <a:path w="2654" h="1707" extrusionOk="0">
                  <a:moveTo>
                    <a:pt x="9" y="1"/>
                  </a:moveTo>
                  <a:lnTo>
                    <a:pt x="0" y="147"/>
                  </a:lnTo>
                  <a:lnTo>
                    <a:pt x="0" y="302"/>
                  </a:lnTo>
                  <a:lnTo>
                    <a:pt x="19" y="448"/>
                  </a:lnTo>
                  <a:lnTo>
                    <a:pt x="55" y="594"/>
                  </a:lnTo>
                  <a:lnTo>
                    <a:pt x="101" y="730"/>
                  </a:lnTo>
                  <a:lnTo>
                    <a:pt x="155" y="867"/>
                  </a:lnTo>
                  <a:lnTo>
                    <a:pt x="228" y="995"/>
                  </a:lnTo>
                  <a:lnTo>
                    <a:pt x="319" y="1122"/>
                  </a:lnTo>
                  <a:lnTo>
                    <a:pt x="420" y="1232"/>
                  </a:lnTo>
                  <a:lnTo>
                    <a:pt x="529" y="1332"/>
                  </a:lnTo>
                  <a:lnTo>
                    <a:pt x="639" y="1423"/>
                  </a:lnTo>
                  <a:lnTo>
                    <a:pt x="766" y="1505"/>
                  </a:lnTo>
                  <a:lnTo>
                    <a:pt x="894" y="1569"/>
                  </a:lnTo>
                  <a:lnTo>
                    <a:pt x="1040" y="1624"/>
                  </a:lnTo>
                  <a:lnTo>
                    <a:pt x="1177" y="1670"/>
                  </a:lnTo>
                  <a:lnTo>
                    <a:pt x="1332" y="1688"/>
                  </a:lnTo>
                  <a:lnTo>
                    <a:pt x="1423" y="1697"/>
                  </a:lnTo>
                  <a:lnTo>
                    <a:pt x="1514" y="1706"/>
                  </a:lnTo>
                  <a:lnTo>
                    <a:pt x="1678" y="1697"/>
                  </a:lnTo>
                  <a:lnTo>
                    <a:pt x="1833" y="1670"/>
                  </a:lnTo>
                  <a:lnTo>
                    <a:pt x="1988" y="1624"/>
                  </a:lnTo>
                  <a:lnTo>
                    <a:pt x="2143" y="1569"/>
                  </a:lnTo>
                  <a:lnTo>
                    <a:pt x="2280" y="1496"/>
                  </a:lnTo>
                  <a:lnTo>
                    <a:pt x="2417" y="1405"/>
                  </a:lnTo>
                  <a:lnTo>
                    <a:pt x="2544" y="1305"/>
                  </a:lnTo>
                  <a:lnTo>
                    <a:pt x="2654" y="1186"/>
                  </a:lnTo>
                  <a:lnTo>
                    <a:pt x="2481" y="1031"/>
                  </a:lnTo>
                  <a:lnTo>
                    <a:pt x="2371" y="1150"/>
                  </a:lnTo>
                  <a:lnTo>
                    <a:pt x="2253" y="1241"/>
                  </a:lnTo>
                  <a:lnTo>
                    <a:pt x="2116" y="1323"/>
                  </a:lnTo>
                  <a:lnTo>
                    <a:pt x="1970" y="1387"/>
                  </a:lnTo>
                  <a:lnTo>
                    <a:pt x="1824" y="1432"/>
                  </a:lnTo>
                  <a:lnTo>
                    <a:pt x="1669" y="1460"/>
                  </a:lnTo>
                  <a:lnTo>
                    <a:pt x="1514" y="1469"/>
                  </a:lnTo>
                  <a:lnTo>
                    <a:pt x="1359" y="1460"/>
                  </a:lnTo>
                  <a:lnTo>
                    <a:pt x="1222" y="1442"/>
                  </a:lnTo>
                  <a:lnTo>
                    <a:pt x="1104" y="1405"/>
                  </a:lnTo>
                  <a:lnTo>
                    <a:pt x="985" y="1360"/>
                  </a:lnTo>
                  <a:lnTo>
                    <a:pt x="876" y="1305"/>
                  </a:lnTo>
                  <a:lnTo>
                    <a:pt x="766" y="1232"/>
                  </a:lnTo>
                  <a:lnTo>
                    <a:pt x="666" y="1159"/>
                  </a:lnTo>
                  <a:lnTo>
                    <a:pt x="584" y="1068"/>
                  </a:lnTo>
                  <a:lnTo>
                    <a:pt x="502" y="977"/>
                  </a:lnTo>
                  <a:lnTo>
                    <a:pt x="429" y="876"/>
                  </a:lnTo>
                  <a:lnTo>
                    <a:pt x="365" y="767"/>
                  </a:lnTo>
                  <a:lnTo>
                    <a:pt x="319" y="657"/>
                  </a:lnTo>
                  <a:lnTo>
                    <a:pt x="274" y="539"/>
                  </a:lnTo>
                  <a:lnTo>
                    <a:pt x="247" y="411"/>
                  </a:lnTo>
                  <a:lnTo>
                    <a:pt x="237" y="293"/>
                  </a:lnTo>
                  <a:lnTo>
                    <a:pt x="228" y="156"/>
                  </a:lnTo>
                  <a:lnTo>
                    <a:pt x="237" y="28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58;p19">
              <a:extLst>
                <a:ext uri="{FF2B5EF4-FFF2-40B4-BE49-F238E27FC236}">
                  <a16:creationId xmlns:a16="http://schemas.microsoft.com/office/drawing/2014/main" id="{7E095B26-D156-F349-7AC8-58128016DB96}"/>
                </a:ext>
              </a:extLst>
            </p:cNvPr>
            <p:cNvSpPr/>
            <p:nvPr/>
          </p:nvSpPr>
          <p:spPr>
            <a:xfrm>
              <a:off x="1657435" y="3763154"/>
              <a:ext cx="205839" cy="212698"/>
            </a:xfrm>
            <a:custGeom>
              <a:avLst/>
              <a:gdLst/>
              <a:ahLst/>
              <a:cxnLst/>
              <a:rect l="l" t="t" r="r" b="b"/>
              <a:pathLst>
                <a:path w="3001" h="3101" extrusionOk="0">
                  <a:moveTo>
                    <a:pt x="857" y="0"/>
                  </a:moveTo>
                  <a:lnTo>
                    <a:pt x="730" y="10"/>
                  </a:lnTo>
                  <a:lnTo>
                    <a:pt x="602" y="28"/>
                  </a:lnTo>
                  <a:lnTo>
                    <a:pt x="483" y="46"/>
                  </a:lnTo>
                  <a:lnTo>
                    <a:pt x="356" y="82"/>
                  </a:lnTo>
                  <a:lnTo>
                    <a:pt x="237" y="119"/>
                  </a:lnTo>
                  <a:lnTo>
                    <a:pt x="119" y="165"/>
                  </a:lnTo>
                  <a:lnTo>
                    <a:pt x="0" y="219"/>
                  </a:lnTo>
                  <a:lnTo>
                    <a:pt x="100" y="429"/>
                  </a:lnTo>
                  <a:lnTo>
                    <a:pt x="201" y="374"/>
                  </a:lnTo>
                  <a:lnTo>
                    <a:pt x="310" y="338"/>
                  </a:lnTo>
                  <a:lnTo>
                    <a:pt x="420" y="301"/>
                  </a:lnTo>
                  <a:lnTo>
                    <a:pt x="529" y="274"/>
                  </a:lnTo>
                  <a:lnTo>
                    <a:pt x="638" y="256"/>
                  </a:lnTo>
                  <a:lnTo>
                    <a:pt x="748" y="238"/>
                  </a:lnTo>
                  <a:lnTo>
                    <a:pt x="866" y="228"/>
                  </a:lnTo>
                  <a:lnTo>
                    <a:pt x="976" y="228"/>
                  </a:lnTo>
                  <a:lnTo>
                    <a:pt x="1085" y="238"/>
                  </a:lnTo>
                  <a:lnTo>
                    <a:pt x="1195" y="247"/>
                  </a:lnTo>
                  <a:lnTo>
                    <a:pt x="1304" y="265"/>
                  </a:lnTo>
                  <a:lnTo>
                    <a:pt x="1413" y="292"/>
                  </a:lnTo>
                  <a:lnTo>
                    <a:pt x="1523" y="329"/>
                  </a:lnTo>
                  <a:lnTo>
                    <a:pt x="1632" y="365"/>
                  </a:lnTo>
                  <a:lnTo>
                    <a:pt x="1733" y="420"/>
                  </a:lnTo>
                  <a:lnTo>
                    <a:pt x="1833" y="465"/>
                  </a:lnTo>
                  <a:lnTo>
                    <a:pt x="1997" y="575"/>
                  </a:lnTo>
                  <a:lnTo>
                    <a:pt x="2143" y="684"/>
                  </a:lnTo>
                  <a:lnTo>
                    <a:pt x="2271" y="812"/>
                  </a:lnTo>
                  <a:lnTo>
                    <a:pt x="2389" y="949"/>
                  </a:lnTo>
                  <a:lnTo>
                    <a:pt x="2489" y="1095"/>
                  </a:lnTo>
                  <a:lnTo>
                    <a:pt x="2581" y="1250"/>
                  </a:lnTo>
                  <a:lnTo>
                    <a:pt x="2654" y="1414"/>
                  </a:lnTo>
                  <a:lnTo>
                    <a:pt x="2708" y="1587"/>
                  </a:lnTo>
                  <a:lnTo>
                    <a:pt x="2745" y="1760"/>
                  </a:lnTo>
                  <a:lnTo>
                    <a:pt x="2772" y="1934"/>
                  </a:lnTo>
                  <a:lnTo>
                    <a:pt x="2772" y="2107"/>
                  </a:lnTo>
                  <a:lnTo>
                    <a:pt x="2763" y="2289"/>
                  </a:lnTo>
                  <a:lnTo>
                    <a:pt x="2736" y="2472"/>
                  </a:lnTo>
                  <a:lnTo>
                    <a:pt x="2690" y="2645"/>
                  </a:lnTo>
                  <a:lnTo>
                    <a:pt x="2617" y="2818"/>
                  </a:lnTo>
                  <a:lnTo>
                    <a:pt x="2535" y="2991"/>
                  </a:lnTo>
                  <a:lnTo>
                    <a:pt x="2736" y="3101"/>
                  </a:lnTo>
                  <a:lnTo>
                    <a:pt x="2836" y="2909"/>
                  </a:lnTo>
                  <a:lnTo>
                    <a:pt x="2909" y="2718"/>
                  </a:lnTo>
                  <a:lnTo>
                    <a:pt x="2955" y="2517"/>
                  </a:lnTo>
                  <a:lnTo>
                    <a:pt x="2991" y="2317"/>
                  </a:lnTo>
                  <a:lnTo>
                    <a:pt x="3000" y="2116"/>
                  </a:lnTo>
                  <a:lnTo>
                    <a:pt x="3000" y="1915"/>
                  </a:lnTo>
                  <a:lnTo>
                    <a:pt x="2973" y="1715"/>
                  </a:lnTo>
                  <a:lnTo>
                    <a:pt x="2927" y="1523"/>
                  </a:lnTo>
                  <a:lnTo>
                    <a:pt x="2863" y="1332"/>
                  </a:lnTo>
                  <a:lnTo>
                    <a:pt x="2781" y="1149"/>
                  </a:lnTo>
                  <a:lnTo>
                    <a:pt x="2690" y="976"/>
                  </a:lnTo>
                  <a:lnTo>
                    <a:pt x="2572" y="812"/>
                  </a:lnTo>
                  <a:lnTo>
                    <a:pt x="2444" y="657"/>
                  </a:lnTo>
                  <a:lnTo>
                    <a:pt x="2289" y="511"/>
                  </a:lnTo>
                  <a:lnTo>
                    <a:pt x="2125" y="383"/>
                  </a:lnTo>
                  <a:lnTo>
                    <a:pt x="1951" y="265"/>
                  </a:lnTo>
                  <a:lnTo>
                    <a:pt x="1833" y="210"/>
                  </a:lnTo>
                  <a:lnTo>
                    <a:pt x="1714" y="155"/>
                  </a:lnTo>
                  <a:lnTo>
                    <a:pt x="1596" y="110"/>
                  </a:lnTo>
                  <a:lnTo>
                    <a:pt x="1477" y="73"/>
                  </a:lnTo>
                  <a:lnTo>
                    <a:pt x="1359" y="46"/>
                  </a:lnTo>
                  <a:lnTo>
                    <a:pt x="1231" y="19"/>
                  </a:lnTo>
                  <a:lnTo>
                    <a:pt x="1103" y="10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59;p19">
              <a:extLst>
                <a:ext uri="{FF2B5EF4-FFF2-40B4-BE49-F238E27FC236}">
                  <a16:creationId xmlns:a16="http://schemas.microsoft.com/office/drawing/2014/main" id="{60EB0BF1-A40A-1ED7-1226-932C497C76FF}"/>
                </a:ext>
              </a:extLst>
            </p:cNvPr>
            <p:cNvSpPr/>
            <p:nvPr/>
          </p:nvSpPr>
          <p:spPr>
            <a:xfrm>
              <a:off x="1621152" y="3835104"/>
              <a:ext cx="81348" cy="100759"/>
            </a:xfrm>
            <a:custGeom>
              <a:avLst/>
              <a:gdLst/>
              <a:ahLst/>
              <a:cxnLst/>
              <a:rect l="l" t="t" r="r" b="b"/>
              <a:pathLst>
                <a:path w="1186" h="1469" extrusionOk="0">
                  <a:moveTo>
                    <a:pt x="1158" y="0"/>
                  </a:moveTo>
                  <a:lnTo>
                    <a:pt x="1031" y="18"/>
                  </a:lnTo>
                  <a:lnTo>
                    <a:pt x="912" y="55"/>
                  </a:lnTo>
                  <a:lnTo>
                    <a:pt x="794" y="100"/>
                  </a:lnTo>
                  <a:lnTo>
                    <a:pt x="675" y="155"/>
                  </a:lnTo>
                  <a:lnTo>
                    <a:pt x="575" y="228"/>
                  </a:lnTo>
                  <a:lnTo>
                    <a:pt x="474" y="310"/>
                  </a:lnTo>
                  <a:lnTo>
                    <a:pt x="383" y="392"/>
                  </a:lnTo>
                  <a:lnTo>
                    <a:pt x="301" y="492"/>
                  </a:lnTo>
                  <a:lnTo>
                    <a:pt x="228" y="593"/>
                  </a:lnTo>
                  <a:lnTo>
                    <a:pt x="155" y="702"/>
                  </a:lnTo>
                  <a:lnTo>
                    <a:pt x="110" y="821"/>
                  </a:lnTo>
                  <a:lnTo>
                    <a:pt x="64" y="948"/>
                  </a:lnTo>
                  <a:lnTo>
                    <a:pt x="28" y="1067"/>
                  </a:lnTo>
                  <a:lnTo>
                    <a:pt x="9" y="1204"/>
                  </a:lnTo>
                  <a:lnTo>
                    <a:pt x="0" y="1331"/>
                  </a:lnTo>
                  <a:lnTo>
                    <a:pt x="9" y="1468"/>
                  </a:lnTo>
                  <a:lnTo>
                    <a:pt x="237" y="1450"/>
                  </a:lnTo>
                  <a:lnTo>
                    <a:pt x="237" y="1331"/>
                  </a:lnTo>
                  <a:lnTo>
                    <a:pt x="237" y="1222"/>
                  </a:lnTo>
                  <a:lnTo>
                    <a:pt x="256" y="1113"/>
                  </a:lnTo>
                  <a:lnTo>
                    <a:pt x="283" y="1012"/>
                  </a:lnTo>
                  <a:lnTo>
                    <a:pt x="319" y="912"/>
                  </a:lnTo>
                  <a:lnTo>
                    <a:pt x="365" y="812"/>
                  </a:lnTo>
                  <a:lnTo>
                    <a:pt x="411" y="720"/>
                  </a:lnTo>
                  <a:lnTo>
                    <a:pt x="474" y="638"/>
                  </a:lnTo>
                  <a:lnTo>
                    <a:pt x="547" y="556"/>
                  </a:lnTo>
                  <a:lnTo>
                    <a:pt x="620" y="483"/>
                  </a:lnTo>
                  <a:lnTo>
                    <a:pt x="702" y="420"/>
                  </a:lnTo>
                  <a:lnTo>
                    <a:pt x="784" y="356"/>
                  </a:lnTo>
                  <a:lnTo>
                    <a:pt x="876" y="310"/>
                  </a:lnTo>
                  <a:lnTo>
                    <a:pt x="976" y="274"/>
                  </a:lnTo>
                  <a:lnTo>
                    <a:pt x="1076" y="246"/>
                  </a:lnTo>
                  <a:lnTo>
                    <a:pt x="1186" y="228"/>
                  </a:lnTo>
                  <a:lnTo>
                    <a:pt x="11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60;p19">
              <a:extLst>
                <a:ext uri="{FF2B5EF4-FFF2-40B4-BE49-F238E27FC236}">
                  <a16:creationId xmlns:a16="http://schemas.microsoft.com/office/drawing/2014/main" id="{1F3D0B5B-941F-009C-A0C1-9E76F4B52401}"/>
                </a:ext>
              </a:extLst>
            </p:cNvPr>
            <p:cNvSpPr/>
            <p:nvPr/>
          </p:nvSpPr>
          <p:spPr>
            <a:xfrm>
              <a:off x="1494810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2079" y="1"/>
                  </a:moveTo>
                  <a:lnTo>
                    <a:pt x="1870" y="10"/>
                  </a:lnTo>
                  <a:lnTo>
                    <a:pt x="1660" y="46"/>
                  </a:lnTo>
                  <a:lnTo>
                    <a:pt x="1459" y="92"/>
                  </a:lnTo>
                  <a:lnTo>
                    <a:pt x="1268" y="165"/>
                  </a:lnTo>
                  <a:lnTo>
                    <a:pt x="1085" y="256"/>
                  </a:lnTo>
                  <a:lnTo>
                    <a:pt x="921" y="356"/>
                  </a:lnTo>
                  <a:lnTo>
                    <a:pt x="757" y="475"/>
                  </a:lnTo>
                  <a:lnTo>
                    <a:pt x="611" y="611"/>
                  </a:lnTo>
                  <a:lnTo>
                    <a:pt x="474" y="757"/>
                  </a:lnTo>
                  <a:lnTo>
                    <a:pt x="356" y="921"/>
                  </a:lnTo>
                  <a:lnTo>
                    <a:pt x="256" y="1086"/>
                  </a:lnTo>
                  <a:lnTo>
                    <a:pt x="164" y="1268"/>
                  </a:lnTo>
                  <a:lnTo>
                    <a:pt x="91" y="1459"/>
                  </a:lnTo>
                  <a:lnTo>
                    <a:pt x="46" y="1660"/>
                  </a:lnTo>
                  <a:lnTo>
                    <a:pt x="9" y="1870"/>
                  </a:lnTo>
                  <a:lnTo>
                    <a:pt x="0" y="2080"/>
                  </a:lnTo>
                  <a:lnTo>
                    <a:pt x="228" y="2080"/>
                  </a:lnTo>
                  <a:lnTo>
                    <a:pt x="237" y="1888"/>
                  </a:lnTo>
                  <a:lnTo>
                    <a:pt x="265" y="1706"/>
                  </a:lnTo>
                  <a:lnTo>
                    <a:pt x="310" y="1532"/>
                  </a:lnTo>
                  <a:lnTo>
                    <a:pt x="374" y="1359"/>
                  </a:lnTo>
                  <a:lnTo>
                    <a:pt x="456" y="1195"/>
                  </a:lnTo>
                  <a:lnTo>
                    <a:pt x="547" y="1049"/>
                  </a:lnTo>
                  <a:lnTo>
                    <a:pt x="657" y="903"/>
                  </a:lnTo>
                  <a:lnTo>
                    <a:pt x="775" y="776"/>
                  </a:lnTo>
                  <a:lnTo>
                    <a:pt x="903" y="657"/>
                  </a:lnTo>
                  <a:lnTo>
                    <a:pt x="1049" y="548"/>
                  </a:lnTo>
                  <a:lnTo>
                    <a:pt x="1195" y="456"/>
                  </a:lnTo>
                  <a:lnTo>
                    <a:pt x="1359" y="374"/>
                  </a:lnTo>
                  <a:lnTo>
                    <a:pt x="1532" y="311"/>
                  </a:lnTo>
                  <a:lnTo>
                    <a:pt x="1705" y="265"/>
                  </a:lnTo>
                  <a:lnTo>
                    <a:pt x="1888" y="238"/>
                  </a:lnTo>
                  <a:lnTo>
                    <a:pt x="2079" y="228"/>
                  </a:lnTo>
                  <a:lnTo>
                    <a:pt x="207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61;p19">
              <a:extLst>
                <a:ext uri="{FF2B5EF4-FFF2-40B4-BE49-F238E27FC236}">
                  <a16:creationId xmlns:a16="http://schemas.microsoft.com/office/drawing/2014/main" id="{B1225B56-5A35-3DBA-2E91-61B8D7790930}"/>
                </a:ext>
              </a:extLst>
            </p:cNvPr>
            <p:cNvSpPr/>
            <p:nvPr/>
          </p:nvSpPr>
          <p:spPr>
            <a:xfrm>
              <a:off x="1726848" y="3688118"/>
              <a:ext cx="81965" cy="82582"/>
            </a:xfrm>
            <a:custGeom>
              <a:avLst/>
              <a:gdLst/>
              <a:ahLst/>
              <a:cxnLst/>
              <a:rect l="l" t="t" r="r" b="b"/>
              <a:pathLst>
                <a:path w="1195" h="1204" extrusionOk="0">
                  <a:moveTo>
                    <a:pt x="1195" y="0"/>
                  </a:moveTo>
                  <a:lnTo>
                    <a:pt x="1076" y="9"/>
                  </a:lnTo>
                  <a:lnTo>
                    <a:pt x="958" y="28"/>
                  </a:lnTo>
                  <a:lnTo>
                    <a:pt x="839" y="55"/>
                  </a:lnTo>
                  <a:lnTo>
                    <a:pt x="730" y="101"/>
                  </a:lnTo>
                  <a:lnTo>
                    <a:pt x="629" y="146"/>
                  </a:lnTo>
                  <a:lnTo>
                    <a:pt x="529" y="210"/>
                  </a:lnTo>
                  <a:lnTo>
                    <a:pt x="438" y="274"/>
                  </a:lnTo>
                  <a:lnTo>
                    <a:pt x="347" y="356"/>
                  </a:lnTo>
                  <a:lnTo>
                    <a:pt x="274" y="438"/>
                  </a:lnTo>
                  <a:lnTo>
                    <a:pt x="201" y="529"/>
                  </a:lnTo>
                  <a:lnTo>
                    <a:pt x="146" y="629"/>
                  </a:lnTo>
                  <a:lnTo>
                    <a:pt x="91" y="739"/>
                  </a:lnTo>
                  <a:lnTo>
                    <a:pt x="55" y="848"/>
                  </a:lnTo>
                  <a:lnTo>
                    <a:pt x="18" y="958"/>
                  </a:lnTo>
                  <a:lnTo>
                    <a:pt x="0" y="1076"/>
                  </a:lnTo>
                  <a:lnTo>
                    <a:pt x="0" y="1204"/>
                  </a:lnTo>
                  <a:lnTo>
                    <a:pt x="228" y="1204"/>
                  </a:lnTo>
                  <a:lnTo>
                    <a:pt x="237" y="1104"/>
                  </a:lnTo>
                  <a:lnTo>
                    <a:pt x="246" y="1003"/>
                  </a:lnTo>
                  <a:lnTo>
                    <a:pt x="274" y="912"/>
                  </a:lnTo>
                  <a:lnTo>
                    <a:pt x="301" y="821"/>
                  </a:lnTo>
                  <a:lnTo>
                    <a:pt x="347" y="739"/>
                  </a:lnTo>
                  <a:lnTo>
                    <a:pt x="392" y="657"/>
                  </a:lnTo>
                  <a:lnTo>
                    <a:pt x="447" y="584"/>
                  </a:lnTo>
                  <a:lnTo>
                    <a:pt x="511" y="520"/>
                  </a:lnTo>
                  <a:lnTo>
                    <a:pt x="584" y="456"/>
                  </a:lnTo>
                  <a:lnTo>
                    <a:pt x="657" y="401"/>
                  </a:lnTo>
                  <a:lnTo>
                    <a:pt x="739" y="347"/>
                  </a:lnTo>
                  <a:lnTo>
                    <a:pt x="821" y="310"/>
                  </a:lnTo>
                  <a:lnTo>
                    <a:pt x="912" y="274"/>
                  </a:lnTo>
                  <a:lnTo>
                    <a:pt x="1003" y="256"/>
                  </a:lnTo>
                  <a:lnTo>
                    <a:pt x="1094" y="237"/>
                  </a:lnTo>
                  <a:lnTo>
                    <a:pt x="1195" y="237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62;p19">
              <a:extLst>
                <a:ext uri="{FF2B5EF4-FFF2-40B4-BE49-F238E27FC236}">
                  <a16:creationId xmlns:a16="http://schemas.microsoft.com/office/drawing/2014/main" id="{C333509B-05E1-9ABF-0CAF-21E1520A3C24}"/>
                </a:ext>
              </a:extLst>
            </p:cNvPr>
            <p:cNvSpPr/>
            <p:nvPr/>
          </p:nvSpPr>
          <p:spPr>
            <a:xfrm>
              <a:off x="1551053" y="3295307"/>
              <a:ext cx="65160" cy="100759"/>
            </a:xfrm>
            <a:custGeom>
              <a:avLst/>
              <a:gdLst/>
              <a:ahLst/>
              <a:cxnLst/>
              <a:rect l="l" t="t" r="r" b="b"/>
              <a:pathLst>
                <a:path w="950" h="1469" extrusionOk="0">
                  <a:moveTo>
                    <a:pt x="65" y="1"/>
                  </a:moveTo>
                  <a:lnTo>
                    <a:pt x="1" y="229"/>
                  </a:lnTo>
                  <a:lnTo>
                    <a:pt x="92" y="256"/>
                  </a:lnTo>
                  <a:lnTo>
                    <a:pt x="183" y="293"/>
                  </a:lnTo>
                  <a:lnTo>
                    <a:pt x="265" y="338"/>
                  </a:lnTo>
                  <a:lnTo>
                    <a:pt x="347" y="393"/>
                  </a:lnTo>
                  <a:lnTo>
                    <a:pt x="411" y="448"/>
                  </a:lnTo>
                  <a:lnTo>
                    <a:pt x="484" y="520"/>
                  </a:lnTo>
                  <a:lnTo>
                    <a:pt x="539" y="593"/>
                  </a:lnTo>
                  <a:lnTo>
                    <a:pt x="594" y="676"/>
                  </a:lnTo>
                  <a:lnTo>
                    <a:pt x="639" y="758"/>
                  </a:lnTo>
                  <a:lnTo>
                    <a:pt x="676" y="849"/>
                  </a:lnTo>
                  <a:lnTo>
                    <a:pt x="694" y="940"/>
                  </a:lnTo>
                  <a:lnTo>
                    <a:pt x="712" y="1031"/>
                  </a:lnTo>
                  <a:lnTo>
                    <a:pt x="721" y="1122"/>
                  </a:lnTo>
                  <a:lnTo>
                    <a:pt x="721" y="1223"/>
                  </a:lnTo>
                  <a:lnTo>
                    <a:pt x="712" y="1314"/>
                  </a:lnTo>
                  <a:lnTo>
                    <a:pt x="685" y="1405"/>
                  </a:lnTo>
                  <a:lnTo>
                    <a:pt x="913" y="1469"/>
                  </a:lnTo>
                  <a:lnTo>
                    <a:pt x="940" y="1350"/>
                  </a:lnTo>
                  <a:lnTo>
                    <a:pt x="949" y="1232"/>
                  </a:lnTo>
                  <a:lnTo>
                    <a:pt x="949" y="1122"/>
                  </a:lnTo>
                  <a:lnTo>
                    <a:pt x="940" y="1004"/>
                  </a:lnTo>
                  <a:lnTo>
                    <a:pt x="922" y="885"/>
                  </a:lnTo>
                  <a:lnTo>
                    <a:pt x="885" y="776"/>
                  </a:lnTo>
                  <a:lnTo>
                    <a:pt x="849" y="666"/>
                  </a:lnTo>
                  <a:lnTo>
                    <a:pt x="794" y="557"/>
                  </a:lnTo>
                  <a:lnTo>
                    <a:pt x="730" y="457"/>
                  </a:lnTo>
                  <a:lnTo>
                    <a:pt x="657" y="365"/>
                  </a:lnTo>
                  <a:lnTo>
                    <a:pt x="575" y="283"/>
                  </a:lnTo>
                  <a:lnTo>
                    <a:pt x="484" y="210"/>
                  </a:lnTo>
                  <a:lnTo>
                    <a:pt x="384" y="138"/>
                  </a:lnTo>
                  <a:lnTo>
                    <a:pt x="284" y="83"/>
                  </a:lnTo>
                  <a:lnTo>
                    <a:pt x="174" y="37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63;p19">
              <a:extLst>
                <a:ext uri="{FF2B5EF4-FFF2-40B4-BE49-F238E27FC236}">
                  <a16:creationId xmlns:a16="http://schemas.microsoft.com/office/drawing/2014/main" id="{D4FB6E16-AABB-F5EC-6B66-294E7C7098C3}"/>
                </a:ext>
              </a:extLst>
            </p:cNvPr>
            <p:cNvSpPr/>
            <p:nvPr/>
          </p:nvSpPr>
          <p:spPr>
            <a:xfrm>
              <a:off x="1749345" y="3897589"/>
              <a:ext cx="38822" cy="130801"/>
            </a:xfrm>
            <a:custGeom>
              <a:avLst/>
              <a:gdLst/>
              <a:ahLst/>
              <a:cxnLst/>
              <a:rect l="l" t="t" r="r" b="b"/>
              <a:pathLst>
                <a:path w="566" h="1907" extrusionOk="0">
                  <a:moveTo>
                    <a:pt x="165" y="1"/>
                  </a:moveTo>
                  <a:lnTo>
                    <a:pt x="1" y="165"/>
                  </a:lnTo>
                  <a:lnTo>
                    <a:pt x="73" y="247"/>
                  </a:lnTo>
                  <a:lnTo>
                    <a:pt x="146" y="329"/>
                  </a:lnTo>
                  <a:lnTo>
                    <a:pt x="201" y="429"/>
                  </a:lnTo>
                  <a:lnTo>
                    <a:pt x="247" y="521"/>
                  </a:lnTo>
                  <a:lnTo>
                    <a:pt x="283" y="621"/>
                  </a:lnTo>
                  <a:lnTo>
                    <a:pt x="311" y="730"/>
                  </a:lnTo>
                  <a:lnTo>
                    <a:pt x="329" y="840"/>
                  </a:lnTo>
                  <a:lnTo>
                    <a:pt x="329" y="949"/>
                  </a:lnTo>
                  <a:lnTo>
                    <a:pt x="329" y="1059"/>
                  </a:lnTo>
                  <a:lnTo>
                    <a:pt x="311" y="1168"/>
                  </a:lnTo>
                  <a:lnTo>
                    <a:pt x="283" y="1278"/>
                  </a:lnTo>
                  <a:lnTo>
                    <a:pt x="247" y="1378"/>
                  </a:lnTo>
                  <a:lnTo>
                    <a:pt x="201" y="1478"/>
                  </a:lnTo>
                  <a:lnTo>
                    <a:pt x="146" y="1569"/>
                  </a:lnTo>
                  <a:lnTo>
                    <a:pt x="83" y="1661"/>
                  </a:lnTo>
                  <a:lnTo>
                    <a:pt x="10" y="1743"/>
                  </a:lnTo>
                  <a:lnTo>
                    <a:pt x="165" y="1907"/>
                  </a:lnTo>
                  <a:lnTo>
                    <a:pt x="256" y="1806"/>
                  </a:lnTo>
                  <a:lnTo>
                    <a:pt x="338" y="1697"/>
                  </a:lnTo>
                  <a:lnTo>
                    <a:pt x="402" y="1588"/>
                  </a:lnTo>
                  <a:lnTo>
                    <a:pt x="456" y="1469"/>
                  </a:lnTo>
                  <a:lnTo>
                    <a:pt x="502" y="1341"/>
                  </a:lnTo>
                  <a:lnTo>
                    <a:pt x="539" y="1214"/>
                  </a:lnTo>
                  <a:lnTo>
                    <a:pt x="557" y="1086"/>
                  </a:lnTo>
                  <a:lnTo>
                    <a:pt x="566" y="949"/>
                  </a:lnTo>
                  <a:lnTo>
                    <a:pt x="557" y="822"/>
                  </a:lnTo>
                  <a:lnTo>
                    <a:pt x="539" y="685"/>
                  </a:lnTo>
                  <a:lnTo>
                    <a:pt x="502" y="557"/>
                  </a:lnTo>
                  <a:lnTo>
                    <a:pt x="456" y="439"/>
                  </a:lnTo>
                  <a:lnTo>
                    <a:pt x="402" y="320"/>
                  </a:lnTo>
                  <a:lnTo>
                    <a:pt x="338" y="202"/>
                  </a:lnTo>
                  <a:lnTo>
                    <a:pt x="256" y="101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64;p19">
              <a:extLst>
                <a:ext uri="{FF2B5EF4-FFF2-40B4-BE49-F238E27FC236}">
                  <a16:creationId xmlns:a16="http://schemas.microsoft.com/office/drawing/2014/main" id="{7F4688DA-0FF3-3700-80FF-F22EDA7F47AD}"/>
                </a:ext>
              </a:extLst>
            </p:cNvPr>
            <p:cNvSpPr/>
            <p:nvPr/>
          </p:nvSpPr>
          <p:spPr>
            <a:xfrm>
              <a:off x="1766218" y="3249010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7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" y="202"/>
                  </a:lnTo>
                  <a:lnTo>
                    <a:pt x="1" y="247"/>
                  </a:lnTo>
                  <a:lnTo>
                    <a:pt x="1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2"/>
                  </a:lnTo>
                  <a:lnTo>
                    <a:pt x="475" y="156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7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265;p19">
              <a:extLst>
                <a:ext uri="{FF2B5EF4-FFF2-40B4-BE49-F238E27FC236}">
                  <a16:creationId xmlns:a16="http://schemas.microsoft.com/office/drawing/2014/main" id="{9F4FFF1A-5A26-7565-D6B4-ECF44A8DD7F6}"/>
                </a:ext>
              </a:extLst>
            </p:cNvPr>
            <p:cNvSpPr/>
            <p:nvPr/>
          </p:nvSpPr>
          <p:spPr>
            <a:xfrm>
              <a:off x="1586720" y="337912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47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266;p19">
              <a:extLst>
                <a:ext uri="{FF2B5EF4-FFF2-40B4-BE49-F238E27FC236}">
                  <a16:creationId xmlns:a16="http://schemas.microsoft.com/office/drawing/2014/main" id="{817EB9AD-704B-8B13-1884-89BD34FC1147}"/>
                </a:ext>
              </a:extLst>
            </p:cNvPr>
            <p:cNvSpPr/>
            <p:nvPr/>
          </p:nvSpPr>
          <p:spPr>
            <a:xfrm>
              <a:off x="1700578" y="3516096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4" y="156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267;p19">
              <a:extLst>
                <a:ext uri="{FF2B5EF4-FFF2-40B4-BE49-F238E27FC236}">
                  <a16:creationId xmlns:a16="http://schemas.microsoft.com/office/drawing/2014/main" id="{F06981F5-6EB9-6FDA-C940-51C8045A61B9}"/>
                </a:ext>
              </a:extLst>
            </p:cNvPr>
            <p:cNvSpPr/>
            <p:nvPr/>
          </p:nvSpPr>
          <p:spPr>
            <a:xfrm>
              <a:off x="1780005" y="3586125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38"/>
                  </a:lnTo>
                  <a:lnTo>
                    <a:pt x="484" y="293"/>
                  </a:lnTo>
                  <a:lnTo>
                    <a:pt x="484" y="247"/>
                  </a:lnTo>
                  <a:lnTo>
                    <a:pt x="484" y="201"/>
                  </a:lnTo>
                  <a:lnTo>
                    <a:pt x="46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268;p19">
              <a:extLst>
                <a:ext uri="{FF2B5EF4-FFF2-40B4-BE49-F238E27FC236}">
                  <a16:creationId xmlns:a16="http://schemas.microsoft.com/office/drawing/2014/main" id="{947D9F26-E544-3219-53D9-0937AA8218BD}"/>
                </a:ext>
              </a:extLst>
            </p:cNvPr>
            <p:cNvSpPr/>
            <p:nvPr/>
          </p:nvSpPr>
          <p:spPr>
            <a:xfrm>
              <a:off x="1646804" y="342727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09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56"/>
                  </a:lnTo>
                  <a:lnTo>
                    <a:pt x="9" y="201"/>
                  </a:lnTo>
                  <a:lnTo>
                    <a:pt x="0" y="256"/>
                  </a:lnTo>
                  <a:lnTo>
                    <a:pt x="9" y="302"/>
                  </a:lnTo>
                  <a:lnTo>
                    <a:pt x="18" y="347"/>
                  </a:lnTo>
                  <a:lnTo>
                    <a:pt x="46" y="393"/>
                  </a:lnTo>
                  <a:lnTo>
                    <a:pt x="73" y="429"/>
                  </a:lnTo>
                  <a:lnTo>
                    <a:pt x="109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92" y="302"/>
                  </a:lnTo>
                  <a:lnTo>
                    <a:pt x="492" y="256"/>
                  </a:lnTo>
                  <a:lnTo>
                    <a:pt x="492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269;p19">
              <a:extLst>
                <a:ext uri="{FF2B5EF4-FFF2-40B4-BE49-F238E27FC236}">
                  <a16:creationId xmlns:a16="http://schemas.microsoft.com/office/drawing/2014/main" id="{4CFC3588-6107-EB6E-E6BC-415BF367056C}"/>
                </a:ext>
              </a:extLst>
            </p:cNvPr>
            <p:cNvSpPr/>
            <p:nvPr/>
          </p:nvSpPr>
          <p:spPr>
            <a:xfrm>
              <a:off x="1620534" y="3649296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01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47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3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8"/>
                  </a:lnTo>
                  <a:lnTo>
                    <a:pt x="146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37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4" y="338"/>
                  </a:lnTo>
                  <a:lnTo>
                    <a:pt x="483" y="293"/>
                  </a:lnTo>
                  <a:lnTo>
                    <a:pt x="492" y="247"/>
                  </a:lnTo>
                  <a:lnTo>
                    <a:pt x="483" y="192"/>
                  </a:lnTo>
                  <a:lnTo>
                    <a:pt x="474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7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270;p19">
              <a:extLst>
                <a:ext uri="{FF2B5EF4-FFF2-40B4-BE49-F238E27FC236}">
                  <a16:creationId xmlns:a16="http://schemas.microsoft.com/office/drawing/2014/main" id="{EB1A72C2-56A6-BEA6-B886-540367F21483}"/>
                </a:ext>
              </a:extLst>
            </p:cNvPr>
            <p:cNvSpPr/>
            <p:nvPr/>
          </p:nvSpPr>
          <p:spPr>
            <a:xfrm>
              <a:off x="1647421" y="3767544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28" y="146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292"/>
                  </a:lnTo>
                  <a:lnTo>
                    <a:pt x="2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4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4"/>
                  </a:lnTo>
                  <a:lnTo>
                    <a:pt x="392" y="447"/>
                  </a:lnTo>
                  <a:lnTo>
                    <a:pt x="429" y="420"/>
                  </a:lnTo>
                  <a:lnTo>
                    <a:pt x="456" y="383"/>
                  </a:lnTo>
                  <a:lnTo>
                    <a:pt x="474" y="338"/>
                  </a:lnTo>
                  <a:lnTo>
                    <a:pt x="493" y="292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9" y="73"/>
                  </a:lnTo>
                  <a:lnTo>
                    <a:pt x="392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271;p19">
              <a:extLst>
                <a:ext uri="{FF2B5EF4-FFF2-40B4-BE49-F238E27FC236}">
                  <a16:creationId xmlns:a16="http://schemas.microsoft.com/office/drawing/2014/main" id="{B8601540-EFCD-E267-2CF9-455676773E12}"/>
                </a:ext>
              </a:extLst>
            </p:cNvPr>
            <p:cNvSpPr/>
            <p:nvPr/>
          </p:nvSpPr>
          <p:spPr>
            <a:xfrm>
              <a:off x="1683019" y="3826325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0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6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37"/>
                  </a:lnTo>
                  <a:lnTo>
                    <a:pt x="347" y="19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72;p19">
              <a:extLst>
                <a:ext uri="{FF2B5EF4-FFF2-40B4-BE49-F238E27FC236}">
                  <a16:creationId xmlns:a16="http://schemas.microsoft.com/office/drawing/2014/main" id="{5B558626-2F48-8649-03AB-492DFF160101}"/>
                </a:ext>
              </a:extLst>
            </p:cNvPr>
            <p:cNvSpPr/>
            <p:nvPr/>
          </p:nvSpPr>
          <p:spPr>
            <a:xfrm>
              <a:off x="1741183" y="388887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202" y="9"/>
                  </a:lnTo>
                  <a:lnTo>
                    <a:pt x="156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55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301"/>
                  </a:lnTo>
                  <a:lnTo>
                    <a:pt x="19" y="347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56" y="474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47"/>
                  </a:lnTo>
                  <a:lnTo>
                    <a:pt x="493" y="301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5" y="155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7" y="18"/>
                  </a:lnTo>
                  <a:lnTo>
                    <a:pt x="302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273;p19">
              <a:extLst>
                <a:ext uri="{FF2B5EF4-FFF2-40B4-BE49-F238E27FC236}">
                  <a16:creationId xmlns:a16="http://schemas.microsoft.com/office/drawing/2014/main" id="{3C88EE92-4F18-A986-02F5-57782BFA8C48}"/>
                </a:ext>
              </a:extLst>
            </p:cNvPr>
            <p:cNvSpPr/>
            <p:nvPr/>
          </p:nvSpPr>
          <p:spPr>
            <a:xfrm>
              <a:off x="1788716" y="367933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48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8" y="19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274;p19">
              <a:extLst>
                <a:ext uri="{FF2B5EF4-FFF2-40B4-BE49-F238E27FC236}">
                  <a16:creationId xmlns:a16="http://schemas.microsoft.com/office/drawing/2014/main" id="{D37302C3-38DE-F23E-F127-9AD833B41F2F}"/>
                </a:ext>
              </a:extLst>
            </p:cNvPr>
            <p:cNvSpPr/>
            <p:nvPr/>
          </p:nvSpPr>
          <p:spPr>
            <a:xfrm>
              <a:off x="1875070" y="3175208"/>
              <a:ext cx="427864" cy="855729"/>
            </a:xfrm>
            <a:custGeom>
              <a:avLst/>
              <a:gdLst/>
              <a:ahLst/>
              <a:cxnLst/>
              <a:rect l="l" t="t" r="r" b="b"/>
              <a:pathLst>
                <a:path w="6238" h="12476" extrusionOk="0">
                  <a:moveTo>
                    <a:pt x="1715" y="238"/>
                  </a:moveTo>
                  <a:lnTo>
                    <a:pt x="1842" y="265"/>
                  </a:lnTo>
                  <a:lnTo>
                    <a:pt x="1970" y="293"/>
                  </a:lnTo>
                  <a:lnTo>
                    <a:pt x="2089" y="338"/>
                  </a:lnTo>
                  <a:lnTo>
                    <a:pt x="2207" y="393"/>
                  </a:lnTo>
                  <a:lnTo>
                    <a:pt x="2316" y="466"/>
                  </a:lnTo>
                  <a:lnTo>
                    <a:pt x="2426" y="539"/>
                  </a:lnTo>
                  <a:lnTo>
                    <a:pt x="2517" y="621"/>
                  </a:lnTo>
                  <a:lnTo>
                    <a:pt x="2608" y="721"/>
                  </a:lnTo>
                  <a:lnTo>
                    <a:pt x="2681" y="822"/>
                  </a:lnTo>
                  <a:lnTo>
                    <a:pt x="2754" y="931"/>
                  </a:lnTo>
                  <a:lnTo>
                    <a:pt x="2809" y="1050"/>
                  </a:lnTo>
                  <a:lnTo>
                    <a:pt x="2854" y="1168"/>
                  </a:lnTo>
                  <a:lnTo>
                    <a:pt x="2891" y="1296"/>
                  </a:lnTo>
                  <a:lnTo>
                    <a:pt x="2909" y="1423"/>
                  </a:lnTo>
                  <a:lnTo>
                    <a:pt x="2918" y="1560"/>
                  </a:lnTo>
                  <a:lnTo>
                    <a:pt x="2927" y="1697"/>
                  </a:lnTo>
                  <a:lnTo>
                    <a:pt x="3055" y="1670"/>
                  </a:lnTo>
                  <a:lnTo>
                    <a:pt x="3237" y="1651"/>
                  </a:lnTo>
                  <a:lnTo>
                    <a:pt x="3411" y="1642"/>
                  </a:lnTo>
                  <a:lnTo>
                    <a:pt x="3611" y="1651"/>
                  </a:lnTo>
                  <a:lnTo>
                    <a:pt x="3803" y="1679"/>
                  </a:lnTo>
                  <a:lnTo>
                    <a:pt x="3994" y="1724"/>
                  </a:lnTo>
                  <a:lnTo>
                    <a:pt x="4177" y="1797"/>
                  </a:lnTo>
                  <a:lnTo>
                    <a:pt x="4341" y="1879"/>
                  </a:lnTo>
                  <a:lnTo>
                    <a:pt x="4505" y="1980"/>
                  </a:lnTo>
                  <a:lnTo>
                    <a:pt x="4660" y="2089"/>
                  </a:lnTo>
                  <a:lnTo>
                    <a:pt x="4797" y="2217"/>
                  </a:lnTo>
                  <a:lnTo>
                    <a:pt x="4924" y="2354"/>
                  </a:lnTo>
                  <a:lnTo>
                    <a:pt x="5034" y="2509"/>
                  </a:lnTo>
                  <a:lnTo>
                    <a:pt x="5134" y="2664"/>
                  </a:lnTo>
                  <a:lnTo>
                    <a:pt x="5216" y="2837"/>
                  </a:lnTo>
                  <a:lnTo>
                    <a:pt x="5280" y="3019"/>
                  </a:lnTo>
                  <a:lnTo>
                    <a:pt x="5335" y="3211"/>
                  </a:lnTo>
                  <a:lnTo>
                    <a:pt x="5362" y="3402"/>
                  </a:lnTo>
                  <a:lnTo>
                    <a:pt x="5371" y="3603"/>
                  </a:lnTo>
                  <a:lnTo>
                    <a:pt x="5371" y="3730"/>
                  </a:lnTo>
                  <a:lnTo>
                    <a:pt x="5353" y="3858"/>
                  </a:lnTo>
                  <a:lnTo>
                    <a:pt x="5335" y="3986"/>
                  </a:lnTo>
                  <a:lnTo>
                    <a:pt x="5307" y="4113"/>
                  </a:lnTo>
                  <a:lnTo>
                    <a:pt x="5271" y="4232"/>
                  </a:lnTo>
                  <a:lnTo>
                    <a:pt x="5225" y="4351"/>
                  </a:lnTo>
                  <a:lnTo>
                    <a:pt x="5171" y="4469"/>
                  </a:lnTo>
                  <a:lnTo>
                    <a:pt x="5107" y="4588"/>
                  </a:lnTo>
                  <a:lnTo>
                    <a:pt x="5070" y="4642"/>
                  </a:lnTo>
                  <a:lnTo>
                    <a:pt x="5107" y="4706"/>
                  </a:lnTo>
                  <a:lnTo>
                    <a:pt x="5171" y="4816"/>
                  </a:lnTo>
                  <a:lnTo>
                    <a:pt x="5225" y="4934"/>
                  </a:lnTo>
                  <a:lnTo>
                    <a:pt x="5280" y="5053"/>
                  </a:lnTo>
                  <a:lnTo>
                    <a:pt x="5317" y="5171"/>
                  </a:lnTo>
                  <a:lnTo>
                    <a:pt x="5344" y="5299"/>
                  </a:lnTo>
                  <a:lnTo>
                    <a:pt x="5371" y="5417"/>
                  </a:lnTo>
                  <a:lnTo>
                    <a:pt x="5380" y="5545"/>
                  </a:lnTo>
                  <a:lnTo>
                    <a:pt x="5389" y="5682"/>
                  </a:lnTo>
                  <a:lnTo>
                    <a:pt x="5389" y="5700"/>
                  </a:lnTo>
                  <a:lnTo>
                    <a:pt x="5380" y="5773"/>
                  </a:lnTo>
                  <a:lnTo>
                    <a:pt x="5426" y="5810"/>
                  </a:lnTo>
                  <a:lnTo>
                    <a:pt x="5554" y="5946"/>
                  </a:lnTo>
                  <a:lnTo>
                    <a:pt x="5672" y="6092"/>
                  </a:lnTo>
                  <a:lnTo>
                    <a:pt x="5772" y="6256"/>
                  </a:lnTo>
                  <a:lnTo>
                    <a:pt x="5855" y="6420"/>
                  </a:lnTo>
                  <a:lnTo>
                    <a:pt x="5918" y="6594"/>
                  </a:lnTo>
                  <a:lnTo>
                    <a:pt x="5964" y="6776"/>
                  </a:lnTo>
                  <a:lnTo>
                    <a:pt x="6000" y="6968"/>
                  </a:lnTo>
                  <a:lnTo>
                    <a:pt x="6010" y="7159"/>
                  </a:lnTo>
                  <a:lnTo>
                    <a:pt x="6000" y="7278"/>
                  </a:lnTo>
                  <a:lnTo>
                    <a:pt x="5991" y="7387"/>
                  </a:lnTo>
                  <a:lnTo>
                    <a:pt x="5973" y="7506"/>
                  </a:lnTo>
                  <a:lnTo>
                    <a:pt x="5946" y="7615"/>
                  </a:lnTo>
                  <a:lnTo>
                    <a:pt x="5918" y="7724"/>
                  </a:lnTo>
                  <a:lnTo>
                    <a:pt x="5882" y="7834"/>
                  </a:lnTo>
                  <a:lnTo>
                    <a:pt x="5836" y="7934"/>
                  </a:lnTo>
                  <a:lnTo>
                    <a:pt x="5782" y="8034"/>
                  </a:lnTo>
                  <a:lnTo>
                    <a:pt x="5727" y="8135"/>
                  </a:lnTo>
                  <a:lnTo>
                    <a:pt x="5663" y="8226"/>
                  </a:lnTo>
                  <a:lnTo>
                    <a:pt x="5599" y="8317"/>
                  </a:lnTo>
                  <a:lnTo>
                    <a:pt x="5517" y="8408"/>
                  </a:lnTo>
                  <a:lnTo>
                    <a:pt x="5444" y="8490"/>
                  </a:lnTo>
                  <a:lnTo>
                    <a:pt x="5353" y="8563"/>
                  </a:lnTo>
                  <a:lnTo>
                    <a:pt x="5262" y="8636"/>
                  </a:lnTo>
                  <a:lnTo>
                    <a:pt x="5171" y="8700"/>
                  </a:lnTo>
                  <a:lnTo>
                    <a:pt x="5107" y="8746"/>
                  </a:lnTo>
                  <a:lnTo>
                    <a:pt x="5116" y="8819"/>
                  </a:lnTo>
                  <a:lnTo>
                    <a:pt x="5134" y="8965"/>
                  </a:lnTo>
                  <a:lnTo>
                    <a:pt x="5143" y="9120"/>
                  </a:lnTo>
                  <a:lnTo>
                    <a:pt x="5134" y="9302"/>
                  </a:lnTo>
                  <a:lnTo>
                    <a:pt x="5107" y="9475"/>
                  </a:lnTo>
                  <a:lnTo>
                    <a:pt x="5070" y="9648"/>
                  </a:lnTo>
                  <a:lnTo>
                    <a:pt x="5006" y="9813"/>
                  </a:lnTo>
                  <a:lnTo>
                    <a:pt x="4934" y="9968"/>
                  </a:lnTo>
                  <a:lnTo>
                    <a:pt x="4851" y="10123"/>
                  </a:lnTo>
                  <a:lnTo>
                    <a:pt x="4751" y="10259"/>
                  </a:lnTo>
                  <a:lnTo>
                    <a:pt x="4642" y="10387"/>
                  </a:lnTo>
                  <a:lnTo>
                    <a:pt x="4514" y="10506"/>
                  </a:lnTo>
                  <a:lnTo>
                    <a:pt x="4386" y="10615"/>
                  </a:lnTo>
                  <a:lnTo>
                    <a:pt x="4241" y="10706"/>
                  </a:lnTo>
                  <a:lnTo>
                    <a:pt x="4086" y="10788"/>
                  </a:lnTo>
                  <a:lnTo>
                    <a:pt x="3921" y="10861"/>
                  </a:lnTo>
                  <a:lnTo>
                    <a:pt x="3757" y="10907"/>
                  </a:lnTo>
                  <a:lnTo>
                    <a:pt x="3584" y="10943"/>
                  </a:lnTo>
                  <a:lnTo>
                    <a:pt x="3402" y="10961"/>
                  </a:lnTo>
                  <a:lnTo>
                    <a:pt x="3320" y="10971"/>
                  </a:lnTo>
                  <a:lnTo>
                    <a:pt x="3292" y="11053"/>
                  </a:lnTo>
                  <a:lnTo>
                    <a:pt x="3256" y="11180"/>
                  </a:lnTo>
                  <a:lnTo>
                    <a:pt x="3210" y="11308"/>
                  </a:lnTo>
                  <a:lnTo>
                    <a:pt x="3155" y="11417"/>
                  </a:lnTo>
                  <a:lnTo>
                    <a:pt x="3092" y="11536"/>
                  </a:lnTo>
                  <a:lnTo>
                    <a:pt x="3019" y="11636"/>
                  </a:lnTo>
                  <a:lnTo>
                    <a:pt x="2937" y="11737"/>
                  </a:lnTo>
                  <a:lnTo>
                    <a:pt x="2845" y="11828"/>
                  </a:lnTo>
                  <a:lnTo>
                    <a:pt x="2745" y="11910"/>
                  </a:lnTo>
                  <a:lnTo>
                    <a:pt x="2645" y="11983"/>
                  </a:lnTo>
                  <a:lnTo>
                    <a:pt x="2535" y="12047"/>
                  </a:lnTo>
                  <a:lnTo>
                    <a:pt x="2417" y="12110"/>
                  </a:lnTo>
                  <a:lnTo>
                    <a:pt x="2298" y="12156"/>
                  </a:lnTo>
                  <a:lnTo>
                    <a:pt x="2180" y="12193"/>
                  </a:lnTo>
                  <a:lnTo>
                    <a:pt x="2052" y="12220"/>
                  </a:lnTo>
                  <a:lnTo>
                    <a:pt x="1915" y="12238"/>
                  </a:lnTo>
                  <a:lnTo>
                    <a:pt x="1788" y="12238"/>
                  </a:lnTo>
                  <a:lnTo>
                    <a:pt x="1623" y="12229"/>
                  </a:lnTo>
                  <a:lnTo>
                    <a:pt x="1468" y="12211"/>
                  </a:lnTo>
                  <a:lnTo>
                    <a:pt x="1323" y="12174"/>
                  </a:lnTo>
                  <a:lnTo>
                    <a:pt x="1177" y="12120"/>
                  </a:lnTo>
                  <a:lnTo>
                    <a:pt x="1040" y="12056"/>
                  </a:lnTo>
                  <a:lnTo>
                    <a:pt x="912" y="11974"/>
                  </a:lnTo>
                  <a:lnTo>
                    <a:pt x="794" y="11882"/>
                  </a:lnTo>
                  <a:lnTo>
                    <a:pt x="684" y="11782"/>
                  </a:lnTo>
                  <a:lnTo>
                    <a:pt x="584" y="11673"/>
                  </a:lnTo>
                  <a:lnTo>
                    <a:pt x="493" y="11554"/>
                  </a:lnTo>
                  <a:lnTo>
                    <a:pt x="420" y="11427"/>
                  </a:lnTo>
                  <a:lnTo>
                    <a:pt x="347" y="11290"/>
                  </a:lnTo>
                  <a:lnTo>
                    <a:pt x="301" y="11144"/>
                  </a:lnTo>
                  <a:lnTo>
                    <a:pt x="256" y="10998"/>
                  </a:lnTo>
                  <a:lnTo>
                    <a:pt x="237" y="10843"/>
                  </a:lnTo>
                  <a:lnTo>
                    <a:pt x="228" y="10688"/>
                  </a:lnTo>
                  <a:lnTo>
                    <a:pt x="228" y="1578"/>
                  </a:lnTo>
                  <a:lnTo>
                    <a:pt x="237" y="1442"/>
                  </a:lnTo>
                  <a:lnTo>
                    <a:pt x="256" y="1314"/>
                  </a:lnTo>
                  <a:lnTo>
                    <a:pt x="292" y="1186"/>
                  </a:lnTo>
                  <a:lnTo>
                    <a:pt x="338" y="1059"/>
                  </a:lnTo>
                  <a:lnTo>
                    <a:pt x="392" y="940"/>
                  </a:lnTo>
                  <a:lnTo>
                    <a:pt x="456" y="831"/>
                  </a:lnTo>
                  <a:lnTo>
                    <a:pt x="538" y="730"/>
                  </a:lnTo>
                  <a:lnTo>
                    <a:pt x="620" y="630"/>
                  </a:lnTo>
                  <a:lnTo>
                    <a:pt x="721" y="539"/>
                  </a:lnTo>
                  <a:lnTo>
                    <a:pt x="821" y="466"/>
                  </a:lnTo>
                  <a:lnTo>
                    <a:pt x="930" y="402"/>
                  </a:lnTo>
                  <a:lnTo>
                    <a:pt x="1049" y="338"/>
                  </a:lnTo>
                  <a:lnTo>
                    <a:pt x="1177" y="293"/>
                  </a:lnTo>
                  <a:lnTo>
                    <a:pt x="1304" y="265"/>
                  </a:lnTo>
                  <a:lnTo>
                    <a:pt x="1441" y="238"/>
                  </a:lnTo>
                  <a:close/>
                  <a:moveTo>
                    <a:pt x="1578" y="1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4"/>
                  </a:lnTo>
                  <a:lnTo>
                    <a:pt x="958" y="129"/>
                  </a:lnTo>
                  <a:lnTo>
                    <a:pt x="821" y="192"/>
                  </a:lnTo>
                  <a:lnTo>
                    <a:pt x="693" y="275"/>
                  </a:lnTo>
                  <a:lnTo>
                    <a:pt x="575" y="366"/>
                  </a:lnTo>
                  <a:lnTo>
                    <a:pt x="456" y="466"/>
                  </a:lnTo>
                  <a:lnTo>
                    <a:pt x="356" y="575"/>
                  </a:lnTo>
                  <a:lnTo>
                    <a:pt x="265" y="703"/>
                  </a:lnTo>
                  <a:lnTo>
                    <a:pt x="192" y="831"/>
                  </a:lnTo>
                  <a:lnTo>
                    <a:pt x="119" y="968"/>
                  </a:lnTo>
                  <a:lnTo>
                    <a:pt x="73" y="1113"/>
                  </a:lnTo>
                  <a:lnTo>
                    <a:pt x="28" y="1268"/>
                  </a:lnTo>
                  <a:lnTo>
                    <a:pt x="9" y="1423"/>
                  </a:lnTo>
                  <a:lnTo>
                    <a:pt x="0" y="1578"/>
                  </a:lnTo>
                  <a:lnTo>
                    <a:pt x="0" y="10688"/>
                  </a:lnTo>
                  <a:lnTo>
                    <a:pt x="9" y="10870"/>
                  </a:lnTo>
                  <a:lnTo>
                    <a:pt x="37" y="11044"/>
                  </a:lnTo>
                  <a:lnTo>
                    <a:pt x="82" y="11217"/>
                  </a:lnTo>
                  <a:lnTo>
                    <a:pt x="137" y="11381"/>
                  </a:lnTo>
                  <a:lnTo>
                    <a:pt x="210" y="11536"/>
                  </a:lnTo>
                  <a:lnTo>
                    <a:pt x="301" y="11682"/>
                  </a:lnTo>
                  <a:lnTo>
                    <a:pt x="411" y="11819"/>
                  </a:lnTo>
                  <a:lnTo>
                    <a:pt x="520" y="11946"/>
                  </a:lnTo>
                  <a:lnTo>
                    <a:pt x="648" y="12065"/>
                  </a:lnTo>
                  <a:lnTo>
                    <a:pt x="785" y="12165"/>
                  </a:lnTo>
                  <a:lnTo>
                    <a:pt x="930" y="12256"/>
                  </a:lnTo>
                  <a:lnTo>
                    <a:pt x="1085" y="12329"/>
                  </a:lnTo>
                  <a:lnTo>
                    <a:pt x="1250" y="12393"/>
                  </a:lnTo>
                  <a:lnTo>
                    <a:pt x="1423" y="12439"/>
                  </a:lnTo>
                  <a:lnTo>
                    <a:pt x="1605" y="12466"/>
                  </a:lnTo>
                  <a:lnTo>
                    <a:pt x="1788" y="12475"/>
                  </a:lnTo>
                  <a:lnTo>
                    <a:pt x="1934" y="12466"/>
                  </a:lnTo>
                  <a:lnTo>
                    <a:pt x="2079" y="12448"/>
                  </a:lnTo>
                  <a:lnTo>
                    <a:pt x="2216" y="12420"/>
                  </a:lnTo>
                  <a:lnTo>
                    <a:pt x="2362" y="12375"/>
                  </a:lnTo>
                  <a:lnTo>
                    <a:pt x="2490" y="12329"/>
                  </a:lnTo>
                  <a:lnTo>
                    <a:pt x="2617" y="12265"/>
                  </a:lnTo>
                  <a:lnTo>
                    <a:pt x="2745" y="12193"/>
                  </a:lnTo>
                  <a:lnTo>
                    <a:pt x="2854" y="12110"/>
                  </a:lnTo>
                  <a:lnTo>
                    <a:pt x="2964" y="12028"/>
                  </a:lnTo>
                  <a:lnTo>
                    <a:pt x="3064" y="11928"/>
                  </a:lnTo>
                  <a:lnTo>
                    <a:pt x="3165" y="11819"/>
                  </a:lnTo>
                  <a:lnTo>
                    <a:pt x="3247" y="11709"/>
                  </a:lnTo>
                  <a:lnTo>
                    <a:pt x="3329" y="11591"/>
                  </a:lnTo>
                  <a:lnTo>
                    <a:pt x="3392" y="11463"/>
                  </a:lnTo>
                  <a:lnTo>
                    <a:pt x="3447" y="11326"/>
                  </a:lnTo>
                  <a:lnTo>
                    <a:pt x="3502" y="11189"/>
                  </a:lnTo>
                  <a:lnTo>
                    <a:pt x="3693" y="11162"/>
                  </a:lnTo>
                  <a:lnTo>
                    <a:pt x="3885" y="11117"/>
                  </a:lnTo>
                  <a:lnTo>
                    <a:pt x="4067" y="11053"/>
                  </a:lnTo>
                  <a:lnTo>
                    <a:pt x="4241" y="10971"/>
                  </a:lnTo>
                  <a:lnTo>
                    <a:pt x="4405" y="10879"/>
                  </a:lnTo>
                  <a:lnTo>
                    <a:pt x="4560" y="10770"/>
                  </a:lnTo>
                  <a:lnTo>
                    <a:pt x="4696" y="10651"/>
                  </a:lnTo>
                  <a:lnTo>
                    <a:pt x="4833" y="10515"/>
                  </a:lnTo>
                  <a:lnTo>
                    <a:pt x="4952" y="10378"/>
                  </a:lnTo>
                  <a:lnTo>
                    <a:pt x="5061" y="10223"/>
                  </a:lnTo>
                  <a:lnTo>
                    <a:pt x="5152" y="10059"/>
                  </a:lnTo>
                  <a:lnTo>
                    <a:pt x="5234" y="9886"/>
                  </a:lnTo>
                  <a:lnTo>
                    <a:pt x="5289" y="9703"/>
                  </a:lnTo>
                  <a:lnTo>
                    <a:pt x="5335" y="9512"/>
                  </a:lnTo>
                  <a:lnTo>
                    <a:pt x="5362" y="9320"/>
                  </a:lnTo>
                  <a:lnTo>
                    <a:pt x="5371" y="9120"/>
                  </a:lnTo>
                  <a:lnTo>
                    <a:pt x="5371" y="8983"/>
                  </a:lnTo>
                  <a:lnTo>
                    <a:pt x="5353" y="8855"/>
                  </a:lnTo>
                  <a:lnTo>
                    <a:pt x="5462" y="8782"/>
                  </a:lnTo>
                  <a:lnTo>
                    <a:pt x="5554" y="8700"/>
                  </a:lnTo>
                  <a:lnTo>
                    <a:pt x="5645" y="8609"/>
                  </a:lnTo>
                  <a:lnTo>
                    <a:pt x="5727" y="8518"/>
                  </a:lnTo>
                  <a:lnTo>
                    <a:pt x="5809" y="8427"/>
                  </a:lnTo>
                  <a:lnTo>
                    <a:pt x="5882" y="8326"/>
                  </a:lnTo>
                  <a:lnTo>
                    <a:pt x="5946" y="8217"/>
                  </a:lnTo>
                  <a:lnTo>
                    <a:pt x="6000" y="8117"/>
                  </a:lnTo>
                  <a:lnTo>
                    <a:pt x="6055" y="7998"/>
                  </a:lnTo>
                  <a:lnTo>
                    <a:pt x="6101" y="7889"/>
                  </a:lnTo>
                  <a:lnTo>
                    <a:pt x="6146" y="7770"/>
                  </a:lnTo>
                  <a:lnTo>
                    <a:pt x="6174" y="7651"/>
                  </a:lnTo>
                  <a:lnTo>
                    <a:pt x="6201" y="7533"/>
                  </a:lnTo>
                  <a:lnTo>
                    <a:pt x="6219" y="7405"/>
                  </a:lnTo>
                  <a:lnTo>
                    <a:pt x="6228" y="7287"/>
                  </a:lnTo>
                  <a:lnTo>
                    <a:pt x="6237" y="7159"/>
                  </a:lnTo>
                  <a:lnTo>
                    <a:pt x="6228" y="6949"/>
                  </a:lnTo>
                  <a:lnTo>
                    <a:pt x="6192" y="6749"/>
                  </a:lnTo>
                  <a:lnTo>
                    <a:pt x="6146" y="6548"/>
                  </a:lnTo>
                  <a:lnTo>
                    <a:pt x="6073" y="6357"/>
                  </a:lnTo>
                  <a:lnTo>
                    <a:pt x="5982" y="6174"/>
                  </a:lnTo>
                  <a:lnTo>
                    <a:pt x="5882" y="5992"/>
                  </a:lnTo>
                  <a:lnTo>
                    <a:pt x="5754" y="5828"/>
                  </a:lnTo>
                  <a:lnTo>
                    <a:pt x="5617" y="5673"/>
                  </a:lnTo>
                  <a:lnTo>
                    <a:pt x="5608" y="5545"/>
                  </a:lnTo>
                  <a:lnTo>
                    <a:pt x="5599" y="5408"/>
                  </a:lnTo>
                  <a:lnTo>
                    <a:pt x="5581" y="5272"/>
                  </a:lnTo>
                  <a:lnTo>
                    <a:pt x="5544" y="5144"/>
                  </a:lnTo>
                  <a:lnTo>
                    <a:pt x="5508" y="5007"/>
                  </a:lnTo>
                  <a:lnTo>
                    <a:pt x="5462" y="4889"/>
                  </a:lnTo>
                  <a:lnTo>
                    <a:pt x="5408" y="4761"/>
                  </a:lnTo>
                  <a:lnTo>
                    <a:pt x="5344" y="4642"/>
                  </a:lnTo>
                  <a:lnTo>
                    <a:pt x="5399" y="4524"/>
                  </a:lnTo>
                  <a:lnTo>
                    <a:pt x="5453" y="4396"/>
                  </a:lnTo>
                  <a:lnTo>
                    <a:pt x="5499" y="4268"/>
                  </a:lnTo>
                  <a:lnTo>
                    <a:pt x="5535" y="4141"/>
                  </a:lnTo>
                  <a:lnTo>
                    <a:pt x="5563" y="4004"/>
                  </a:lnTo>
                  <a:lnTo>
                    <a:pt x="5581" y="3876"/>
                  </a:lnTo>
                  <a:lnTo>
                    <a:pt x="5599" y="3740"/>
                  </a:lnTo>
                  <a:lnTo>
                    <a:pt x="5599" y="3603"/>
                  </a:lnTo>
                  <a:lnTo>
                    <a:pt x="5599" y="3493"/>
                  </a:lnTo>
                  <a:lnTo>
                    <a:pt x="5590" y="3375"/>
                  </a:lnTo>
                  <a:lnTo>
                    <a:pt x="5581" y="3265"/>
                  </a:lnTo>
                  <a:lnTo>
                    <a:pt x="5554" y="3165"/>
                  </a:lnTo>
                  <a:lnTo>
                    <a:pt x="5499" y="2946"/>
                  </a:lnTo>
                  <a:lnTo>
                    <a:pt x="5426" y="2746"/>
                  </a:lnTo>
                  <a:lnTo>
                    <a:pt x="5335" y="2554"/>
                  </a:lnTo>
                  <a:lnTo>
                    <a:pt x="5225" y="2381"/>
                  </a:lnTo>
                  <a:lnTo>
                    <a:pt x="5098" y="2208"/>
                  </a:lnTo>
                  <a:lnTo>
                    <a:pt x="4961" y="2053"/>
                  </a:lnTo>
                  <a:lnTo>
                    <a:pt x="4806" y="1907"/>
                  </a:lnTo>
                  <a:lnTo>
                    <a:pt x="4633" y="1788"/>
                  </a:lnTo>
                  <a:lnTo>
                    <a:pt x="4450" y="1670"/>
                  </a:lnTo>
                  <a:lnTo>
                    <a:pt x="4259" y="1578"/>
                  </a:lnTo>
                  <a:lnTo>
                    <a:pt x="4058" y="1506"/>
                  </a:lnTo>
                  <a:lnTo>
                    <a:pt x="3848" y="1451"/>
                  </a:lnTo>
                  <a:lnTo>
                    <a:pt x="3739" y="1433"/>
                  </a:lnTo>
                  <a:lnTo>
                    <a:pt x="3630" y="1423"/>
                  </a:lnTo>
                  <a:lnTo>
                    <a:pt x="3520" y="1414"/>
                  </a:lnTo>
                  <a:lnTo>
                    <a:pt x="3411" y="1405"/>
                  </a:lnTo>
                  <a:lnTo>
                    <a:pt x="3274" y="1414"/>
                  </a:lnTo>
                  <a:lnTo>
                    <a:pt x="3146" y="1423"/>
                  </a:lnTo>
                  <a:lnTo>
                    <a:pt x="3119" y="1278"/>
                  </a:lnTo>
                  <a:lnTo>
                    <a:pt x="3092" y="1141"/>
                  </a:lnTo>
                  <a:lnTo>
                    <a:pt x="3037" y="995"/>
                  </a:lnTo>
                  <a:lnTo>
                    <a:pt x="2982" y="867"/>
                  </a:lnTo>
                  <a:lnTo>
                    <a:pt x="2909" y="740"/>
                  </a:lnTo>
                  <a:lnTo>
                    <a:pt x="2827" y="630"/>
                  </a:lnTo>
                  <a:lnTo>
                    <a:pt x="2736" y="521"/>
                  </a:lnTo>
                  <a:lnTo>
                    <a:pt x="2636" y="420"/>
                  </a:lnTo>
                  <a:lnTo>
                    <a:pt x="2526" y="329"/>
                  </a:lnTo>
                  <a:lnTo>
                    <a:pt x="2408" y="247"/>
                  </a:lnTo>
                  <a:lnTo>
                    <a:pt x="2280" y="174"/>
                  </a:lnTo>
                  <a:lnTo>
                    <a:pt x="2152" y="110"/>
                  </a:lnTo>
                  <a:lnTo>
                    <a:pt x="2016" y="65"/>
                  </a:lnTo>
                  <a:lnTo>
                    <a:pt x="1870" y="28"/>
                  </a:lnTo>
                  <a:lnTo>
                    <a:pt x="1724" y="10"/>
                  </a:lnTo>
                  <a:lnTo>
                    <a:pt x="157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275;p19">
              <a:extLst>
                <a:ext uri="{FF2B5EF4-FFF2-40B4-BE49-F238E27FC236}">
                  <a16:creationId xmlns:a16="http://schemas.microsoft.com/office/drawing/2014/main" id="{4B73A9DF-E381-E6A9-2AED-61E32A86D922}"/>
                </a:ext>
              </a:extLst>
            </p:cNvPr>
            <p:cNvSpPr/>
            <p:nvPr/>
          </p:nvSpPr>
          <p:spPr>
            <a:xfrm>
              <a:off x="1958269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98" y="0"/>
                  </a:moveTo>
                  <a:lnTo>
                    <a:pt x="2088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60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76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83" y="976"/>
                  </a:lnTo>
                  <a:lnTo>
                    <a:pt x="274" y="1149"/>
                  </a:lnTo>
                  <a:lnTo>
                    <a:pt x="173" y="1341"/>
                  </a:lnTo>
                  <a:lnTo>
                    <a:pt x="100" y="1541"/>
                  </a:lnTo>
                  <a:lnTo>
                    <a:pt x="46" y="1760"/>
                  </a:lnTo>
                  <a:lnTo>
                    <a:pt x="27" y="1860"/>
                  </a:lnTo>
                  <a:lnTo>
                    <a:pt x="18" y="1970"/>
                  </a:lnTo>
                  <a:lnTo>
                    <a:pt x="9" y="2088"/>
                  </a:lnTo>
                  <a:lnTo>
                    <a:pt x="0" y="2198"/>
                  </a:lnTo>
                  <a:lnTo>
                    <a:pt x="9" y="2316"/>
                  </a:lnTo>
                  <a:lnTo>
                    <a:pt x="18" y="2435"/>
                  </a:lnTo>
                  <a:lnTo>
                    <a:pt x="37" y="2553"/>
                  </a:lnTo>
                  <a:lnTo>
                    <a:pt x="55" y="2672"/>
                  </a:lnTo>
                  <a:lnTo>
                    <a:pt x="82" y="2781"/>
                  </a:lnTo>
                  <a:lnTo>
                    <a:pt x="119" y="2900"/>
                  </a:lnTo>
                  <a:lnTo>
                    <a:pt x="155" y="3009"/>
                  </a:lnTo>
                  <a:lnTo>
                    <a:pt x="210" y="3119"/>
                  </a:lnTo>
                  <a:lnTo>
                    <a:pt x="255" y="3219"/>
                  </a:lnTo>
                  <a:lnTo>
                    <a:pt x="319" y="3319"/>
                  </a:lnTo>
                  <a:lnTo>
                    <a:pt x="374" y="3420"/>
                  </a:lnTo>
                  <a:lnTo>
                    <a:pt x="447" y="3520"/>
                  </a:lnTo>
                  <a:lnTo>
                    <a:pt x="520" y="3611"/>
                  </a:lnTo>
                  <a:lnTo>
                    <a:pt x="602" y="3702"/>
                  </a:lnTo>
                  <a:lnTo>
                    <a:pt x="684" y="3784"/>
                  </a:lnTo>
                  <a:lnTo>
                    <a:pt x="775" y="3867"/>
                  </a:lnTo>
                  <a:lnTo>
                    <a:pt x="921" y="3684"/>
                  </a:lnTo>
                  <a:lnTo>
                    <a:pt x="839" y="3620"/>
                  </a:lnTo>
                  <a:lnTo>
                    <a:pt x="766" y="3538"/>
                  </a:lnTo>
                  <a:lnTo>
                    <a:pt x="693" y="3465"/>
                  </a:lnTo>
                  <a:lnTo>
                    <a:pt x="629" y="3374"/>
                  </a:lnTo>
                  <a:lnTo>
                    <a:pt x="565" y="3292"/>
                  </a:lnTo>
                  <a:lnTo>
                    <a:pt x="511" y="3201"/>
                  </a:lnTo>
                  <a:lnTo>
                    <a:pt x="465" y="3110"/>
                  </a:lnTo>
                  <a:lnTo>
                    <a:pt x="410" y="3018"/>
                  </a:lnTo>
                  <a:lnTo>
                    <a:pt x="374" y="2918"/>
                  </a:lnTo>
                  <a:lnTo>
                    <a:pt x="338" y="2827"/>
                  </a:lnTo>
                  <a:lnTo>
                    <a:pt x="310" y="2718"/>
                  </a:lnTo>
                  <a:lnTo>
                    <a:pt x="283" y="2617"/>
                  </a:lnTo>
                  <a:lnTo>
                    <a:pt x="265" y="2517"/>
                  </a:lnTo>
                  <a:lnTo>
                    <a:pt x="246" y="2408"/>
                  </a:lnTo>
                  <a:lnTo>
                    <a:pt x="237" y="2307"/>
                  </a:lnTo>
                  <a:lnTo>
                    <a:pt x="237" y="2198"/>
                  </a:lnTo>
                  <a:lnTo>
                    <a:pt x="246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92" y="1432"/>
                  </a:lnTo>
                  <a:lnTo>
                    <a:pt x="474" y="1259"/>
                  </a:lnTo>
                  <a:lnTo>
                    <a:pt x="575" y="1104"/>
                  </a:lnTo>
                  <a:lnTo>
                    <a:pt x="684" y="949"/>
                  </a:lnTo>
                  <a:lnTo>
                    <a:pt x="812" y="812"/>
                  </a:lnTo>
                  <a:lnTo>
                    <a:pt x="948" y="684"/>
                  </a:lnTo>
                  <a:lnTo>
                    <a:pt x="1103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806" y="274"/>
                  </a:lnTo>
                  <a:lnTo>
                    <a:pt x="1997" y="246"/>
                  </a:lnTo>
                  <a:lnTo>
                    <a:pt x="2198" y="237"/>
                  </a:lnTo>
                  <a:lnTo>
                    <a:pt x="2398" y="246"/>
                  </a:lnTo>
                  <a:lnTo>
                    <a:pt x="2590" y="274"/>
                  </a:lnTo>
                  <a:lnTo>
                    <a:pt x="2781" y="319"/>
                  </a:lnTo>
                  <a:lnTo>
                    <a:pt x="2964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47" y="684"/>
                  </a:lnTo>
                  <a:lnTo>
                    <a:pt x="3584" y="812"/>
                  </a:lnTo>
                  <a:lnTo>
                    <a:pt x="3711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22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68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48" y="648"/>
                  </a:lnTo>
                  <a:lnTo>
                    <a:pt x="3593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5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9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276;p19">
              <a:extLst>
                <a:ext uri="{FF2B5EF4-FFF2-40B4-BE49-F238E27FC236}">
                  <a16:creationId xmlns:a16="http://schemas.microsoft.com/office/drawing/2014/main" id="{D684EE52-04A9-35A1-DFFD-FC18F5AC62B8}"/>
                </a:ext>
              </a:extLst>
            </p:cNvPr>
            <p:cNvSpPr/>
            <p:nvPr/>
          </p:nvSpPr>
          <p:spPr>
            <a:xfrm>
              <a:off x="1947637" y="3265334"/>
              <a:ext cx="54460" cy="81348"/>
            </a:xfrm>
            <a:custGeom>
              <a:avLst/>
              <a:gdLst/>
              <a:ahLst/>
              <a:cxnLst/>
              <a:rect l="l" t="t" r="r" b="b"/>
              <a:pathLst>
                <a:path w="794" h="1186" extrusionOk="0">
                  <a:moveTo>
                    <a:pt x="228" y="0"/>
                  </a:moveTo>
                  <a:lnTo>
                    <a:pt x="0" y="18"/>
                  </a:lnTo>
                  <a:lnTo>
                    <a:pt x="18" y="192"/>
                  </a:lnTo>
                  <a:lnTo>
                    <a:pt x="55" y="356"/>
                  </a:lnTo>
                  <a:lnTo>
                    <a:pt x="119" y="520"/>
                  </a:lnTo>
                  <a:lnTo>
                    <a:pt x="192" y="675"/>
                  </a:lnTo>
                  <a:lnTo>
                    <a:pt x="292" y="821"/>
                  </a:lnTo>
                  <a:lnTo>
                    <a:pt x="401" y="948"/>
                  </a:lnTo>
                  <a:lnTo>
                    <a:pt x="529" y="1076"/>
                  </a:lnTo>
                  <a:lnTo>
                    <a:pt x="666" y="1185"/>
                  </a:lnTo>
                  <a:lnTo>
                    <a:pt x="793" y="994"/>
                  </a:lnTo>
                  <a:lnTo>
                    <a:pt x="675" y="903"/>
                  </a:lnTo>
                  <a:lnTo>
                    <a:pt x="565" y="802"/>
                  </a:lnTo>
                  <a:lnTo>
                    <a:pt x="474" y="684"/>
                  </a:lnTo>
                  <a:lnTo>
                    <a:pt x="392" y="556"/>
                  </a:lnTo>
                  <a:lnTo>
                    <a:pt x="328" y="429"/>
                  </a:lnTo>
                  <a:lnTo>
                    <a:pt x="283" y="292"/>
                  </a:lnTo>
                  <a:lnTo>
                    <a:pt x="246" y="146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277;p19">
              <a:extLst>
                <a:ext uri="{FF2B5EF4-FFF2-40B4-BE49-F238E27FC236}">
                  <a16:creationId xmlns:a16="http://schemas.microsoft.com/office/drawing/2014/main" id="{4FEA77BE-4C92-9BB3-88BF-38C36E1F1B15}"/>
                </a:ext>
              </a:extLst>
            </p:cNvPr>
            <p:cNvSpPr/>
            <p:nvPr/>
          </p:nvSpPr>
          <p:spPr>
            <a:xfrm>
              <a:off x="2067051" y="3444832"/>
              <a:ext cx="192738" cy="141364"/>
            </a:xfrm>
            <a:custGeom>
              <a:avLst/>
              <a:gdLst/>
              <a:ahLst/>
              <a:cxnLst/>
              <a:rect l="l" t="t" r="r" b="b"/>
              <a:pathLst>
                <a:path w="2810" h="2061" extrusionOk="0">
                  <a:moveTo>
                    <a:pt x="1" y="0"/>
                  </a:moveTo>
                  <a:lnTo>
                    <a:pt x="1" y="137"/>
                  </a:lnTo>
                  <a:lnTo>
                    <a:pt x="19" y="283"/>
                  </a:lnTo>
                  <a:lnTo>
                    <a:pt x="37" y="420"/>
                  </a:lnTo>
                  <a:lnTo>
                    <a:pt x="74" y="556"/>
                  </a:lnTo>
                  <a:lnTo>
                    <a:pt x="110" y="657"/>
                  </a:lnTo>
                  <a:lnTo>
                    <a:pt x="147" y="757"/>
                  </a:lnTo>
                  <a:lnTo>
                    <a:pt x="183" y="848"/>
                  </a:lnTo>
                  <a:lnTo>
                    <a:pt x="229" y="939"/>
                  </a:lnTo>
                  <a:lnTo>
                    <a:pt x="283" y="1030"/>
                  </a:lnTo>
                  <a:lnTo>
                    <a:pt x="338" y="1122"/>
                  </a:lnTo>
                  <a:lnTo>
                    <a:pt x="466" y="1295"/>
                  </a:lnTo>
                  <a:lnTo>
                    <a:pt x="612" y="1450"/>
                  </a:lnTo>
                  <a:lnTo>
                    <a:pt x="776" y="1587"/>
                  </a:lnTo>
                  <a:lnTo>
                    <a:pt x="949" y="1714"/>
                  </a:lnTo>
                  <a:lnTo>
                    <a:pt x="1049" y="1769"/>
                  </a:lnTo>
                  <a:lnTo>
                    <a:pt x="1141" y="1824"/>
                  </a:lnTo>
                  <a:lnTo>
                    <a:pt x="1259" y="1879"/>
                  </a:lnTo>
                  <a:lnTo>
                    <a:pt x="1378" y="1924"/>
                  </a:lnTo>
                  <a:lnTo>
                    <a:pt x="1505" y="1970"/>
                  </a:lnTo>
                  <a:lnTo>
                    <a:pt x="1624" y="1997"/>
                  </a:lnTo>
                  <a:lnTo>
                    <a:pt x="1752" y="2024"/>
                  </a:lnTo>
                  <a:lnTo>
                    <a:pt x="1879" y="2043"/>
                  </a:lnTo>
                  <a:lnTo>
                    <a:pt x="1998" y="2061"/>
                  </a:lnTo>
                  <a:lnTo>
                    <a:pt x="2125" y="2061"/>
                  </a:lnTo>
                  <a:lnTo>
                    <a:pt x="2299" y="2052"/>
                  </a:lnTo>
                  <a:lnTo>
                    <a:pt x="2472" y="2034"/>
                  </a:lnTo>
                  <a:lnTo>
                    <a:pt x="2645" y="1997"/>
                  </a:lnTo>
                  <a:lnTo>
                    <a:pt x="2809" y="1942"/>
                  </a:lnTo>
                  <a:lnTo>
                    <a:pt x="2727" y="1723"/>
                  </a:lnTo>
                  <a:lnTo>
                    <a:pt x="2554" y="1778"/>
                  </a:lnTo>
                  <a:lnTo>
                    <a:pt x="2372" y="1815"/>
                  </a:lnTo>
                  <a:lnTo>
                    <a:pt x="2180" y="1833"/>
                  </a:lnTo>
                  <a:lnTo>
                    <a:pt x="1989" y="1824"/>
                  </a:lnTo>
                  <a:lnTo>
                    <a:pt x="1806" y="1806"/>
                  </a:lnTo>
                  <a:lnTo>
                    <a:pt x="1615" y="1760"/>
                  </a:lnTo>
                  <a:lnTo>
                    <a:pt x="1432" y="1696"/>
                  </a:lnTo>
                  <a:lnTo>
                    <a:pt x="1250" y="1614"/>
                  </a:lnTo>
                  <a:lnTo>
                    <a:pt x="1077" y="1523"/>
                  </a:lnTo>
                  <a:lnTo>
                    <a:pt x="922" y="1404"/>
                  </a:lnTo>
                  <a:lnTo>
                    <a:pt x="776" y="1286"/>
                  </a:lnTo>
                  <a:lnTo>
                    <a:pt x="648" y="1149"/>
                  </a:lnTo>
                  <a:lnTo>
                    <a:pt x="530" y="994"/>
                  </a:lnTo>
                  <a:lnTo>
                    <a:pt x="438" y="839"/>
                  </a:lnTo>
                  <a:lnTo>
                    <a:pt x="356" y="666"/>
                  </a:lnTo>
                  <a:lnTo>
                    <a:pt x="293" y="492"/>
                  </a:lnTo>
                  <a:lnTo>
                    <a:pt x="265" y="374"/>
                  </a:lnTo>
                  <a:lnTo>
                    <a:pt x="247" y="246"/>
                  </a:lnTo>
                  <a:lnTo>
                    <a:pt x="229" y="119"/>
                  </a:lnTo>
                  <a:lnTo>
                    <a:pt x="22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278;p19">
              <a:extLst>
                <a:ext uri="{FF2B5EF4-FFF2-40B4-BE49-F238E27FC236}">
                  <a16:creationId xmlns:a16="http://schemas.microsoft.com/office/drawing/2014/main" id="{1FE21703-7D07-AB0A-3699-4941D3F19554}"/>
                </a:ext>
              </a:extLst>
            </p:cNvPr>
            <p:cNvSpPr/>
            <p:nvPr/>
          </p:nvSpPr>
          <p:spPr>
            <a:xfrm>
              <a:off x="1934468" y="3527962"/>
              <a:ext cx="182106" cy="117083"/>
            </a:xfrm>
            <a:custGeom>
              <a:avLst/>
              <a:gdLst/>
              <a:ahLst/>
              <a:cxnLst/>
              <a:rect l="l" t="t" r="r" b="b"/>
              <a:pathLst>
                <a:path w="2655" h="1707" extrusionOk="0">
                  <a:moveTo>
                    <a:pt x="2645" y="1"/>
                  </a:moveTo>
                  <a:lnTo>
                    <a:pt x="2417" y="28"/>
                  </a:lnTo>
                  <a:lnTo>
                    <a:pt x="2426" y="156"/>
                  </a:lnTo>
                  <a:lnTo>
                    <a:pt x="2426" y="284"/>
                  </a:lnTo>
                  <a:lnTo>
                    <a:pt x="2408" y="402"/>
                  </a:lnTo>
                  <a:lnTo>
                    <a:pt x="2381" y="530"/>
                  </a:lnTo>
                  <a:lnTo>
                    <a:pt x="2344" y="648"/>
                  </a:lnTo>
                  <a:lnTo>
                    <a:pt x="2289" y="767"/>
                  </a:lnTo>
                  <a:lnTo>
                    <a:pt x="2235" y="876"/>
                  </a:lnTo>
                  <a:lnTo>
                    <a:pt x="2162" y="977"/>
                  </a:lnTo>
                  <a:lnTo>
                    <a:pt x="2071" y="1077"/>
                  </a:lnTo>
                  <a:lnTo>
                    <a:pt x="1979" y="1159"/>
                  </a:lnTo>
                  <a:lnTo>
                    <a:pt x="1888" y="1241"/>
                  </a:lnTo>
                  <a:lnTo>
                    <a:pt x="1779" y="1305"/>
                  </a:lnTo>
                  <a:lnTo>
                    <a:pt x="1669" y="1360"/>
                  </a:lnTo>
                  <a:lnTo>
                    <a:pt x="1551" y="1405"/>
                  </a:lnTo>
                  <a:lnTo>
                    <a:pt x="1423" y="1442"/>
                  </a:lnTo>
                  <a:lnTo>
                    <a:pt x="1305" y="1460"/>
                  </a:lnTo>
                  <a:lnTo>
                    <a:pt x="1140" y="1469"/>
                  </a:lnTo>
                  <a:lnTo>
                    <a:pt x="985" y="1460"/>
                  </a:lnTo>
                  <a:lnTo>
                    <a:pt x="830" y="1432"/>
                  </a:lnTo>
                  <a:lnTo>
                    <a:pt x="685" y="1387"/>
                  </a:lnTo>
                  <a:lnTo>
                    <a:pt x="539" y="1323"/>
                  </a:lnTo>
                  <a:lnTo>
                    <a:pt x="411" y="1241"/>
                  </a:lnTo>
                  <a:lnTo>
                    <a:pt x="283" y="1150"/>
                  </a:lnTo>
                  <a:lnTo>
                    <a:pt x="174" y="1031"/>
                  </a:lnTo>
                  <a:lnTo>
                    <a:pt x="1" y="1186"/>
                  </a:lnTo>
                  <a:lnTo>
                    <a:pt x="110" y="1305"/>
                  </a:lnTo>
                  <a:lnTo>
                    <a:pt x="238" y="1405"/>
                  </a:lnTo>
                  <a:lnTo>
                    <a:pt x="374" y="1496"/>
                  </a:lnTo>
                  <a:lnTo>
                    <a:pt x="520" y="1569"/>
                  </a:lnTo>
                  <a:lnTo>
                    <a:pt x="666" y="1624"/>
                  </a:lnTo>
                  <a:lnTo>
                    <a:pt x="821" y="1670"/>
                  </a:lnTo>
                  <a:lnTo>
                    <a:pt x="976" y="1697"/>
                  </a:lnTo>
                  <a:lnTo>
                    <a:pt x="1140" y="1706"/>
                  </a:lnTo>
                  <a:lnTo>
                    <a:pt x="1232" y="1697"/>
                  </a:lnTo>
                  <a:lnTo>
                    <a:pt x="1332" y="1688"/>
                  </a:lnTo>
                  <a:lnTo>
                    <a:pt x="1478" y="1670"/>
                  </a:lnTo>
                  <a:lnTo>
                    <a:pt x="1624" y="1624"/>
                  </a:lnTo>
                  <a:lnTo>
                    <a:pt x="1761" y="1569"/>
                  </a:lnTo>
                  <a:lnTo>
                    <a:pt x="1888" y="1505"/>
                  </a:lnTo>
                  <a:lnTo>
                    <a:pt x="2016" y="1423"/>
                  </a:lnTo>
                  <a:lnTo>
                    <a:pt x="2134" y="1332"/>
                  </a:lnTo>
                  <a:lnTo>
                    <a:pt x="2244" y="1232"/>
                  </a:lnTo>
                  <a:lnTo>
                    <a:pt x="2335" y="1122"/>
                  </a:lnTo>
                  <a:lnTo>
                    <a:pt x="2426" y="995"/>
                  </a:lnTo>
                  <a:lnTo>
                    <a:pt x="2499" y="867"/>
                  </a:lnTo>
                  <a:lnTo>
                    <a:pt x="2563" y="730"/>
                  </a:lnTo>
                  <a:lnTo>
                    <a:pt x="2609" y="594"/>
                  </a:lnTo>
                  <a:lnTo>
                    <a:pt x="2636" y="448"/>
                  </a:lnTo>
                  <a:lnTo>
                    <a:pt x="2654" y="302"/>
                  </a:lnTo>
                  <a:lnTo>
                    <a:pt x="2654" y="147"/>
                  </a:lnTo>
                  <a:lnTo>
                    <a:pt x="264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279;p19">
              <a:extLst>
                <a:ext uri="{FF2B5EF4-FFF2-40B4-BE49-F238E27FC236}">
                  <a16:creationId xmlns:a16="http://schemas.microsoft.com/office/drawing/2014/main" id="{2B3B216F-02C3-0BC7-924E-E896DDDD9DBA}"/>
                </a:ext>
              </a:extLst>
            </p:cNvPr>
            <p:cNvSpPr/>
            <p:nvPr/>
          </p:nvSpPr>
          <p:spPr>
            <a:xfrm>
              <a:off x="1875070" y="3763154"/>
              <a:ext cx="206456" cy="212698"/>
            </a:xfrm>
            <a:custGeom>
              <a:avLst/>
              <a:gdLst/>
              <a:ahLst/>
              <a:cxnLst/>
              <a:rect l="l" t="t" r="r" b="b"/>
              <a:pathLst>
                <a:path w="3010" h="3101" extrusionOk="0">
                  <a:moveTo>
                    <a:pt x="2025" y="0"/>
                  </a:moveTo>
                  <a:lnTo>
                    <a:pt x="1897" y="10"/>
                  </a:lnTo>
                  <a:lnTo>
                    <a:pt x="1769" y="19"/>
                  </a:lnTo>
                  <a:lnTo>
                    <a:pt x="1651" y="46"/>
                  </a:lnTo>
                  <a:lnTo>
                    <a:pt x="1523" y="73"/>
                  </a:lnTo>
                  <a:lnTo>
                    <a:pt x="1405" y="110"/>
                  </a:lnTo>
                  <a:lnTo>
                    <a:pt x="1286" y="155"/>
                  </a:lnTo>
                  <a:lnTo>
                    <a:pt x="1168" y="210"/>
                  </a:lnTo>
                  <a:lnTo>
                    <a:pt x="1058" y="265"/>
                  </a:lnTo>
                  <a:lnTo>
                    <a:pt x="876" y="383"/>
                  </a:lnTo>
                  <a:lnTo>
                    <a:pt x="712" y="511"/>
                  </a:lnTo>
                  <a:lnTo>
                    <a:pt x="566" y="657"/>
                  </a:lnTo>
                  <a:lnTo>
                    <a:pt x="429" y="812"/>
                  </a:lnTo>
                  <a:lnTo>
                    <a:pt x="320" y="976"/>
                  </a:lnTo>
                  <a:lnTo>
                    <a:pt x="219" y="1149"/>
                  </a:lnTo>
                  <a:lnTo>
                    <a:pt x="137" y="1332"/>
                  </a:lnTo>
                  <a:lnTo>
                    <a:pt x="73" y="1523"/>
                  </a:lnTo>
                  <a:lnTo>
                    <a:pt x="28" y="1715"/>
                  </a:lnTo>
                  <a:lnTo>
                    <a:pt x="9" y="1915"/>
                  </a:lnTo>
                  <a:lnTo>
                    <a:pt x="0" y="2116"/>
                  </a:lnTo>
                  <a:lnTo>
                    <a:pt x="9" y="2317"/>
                  </a:lnTo>
                  <a:lnTo>
                    <a:pt x="46" y="2517"/>
                  </a:lnTo>
                  <a:lnTo>
                    <a:pt x="101" y="2718"/>
                  </a:lnTo>
                  <a:lnTo>
                    <a:pt x="174" y="2909"/>
                  </a:lnTo>
                  <a:lnTo>
                    <a:pt x="265" y="3101"/>
                  </a:lnTo>
                  <a:lnTo>
                    <a:pt x="465" y="2991"/>
                  </a:lnTo>
                  <a:lnTo>
                    <a:pt x="383" y="2818"/>
                  </a:lnTo>
                  <a:lnTo>
                    <a:pt x="320" y="2645"/>
                  </a:lnTo>
                  <a:lnTo>
                    <a:pt x="274" y="2472"/>
                  </a:lnTo>
                  <a:lnTo>
                    <a:pt x="237" y="2289"/>
                  </a:lnTo>
                  <a:lnTo>
                    <a:pt x="228" y="2107"/>
                  </a:lnTo>
                  <a:lnTo>
                    <a:pt x="237" y="1934"/>
                  </a:lnTo>
                  <a:lnTo>
                    <a:pt x="256" y="1760"/>
                  </a:lnTo>
                  <a:lnTo>
                    <a:pt x="301" y="1587"/>
                  </a:lnTo>
                  <a:lnTo>
                    <a:pt x="356" y="1414"/>
                  </a:lnTo>
                  <a:lnTo>
                    <a:pt x="420" y="1250"/>
                  </a:lnTo>
                  <a:lnTo>
                    <a:pt x="511" y="1095"/>
                  </a:lnTo>
                  <a:lnTo>
                    <a:pt x="611" y="949"/>
                  </a:lnTo>
                  <a:lnTo>
                    <a:pt x="730" y="812"/>
                  </a:lnTo>
                  <a:lnTo>
                    <a:pt x="867" y="684"/>
                  </a:lnTo>
                  <a:lnTo>
                    <a:pt x="1013" y="575"/>
                  </a:lnTo>
                  <a:lnTo>
                    <a:pt x="1168" y="465"/>
                  </a:lnTo>
                  <a:lnTo>
                    <a:pt x="1268" y="420"/>
                  </a:lnTo>
                  <a:lnTo>
                    <a:pt x="1377" y="365"/>
                  </a:lnTo>
                  <a:lnTo>
                    <a:pt x="1478" y="329"/>
                  </a:lnTo>
                  <a:lnTo>
                    <a:pt x="1587" y="292"/>
                  </a:lnTo>
                  <a:lnTo>
                    <a:pt x="1696" y="265"/>
                  </a:lnTo>
                  <a:lnTo>
                    <a:pt x="1806" y="247"/>
                  </a:lnTo>
                  <a:lnTo>
                    <a:pt x="1915" y="238"/>
                  </a:lnTo>
                  <a:lnTo>
                    <a:pt x="2034" y="228"/>
                  </a:lnTo>
                  <a:lnTo>
                    <a:pt x="2143" y="228"/>
                  </a:lnTo>
                  <a:lnTo>
                    <a:pt x="2253" y="238"/>
                  </a:lnTo>
                  <a:lnTo>
                    <a:pt x="2362" y="256"/>
                  </a:lnTo>
                  <a:lnTo>
                    <a:pt x="2472" y="274"/>
                  </a:lnTo>
                  <a:lnTo>
                    <a:pt x="2581" y="301"/>
                  </a:lnTo>
                  <a:lnTo>
                    <a:pt x="2690" y="338"/>
                  </a:lnTo>
                  <a:lnTo>
                    <a:pt x="2800" y="374"/>
                  </a:lnTo>
                  <a:lnTo>
                    <a:pt x="2900" y="429"/>
                  </a:lnTo>
                  <a:lnTo>
                    <a:pt x="3010" y="219"/>
                  </a:lnTo>
                  <a:lnTo>
                    <a:pt x="2891" y="165"/>
                  </a:lnTo>
                  <a:lnTo>
                    <a:pt x="2772" y="119"/>
                  </a:lnTo>
                  <a:lnTo>
                    <a:pt x="2645" y="82"/>
                  </a:lnTo>
                  <a:lnTo>
                    <a:pt x="2526" y="46"/>
                  </a:lnTo>
                  <a:lnTo>
                    <a:pt x="2399" y="28"/>
                  </a:lnTo>
                  <a:lnTo>
                    <a:pt x="2271" y="10"/>
                  </a:lnTo>
                  <a:lnTo>
                    <a:pt x="215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280;p19">
              <a:extLst>
                <a:ext uri="{FF2B5EF4-FFF2-40B4-BE49-F238E27FC236}">
                  <a16:creationId xmlns:a16="http://schemas.microsoft.com/office/drawing/2014/main" id="{3B13FB7B-0B71-D485-B576-FA7CC05003A9}"/>
                </a:ext>
              </a:extLst>
            </p:cNvPr>
            <p:cNvSpPr/>
            <p:nvPr/>
          </p:nvSpPr>
          <p:spPr>
            <a:xfrm>
              <a:off x="2035775" y="3835104"/>
              <a:ext cx="81416" cy="100759"/>
            </a:xfrm>
            <a:custGeom>
              <a:avLst/>
              <a:gdLst/>
              <a:ahLst/>
              <a:cxnLst/>
              <a:rect l="l" t="t" r="r" b="b"/>
              <a:pathLst>
                <a:path w="1187" h="1469" extrusionOk="0">
                  <a:moveTo>
                    <a:pt x="28" y="0"/>
                  </a:moveTo>
                  <a:lnTo>
                    <a:pt x="1" y="228"/>
                  </a:lnTo>
                  <a:lnTo>
                    <a:pt x="110" y="246"/>
                  </a:lnTo>
                  <a:lnTo>
                    <a:pt x="211" y="274"/>
                  </a:lnTo>
                  <a:lnTo>
                    <a:pt x="311" y="310"/>
                  </a:lnTo>
                  <a:lnTo>
                    <a:pt x="402" y="356"/>
                  </a:lnTo>
                  <a:lnTo>
                    <a:pt x="493" y="420"/>
                  </a:lnTo>
                  <a:lnTo>
                    <a:pt x="575" y="483"/>
                  </a:lnTo>
                  <a:lnTo>
                    <a:pt x="648" y="556"/>
                  </a:lnTo>
                  <a:lnTo>
                    <a:pt x="712" y="638"/>
                  </a:lnTo>
                  <a:lnTo>
                    <a:pt x="776" y="720"/>
                  </a:lnTo>
                  <a:lnTo>
                    <a:pt x="831" y="812"/>
                  </a:lnTo>
                  <a:lnTo>
                    <a:pt x="876" y="912"/>
                  </a:lnTo>
                  <a:lnTo>
                    <a:pt x="913" y="1012"/>
                  </a:lnTo>
                  <a:lnTo>
                    <a:pt x="931" y="1113"/>
                  </a:lnTo>
                  <a:lnTo>
                    <a:pt x="949" y="1222"/>
                  </a:lnTo>
                  <a:lnTo>
                    <a:pt x="958" y="1331"/>
                  </a:lnTo>
                  <a:lnTo>
                    <a:pt x="949" y="1450"/>
                  </a:lnTo>
                  <a:lnTo>
                    <a:pt x="1177" y="1468"/>
                  </a:lnTo>
                  <a:lnTo>
                    <a:pt x="1186" y="1331"/>
                  </a:lnTo>
                  <a:lnTo>
                    <a:pt x="1177" y="1204"/>
                  </a:lnTo>
                  <a:lnTo>
                    <a:pt x="1159" y="1067"/>
                  </a:lnTo>
                  <a:lnTo>
                    <a:pt x="1132" y="948"/>
                  </a:lnTo>
                  <a:lnTo>
                    <a:pt x="1086" y="821"/>
                  </a:lnTo>
                  <a:lnTo>
                    <a:pt x="1031" y="702"/>
                  </a:lnTo>
                  <a:lnTo>
                    <a:pt x="967" y="593"/>
                  </a:lnTo>
                  <a:lnTo>
                    <a:pt x="894" y="492"/>
                  </a:lnTo>
                  <a:lnTo>
                    <a:pt x="812" y="392"/>
                  </a:lnTo>
                  <a:lnTo>
                    <a:pt x="721" y="310"/>
                  </a:lnTo>
                  <a:lnTo>
                    <a:pt x="621" y="228"/>
                  </a:lnTo>
                  <a:lnTo>
                    <a:pt x="511" y="155"/>
                  </a:lnTo>
                  <a:lnTo>
                    <a:pt x="402" y="100"/>
                  </a:lnTo>
                  <a:lnTo>
                    <a:pt x="284" y="55"/>
                  </a:lnTo>
                  <a:lnTo>
                    <a:pt x="156" y="1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281;p19">
              <a:extLst>
                <a:ext uri="{FF2B5EF4-FFF2-40B4-BE49-F238E27FC236}">
                  <a16:creationId xmlns:a16="http://schemas.microsoft.com/office/drawing/2014/main" id="{1F77F61F-7A6D-57EA-AA69-DFE6AA994785}"/>
                </a:ext>
              </a:extLst>
            </p:cNvPr>
            <p:cNvSpPr/>
            <p:nvPr/>
          </p:nvSpPr>
          <p:spPr>
            <a:xfrm>
              <a:off x="2100866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0" y="1"/>
                  </a:moveTo>
                  <a:lnTo>
                    <a:pt x="0" y="228"/>
                  </a:lnTo>
                  <a:lnTo>
                    <a:pt x="192" y="238"/>
                  </a:lnTo>
                  <a:lnTo>
                    <a:pt x="374" y="265"/>
                  </a:lnTo>
                  <a:lnTo>
                    <a:pt x="556" y="311"/>
                  </a:lnTo>
                  <a:lnTo>
                    <a:pt x="721" y="374"/>
                  </a:lnTo>
                  <a:lnTo>
                    <a:pt x="885" y="456"/>
                  </a:lnTo>
                  <a:lnTo>
                    <a:pt x="1040" y="548"/>
                  </a:lnTo>
                  <a:lnTo>
                    <a:pt x="1176" y="657"/>
                  </a:lnTo>
                  <a:lnTo>
                    <a:pt x="1313" y="776"/>
                  </a:lnTo>
                  <a:lnTo>
                    <a:pt x="1432" y="903"/>
                  </a:lnTo>
                  <a:lnTo>
                    <a:pt x="1532" y="1049"/>
                  </a:lnTo>
                  <a:lnTo>
                    <a:pt x="1632" y="1195"/>
                  </a:lnTo>
                  <a:lnTo>
                    <a:pt x="1705" y="1359"/>
                  </a:lnTo>
                  <a:lnTo>
                    <a:pt x="1769" y="1532"/>
                  </a:lnTo>
                  <a:lnTo>
                    <a:pt x="1815" y="1706"/>
                  </a:lnTo>
                  <a:lnTo>
                    <a:pt x="1842" y="1888"/>
                  </a:lnTo>
                  <a:lnTo>
                    <a:pt x="1851" y="2080"/>
                  </a:lnTo>
                  <a:lnTo>
                    <a:pt x="2079" y="2080"/>
                  </a:lnTo>
                  <a:lnTo>
                    <a:pt x="2070" y="1870"/>
                  </a:lnTo>
                  <a:lnTo>
                    <a:pt x="2043" y="1660"/>
                  </a:lnTo>
                  <a:lnTo>
                    <a:pt x="1988" y="1459"/>
                  </a:lnTo>
                  <a:lnTo>
                    <a:pt x="1915" y="1268"/>
                  </a:lnTo>
                  <a:lnTo>
                    <a:pt x="1833" y="1086"/>
                  </a:lnTo>
                  <a:lnTo>
                    <a:pt x="1724" y="921"/>
                  </a:lnTo>
                  <a:lnTo>
                    <a:pt x="1605" y="757"/>
                  </a:lnTo>
                  <a:lnTo>
                    <a:pt x="1477" y="611"/>
                  </a:lnTo>
                  <a:lnTo>
                    <a:pt x="1322" y="475"/>
                  </a:lnTo>
                  <a:lnTo>
                    <a:pt x="1167" y="356"/>
                  </a:lnTo>
                  <a:lnTo>
                    <a:pt x="994" y="256"/>
                  </a:lnTo>
                  <a:lnTo>
                    <a:pt x="812" y="165"/>
                  </a:lnTo>
                  <a:lnTo>
                    <a:pt x="620" y="92"/>
                  </a:lnTo>
                  <a:lnTo>
                    <a:pt x="420" y="46"/>
                  </a:lnTo>
                  <a:lnTo>
                    <a:pt x="219" y="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282;p19">
              <a:extLst>
                <a:ext uri="{FF2B5EF4-FFF2-40B4-BE49-F238E27FC236}">
                  <a16:creationId xmlns:a16="http://schemas.microsoft.com/office/drawing/2014/main" id="{126779DF-BBF6-4264-3783-02C4BC68E6C2}"/>
                </a:ext>
              </a:extLst>
            </p:cNvPr>
            <p:cNvSpPr/>
            <p:nvPr/>
          </p:nvSpPr>
          <p:spPr>
            <a:xfrm>
              <a:off x="1929461" y="3688118"/>
              <a:ext cx="82651" cy="82582"/>
            </a:xfrm>
            <a:custGeom>
              <a:avLst/>
              <a:gdLst/>
              <a:ahLst/>
              <a:cxnLst/>
              <a:rect l="l" t="t" r="r" b="b"/>
              <a:pathLst>
                <a:path w="1205" h="1204" extrusionOk="0">
                  <a:moveTo>
                    <a:pt x="1" y="0"/>
                  </a:moveTo>
                  <a:lnTo>
                    <a:pt x="1" y="237"/>
                  </a:lnTo>
                  <a:lnTo>
                    <a:pt x="101" y="237"/>
                  </a:lnTo>
                  <a:lnTo>
                    <a:pt x="201" y="256"/>
                  </a:lnTo>
                  <a:lnTo>
                    <a:pt x="292" y="274"/>
                  </a:lnTo>
                  <a:lnTo>
                    <a:pt x="384" y="310"/>
                  </a:lnTo>
                  <a:lnTo>
                    <a:pt x="466" y="347"/>
                  </a:lnTo>
                  <a:lnTo>
                    <a:pt x="548" y="401"/>
                  </a:lnTo>
                  <a:lnTo>
                    <a:pt x="621" y="456"/>
                  </a:lnTo>
                  <a:lnTo>
                    <a:pt x="685" y="520"/>
                  </a:lnTo>
                  <a:lnTo>
                    <a:pt x="748" y="584"/>
                  </a:lnTo>
                  <a:lnTo>
                    <a:pt x="803" y="657"/>
                  </a:lnTo>
                  <a:lnTo>
                    <a:pt x="858" y="739"/>
                  </a:lnTo>
                  <a:lnTo>
                    <a:pt x="894" y="821"/>
                  </a:lnTo>
                  <a:lnTo>
                    <a:pt x="931" y="912"/>
                  </a:lnTo>
                  <a:lnTo>
                    <a:pt x="949" y="1003"/>
                  </a:lnTo>
                  <a:lnTo>
                    <a:pt x="967" y="1104"/>
                  </a:lnTo>
                  <a:lnTo>
                    <a:pt x="967" y="1204"/>
                  </a:lnTo>
                  <a:lnTo>
                    <a:pt x="1204" y="1204"/>
                  </a:lnTo>
                  <a:lnTo>
                    <a:pt x="1195" y="1076"/>
                  </a:lnTo>
                  <a:lnTo>
                    <a:pt x="1177" y="958"/>
                  </a:lnTo>
                  <a:lnTo>
                    <a:pt x="1150" y="848"/>
                  </a:lnTo>
                  <a:lnTo>
                    <a:pt x="1104" y="739"/>
                  </a:lnTo>
                  <a:lnTo>
                    <a:pt x="1058" y="629"/>
                  </a:lnTo>
                  <a:lnTo>
                    <a:pt x="995" y="529"/>
                  </a:lnTo>
                  <a:lnTo>
                    <a:pt x="931" y="438"/>
                  </a:lnTo>
                  <a:lnTo>
                    <a:pt x="849" y="356"/>
                  </a:lnTo>
                  <a:lnTo>
                    <a:pt x="767" y="274"/>
                  </a:lnTo>
                  <a:lnTo>
                    <a:pt x="675" y="210"/>
                  </a:lnTo>
                  <a:lnTo>
                    <a:pt x="575" y="146"/>
                  </a:lnTo>
                  <a:lnTo>
                    <a:pt x="466" y="101"/>
                  </a:lnTo>
                  <a:lnTo>
                    <a:pt x="356" y="55"/>
                  </a:lnTo>
                  <a:lnTo>
                    <a:pt x="247" y="28"/>
                  </a:lnTo>
                  <a:lnTo>
                    <a:pt x="128" y="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283;p19">
              <a:extLst>
                <a:ext uri="{FF2B5EF4-FFF2-40B4-BE49-F238E27FC236}">
                  <a16:creationId xmlns:a16="http://schemas.microsoft.com/office/drawing/2014/main" id="{62AB3A86-BB85-AB24-D371-3CDBCE8DA84E}"/>
                </a:ext>
              </a:extLst>
            </p:cNvPr>
            <p:cNvSpPr/>
            <p:nvPr/>
          </p:nvSpPr>
          <p:spPr>
            <a:xfrm>
              <a:off x="2122129" y="3295307"/>
              <a:ext cx="65092" cy="100759"/>
            </a:xfrm>
            <a:custGeom>
              <a:avLst/>
              <a:gdLst/>
              <a:ahLst/>
              <a:cxnLst/>
              <a:rect l="l" t="t" r="r" b="b"/>
              <a:pathLst>
                <a:path w="949" h="1469" extrusionOk="0">
                  <a:moveTo>
                    <a:pt x="885" y="1"/>
                  </a:moveTo>
                  <a:lnTo>
                    <a:pt x="775" y="37"/>
                  </a:lnTo>
                  <a:lnTo>
                    <a:pt x="666" y="83"/>
                  </a:lnTo>
                  <a:lnTo>
                    <a:pt x="566" y="138"/>
                  </a:lnTo>
                  <a:lnTo>
                    <a:pt x="465" y="210"/>
                  </a:lnTo>
                  <a:lnTo>
                    <a:pt x="383" y="283"/>
                  </a:lnTo>
                  <a:lnTo>
                    <a:pt x="301" y="365"/>
                  </a:lnTo>
                  <a:lnTo>
                    <a:pt x="228" y="457"/>
                  </a:lnTo>
                  <a:lnTo>
                    <a:pt x="164" y="557"/>
                  </a:lnTo>
                  <a:lnTo>
                    <a:pt x="110" y="666"/>
                  </a:lnTo>
                  <a:lnTo>
                    <a:pt x="64" y="776"/>
                  </a:lnTo>
                  <a:lnTo>
                    <a:pt x="28" y="885"/>
                  </a:lnTo>
                  <a:lnTo>
                    <a:pt x="9" y="1004"/>
                  </a:lnTo>
                  <a:lnTo>
                    <a:pt x="0" y="1122"/>
                  </a:lnTo>
                  <a:lnTo>
                    <a:pt x="0" y="1232"/>
                  </a:lnTo>
                  <a:lnTo>
                    <a:pt x="18" y="1350"/>
                  </a:lnTo>
                  <a:lnTo>
                    <a:pt x="46" y="1469"/>
                  </a:lnTo>
                  <a:lnTo>
                    <a:pt x="265" y="1405"/>
                  </a:lnTo>
                  <a:lnTo>
                    <a:pt x="246" y="1314"/>
                  </a:lnTo>
                  <a:lnTo>
                    <a:pt x="228" y="1223"/>
                  </a:lnTo>
                  <a:lnTo>
                    <a:pt x="228" y="1122"/>
                  </a:lnTo>
                  <a:lnTo>
                    <a:pt x="237" y="1031"/>
                  </a:lnTo>
                  <a:lnTo>
                    <a:pt x="256" y="940"/>
                  </a:lnTo>
                  <a:lnTo>
                    <a:pt x="283" y="849"/>
                  </a:lnTo>
                  <a:lnTo>
                    <a:pt x="319" y="758"/>
                  </a:lnTo>
                  <a:lnTo>
                    <a:pt x="365" y="676"/>
                  </a:lnTo>
                  <a:lnTo>
                    <a:pt x="411" y="593"/>
                  </a:lnTo>
                  <a:lnTo>
                    <a:pt x="474" y="520"/>
                  </a:lnTo>
                  <a:lnTo>
                    <a:pt x="538" y="448"/>
                  </a:lnTo>
                  <a:lnTo>
                    <a:pt x="611" y="393"/>
                  </a:lnTo>
                  <a:lnTo>
                    <a:pt x="684" y="338"/>
                  </a:lnTo>
                  <a:lnTo>
                    <a:pt x="766" y="293"/>
                  </a:lnTo>
                  <a:lnTo>
                    <a:pt x="857" y="256"/>
                  </a:lnTo>
                  <a:lnTo>
                    <a:pt x="949" y="229"/>
                  </a:lnTo>
                  <a:lnTo>
                    <a:pt x="88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284;p19">
              <a:extLst>
                <a:ext uri="{FF2B5EF4-FFF2-40B4-BE49-F238E27FC236}">
                  <a16:creationId xmlns:a16="http://schemas.microsoft.com/office/drawing/2014/main" id="{F2BEB04F-A0C3-F690-20FD-03295925F4D4}"/>
                </a:ext>
              </a:extLst>
            </p:cNvPr>
            <p:cNvSpPr/>
            <p:nvPr/>
          </p:nvSpPr>
          <p:spPr>
            <a:xfrm>
              <a:off x="1950724" y="3897589"/>
              <a:ext cx="38205" cy="130801"/>
            </a:xfrm>
            <a:custGeom>
              <a:avLst/>
              <a:gdLst/>
              <a:ahLst/>
              <a:cxnLst/>
              <a:rect l="l" t="t" r="r" b="b"/>
              <a:pathLst>
                <a:path w="557" h="1907" extrusionOk="0">
                  <a:moveTo>
                    <a:pt x="393" y="1"/>
                  </a:moveTo>
                  <a:lnTo>
                    <a:pt x="302" y="101"/>
                  </a:lnTo>
                  <a:lnTo>
                    <a:pt x="220" y="211"/>
                  </a:lnTo>
                  <a:lnTo>
                    <a:pt x="156" y="320"/>
                  </a:lnTo>
                  <a:lnTo>
                    <a:pt x="101" y="448"/>
                  </a:lnTo>
                  <a:lnTo>
                    <a:pt x="55" y="566"/>
                  </a:lnTo>
                  <a:lnTo>
                    <a:pt x="28" y="694"/>
                  </a:lnTo>
                  <a:lnTo>
                    <a:pt x="10" y="822"/>
                  </a:lnTo>
                  <a:lnTo>
                    <a:pt x="1" y="949"/>
                  </a:lnTo>
                  <a:lnTo>
                    <a:pt x="10" y="1077"/>
                  </a:lnTo>
                  <a:lnTo>
                    <a:pt x="28" y="1205"/>
                  </a:lnTo>
                  <a:lnTo>
                    <a:pt x="55" y="1332"/>
                  </a:lnTo>
                  <a:lnTo>
                    <a:pt x="101" y="1460"/>
                  </a:lnTo>
                  <a:lnTo>
                    <a:pt x="156" y="1578"/>
                  </a:lnTo>
                  <a:lnTo>
                    <a:pt x="220" y="1697"/>
                  </a:lnTo>
                  <a:lnTo>
                    <a:pt x="302" y="1806"/>
                  </a:lnTo>
                  <a:lnTo>
                    <a:pt x="393" y="1907"/>
                  </a:lnTo>
                  <a:lnTo>
                    <a:pt x="557" y="1743"/>
                  </a:lnTo>
                  <a:lnTo>
                    <a:pt x="475" y="1661"/>
                  </a:lnTo>
                  <a:lnTo>
                    <a:pt x="411" y="1569"/>
                  </a:lnTo>
                  <a:lnTo>
                    <a:pt x="356" y="1469"/>
                  </a:lnTo>
                  <a:lnTo>
                    <a:pt x="311" y="1369"/>
                  </a:lnTo>
                  <a:lnTo>
                    <a:pt x="274" y="1268"/>
                  </a:lnTo>
                  <a:lnTo>
                    <a:pt x="247" y="1168"/>
                  </a:lnTo>
                  <a:lnTo>
                    <a:pt x="238" y="1059"/>
                  </a:lnTo>
                  <a:lnTo>
                    <a:pt x="229" y="949"/>
                  </a:lnTo>
                  <a:lnTo>
                    <a:pt x="238" y="849"/>
                  </a:lnTo>
                  <a:lnTo>
                    <a:pt x="247" y="740"/>
                  </a:lnTo>
                  <a:lnTo>
                    <a:pt x="274" y="630"/>
                  </a:lnTo>
                  <a:lnTo>
                    <a:pt x="311" y="530"/>
                  </a:lnTo>
                  <a:lnTo>
                    <a:pt x="356" y="429"/>
                  </a:lnTo>
                  <a:lnTo>
                    <a:pt x="411" y="338"/>
                  </a:lnTo>
                  <a:lnTo>
                    <a:pt x="484" y="247"/>
                  </a:lnTo>
                  <a:lnTo>
                    <a:pt x="557" y="165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285;p19">
              <a:extLst>
                <a:ext uri="{FF2B5EF4-FFF2-40B4-BE49-F238E27FC236}">
                  <a16:creationId xmlns:a16="http://schemas.microsoft.com/office/drawing/2014/main" id="{C9559244-3DBA-0B7E-8859-FA4EE465D748}"/>
                </a:ext>
              </a:extLst>
            </p:cNvPr>
            <p:cNvSpPr/>
            <p:nvPr/>
          </p:nvSpPr>
          <p:spPr>
            <a:xfrm>
              <a:off x="1938858" y="3249010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38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7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56"/>
                  </a:lnTo>
                  <a:lnTo>
                    <a:pt x="0" y="202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9" y="347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6" y="347"/>
                  </a:lnTo>
                  <a:lnTo>
                    <a:pt x="484" y="302"/>
                  </a:lnTo>
                  <a:lnTo>
                    <a:pt x="484" y="247"/>
                  </a:lnTo>
                  <a:lnTo>
                    <a:pt x="484" y="202"/>
                  </a:lnTo>
                  <a:lnTo>
                    <a:pt x="466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7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286;p19">
              <a:extLst>
                <a:ext uri="{FF2B5EF4-FFF2-40B4-BE49-F238E27FC236}">
                  <a16:creationId xmlns:a16="http://schemas.microsoft.com/office/drawing/2014/main" id="{8EBEB739-E745-6FF8-DD81-2CE035F793CD}"/>
                </a:ext>
              </a:extLst>
            </p:cNvPr>
            <p:cNvSpPr/>
            <p:nvPr/>
          </p:nvSpPr>
          <p:spPr>
            <a:xfrm>
              <a:off x="2117739" y="337912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5" y="19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28" y="147"/>
                  </a:lnTo>
                  <a:lnTo>
                    <a:pt x="10" y="201"/>
                  </a:lnTo>
                  <a:lnTo>
                    <a:pt x="0" y="247"/>
                  </a:lnTo>
                  <a:lnTo>
                    <a:pt x="10" y="292"/>
                  </a:lnTo>
                  <a:lnTo>
                    <a:pt x="2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7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287;p19">
              <a:extLst>
                <a:ext uri="{FF2B5EF4-FFF2-40B4-BE49-F238E27FC236}">
                  <a16:creationId xmlns:a16="http://schemas.microsoft.com/office/drawing/2014/main" id="{7DE7952A-A0BE-2426-BF19-75F0C57F5779}"/>
                </a:ext>
              </a:extLst>
            </p:cNvPr>
            <p:cNvSpPr/>
            <p:nvPr/>
          </p:nvSpPr>
          <p:spPr>
            <a:xfrm>
              <a:off x="2003880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1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288;p19">
              <a:extLst>
                <a:ext uri="{FF2B5EF4-FFF2-40B4-BE49-F238E27FC236}">
                  <a16:creationId xmlns:a16="http://schemas.microsoft.com/office/drawing/2014/main" id="{531F3BEC-F8F5-C62D-8B8B-B4F5F1C2614C}"/>
                </a:ext>
              </a:extLst>
            </p:cNvPr>
            <p:cNvSpPr/>
            <p:nvPr/>
          </p:nvSpPr>
          <p:spPr>
            <a:xfrm>
              <a:off x="1925071" y="3586125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84" y="293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289;p19">
              <a:extLst>
                <a:ext uri="{FF2B5EF4-FFF2-40B4-BE49-F238E27FC236}">
                  <a16:creationId xmlns:a16="http://schemas.microsoft.com/office/drawing/2014/main" id="{4DF5F6D4-BDC7-D7D7-E831-9AE09B1A6852}"/>
                </a:ext>
              </a:extLst>
            </p:cNvPr>
            <p:cNvSpPr/>
            <p:nvPr/>
          </p:nvSpPr>
          <p:spPr>
            <a:xfrm>
              <a:off x="2057655" y="342727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56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93"/>
                  </a:lnTo>
                  <a:lnTo>
                    <a:pt x="74" y="429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8" y="475"/>
                  </a:lnTo>
                  <a:lnTo>
                    <a:pt x="384" y="457"/>
                  </a:lnTo>
                  <a:lnTo>
                    <a:pt x="420" y="429"/>
                  </a:lnTo>
                  <a:lnTo>
                    <a:pt x="457" y="393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56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8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290;p19">
              <a:extLst>
                <a:ext uri="{FF2B5EF4-FFF2-40B4-BE49-F238E27FC236}">
                  <a16:creationId xmlns:a16="http://schemas.microsoft.com/office/drawing/2014/main" id="{5123F2CB-1287-4B98-F629-EB357E084D39}"/>
                </a:ext>
              </a:extLst>
            </p:cNvPr>
            <p:cNvSpPr/>
            <p:nvPr/>
          </p:nvSpPr>
          <p:spPr>
            <a:xfrm>
              <a:off x="2083924" y="3649296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28" y="147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3"/>
                  </a:lnTo>
                  <a:lnTo>
                    <a:pt x="28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93" y="448"/>
                  </a:lnTo>
                  <a:lnTo>
                    <a:pt x="430" y="420"/>
                  </a:lnTo>
                  <a:lnTo>
                    <a:pt x="457" y="384"/>
                  </a:lnTo>
                  <a:lnTo>
                    <a:pt x="475" y="338"/>
                  </a:lnTo>
                  <a:lnTo>
                    <a:pt x="493" y="293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7"/>
                  </a:lnTo>
                  <a:lnTo>
                    <a:pt x="457" y="110"/>
                  </a:lnTo>
                  <a:lnTo>
                    <a:pt x="430" y="74"/>
                  </a:lnTo>
                  <a:lnTo>
                    <a:pt x="393" y="37"/>
                  </a:lnTo>
                  <a:lnTo>
                    <a:pt x="347" y="19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291;p19">
              <a:extLst>
                <a:ext uri="{FF2B5EF4-FFF2-40B4-BE49-F238E27FC236}">
                  <a16:creationId xmlns:a16="http://schemas.microsoft.com/office/drawing/2014/main" id="{17164154-FBF6-E327-5BC4-6F01E08540FF}"/>
                </a:ext>
              </a:extLst>
            </p:cNvPr>
            <p:cNvSpPr/>
            <p:nvPr/>
          </p:nvSpPr>
          <p:spPr>
            <a:xfrm>
              <a:off x="2057037" y="3767544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6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47" y="474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4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8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292;p19">
              <a:extLst>
                <a:ext uri="{FF2B5EF4-FFF2-40B4-BE49-F238E27FC236}">
                  <a16:creationId xmlns:a16="http://schemas.microsoft.com/office/drawing/2014/main" id="{D2C56A71-D105-15DE-7B76-056E124C654B}"/>
                </a:ext>
              </a:extLst>
            </p:cNvPr>
            <p:cNvSpPr/>
            <p:nvPr/>
          </p:nvSpPr>
          <p:spPr>
            <a:xfrm>
              <a:off x="2021439" y="382632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0"/>
                  </a:moveTo>
                  <a:lnTo>
                    <a:pt x="155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4" y="338"/>
                  </a:lnTo>
                  <a:lnTo>
                    <a:pt x="483" y="292"/>
                  </a:lnTo>
                  <a:lnTo>
                    <a:pt x="493" y="247"/>
                  </a:lnTo>
                  <a:lnTo>
                    <a:pt x="483" y="192"/>
                  </a:lnTo>
                  <a:lnTo>
                    <a:pt x="474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47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293;p19">
              <a:extLst>
                <a:ext uri="{FF2B5EF4-FFF2-40B4-BE49-F238E27FC236}">
                  <a16:creationId xmlns:a16="http://schemas.microsoft.com/office/drawing/2014/main" id="{F52F8EFD-A5ED-1186-18C1-295A71B03A29}"/>
                </a:ext>
              </a:extLst>
            </p:cNvPr>
            <p:cNvSpPr/>
            <p:nvPr/>
          </p:nvSpPr>
          <p:spPr>
            <a:xfrm>
              <a:off x="1963276" y="388887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55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301"/>
                  </a:lnTo>
                  <a:lnTo>
                    <a:pt x="18" y="347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56"/>
                  </a:lnTo>
                  <a:lnTo>
                    <a:pt x="155" y="474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4"/>
                  </a:lnTo>
                  <a:lnTo>
                    <a:pt x="383" y="456"/>
                  </a:lnTo>
                  <a:lnTo>
                    <a:pt x="420" y="420"/>
                  </a:lnTo>
                  <a:lnTo>
                    <a:pt x="456" y="383"/>
                  </a:lnTo>
                  <a:lnTo>
                    <a:pt x="474" y="347"/>
                  </a:lnTo>
                  <a:lnTo>
                    <a:pt x="492" y="301"/>
                  </a:lnTo>
                  <a:lnTo>
                    <a:pt x="492" y="246"/>
                  </a:lnTo>
                  <a:lnTo>
                    <a:pt x="492" y="201"/>
                  </a:lnTo>
                  <a:lnTo>
                    <a:pt x="474" y="155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294;p19">
              <a:extLst>
                <a:ext uri="{FF2B5EF4-FFF2-40B4-BE49-F238E27FC236}">
                  <a16:creationId xmlns:a16="http://schemas.microsoft.com/office/drawing/2014/main" id="{0E18F04A-BFB8-49DB-71FE-D3410BAC83D5}"/>
                </a:ext>
              </a:extLst>
            </p:cNvPr>
            <p:cNvSpPr/>
            <p:nvPr/>
          </p:nvSpPr>
          <p:spPr>
            <a:xfrm>
              <a:off x="1915743" y="367933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1"/>
                  </a:moveTo>
                  <a:lnTo>
                    <a:pt x="155" y="19"/>
                  </a:lnTo>
                  <a:lnTo>
                    <a:pt x="109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09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38"/>
                  </a:lnTo>
                  <a:lnTo>
                    <a:pt x="492" y="292"/>
                  </a:lnTo>
                  <a:lnTo>
                    <a:pt x="492" y="247"/>
                  </a:lnTo>
                  <a:lnTo>
                    <a:pt x="492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295;p19">
              <a:extLst>
                <a:ext uri="{FF2B5EF4-FFF2-40B4-BE49-F238E27FC236}">
                  <a16:creationId xmlns:a16="http://schemas.microsoft.com/office/drawing/2014/main" id="{7E5836D4-60A0-A782-F65E-6FBB8930CC64}"/>
                </a:ext>
              </a:extLst>
            </p:cNvPr>
            <p:cNvSpPr/>
            <p:nvPr/>
          </p:nvSpPr>
          <p:spPr>
            <a:xfrm>
              <a:off x="2474198" y="3569252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1"/>
                  </a:moveTo>
                  <a:lnTo>
                    <a:pt x="1" y="302"/>
                  </a:lnTo>
                  <a:lnTo>
                    <a:pt x="329" y="375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7" y="530"/>
                  </a:lnTo>
                  <a:lnTo>
                    <a:pt x="667" y="2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296;p19">
              <a:extLst>
                <a:ext uri="{FF2B5EF4-FFF2-40B4-BE49-F238E27FC236}">
                  <a16:creationId xmlns:a16="http://schemas.microsoft.com/office/drawing/2014/main" id="{F8FF99D9-94BE-C862-B9E7-E20ECED93375}"/>
                </a:ext>
              </a:extLst>
            </p:cNvPr>
            <p:cNvSpPr/>
            <p:nvPr/>
          </p:nvSpPr>
          <p:spPr>
            <a:xfrm>
              <a:off x="2474198" y="391576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5"/>
                  </a:lnTo>
                  <a:lnTo>
                    <a:pt x="667" y="538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297;p19">
              <a:extLst>
                <a:ext uri="{FF2B5EF4-FFF2-40B4-BE49-F238E27FC236}">
                  <a16:creationId xmlns:a16="http://schemas.microsoft.com/office/drawing/2014/main" id="{7DAE0223-070A-436B-41DD-04675EC5E050}"/>
                </a:ext>
              </a:extLst>
            </p:cNvPr>
            <p:cNvSpPr/>
            <p:nvPr/>
          </p:nvSpPr>
          <p:spPr>
            <a:xfrm>
              <a:off x="2474198" y="403147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298;p19">
              <a:extLst>
                <a:ext uri="{FF2B5EF4-FFF2-40B4-BE49-F238E27FC236}">
                  <a16:creationId xmlns:a16="http://schemas.microsoft.com/office/drawing/2014/main" id="{3DCB2997-E4AF-F5A2-6401-B5293D153335}"/>
                </a:ext>
              </a:extLst>
            </p:cNvPr>
            <p:cNvSpPr/>
            <p:nvPr/>
          </p:nvSpPr>
          <p:spPr>
            <a:xfrm>
              <a:off x="2552390" y="3684345"/>
              <a:ext cx="45750" cy="53843"/>
            </a:xfrm>
            <a:custGeom>
              <a:avLst/>
              <a:gdLst/>
              <a:ahLst/>
              <a:cxnLst/>
              <a:rect l="l" t="t" r="r" b="b"/>
              <a:pathLst>
                <a:path w="667" h="785" extrusionOk="0">
                  <a:moveTo>
                    <a:pt x="1" y="0"/>
                  </a:moveTo>
                  <a:lnTo>
                    <a:pt x="1" y="31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85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299;p19">
              <a:extLst>
                <a:ext uri="{FF2B5EF4-FFF2-40B4-BE49-F238E27FC236}">
                  <a16:creationId xmlns:a16="http://schemas.microsoft.com/office/drawing/2014/main" id="{05F8C997-E1C7-9718-4625-518E00325CB1}"/>
                </a:ext>
              </a:extLst>
            </p:cNvPr>
            <p:cNvSpPr/>
            <p:nvPr/>
          </p:nvSpPr>
          <p:spPr>
            <a:xfrm>
              <a:off x="2552390" y="380005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300;p19">
              <a:extLst>
                <a:ext uri="{FF2B5EF4-FFF2-40B4-BE49-F238E27FC236}">
                  <a16:creationId xmlns:a16="http://schemas.microsoft.com/office/drawing/2014/main" id="{D7BE2DCC-3F32-2A0B-F274-220A79AB5A79}"/>
                </a:ext>
              </a:extLst>
            </p:cNvPr>
            <p:cNvSpPr/>
            <p:nvPr/>
          </p:nvSpPr>
          <p:spPr>
            <a:xfrm>
              <a:off x="2552390" y="3568018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24" y="803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301;p19">
              <a:extLst>
                <a:ext uri="{FF2B5EF4-FFF2-40B4-BE49-F238E27FC236}">
                  <a16:creationId xmlns:a16="http://schemas.microsoft.com/office/drawing/2014/main" id="{AA43A261-2B07-CA77-9572-8A10D4D7A719}"/>
                </a:ext>
              </a:extLst>
            </p:cNvPr>
            <p:cNvSpPr/>
            <p:nvPr/>
          </p:nvSpPr>
          <p:spPr>
            <a:xfrm>
              <a:off x="2634354" y="3683728"/>
              <a:ext cx="238350" cy="55078"/>
            </a:xfrm>
            <a:custGeom>
              <a:avLst/>
              <a:gdLst/>
              <a:ahLst/>
              <a:cxnLst/>
              <a:rect l="l" t="t" r="r" b="b"/>
              <a:pathLst>
                <a:path w="3475" h="803" extrusionOk="0">
                  <a:moveTo>
                    <a:pt x="0" y="0"/>
                  </a:moveTo>
                  <a:lnTo>
                    <a:pt x="0" y="803"/>
                  </a:lnTo>
                  <a:lnTo>
                    <a:pt x="3475" y="803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302;p19">
              <a:extLst>
                <a:ext uri="{FF2B5EF4-FFF2-40B4-BE49-F238E27FC236}">
                  <a16:creationId xmlns:a16="http://schemas.microsoft.com/office/drawing/2014/main" id="{EDEF826E-D76A-715C-2DCC-611C38FC58E8}"/>
                </a:ext>
              </a:extLst>
            </p:cNvPr>
            <p:cNvSpPr/>
            <p:nvPr/>
          </p:nvSpPr>
          <p:spPr>
            <a:xfrm>
              <a:off x="2634354" y="3799438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303;p19">
              <a:extLst>
                <a:ext uri="{FF2B5EF4-FFF2-40B4-BE49-F238E27FC236}">
                  <a16:creationId xmlns:a16="http://schemas.microsoft.com/office/drawing/2014/main" id="{015AB8EA-E51B-60E4-8945-EEE1CF84470F}"/>
                </a:ext>
              </a:extLst>
            </p:cNvPr>
            <p:cNvSpPr/>
            <p:nvPr/>
          </p:nvSpPr>
          <p:spPr>
            <a:xfrm>
              <a:off x="2552390" y="4030240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2"/>
                  </a:lnTo>
                  <a:lnTo>
                    <a:pt x="10724" y="802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304;p19">
              <a:extLst>
                <a:ext uri="{FF2B5EF4-FFF2-40B4-BE49-F238E27FC236}">
                  <a16:creationId xmlns:a16="http://schemas.microsoft.com/office/drawing/2014/main" id="{8DE961E4-A52C-257D-AB90-C4E45FA92937}"/>
                </a:ext>
              </a:extLst>
            </p:cNvPr>
            <p:cNvSpPr/>
            <p:nvPr/>
          </p:nvSpPr>
          <p:spPr>
            <a:xfrm>
              <a:off x="2551773" y="3915148"/>
              <a:ext cx="736245" cy="55078"/>
            </a:xfrm>
            <a:custGeom>
              <a:avLst/>
              <a:gdLst/>
              <a:ahLst/>
              <a:cxnLst/>
              <a:rect l="l" t="t" r="r" b="b"/>
              <a:pathLst>
                <a:path w="10734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305;p19">
              <a:extLst>
                <a:ext uri="{FF2B5EF4-FFF2-40B4-BE49-F238E27FC236}">
                  <a16:creationId xmlns:a16="http://schemas.microsoft.com/office/drawing/2014/main" id="{F86F10BB-0290-5008-47B0-549A56C56BCC}"/>
                </a:ext>
              </a:extLst>
            </p:cNvPr>
            <p:cNvSpPr/>
            <p:nvPr/>
          </p:nvSpPr>
          <p:spPr>
            <a:xfrm>
              <a:off x="2474198" y="333975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306;p19">
              <a:extLst>
                <a:ext uri="{FF2B5EF4-FFF2-40B4-BE49-F238E27FC236}">
                  <a16:creationId xmlns:a16="http://schemas.microsoft.com/office/drawing/2014/main" id="{E9208ED0-E751-C202-CB50-BD1A4E0522C3}"/>
                </a:ext>
              </a:extLst>
            </p:cNvPr>
            <p:cNvSpPr/>
            <p:nvPr/>
          </p:nvSpPr>
          <p:spPr>
            <a:xfrm>
              <a:off x="2474198" y="3455463"/>
              <a:ext cx="38273" cy="53226"/>
            </a:xfrm>
            <a:custGeom>
              <a:avLst/>
              <a:gdLst/>
              <a:ahLst/>
              <a:cxnLst/>
              <a:rect l="l" t="t" r="r" b="b"/>
              <a:pathLst>
                <a:path w="558" h="776" extrusionOk="0">
                  <a:moveTo>
                    <a:pt x="1" y="0"/>
                  </a:moveTo>
                  <a:lnTo>
                    <a:pt x="1" y="301"/>
                  </a:lnTo>
                  <a:lnTo>
                    <a:pt x="275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557" y="529"/>
                  </a:lnTo>
                  <a:lnTo>
                    <a:pt x="55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307;p19">
              <a:extLst>
                <a:ext uri="{FF2B5EF4-FFF2-40B4-BE49-F238E27FC236}">
                  <a16:creationId xmlns:a16="http://schemas.microsoft.com/office/drawing/2014/main" id="{31F7A4FE-EE92-D397-DE5B-494223EADDBA}"/>
                </a:ext>
              </a:extLst>
            </p:cNvPr>
            <p:cNvSpPr/>
            <p:nvPr/>
          </p:nvSpPr>
          <p:spPr>
            <a:xfrm>
              <a:off x="2552390" y="310833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308;p19">
              <a:extLst>
                <a:ext uri="{FF2B5EF4-FFF2-40B4-BE49-F238E27FC236}">
                  <a16:creationId xmlns:a16="http://schemas.microsoft.com/office/drawing/2014/main" id="{3D20A355-C2C9-0651-1C38-BC4C5B965424}"/>
                </a:ext>
              </a:extLst>
            </p:cNvPr>
            <p:cNvSpPr/>
            <p:nvPr/>
          </p:nvSpPr>
          <p:spPr>
            <a:xfrm>
              <a:off x="2552390" y="322404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309;p19">
              <a:extLst>
                <a:ext uri="{FF2B5EF4-FFF2-40B4-BE49-F238E27FC236}">
                  <a16:creationId xmlns:a16="http://schemas.microsoft.com/office/drawing/2014/main" id="{3A95B1CA-17C2-67B4-7A3A-7EC2660BD42D}"/>
                </a:ext>
              </a:extLst>
            </p:cNvPr>
            <p:cNvSpPr/>
            <p:nvPr/>
          </p:nvSpPr>
          <p:spPr>
            <a:xfrm>
              <a:off x="2634354" y="3107716"/>
              <a:ext cx="388494" cy="55078"/>
            </a:xfrm>
            <a:custGeom>
              <a:avLst/>
              <a:gdLst/>
              <a:ahLst/>
              <a:cxnLst/>
              <a:rect l="l" t="t" r="r" b="b"/>
              <a:pathLst>
                <a:path w="5664" h="803" extrusionOk="0">
                  <a:moveTo>
                    <a:pt x="0" y="0"/>
                  </a:moveTo>
                  <a:lnTo>
                    <a:pt x="0" y="803"/>
                  </a:lnTo>
                  <a:lnTo>
                    <a:pt x="5663" y="803"/>
                  </a:lnTo>
                  <a:lnTo>
                    <a:pt x="5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310;p19">
              <a:extLst>
                <a:ext uri="{FF2B5EF4-FFF2-40B4-BE49-F238E27FC236}">
                  <a16:creationId xmlns:a16="http://schemas.microsoft.com/office/drawing/2014/main" id="{FEDBE77B-F685-CD57-7A5D-61441C075B33}"/>
                </a:ext>
              </a:extLst>
            </p:cNvPr>
            <p:cNvSpPr/>
            <p:nvPr/>
          </p:nvSpPr>
          <p:spPr>
            <a:xfrm>
              <a:off x="2634354" y="3223426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311;p19">
              <a:extLst>
                <a:ext uri="{FF2B5EF4-FFF2-40B4-BE49-F238E27FC236}">
                  <a16:creationId xmlns:a16="http://schemas.microsoft.com/office/drawing/2014/main" id="{86080E6D-3675-55FE-C9F2-F6108F2D15B9}"/>
                </a:ext>
              </a:extLst>
            </p:cNvPr>
            <p:cNvSpPr/>
            <p:nvPr/>
          </p:nvSpPr>
          <p:spPr>
            <a:xfrm>
              <a:off x="2539289" y="3454160"/>
              <a:ext cx="616761" cy="55146"/>
            </a:xfrm>
            <a:custGeom>
              <a:avLst/>
              <a:gdLst/>
              <a:ahLst/>
              <a:cxnLst/>
              <a:rect l="l" t="t" r="r" b="b"/>
              <a:pathLst>
                <a:path w="8992" h="804" extrusionOk="0">
                  <a:moveTo>
                    <a:pt x="0" y="1"/>
                  </a:moveTo>
                  <a:lnTo>
                    <a:pt x="0" y="803"/>
                  </a:lnTo>
                  <a:lnTo>
                    <a:pt x="8991" y="803"/>
                  </a:lnTo>
                  <a:lnTo>
                    <a:pt x="89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312;p19">
              <a:extLst>
                <a:ext uri="{FF2B5EF4-FFF2-40B4-BE49-F238E27FC236}">
                  <a16:creationId xmlns:a16="http://schemas.microsoft.com/office/drawing/2014/main" id="{0731EB98-E3B3-52C0-DA5B-B76CEE9C7596}"/>
                </a:ext>
              </a:extLst>
            </p:cNvPr>
            <p:cNvSpPr/>
            <p:nvPr/>
          </p:nvSpPr>
          <p:spPr>
            <a:xfrm>
              <a:off x="2551773" y="3338450"/>
              <a:ext cx="736245" cy="55146"/>
            </a:xfrm>
            <a:custGeom>
              <a:avLst/>
              <a:gdLst/>
              <a:ahLst/>
              <a:cxnLst/>
              <a:rect l="l" t="t" r="r" b="b"/>
              <a:pathLst>
                <a:path w="10734" h="804" extrusionOk="0">
                  <a:moveTo>
                    <a:pt x="1" y="1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86" name="Imagen 1485">
            <a:extLst>
              <a:ext uri="{FF2B5EF4-FFF2-40B4-BE49-F238E27FC236}">
                <a16:creationId xmlns:a16="http://schemas.microsoft.com/office/drawing/2014/main" id="{42B94A91-6596-BB67-337F-0E4A76A94C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4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3020" y="-212403"/>
            <a:ext cx="3436239" cy="29221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87715486-D981-135B-622B-827D8FFD2697}"/>
              </a:ext>
            </a:extLst>
          </p:cNvPr>
          <p:cNvSpPr/>
          <p:nvPr/>
        </p:nvSpPr>
        <p:spPr>
          <a:xfrm>
            <a:off x="2862146" y="1278673"/>
            <a:ext cx="6028128" cy="944138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3754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3">
          <a:extLst>
            <a:ext uri="{FF2B5EF4-FFF2-40B4-BE49-F238E27FC236}">
              <a16:creationId xmlns:a16="http://schemas.microsoft.com/office/drawing/2014/main" id="{751978BE-86F8-0740-4057-B74F3DC80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41">
            <a:extLst>
              <a:ext uri="{FF2B5EF4-FFF2-40B4-BE49-F238E27FC236}">
                <a16:creationId xmlns:a16="http://schemas.microsoft.com/office/drawing/2014/main" id="{D66A1DE1-141A-7BF3-B7B7-7006FF4FB3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</a:t>
            </a:r>
            <a:endParaRPr dirty="0"/>
          </a:p>
        </p:txBody>
      </p:sp>
      <p:grpSp>
        <p:nvGrpSpPr>
          <p:cNvPr id="1438" name="Google Shape;1438;p41">
            <a:extLst>
              <a:ext uri="{FF2B5EF4-FFF2-40B4-BE49-F238E27FC236}">
                <a16:creationId xmlns:a16="http://schemas.microsoft.com/office/drawing/2014/main" id="{6B8F76B6-DE37-BD7F-07F8-4C77A414EF52}"/>
              </a:ext>
            </a:extLst>
          </p:cNvPr>
          <p:cNvGrpSpPr/>
          <p:nvPr/>
        </p:nvGrpSpPr>
        <p:grpSpPr>
          <a:xfrm>
            <a:off x="2955000" y="2540049"/>
            <a:ext cx="5731800" cy="1077952"/>
            <a:chOff x="2955000" y="2789525"/>
            <a:chExt cx="5731800" cy="579000"/>
          </a:xfrm>
        </p:grpSpPr>
        <p:sp>
          <p:nvSpPr>
            <p:cNvPr id="1439" name="Google Shape;1439;p41">
              <a:extLst>
                <a:ext uri="{FF2B5EF4-FFF2-40B4-BE49-F238E27FC236}">
                  <a16:creationId xmlns:a16="http://schemas.microsoft.com/office/drawing/2014/main" id="{53AAFE86-AFA2-B636-6920-EB9DDC83289C}"/>
                </a:ext>
              </a:extLst>
            </p:cNvPr>
            <p:cNvSpPr txBox="1"/>
            <p:nvPr/>
          </p:nvSpPr>
          <p:spPr>
            <a:xfrm>
              <a:off x="2955000" y="2789525"/>
              <a:ext cx="107868" cy="579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40" name="Google Shape;1440;p41">
              <a:extLst>
                <a:ext uri="{FF2B5EF4-FFF2-40B4-BE49-F238E27FC236}">
                  <a16:creationId xmlns:a16="http://schemas.microsoft.com/office/drawing/2014/main" id="{A7587EA8-FDA8-A627-16AE-3C9F33750137}"/>
                </a:ext>
              </a:extLst>
            </p:cNvPr>
            <p:cNvSpPr txBox="1"/>
            <p:nvPr/>
          </p:nvSpPr>
          <p:spPr>
            <a:xfrm>
              <a:off x="3062868" y="2792981"/>
              <a:ext cx="5623932" cy="572100"/>
            </a:xfrm>
            <a:prstGeom prst="rect">
              <a:avLst/>
            </a:prstGeom>
            <a:solidFill>
              <a:srgbClr val="419AB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just"/>
              <a:r>
                <a:rPr lang="en-US" dirty="0"/>
                <a:t>These models can support clinicians in </a:t>
              </a:r>
              <a:r>
                <a:rPr lang="en-US" b="1" dirty="0"/>
                <a:t>recognizing subtle signs </a:t>
              </a:r>
              <a:r>
                <a:rPr lang="en-US" dirty="0"/>
                <a:t>that might otherwise go unnoticed, </a:t>
              </a:r>
              <a:r>
                <a:rPr lang="en-US" b="1" dirty="0"/>
                <a:t>gain deeper insight </a:t>
              </a:r>
              <a:r>
                <a:rPr lang="en-US" dirty="0"/>
                <a:t>into the </a:t>
              </a:r>
              <a:r>
                <a:rPr lang="en-US" b="1" dirty="0"/>
                <a:t>complex interactions that contribute to neurodegenerative disorders </a:t>
              </a:r>
              <a:r>
                <a:rPr lang="en-US" dirty="0"/>
                <a:t>and reach </a:t>
              </a:r>
              <a:r>
                <a:rPr lang="en-US" b="1" dirty="0"/>
                <a:t>more personalized and proactive patient care</a:t>
              </a:r>
              <a:r>
                <a:rPr lang="en-US" dirty="0"/>
                <a:t>. 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41" name="Google Shape;1441;p41">
            <a:extLst>
              <a:ext uri="{FF2B5EF4-FFF2-40B4-BE49-F238E27FC236}">
                <a16:creationId xmlns:a16="http://schemas.microsoft.com/office/drawing/2014/main" id="{B50EBC2C-5508-863A-064F-FF7CD2E7AD48}"/>
              </a:ext>
            </a:extLst>
          </p:cNvPr>
          <p:cNvGrpSpPr/>
          <p:nvPr/>
        </p:nvGrpSpPr>
        <p:grpSpPr>
          <a:xfrm>
            <a:off x="2955000" y="1424974"/>
            <a:ext cx="5731800" cy="579006"/>
            <a:chOff x="2955000" y="1424974"/>
            <a:chExt cx="5731800" cy="579006"/>
          </a:xfrm>
        </p:grpSpPr>
        <p:sp>
          <p:nvSpPr>
            <p:cNvPr id="1442" name="Google Shape;1442;p41">
              <a:extLst>
                <a:ext uri="{FF2B5EF4-FFF2-40B4-BE49-F238E27FC236}">
                  <a16:creationId xmlns:a16="http://schemas.microsoft.com/office/drawing/2014/main" id="{3D5C96A7-CE11-B253-8D8A-2D23089A7D9D}"/>
                </a:ext>
              </a:extLst>
            </p:cNvPr>
            <p:cNvSpPr txBox="1"/>
            <p:nvPr/>
          </p:nvSpPr>
          <p:spPr>
            <a:xfrm>
              <a:off x="2955000" y="1424974"/>
              <a:ext cx="107868" cy="579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43" name="Google Shape;1443;p41">
              <a:extLst>
                <a:ext uri="{FF2B5EF4-FFF2-40B4-BE49-F238E27FC236}">
                  <a16:creationId xmlns:a16="http://schemas.microsoft.com/office/drawing/2014/main" id="{F60B8B8D-FD19-D64B-1CA7-F7F941E741F0}"/>
                </a:ext>
              </a:extLst>
            </p:cNvPr>
            <p:cNvSpPr txBox="1"/>
            <p:nvPr/>
          </p:nvSpPr>
          <p:spPr>
            <a:xfrm>
              <a:off x="3062868" y="1424980"/>
              <a:ext cx="5623932" cy="579000"/>
            </a:xfrm>
            <a:prstGeom prst="rect">
              <a:avLst/>
            </a:prstGeom>
            <a:solidFill>
              <a:srgbClr val="8DA4BA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Two machine learning </a:t>
              </a:r>
              <a:r>
                <a:rPr lang="en" b="1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predictive models with impresive performance were developed sucessfully.</a:t>
              </a:r>
              <a:endParaRPr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44" name="Google Shape;1444;p41">
            <a:extLst>
              <a:ext uri="{FF2B5EF4-FFF2-40B4-BE49-F238E27FC236}">
                <a16:creationId xmlns:a16="http://schemas.microsoft.com/office/drawing/2014/main" id="{46F5E5EF-77EF-C1D3-EE12-E50C068557BB}"/>
              </a:ext>
            </a:extLst>
          </p:cNvPr>
          <p:cNvGrpSpPr/>
          <p:nvPr/>
        </p:nvGrpSpPr>
        <p:grpSpPr>
          <a:xfrm>
            <a:off x="2955000" y="4010624"/>
            <a:ext cx="5731800" cy="721408"/>
            <a:chOff x="2955000" y="4152025"/>
            <a:chExt cx="5731800" cy="577750"/>
          </a:xfrm>
        </p:grpSpPr>
        <p:sp>
          <p:nvSpPr>
            <p:cNvPr id="1445" name="Google Shape;1445;p41">
              <a:extLst>
                <a:ext uri="{FF2B5EF4-FFF2-40B4-BE49-F238E27FC236}">
                  <a16:creationId xmlns:a16="http://schemas.microsoft.com/office/drawing/2014/main" id="{C93C2B25-0495-C8DD-6BA8-256E083D6D2F}"/>
                </a:ext>
              </a:extLst>
            </p:cNvPr>
            <p:cNvSpPr txBox="1"/>
            <p:nvPr/>
          </p:nvSpPr>
          <p:spPr>
            <a:xfrm>
              <a:off x="2955000" y="4154075"/>
              <a:ext cx="107868" cy="575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46" name="Google Shape;1446;p41">
              <a:extLst>
                <a:ext uri="{FF2B5EF4-FFF2-40B4-BE49-F238E27FC236}">
                  <a16:creationId xmlns:a16="http://schemas.microsoft.com/office/drawing/2014/main" id="{3B88B3A5-1D2E-742D-A4F3-62AD727C48E2}"/>
                </a:ext>
              </a:extLst>
            </p:cNvPr>
            <p:cNvSpPr txBox="1"/>
            <p:nvPr/>
          </p:nvSpPr>
          <p:spPr>
            <a:xfrm>
              <a:off x="3062868" y="4152025"/>
              <a:ext cx="5623932" cy="577747"/>
            </a:xfrm>
            <a:prstGeom prst="rect">
              <a:avLst/>
            </a:prstGeom>
            <a:solidFill>
              <a:srgbClr val="2F809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/>
              <a:r>
                <a:rPr lang="en-US" b="1" dirty="0"/>
                <a:t>Timely diagnosis </a:t>
              </a:r>
              <a:r>
                <a:rPr lang="en-US" dirty="0"/>
                <a:t>will improve the </a:t>
              </a:r>
              <a:r>
                <a:rPr lang="en-US" b="1" dirty="0"/>
                <a:t>effectiveness of available therapeutic interventions</a:t>
              </a:r>
              <a:r>
                <a:rPr lang="en-US" dirty="0"/>
                <a:t>,</a:t>
              </a:r>
              <a:r>
                <a:rPr lang="en-US" b="1" dirty="0"/>
                <a:t> influencing patient outcomes and long-term quality of life</a:t>
              </a:r>
              <a:r>
                <a:rPr lang="en-US" dirty="0"/>
                <a:t>.</a:t>
              </a:r>
            </a:p>
          </p:txBody>
        </p:sp>
      </p:grpSp>
      <p:cxnSp>
        <p:nvCxnSpPr>
          <p:cNvPr id="1448" name="Google Shape;1448;p41">
            <a:extLst>
              <a:ext uri="{FF2B5EF4-FFF2-40B4-BE49-F238E27FC236}">
                <a16:creationId xmlns:a16="http://schemas.microsoft.com/office/drawing/2014/main" id="{8C5D9EDD-DF02-5BFF-89AE-4305C807D795}"/>
              </a:ext>
            </a:extLst>
          </p:cNvPr>
          <p:cNvCxnSpPr>
            <a:cxnSpLocks/>
            <a:endCxn id="1442" idx="1"/>
          </p:cNvCxnSpPr>
          <p:nvPr/>
        </p:nvCxnSpPr>
        <p:spPr>
          <a:xfrm flipV="1">
            <a:off x="1655100" y="1714474"/>
            <a:ext cx="1299900" cy="1364551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9" name="Google Shape;1449;p41">
            <a:extLst>
              <a:ext uri="{FF2B5EF4-FFF2-40B4-BE49-F238E27FC236}">
                <a16:creationId xmlns:a16="http://schemas.microsoft.com/office/drawing/2014/main" id="{0FE0B692-2A7B-D135-C394-98ACF79AE6B7}"/>
              </a:ext>
            </a:extLst>
          </p:cNvPr>
          <p:cNvCxnSpPr>
            <a:cxnSpLocks/>
            <a:endCxn id="1439" idx="1"/>
          </p:cNvCxnSpPr>
          <p:nvPr/>
        </p:nvCxnSpPr>
        <p:spPr>
          <a:xfrm>
            <a:off x="1761893" y="3079025"/>
            <a:ext cx="1193107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0" name="Google Shape;1450;p41">
            <a:extLst>
              <a:ext uri="{FF2B5EF4-FFF2-40B4-BE49-F238E27FC236}">
                <a16:creationId xmlns:a16="http://schemas.microsoft.com/office/drawing/2014/main" id="{46A336FE-CAAE-C77D-A037-C15CFEE77D45}"/>
              </a:ext>
            </a:extLst>
          </p:cNvPr>
          <p:cNvCxnSpPr>
            <a:cxnSpLocks/>
            <a:endCxn id="1445" idx="1"/>
          </p:cNvCxnSpPr>
          <p:nvPr/>
        </p:nvCxnSpPr>
        <p:spPr>
          <a:xfrm>
            <a:off x="1655100" y="3081275"/>
            <a:ext cx="1299900" cy="1291333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" name="Google Shape;230;p19">
            <a:extLst>
              <a:ext uri="{FF2B5EF4-FFF2-40B4-BE49-F238E27FC236}">
                <a16:creationId xmlns:a16="http://schemas.microsoft.com/office/drawing/2014/main" id="{8F81B8A2-C6B8-642A-D4B5-9FA7F25EC6C5}"/>
              </a:ext>
            </a:extLst>
          </p:cNvPr>
          <p:cNvGrpSpPr/>
          <p:nvPr/>
        </p:nvGrpSpPr>
        <p:grpSpPr>
          <a:xfrm>
            <a:off x="141880" y="2609921"/>
            <a:ext cx="1726541" cy="1103365"/>
            <a:chOff x="922500" y="2861275"/>
            <a:chExt cx="2802712" cy="1700603"/>
          </a:xfrm>
        </p:grpSpPr>
        <p:sp>
          <p:nvSpPr>
            <p:cNvPr id="8" name="Google Shape;231;p19">
              <a:extLst>
                <a:ext uri="{FF2B5EF4-FFF2-40B4-BE49-F238E27FC236}">
                  <a16:creationId xmlns:a16="http://schemas.microsoft.com/office/drawing/2014/main" id="{8E5520B8-2883-FF6F-8B56-81268859D476}"/>
                </a:ext>
              </a:extLst>
            </p:cNvPr>
            <p:cNvSpPr/>
            <p:nvPr/>
          </p:nvSpPr>
          <p:spPr>
            <a:xfrm>
              <a:off x="1123878" y="2861275"/>
              <a:ext cx="2400581" cy="1481132"/>
            </a:xfrm>
            <a:custGeom>
              <a:avLst/>
              <a:gdLst/>
              <a:ahLst/>
              <a:cxnLst/>
              <a:rect l="l" t="t" r="r" b="b"/>
              <a:pathLst>
                <a:path w="34999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33421" y="21593"/>
                  </a:lnTo>
                  <a:lnTo>
                    <a:pt x="33585" y="21584"/>
                  </a:lnTo>
                  <a:lnTo>
                    <a:pt x="33740" y="21557"/>
                  </a:lnTo>
                  <a:lnTo>
                    <a:pt x="33886" y="21520"/>
                  </a:lnTo>
                  <a:lnTo>
                    <a:pt x="34032" y="21466"/>
                  </a:lnTo>
                  <a:lnTo>
                    <a:pt x="34168" y="21402"/>
                  </a:lnTo>
                  <a:lnTo>
                    <a:pt x="34296" y="21320"/>
                  </a:lnTo>
                  <a:lnTo>
                    <a:pt x="34424" y="21228"/>
                  </a:lnTo>
                  <a:lnTo>
                    <a:pt x="34533" y="21128"/>
                  </a:lnTo>
                  <a:lnTo>
                    <a:pt x="34633" y="21019"/>
                  </a:lnTo>
                  <a:lnTo>
                    <a:pt x="34725" y="20891"/>
                  </a:lnTo>
                  <a:lnTo>
                    <a:pt x="34807" y="20763"/>
                  </a:lnTo>
                  <a:lnTo>
                    <a:pt x="34870" y="20627"/>
                  </a:lnTo>
                  <a:lnTo>
                    <a:pt x="34925" y="20481"/>
                  </a:lnTo>
                  <a:lnTo>
                    <a:pt x="34962" y="20335"/>
                  </a:lnTo>
                  <a:lnTo>
                    <a:pt x="34989" y="20180"/>
                  </a:lnTo>
                  <a:lnTo>
                    <a:pt x="34998" y="20016"/>
                  </a:lnTo>
                  <a:lnTo>
                    <a:pt x="34998" y="1578"/>
                  </a:lnTo>
                  <a:lnTo>
                    <a:pt x="34989" y="1414"/>
                  </a:lnTo>
                  <a:lnTo>
                    <a:pt x="34962" y="1259"/>
                  </a:lnTo>
                  <a:lnTo>
                    <a:pt x="34925" y="1113"/>
                  </a:lnTo>
                  <a:lnTo>
                    <a:pt x="34870" y="967"/>
                  </a:lnTo>
                  <a:lnTo>
                    <a:pt x="34807" y="830"/>
                  </a:lnTo>
                  <a:lnTo>
                    <a:pt x="34725" y="703"/>
                  </a:lnTo>
                  <a:lnTo>
                    <a:pt x="34633" y="575"/>
                  </a:lnTo>
                  <a:lnTo>
                    <a:pt x="34533" y="466"/>
                  </a:lnTo>
                  <a:lnTo>
                    <a:pt x="34424" y="365"/>
                  </a:lnTo>
                  <a:lnTo>
                    <a:pt x="34296" y="274"/>
                  </a:lnTo>
                  <a:lnTo>
                    <a:pt x="34168" y="192"/>
                  </a:lnTo>
                  <a:lnTo>
                    <a:pt x="34032" y="128"/>
                  </a:lnTo>
                  <a:lnTo>
                    <a:pt x="33886" y="73"/>
                  </a:lnTo>
                  <a:lnTo>
                    <a:pt x="33740" y="37"/>
                  </a:lnTo>
                  <a:lnTo>
                    <a:pt x="33585" y="10"/>
                  </a:lnTo>
                  <a:lnTo>
                    <a:pt x="3342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32;p19">
              <a:extLst>
                <a:ext uri="{FF2B5EF4-FFF2-40B4-BE49-F238E27FC236}">
                  <a16:creationId xmlns:a16="http://schemas.microsoft.com/office/drawing/2014/main" id="{B3E7E2BA-D9F5-9DCE-B943-67193CF26195}"/>
                </a:ext>
              </a:extLst>
            </p:cNvPr>
            <p:cNvSpPr/>
            <p:nvPr/>
          </p:nvSpPr>
          <p:spPr>
            <a:xfrm>
              <a:off x="1123878" y="2861275"/>
              <a:ext cx="1211574" cy="1481132"/>
            </a:xfrm>
            <a:custGeom>
              <a:avLst/>
              <a:gdLst/>
              <a:ahLst/>
              <a:cxnLst/>
              <a:rect l="l" t="t" r="r" b="b"/>
              <a:pathLst>
                <a:path w="17664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17664" y="21593"/>
                  </a:lnTo>
                  <a:lnTo>
                    <a:pt x="17664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33;p19">
              <a:extLst>
                <a:ext uri="{FF2B5EF4-FFF2-40B4-BE49-F238E27FC236}">
                  <a16:creationId xmlns:a16="http://schemas.microsoft.com/office/drawing/2014/main" id="{B9AA7FA4-EA84-6EC8-B35B-0F3FC4C6D4B5}"/>
                </a:ext>
              </a:extLst>
            </p:cNvPr>
            <p:cNvSpPr/>
            <p:nvPr/>
          </p:nvSpPr>
          <p:spPr>
            <a:xfrm>
              <a:off x="2335373" y="2861275"/>
              <a:ext cx="1189076" cy="1481132"/>
            </a:xfrm>
            <a:custGeom>
              <a:avLst/>
              <a:gdLst/>
              <a:ahLst/>
              <a:cxnLst/>
              <a:rect l="l" t="t" r="r" b="b"/>
              <a:pathLst>
                <a:path w="17336" h="21594" extrusionOk="0">
                  <a:moveTo>
                    <a:pt x="1" y="0"/>
                  </a:moveTo>
                  <a:lnTo>
                    <a:pt x="1" y="21593"/>
                  </a:lnTo>
                  <a:lnTo>
                    <a:pt x="15758" y="21593"/>
                  </a:lnTo>
                  <a:lnTo>
                    <a:pt x="15922" y="21584"/>
                  </a:lnTo>
                  <a:lnTo>
                    <a:pt x="16077" y="21557"/>
                  </a:lnTo>
                  <a:lnTo>
                    <a:pt x="16223" y="21520"/>
                  </a:lnTo>
                  <a:lnTo>
                    <a:pt x="16369" y="21466"/>
                  </a:lnTo>
                  <a:lnTo>
                    <a:pt x="16505" y="21402"/>
                  </a:lnTo>
                  <a:lnTo>
                    <a:pt x="16633" y="21320"/>
                  </a:lnTo>
                  <a:lnTo>
                    <a:pt x="16761" y="21228"/>
                  </a:lnTo>
                  <a:lnTo>
                    <a:pt x="16870" y="21128"/>
                  </a:lnTo>
                  <a:lnTo>
                    <a:pt x="16970" y="21019"/>
                  </a:lnTo>
                  <a:lnTo>
                    <a:pt x="17062" y="20891"/>
                  </a:lnTo>
                  <a:lnTo>
                    <a:pt x="17144" y="20763"/>
                  </a:lnTo>
                  <a:lnTo>
                    <a:pt x="17207" y="20627"/>
                  </a:lnTo>
                  <a:lnTo>
                    <a:pt x="17262" y="20481"/>
                  </a:lnTo>
                  <a:lnTo>
                    <a:pt x="17299" y="20335"/>
                  </a:lnTo>
                  <a:lnTo>
                    <a:pt x="17326" y="20180"/>
                  </a:lnTo>
                  <a:lnTo>
                    <a:pt x="17335" y="20016"/>
                  </a:lnTo>
                  <a:lnTo>
                    <a:pt x="17335" y="1578"/>
                  </a:lnTo>
                  <a:lnTo>
                    <a:pt x="17326" y="1414"/>
                  </a:lnTo>
                  <a:lnTo>
                    <a:pt x="17299" y="1259"/>
                  </a:lnTo>
                  <a:lnTo>
                    <a:pt x="17262" y="1113"/>
                  </a:lnTo>
                  <a:lnTo>
                    <a:pt x="17207" y="967"/>
                  </a:lnTo>
                  <a:lnTo>
                    <a:pt x="17144" y="830"/>
                  </a:lnTo>
                  <a:lnTo>
                    <a:pt x="17062" y="703"/>
                  </a:lnTo>
                  <a:lnTo>
                    <a:pt x="16970" y="575"/>
                  </a:lnTo>
                  <a:lnTo>
                    <a:pt x="16870" y="466"/>
                  </a:lnTo>
                  <a:lnTo>
                    <a:pt x="16761" y="365"/>
                  </a:lnTo>
                  <a:lnTo>
                    <a:pt x="16633" y="274"/>
                  </a:lnTo>
                  <a:lnTo>
                    <a:pt x="16505" y="192"/>
                  </a:lnTo>
                  <a:lnTo>
                    <a:pt x="16369" y="128"/>
                  </a:lnTo>
                  <a:lnTo>
                    <a:pt x="16223" y="73"/>
                  </a:lnTo>
                  <a:lnTo>
                    <a:pt x="16077" y="37"/>
                  </a:lnTo>
                  <a:lnTo>
                    <a:pt x="15922" y="10"/>
                  </a:lnTo>
                  <a:lnTo>
                    <a:pt x="15758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34;p19">
              <a:extLst>
                <a:ext uri="{FF2B5EF4-FFF2-40B4-BE49-F238E27FC236}">
                  <a16:creationId xmlns:a16="http://schemas.microsoft.com/office/drawing/2014/main" id="{F077C988-0C86-BB2C-73FF-42984B437FD1}"/>
                </a:ext>
              </a:extLst>
            </p:cNvPr>
            <p:cNvSpPr/>
            <p:nvPr/>
          </p:nvSpPr>
          <p:spPr>
            <a:xfrm>
              <a:off x="1210233" y="2957574"/>
              <a:ext cx="2227254" cy="1287846"/>
            </a:xfrm>
            <a:custGeom>
              <a:avLst/>
              <a:gdLst/>
              <a:ahLst/>
              <a:cxnLst/>
              <a:rect l="l" t="t" r="r" b="b"/>
              <a:pathLst>
                <a:path w="32472" h="18776" extrusionOk="0">
                  <a:moveTo>
                    <a:pt x="949" y="1"/>
                  </a:moveTo>
                  <a:lnTo>
                    <a:pt x="848" y="10"/>
                  </a:lnTo>
                  <a:lnTo>
                    <a:pt x="757" y="28"/>
                  </a:lnTo>
                  <a:lnTo>
                    <a:pt x="666" y="46"/>
                  </a:lnTo>
                  <a:lnTo>
                    <a:pt x="584" y="83"/>
                  </a:lnTo>
                  <a:lnTo>
                    <a:pt x="502" y="119"/>
                  </a:lnTo>
                  <a:lnTo>
                    <a:pt x="420" y="165"/>
                  </a:lnTo>
                  <a:lnTo>
                    <a:pt x="347" y="220"/>
                  </a:lnTo>
                  <a:lnTo>
                    <a:pt x="283" y="283"/>
                  </a:lnTo>
                  <a:lnTo>
                    <a:pt x="219" y="347"/>
                  </a:lnTo>
                  <a:lnTo>
                    <a:pt x="164" y="420"/>
                  </a:lnTo>
                  <a:lnTo>
                    <a:pt x="119" y="502"/>
                  </a:lnTo>
                  <a:lnTo>
                    <a:pt x="73" y="584"/>
                  </a:lnTo>
                  <a:lnTo>
                    <a:pt x="46" y="675"/>
                  </a:lnTo>
                  <a:lnTo>
                    <a:pt x="19" y="758"/>
                  </a:lnTo>
                  <a:lnTo>
                    <a:pt x="9" y="858"/>
                  </a:lnTo>
                  <a:lnTo>
                    <a:pt x="0" y="949"/>
                  </a:lnTo>
                  <a:lnTo>
                    <a:pt x="0" y="17837"/>
                  </a:lnTo>
                  <a:lnTo>
                    <a:pt x="9" y="17928"/>
                  </a:lnTo>
                  <a:lnTo>
                    <a:pt x="19" y="18028"/>
                  </a:lnTo>
                  <a:lnTo>
                    <a:pt x="46" y="18119"/>
                  </a:lnTo>
                  <a:lnTo>
                    <a:pt x="73" y="18201"/>
                  </a:lnTo>
                  <a:lnTo>
                    <a:pt x="119" y="18283"/>
                  </a:lnTo>
                  <a:lnTo>
                    <a:pt x="164" y="18366"/>
                  </a:lnTo>
                  <a:lnTo>
                    <a:pt x="219" y="18438"/>
                  </a:lnTo>
                  <a:lnTo>
                    <a:pt x="283" y="18502"/>
                  </a:lnTo>
                  <a:lnTo>
                    <a:pt x="347" y="18566"/>
                  </a:lnTo>
                  <a:lnTo>
                    <a:pt x="420" y="18621"/>
                  </a:lnTo>
                  <a:lnTo>
                    <a:pt x="502" y="18666"/>
                  </a:lnTo>
                  <a:lnTo>
                    <a:pt x="584" y="18703"/>
                  </a:lnTo>
                  <a:lnTo>
                    <a:pt x="666" y="18739"/>
                  </a:lnTo>
                  <a:lnTo>
                    <a:pt x="757" y="18758"/>
                  </a:lnTo>
                  <a:lnTo>
                    <a:pt x="848" y="18776"/>
                  </a:lnTo>
                  <a:lnTo>
                    <a:pt x="31624" y="18776"/>
                  </a:lnTo>
                  <a:lnTo>
                    <a:pt x="31715" y="18758"/>
                  </a:lnTo>
                  <a:lnTo>
                    <a:pt x="31806" y="18739"/>
                  </a:lnTo>
                  <a:lnTo>
                    <a:pt x="31897" y="18703"/>
                  </a:lnTo>
                  <a:lnTo>
                    <a:pt x="31979" y="18666"/>
                  </a:lnTo>
                  <a:lnTo>
                    <a:pt x="32052" y="18621"/>
                  </a:lnTo>
                  <a:lnTo>
                    <a:pt x="32125" y="18566"/>
                  </a:lnTo>
                  <a:lnTo>
                    <a:pt x="32189" y="18502"/>
                  </a:lnTo>
                  <a:lnTo>
                    <a:pt x="32253" y="18438"/>
                  </a:lnTo>
                  <a:lnTo>
                    <a:pt x="32308" y="18366"/>
                  </a:lnTo>
                  <a:lnTo>
                    <a:pt x="32353" y="18283"/>
                  </a:lnTo>
                  <a:lnTo>
                    <a:pt x="32399" y="18201"/>
                  </a:lnTo>
                  <a:lnTo>
                    <a:pt x="32426" y="18119"/>
                  </a:lnTo>
                  <a:lnTo>
                    <a:pt x="32453" y="18028"/>
                  </a:lnTo>
                  <a:lnTo>
                    <a:pt x="32463" y="17928"/>
                  </a:lnTo>
                  <a:lnTo>
                    <a:pt x="32472" y="17837"/>
                  </a:lnTo>
                  <a:lnTo>
                    <a:pt x="32472" y="949"/>
                  </a:lnTo>
                  <a:lnTo>
                    <a:pt x="32463" y="858"/>
                  </a:lnTo>
                  <a:lnTo>
                    <a:pt x="32453" y="758"/>
                  </a:lnTo>
                  <a:lnTo>
                    <a:pt x="32426" y="675"/>
                  </a:lnTo>
                  <a:lnTo>
                    <a:pt x="32399" y="584"/>
                  </a:lnTo>
                  <a:lnTo>
                    <a:pt x="32353" y="502"/>
                  </a:lnTo>
                  <a:lnTo>
                    <a:pt x="32308" y="420"/>
                  </a:lnTo>
                  <a:lnTo>
                    <a:pt x="32253" y="347"/>
                  </a:lnTo>
                  <a:lnTo>
                    <a:pt x="32189" y="283"/>
                  </a:lnTo>
                  <a:lnTo>
                    <a:pt x="32125" y="220"/>
                  </a:lnTo>
                  <a:lnTo>
                    <a:pt x="32052" y="165"/>
                  </a:lnTo>
                  <a:lnTo>
                    <a:pt x="31979" y="119"/>
                  </a:lnTo>
                  <a:lnTo>
                    <a:pt x="31897" y="83"/>
                  </a:lnTo>
                  <a:lnTo>
                    <a:pt x="31806" y="46"/>
                  </a:lnTo>
                  <a:lnTo>
                    <a:pt x="31715" y="28"/>
                  </a:lnTo>
                  <a:lnTo>
                    <a:pt x="31624" y="10"/>
                  </a:lnTo>
                  <a:lnTo>
                    <a:pt x="315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35;p19">
              <a:extLst>
                <a:ext uri="{FF2B5EF4-FFF2-40B4-BE49-F238E27FC236}">
                  <a16:creationId xmlns:a16="http://schemas.microsoft.com/office/drawing/2014/main" id="{135D9CA5-2DD8-FA22-DCA9-9100E6546CEB}"/>
                </a:ext>
              </a:extLst>
            </p:cNvPr>
            <p:cNvSpPr/>
            <p:nvPr/>
          </p:nvSpPr>
          <p:spPr>
            <a:xfrm>
              <a:off x="2335373" y="4342321"/>
              <a:ext cx="1389839" cy="219557"/>
            </a:xfrm>
            <a:custGeom>
              <a:avLst/>
              <a:gdLst/>
              <a:ahLst/>
              <a:cxnLst/>
              <a:rect l="l" t="t" r="r" b="b"/>
              <a:pathLst>
                <a:path w="20263" h="3201" extrusionOk="0">
                  <a:moveTo>
                    <a:pt x="1" y="0"/>
                  </a:moveTo>
                  <a:lnTo>
                    <a:pt x="1" y="3201"/>
                  </a:lnTo>
                  <a:lnTo>
                    <a:pt x="17572" y="3201"/>
                  </a:lnTo>
                  <a:lnTo>
                    <a:pt x="17718" y="3192"/>
                  </a:lnTo>
                  <a:lnTo>
                    <a:pt x="17855" y="3173"/>
                  </a:lnTo>
                  <a:lnTo>
                    <a:pt x="18001" y="3146"/>
                  </a:lnTo>
                  <a:lnTo>
                    <a:pt x="18138" y="3119"/>
                  </a:lnTo>
                  <a:lnTo>
                    <a:pt x="18265" y="3073"/>
                  </a:lnTo>
                  <a:lnTo>
                    <a:pt x="18402" y="3037"/>
                  </a:lnTo>
                  <a:lnTo>
                    <a:pt x="18530" y="2982"/>
                  </a:lnTo>
                  <a:lnTo>
                    <a:pt x="18657" y="2927"/>
                  </a:lnTo>
                  <a:lnTo>
                    <a:pt x="18776" y="2863"/>
                  </a:lnTo>
                  <a:lnTo>
                    <a:pt x="18894" y="2791"/>
                  </a:lnTo>
                  <a:lnTo>
                    <a:pt x="19013" y="2718"/>
                  </a:lnTo>
                  <a:lnTo>
                    <a:pt x="19122" y="2645"/>
                  </a:lnTo>
                  <a:lnTo>
                    <a:pt x="19232" y="2553"/>
                  </a:lnTo>
                  <a:lnTo>
                    <a:pt x="19332" y="2471"/>
                  </a:lnTo>
                  <a:lnTo>
                    <a:pt x="19432" y="2371"/>
                  </a:lnTo>
                  <a:lnTo>
                    <a:pt x="19524" y="2280"/>
                  </a:lnTo>
                  <a:lnTo>
                    <a:pt x="19615" y="2170"/>
                  </a:lnTo>
                  <a:lnTo>
                    <a:pt x="19697" y="2061"/>
                  </a:lnTo>
                  <a:lnTo>
                    <a:pt x="19779" y="1952"/>
                  </a:lnTo>
                  <a:lnTo>
                    <a:pt x="19852" y="1842"/>
                  </a:lnTo>
                  <a:lnTo>
                    <a:pt x="19925" y="1724"/>
                  </a:lnTo>
                  <a:lnTo>
                    <a:pt x="19980" y="1596"/>
                  </a:lnTo>
                  <a:lnTo>
                    <a:pt x="20043" y="1468"/>
                  </a:lnTo>
                  <a:lnTo>
                    <a:pt x="20089" y="1341"/>
                  </a:lnTo>
                  <a:lnTo>
                    <a:pt x="20135" y="1213"/>
                  </a:lnTo>
                  <a:lnTo>
                    <a:pt x="20171" y="1076"/>
                  </a:lnTo>
                  <a:lnTo>
                    <a:pt x="20208" y="939"/>
                  </a:lnTo>
                  <a:lnTo>
                    <a:pt x="20226" y="803"/>
                  </a:lnTo>
                  <a:lnTo>
                    <a:pt x="20244" y="657"/>
                  </a:lnTo>
                  <a:lnTo>
                    <a:pt x="20262" y="511"/>
                  </a:lnTo>
                  <a:lnTo>
                    <a:pt x="20262" y="365"/>
                  </a:lnTo>
                  <a:lnTo>
                    <a:pt x="20262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6;p19">
              <a:extLst>
                <a:ext uri="{FF2B5EF4-FFF2-40B4-BE49-F238E27FC236}">
                  <a16:creationId xmlns:a16="http://schemas.microsoft.com/office/drawing/2014/main" id="{999FCC58-FA22-6DAD-4416-B445CF4BECF6}"/>
                </a:ext>
              </a:extLst>
            </p:cNvPr>
            <p:cNvSpPr/>
            <p:nvPr/>
          </p:nvSpPr>
          <p:spPr>
            <a:xfrm>
              <a:off x="922500" y="4342321"/>
              <a:ext cx="1412954" cy="219557"/>
            </a:xfrm>
            <a:custGeom>
              <a:avLst/>
              <a:gdLst/>
              <a:ahLst/>
              <a:cxnLst/>
              <a:rect l="l" t="t" r="r" b="b"/>
              <a:pathLst>
                <a:path w="20600" h="3201" extrusionOk="0">
                  <a:moveTo>
                    <a:pt x="1" y="0"/>
                  </a:moveTo>
                  <a:lnTo>
                    <a:pt x="1" y="365"/>
                  </a:lnTo>
                  <a:lnTo>
                    <a:pt x="10" y="511"/>
                  </a:lnTo>
                  <a:lnTo>
                    <a:pt x="19" y="657"/>
                  </a:lnTo>
                  <a:lnTo>
                    <a:pt x="37" y="803"/>
                  </a:lnTo>
                  <a:lnTo>
                    <a:pt x="55" y="939"/>
                  </a:lnTo>
                  <a:lnTo>
                    <a:pt x="92" y="1076"/>
                  </a:lnTo>
                  <a:lnTo>
                    <a:pt x="128" y="1213"/>
                  </a:lnTo>
                  <a:lnTo>
                    <a:pt x="174" y="1341"/>
                  </a:lnTo>
                  <a:lnTo>
                    <a:pt x="229" y="1468"/>
                  </a:lnTo>
                  <a:lnTo>
                    <a:pt x="283" y="1596"/>
                  </a:lnTo>
                  <a:lnTo>
                    <a:pt x="347" y="1724"/>
                  </a:lnTo>
                  <a:lnTo>
                    <a:pt x="411" y="1842"/>
                  </a:lnTo>
                  <a:lnTo>
                    <a:pt x="484" y="1952"/>
                  </a:lnTo>
                  <a:lnTo>
                    <a:pt x="566" y="2061"/>
                  </a:lnTo>
                  <a:lnTo>
                    <a:pt x="648" y="2170"/>
                  </a:lnTo>
                  <a:lnTo>
                    <a:pt x="739" y="2280"/>
                  </a:lnTo>
                  <a:lnTo>
                    <a:pt x="831" y="2371"/>
                  </a:lnTo>
                  <a:lnTo>
                    <a:pt x="931" y="2471"/>
                  </a:lnTo>
                  <a:lnTo>
                    <a:pt x="1031" y="2553"/>
                  </a:lnTo>
                  <a:lnTo>
                    <a:pt x="1141" y="2645"/>
                  </a:lnTo>
                  <a:lnTo>
                    <a:pt x="1250" y="2718"/>
                  </a:lnTo>
                  <a:lnTo>
                    <a:pt x="1369" y="2791"/>
                  </a:lnTo>
                  <a:lnTo>
                    <a:pt x="1487" y="2863"/>
                  </a:lnTo>
                  <a:lnTo>
                    <a:pt x="1606" y="2927"/>
                  </a:lnTo>
                  <a:lnTo>
                    <a:pt x="1733" y="2982"/>
                  </a:lnTo>
                  <a:lnTo>
                    <a:pt x="1861" y="3037"/>
                  </a:lnTo>
                  <a:lnTo>
                    <a:pt x="1998" y="3073"/>
                  </a:lnTo>
                  <a:lnTo>
                    <a:pt x="2125" y="3119"/>
                  </a:lnTo>
                  <a:lnTo>
                    <a:pt x="2271" y="3146"/>
                  </a:lnTo>
                  <a:lnTo>
                    <a:pt x="2408" y="3173"/>
                  </a:lnTo>
                  <a:lnTo>
                    <a:pt x="2545" y="3192"/>
                  </a:lnTo>
                  <a:lnTo>
                    <a:pt x="2691" y="3201"/>
                  </a:lnTo>
                  <a:lnTo>
                    <a:pt x="20600" y="3201"/>
                  </a:lnTo>
                  <a:lnTo>
                    <a:pt x="20600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7;p19">
              <a:extLst>
                <a:ext uri="{FF2B5EF4-FFF2-40B4-BE49-F238E27FC236}">
                  <a16:creationId xmlns:a16="http://schemas.microsoft.com/office/drawing/2014/main" id="{D7E8BC41-8D6F-BCC1-6E3F-B200CD64DB49}"/>
                </a:ext>
              </a:extLst>
            </p:cNvPr>
            <p:cNvSpPr/>
            <p:nvPr/>
          </p:nvSpPr>
          <p:spPr>
            <a:xfrm>
              <a:off x="1548584" y="308768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192" y="0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37" y="110"/>
                  </a:lnTo>
                  <a:lnTo>
                    <a:pt x="19" y="146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8;p19">
              <a:extLst>
                <a:ext uri="{FF2B5EF4-FFF2-40B4-BE49-F238E27FC236}">
                  <a16:creationId xmlns:a16="http://schemas.microsoft.com/office/drawing/2014/main" id="{DABF3FA0-0FF4-25EA-8BDA-68AC9E50F05A}"/>
                </a:ext>
              </a:extLst>
            </p:cNvPr>
            <p:cNvSpPr/>
            <p:nvPr/>
          </p:nvSpPr>
          <p:spPr>
            <a:xfrm>
              <a:off x="1557363" y="3104561"/>
              <a:ext cx="140129" cy="204604"/>
            </a:xfrm>
            <a:custGeom>
              <a:avLst/>
              <a:gdLst/>
              <a:ahLst/>
              <a:cxnLst/>
              <a:rect l="l" t="t" r="r" b="b"/>
              <a:pathLst>
                <a:path w="2043" h="2983" extrusionOk="0">
                  <a:moveTo>
                    <a:pt x="0" y="1"/>
                  </a:moveTo>
                  <a:lnTo>
                    <a:pt x="0" y="1405"/>
                  </a:lnTo>
                  <a:lnTo>
                    <a:pt x="1897" y="2982"/>
                  </a:lnTo>
                  <a:lnTo>
                    <a:pt x="2043" y="2809"/>
                  </a:lnTo>
                  <a:lnTo>
                    <a:pt x="228" y="1295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9;p19">
              <a:extLst>
                <a:ext uri="{FF2B5EF4-FFF2-40B4-BE49-F238E27FC236}">
                  <a16:creationId xmlns:a16="http://schemas.microsoft.com/office/drawing/2014/main" id="{DA6C3D15-FC0E-DA7E-43D0-8B76BF819D78}"/>
                </a:ext>
              </a:extLst>
            </p:cNvPr>
            <p:cNvSpPr/>
            <p:nvPr/>
          </p:nvSpPr>
          <p:spPr>
            <a:xfrm>
              <a:off x="2120208" y="3108333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9"/>
                  </a:lnTo>
                  <a:lnTo>
                    <a:pt x="101" y="46"/>
                  </a:lnTo>
                  <a:lnTo>
                    <a:pt x="65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6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65" y="420"/>
                  </a:lnTo>
                  <a:lnTo>
                    <a:pt x="101" y="456"/>
                  </a:lnTo>
                  <a:lnTo>
                    <a:pt x="147" y="474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66" y="347"/>
                  </a:lnTo>
                  <a:lnTo>
                    <a:pt x="484" y="301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66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0;p19">
              <a:extLst>
                <a:ext uri="{FF2B5EF4-FFF2-40B4-BE49-F238E27FC236}">
                  <a16:creationId xmlns:a16="http://schemas.microsoft.com/office/drawing/2014/main" id="{7DA60069-1F18-FF78-658C-422E907D4254}"/>
                </a:ext>
              </a:extLst>
            </p:cNvPr>
            <p:cNvSpPr/>
            <p:nvPr/>
          </p:nvSpPr>
          <p:spPr>
            <a:xfrm>
              <a:off x="2058340" y="3125206"/>
              <a:ext cx="86355" cy="203369"/>
            </a:xfrm>
            <a:custGeom>
              <a:avLst/>
              <a:gdLst/>
              <a:ahLst/>
              <a:cxnLst/>
              <a:rect l="l" t="t" r="r" b="b"/>
              <a:pathLst>
                <a:path w="1259" h="2965" extrusionOk="0">
                  <a:moveTo>
                    <a:pt x="1031" y="0"/>
                  </a:moveTo>
                  <a:lnTo>
                    <a:pt x="1031" y="1323"/>
                  </a:lnTo>
                  <a:lnTo>
                    <a:pt x="0" y="2836"/>
                  </a:lnTo>
                  <a:lnTo>
                    <a:pt x="192" y="2964"/>
                  </a:lnTo>
                  <a:lnTo>
                    <a:pt x="1258" y="1396"/>
                  </a:lnTo>
                  <a:lnTo>
                    <a:pt x="12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1;p19">
              <a:extLst>
                <a:ext uri="{FF2B5EF4-FFF2-40B4-BE49-F238E27FC236}">
                  <a16:creationId xmlns:a16="http://schemas.microsoft.com/office/drawing/2014/main" id="{67DBF73C-D843-A445-F720-51FB569D6E47}"/>
                </a:ext>
              </a:extLst>
            </p:cNvPr>
            <p:cNvSpPr/>
            <p:nvPr/>
          </p:nvSpPr>
          <p:spPr>
            <a:xfrm>
              <a:off x="2156492" y="4058362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47"/>
                  </a:lnTo>
                  <a:lnTo>
                    <a:pt x="484" y="301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2;p19">
              <a:extLst>
                <a:ext uri="{FF2B5EF4-FFF2-40B4-BE49-F238E27FC236}">
                  <a16:creationId xmlns:a16="http://schemas.microsoft.com/office/drawing/2014/main" id="{DC98970C-F2E3-C5C0-ABA6-A1B08124C8E9}"/>
                </a:ext>
              </a:extLst>
            </p:cNvPr>
            <p:cNvSpPr/>
            <p:nvPr/>
          </p:nvSpPr>
          <p:spPr>
            <a:xfrm>
              <a:off x="2040782" y="3870702"/>
              <a:ext cx="140198" cy="204604"/>
            </a:xfrm>
            <a:custGeom>
              <a:avLst/>
              <a:gdLst/>
              <a:ahLst/>
              <a:cxnLst/>
              <a:rect l="l" t="t" r="r" b="b"/>
              <a:pathLst>
                <a:path w="2044" h="2983" extrusionOk="0">
                  <a:moveTo>
                    <a:pt x="147" y="1"/>
                  </a:moveTo>
                  <a:lnTo>
                    <a:pt x="1" y="174"/>
                  </a:lnTo>
                  <a:lnTo>
                    <a:pt x="1815" y="1688"/>
                  </a:lnTo>
                  <a:lnTo>
                    <a:pt x="1815" y="2983"/>
                  </a:lnTo>
                  <a:lnTo>
                    <a:pt x="2043" y="2983"/>
                  </a:lnTo>
                  <a:lnTo>
                    <a:pt x="2043" y="1578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43;p19">
              <a:extLst>
                <a:ext uri="{FF2B5EF4-FFF2-40B4-BE49-F238E27FC236}">
                  <a16:creationId xmlns:a16="http://schemas.microsoft.com/office/drawing/2014/main" id="{D95BB485-11B7-C19A-FB93-ACD30E5F30A2}"/>
                </a:ext>
              </a:extLst>
            </p:cNvPr>
            <p:cNvSpPr/>
            <p:nvPr/>
          </p:nvSpPr>
          <p:spPr>
            <a:xfrm>
              <a:off x="1314008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44;p19">
              <a:extLst>
                <a:ext uri="{FF2B5EF4-FFF2-40B4-BE49-F238E27FC236}">
                  <a16:creationId xmlns:a16="http://schemas.microsoft.com/office/drawing/2014/main" id="{7F69AD6F-0FDC-915C-98A4-0817B9602760}"/>
                </a:ext>
              </a:extLst>
            </p:cNvPr>
            <p:cNvSpPr/>
            <p:nvPr/>
          </p:nvSpPr>
          <p:spPr>
            <a:xfrm>
              <a:off x="1323405" y="3525493"/>
              <a:ext cx="210846" cy="96986"/>
            </a:xfrm>
            <a:custGeom>
              <a:avLst/>
              <a:gdLst/>
              <a:ahLst/>
              <a:cxnLst/>
              <a:rect l="l" t="t" r="r" b="b"/>
              <a:pathLst>
                <a:path w="3074" h="1414" extrusionOk="0">
                  <a:moveTo>
                    <a:pt x="1" y="0"/>
                  </a:moveTo>
                  <a:lnTo>
                    <a:pt x="1" y="228"/>
                  </a:lnTo>
                  <a:lnTo>
                    <a:pt x="1724" y="228"/>
                  </a:lnTo>
                  <a:lnTo>
                    <a:pt x="2910" y="1414"/>
                  </a:lnTo>
                  <a:lnTo>
                    <a:pt x="3074" y="1250"/>
                  </a:lnTo>
                  <a:lnTo>
                    <a:pt x="1824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5;p19">
              <a:extLst>
                <a:ext uri="{FF2B5EF4-FFF2-40B4-BE49-F238E27FC236}">
                  <a16:creationId xmlns:a16="http://schemas.microsoft.com/office/drawing/2014/main" id="{D1B75102-6ADD-9823-49F7-51EF6DC327AC}"/>
                </a:ext>
              </a:extLst>
            </p:cNvPr>
            <p:cNvSpPr/>
            <p:nvPr/>
          </p:nvSpPr>
          <p:spPr>
            <a:xfrm>
              <a:off x="1529791" y="3895737"/>
              <a:ext cx="209611" cy="206456"/>
            </a:xfrm>
            <a:custGeom>
              <a:avLst/>
              <a:gdLst/>
              <a:ahLst/>
              <a:cxnLst/>
              <a:rect l="l" t="t" r="r" b="b"/>
              <a:pathLst>
                <a:path w="3056" h="3010" extrusionOk="0">
                  <a:moveTo>
                    <a:pt x="2983" y="1"/>
                  </a:moveTo>
                  <a:lnTo>
                    <a:pt x="1" y="1004"/>
                  </a:lnTo>
                  <a:lnTo>
                    <a:pt x="1" y="3010"/>
                  </a:lnTo>
                  <a:lnTo>
                    <a:pt x="229" y="3010"/>
                  </a:lnTo>
                  <a:lnTo>
                    <a:pt x="229" y="1177"/>
                  </a:lnTo>
                  <a:lnTo>
                    <a:pt x="3056" y="219"/>
                  </a:lnTo>
                  <a:lnTo>
                    <a:pt x="298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6;p19">
              <a:extLst>
                <a:ext uri="{FF2B5EF4-FFF2-40B4-BE49-F238E27FC236}">
                  <a16:creationId xmlns:a16="http://schemas.microsoft.com/office/drawing/2014/main" id="{2C3D7031-418D-79F9-7050-50B04ECF3AA6}"/>
                </a:ext>
              </a:extLst>
            </p:cNvPr>
            <p:cNvSpPr/>
            <p:nvPr/>
          </p:nvSpPr>
          <p:spPr>
            <a:xfrm>
              <a:off x="2175285" y="3712467"/>
              <a:ext cx="233960" cy="130801"/>
            </a:xfrm>
            <a:custGeom>
              <a:avLst/>
              <a:gdLst/>
              <a:ahLst/>
              <a:cxnLst/>
              <a:rect l="l" t="t" r="r" b="b"/>
              <a:pathLst>
                <a:path w="3411" h="1907" extrusionOk="0">
                  <a:moveTo>
                    <a:pt x="155" y="1"/>
                  </a:moveTo>
                  <a:lnTo>
                    <a:pt x="0" y="165"/>
                  </a:lnTo>
                  <a:lnTo>
                    <a:pt x="1742" y="1907"/>
                  </a:lnTo>
                  <a:lnTo>
                    <a:pt x="3411" y="1907"/>
                  </a:lnTo>
                  <a:lnTo>
                    <a:pt x="3411" y="1679"/>
                  </a:lnTo>
                  <a:lnTo>
                    <a:pt x="1833" y="167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7;p19">
              <a:extLst>
                <a:ext uri="{FF2B5EF4-FFF2-40B4-BE49-F238E27FC236}">
                  <a16:creationId xmlns:a16="http://schemas.microsoft.com/office/drawing/2014/main" id="{528EDC1A-0D3D-85C2-2F88-FD519D1BE3C9}"/>
                </a:ext>
              </a:extLst>
            </p:cNvPr>
            <p:cNvSpPr/>
            <p:nvPr/>
          </p:nvSpPr>
          <p:spPr>
            <a:xfrm>
              <a:off x="2179058" y="3444146"/>
              <a:ext cx="250216" cy="80799"/>
            </a:xfrm>
            <a:custGeom>
              <a:avLst/>
              <a:gdLst/>
              <a:ahLst/>
              <a:cxnLst/>
              <a:rect l="l" t="t" r="r" b="b"/>
              <a:pathLst>
                <a:path w="3648" h="1178" extrusionOk="0">
                  <a:moveTo>
                    <a:pt x="1705" y="1"/>
                  </a:moveTo>
                  <a:lnTo>
                    <a:pt x="1687" y="19"/>
                  </a:lnTo>
                  <a:lnTo>
                    <a:pt x="976" y="420"/>
                  </a:lnTo>
                  <a:lnTo>
                    <a:pt x="456" y="721"/>
                  </a:lnTo>
                  <a:lnTo>
                    <a:pt x="137" y="922"/>
                  </a:lnTo>
                  <a:lnTo>
                    <a:pt x="46" y="986"/>
                  </a:lnTo>
                  <a:lnTo>
                    <a:pt x="0" y="1022"/>
                  </a:lnTo>
                  <a:lnTo>
                    <a:pt x="182" y="1168"/>
                  </a:lnTo>
                  <a:lnTo>
                    <a:pt x="173" y="1177"/>
                  </a:lnTo>
                  <a:lnTo>
                    <a:pt x="237" y="1132"/>
                  </a:lnTo>
                  <a:lnTo>
                    <a:pt x="356" y="1059"/>
                  </a:lnTo>
                  <a:lnTo>
                    <a:pt x="729" y="831"/>
                  </a:lnTo>
                  <a:lnTo>
                    <a:pt x="1769" y="238"/>
                  </a:lnTo>
                  <a:lnTo>
                    <a:pt x="3647" y="238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8;p19">
              <a:extLst>
                <a:ext uri="{FF2B5EF4-FFF2-40B4-BE49-F238E27FC236}">
                  <a16:creationId xmlns:a16="http://schemas.microsoft.com/office/drawing/2014/main" id="{11B12576-3962-EAE7-C3F9-1E27EB01B508}"/>
                </a:ext>
              </a:extLst>
            </p:cNvPr>
            <p:cNvSpPr/>
            <p:nvPr/>
          </p:nvSpPr>
          <p:spPr>
            <a:xfrm>
              <a:off x="2407941" y="3437287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192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9;p19">
              <a:extLst>
                <a:ext uri="{FF2B5EF4-FFF2-40B4-BE49-F238E27FC236}">
                  <a16:creationId xmlns:a16="http://schemas.microsoft.com/office/drawing/2014/main" id="{72085398-5B04-C45A-7A5B-0724E5B6CECB}"/>
                </a:ext>
              </a:extLst>
            </p:cNvPr>
            <p:cNvSpPr/>
            <p:nvPr/>
          </p:nvSpPr>
          <p:spPr>
            <a:xfrm>
              <a:off x="2391068" y="381816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56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93"/>
                  </a:lnTo>
                  <a:lnTo>
                    <a:pt x="73" y="429"/>
                  </a:lnTo>
                  <a:lnTo>
                    <a:pt x="110" y="45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84" y="302"/>
                  </a:lnTo>
                  <a:lnTo>
                    <a:pt x="493" y="256"/>
                  </a:lnTo>
                  <a:lnTo>
                    <a:pt x="484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28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0;p19">
              <a:extLst>
                <a:ext uri="{FF2B5EF4-FFF2-40B4-BE49-F238E27FC236}">
                  <a16:creationId xmlns:a16="http://schemas.microsoft.com/office/drawing/2014/main" id="{1872A318-68FB-40DD-E360-68A89D209DF9}"/>
                </a:ext>
              </a:extLst>
            </p:cNvPr>
            <p:cNvSpPr/>
            <p:nvPr/>
          </p:nvSpPr>
          <p:spPr>
            <a:xfrm>
              <a:off x="1521080" y="407523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01" y="44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65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1;p19">
              <a:extLst>
                <a:ext uri="{FF2B5EF4-FFF2-40B4-BE49-F238E27FC236}">
                  <a16:creationId xmlns:a16="http://schemas.microsoft.com/office/drawing/2014/main" id="{F0CB59B1-6418-DA1A-F4B2-E586DF7E0096}"/>
                </a:ext>
              </a:extLst>
            </p:cNvPr>
            <p:cNvSpPr/>
            <p:nvPr/>
          </p:nvSpPr>
          <p:spPr>
            <a:xfrm>
              <a:off x="1443505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4551" y="1"/>
                  </a:moveTo>
                  <a:lnTo>
                    <a:pt x="4396" y="10"/>
                  </a:lnTo>
                  <a:lnTo>
                    <a:pt x="4259" y="28"/>
                  </a:lnTo>
                  <a:lnTo>
                    <a:pt x="4113" y="64"/>
                  </a:lnTo>
                  <a:lnTo>
                    <a:pt x="3985" y="110"/>
                  </a:lnTo>
                  <a:lnTo>
                    <a:pt x="3858" y="174"/>
                  </a:lnTo>
                  <a:lnTo>
                    <a:pt x="3739" y="247"/>
                  </a:lnTo>
                  <a:lnTo>
                    <a:pt x="3621" y="329"/>
                  </a:lnTo>
                  <a:lnTo>
                    <a:pt x="3520" y="420"/>
                  </a:lnTo>
                  <a:lnTo>
                    <a:pt x="3429" y="520"/>
                  </a:lnTo>
                  <a:lnTo>
                    <a:pt x="3347" y="639"/>
                  </a:lnTo>
                  <a:lnTo>
                    <a:pt x="3265" y="757"/>
                  </a:lnTo>
                  <a:lnTo>
                    <a:pt x="3210" y="876"/>
                  </a:lnTo>
                  <a:lnTo>
                    <a:pt x="3156" y="1013"/>
                  </a:lnTo>
                  <a:lnTo>
                    <a:pt x="3119" y="1149"/>
                  </a:lnTo>
                  <a:lnTo>
                    <a:pt x="3092" y="1295"/>
                  </a:lnTo>
                  <a:lnTo>
                    <a:pt x="3083" y="1441"/>
                  </a:lnTo>
                  <a:lnTo>
                    <a:pt x="2900" y="1414"/>
                  </a:lnTo>
                  <a:lnTo>
                    <a:pt x="2709" y="1405"/>
                  </a:lnTo>
                  <a:lnTo>
                    <a:pt x="2499" y="1414"/>
                  </a:lnTo>
                  <a:lnTo>
                    <a:pt x="2298" y="1450"/>
                  </a:lnTo>
                  <a:lnTo>
                    <a:pt x="2098" y="1496"/>
                  </a:lnTo>
                  <a:lnTo>
                    <a:pt x="1906" y="1569"/>
                  </a:lnTo>
                  <a:lnTo>
                    <a:pt x="1724" y="1660"/>
                  </a:lnTo>
                  <a:lnTo>
                    <a:pt x="1551" y="1760"/>
                  </a:lnTo>
                  <a:lnTo>
                    <a:pt x="1396" y="1879"/>
                  </a:lnTo>
                  <a:lnTo>
                    <a:pt x="1241" y="2016"/>
                  </a:lnTo>
                  <a:lnTo>
                    <a:pt x="1113" y="2162"/>
                  </a:lnTo>
                  <a:lnTo>
                    <a:pt x="994" y="2326"/>
                  </a:lnTo>
                  <a:lnTo>
                    <a:pt x="885" y="2490"/>
                  </a:lnTo>
                  <a:lnTo>
                    <a:pt x="803" y="2672"/>
                  </a:lnTo>
                  <a:lnTo>
                    <a:pt x="730" y="2864"/>
                  </a:lnTo>
                  <a:lnTo>
                    <a:pt x="675" y="3064"/>
                  </a:lnTo>
                  <a:lnTo>
                    <a:pt x="648" y="3274"/>
                  </a:lnTo>
                  <a:lnTo>
                    <a:pt x="639" y="3484"/>
                  </a:lnTo>
                  <a:lnTo>
                    <a:pt x="639" y="3621"/>
                  </a:lnTo>
                  <a:lnTo>
                    <a:pt x="657" y="3766"/>
                  </a:lnTo>
                  <a:lnTo>
                    <a:pt x="675" y="3894"/>
                  </a:lnTo>
                  <a:lnTo>
                    <a:pt x="712" y="4031"/>
                  </a:lnTo>
                  <a:lnTo>
                    <a:pt x="748" y="4159"/>
                  </a:lnTo>
                  <a:lnTo>
                    <a:pt x="794" y="4286"/>
                  </a:lnTo>
                  <a:lnTo>
                    <a:pt x="858" y="4405"/>
                  </a:lnTo>
                  <a:lnTo>
                    <a:pt x="912" y="4523"/>
                  </a:lnTo>
                  <a:lnTo>
                    <a:pt x="849" y="4642"/>
                  </a:lnTo>
                  <a:lnTo>
                    <a:pt x="794" y="4760"/>
                  </a:lnTo>
                  <a:lnTo>
                    <a:pt x="739" y="4888"/>
                  </a:lnTo>
                  <a:lnTo>
                    <a:pt x="703" y="5016"/>
                  </a:lnTo>
                  <a:lnTo>
                    <a:pt x="666" y="5143"/>
                  </a:lnTo>
                  <a:lnTo>
                    <a:pt x="639" y="5280"/>
                  </a:lnTo>
                  <a:lnTo>
                    <a:pt x="630" y="5417"/>
                  </a:lnTo>
                  <a:lnTo>
                    <a:pt x="621" y="5563"/>
                  </a:lnTo>
                  <a:lnTo>
                    <a:pt x="621" y="5608"/>
                  </a:lnTo>
                  <a:lnTo>
                    <a:pt x="484" y="5745"/>
                  </a:lnTo>
                  <a:lnTo>
                    <a:pt x="365" y="5900"/>
                  </a:lnTo>
                  <a:lnTo>
                    <a:pt x="256" y="6064"/>
                  </a:lnTo>
                  <a:lnTo>
                    <a:pt x="165" y="6247"/>
                  </a:lnTo>
                  <a:lnTo>
                    <a:pt x="101" y="6429"/>
                  </a:lnTo>
                  <a:lnTo>
                    <a:pt x="46" y="6630"/>
                  </a:lnTo>
                  <a:lnTo>
                    <a:pt x="10" y="6830"/>
                  </a:lnTo>
                  <a:lnTo>
                    <a:pt x="1" y="6931"/>
                  </a:lnTo>
                  <a:lnTo>
                    <a:pt x="1" y="7040"/>
                  </a:lnTo>
                  <a:lnTo>
                    <a:pt x="10" y="7168"/>
                  </a:lnTo>
                  <a:lnTo>
                    <a:pt x="19" y="7295"/>
                  </a:lnTo>
                  <a:lnTo>
                    <a:pt x="37" y="7414"/>
                  </a:lnTo>
                  <a:lnTo>
                    <a:pt x="64" y="7532"/>
                  </a:lnTo>
                  <a:lnTo>
                    <a:pt x="101" y="7651"/>
                  </a:lnTo>
                  <a:lnTo>
                    <a:pt x="137" y="7770"/>
                  </a:lnTo>
                  <a:lnTo>
                    <a:pt x="192" y="7879"/>
                  </a:lnTo>
                  <a:lnTo>
                    <a:pt x="247" y="7988"/>
                  </a:lnTo>
                  <a:lnTo>
                    <a:pt x="311" y="8089"/>
                  </a:lnTo>
                  <a:lnTo>
                    <a:pt x="374" y="8189"/>
                  </a:lnTo>
                  <a:lnTo>
                    <a:pt x="447" y="8280"/>
                  </a:lnTo>
                  <a:lnTo>
                    <a:pt x="529" y="8371"/>
                  </a:lnTo>
                  <a:lnTo>
                    <a:pt x="611" y="8453"/>
                  </a:lnTo>
                  <a:lnTo>
                    <a:pt x="703" y="8535"/>
                  </a:lnTo>
                  <a:lnTo>
                    <a:pt x="794" y="8608"/>
                  </a:lnTo>
                  <a:lnTo>
                    <a:pt x="894" y="8681"/>
                  </a:lnTo>
                  <a:lnTo>
                    <a:pt x="867" y="8836"/>
                  </a:lnTo>
                  <a:lnTo>
                    <a:pt x="867" y="9001"/>
                  </a:lnTo>
                  <a:lnTo>
                    <a:pt x="876" y="9192"/>
                  </a:lnTo>
                  <a:lnTo>
                    <a:pt x="903" y="9384"/>
                  </a:lnTo>
                  <a:lnTo>
                    <a:pt x="949" y="9566"/>
                  </a:lnTo>
                  <a:lnTo>
                    <a:pt x="1004" y="9739"/>
                  </a:lnTo>
                  <a:lnTo>
                    <a:pt x="1086" y="9903"/>
                  </a:lnTo>
                  <a:lnTo>
                    <a:pt x="1177" y="10067"/>
                  </a:lnTo>
                  <a:lnTo>
                    <a:pt x="1286" y="10213"/>
                  </a:lnTo>
                  <a:lnTo>
                    <a:pt x="1405" y="10350"/>
                  </a:lnTo>
                  <a:lnTo>
                    <a:pt x="1532" y="10478"/>
                  </a:lnTo>
                  <a:lnTo>
                    <a:pt x="1678" y="10587"/>
                  </a:lnTo>
                  <a:lnTo>
                    <a:pt x="1824" y="10687"/>
                  </a:lnTo>
                  <a:lnTo>
                    <a:pt x="1988" y="10779"/>
                  </a:lnTo>
                  <a:lnTo>
                    <a:pt x="2162" y="10852"/>
                  </a:lnTo>
                  <a:lnTo>
                    <a:pt x="2335" y="10906"/>
                  </a:lnTo>
                  <a:lnTo>
                    <a:pt x="2526" y="10943"/>
                  </a:lnTo>
                  <a:lnTo>
                    <a:pt x="2718" y="10961"/>
                  </a:lnTo>
                  <a:lnTo>
                    <a:pt x="2754" y="11098"/>
                  </a:lnTo>
                  <a:lnTo>
                    <a:pt x="2800" y="11225"/>
                  </a:lnTo>
                  <a:lnTo>
                    <a:pt x="2864" y="11353"/>
                  </a:lnTo>
                  <a:lnTo>
                    <a:pt x="2937" y="11472"/>
                  </a:lnTo>
                  <a:lnTo>
                    <a:pt x="3010" y="11581"/>
                  </a:lnTo>
                  <a:lnTo>
                    <a:pt x="3101" y="11691"/>
                  </a:lnTo>
                  <a:lnTo>
                    <a:pt x="3192" y="11782"/>
                  </a:lnTo>
                  <a:lnTo>
                    <a:pt x="3301" y="11873"/>
                  </a:lnTo>
                  <a:lnTo>
                    <a:pt x="3411" y="11955"/>
                  </a:lnTo>
                  <a:lnTo>
                    <a:pt x="3529" y="12028"/>
                  </a:lnTo>
                  <a:lnTo>
                    <a:pt x="3648" y="12092"/>
                  </a:lnTo>
                  <a:lnTo>
                    <a:pt x="3776" y="12137"/>
                  </a:lnTo>
                  <a:lnTo>
                    <a:pt x="3912" y="12183"/>
                  </a:lnTo>
                  <a:lnTo>
                    <a:pt x="4049" y="12210"/>
                  </a:lnTo>
                  <a:lnTo>
                    <a:pt x="4195" y="12229"/>
                  </a:lnTo>
                  <a:lnTo>
                    <a:pt x="4341" y="12238"/>
                  </a:lnTo>
                  <a:lnTo>
                    <a:pt x="4505" y="12229"/>
                  </a:lnTo>
                  <a:lnTo>
                    <a:pt x="4678" y="12201"/>
                  </a:lnTo>
                  <a:lnTo>
                    <a:pt x="4833" y="12165"/>
                  </a:lnTo>
                  <a:lnTo>
                    <a:pt x="4988" y="12110"/>
                  </a:lnTo>
                  <a:lnTo>
                    <a:pt x="5134" y="12037"/>
                  </a:lnTo>
                  <a:lnTo>
                    <a:pt x="5271" y="11955"/>
                  </a:lnTo>
                  <a:lnTo>
                    <a:pt x="5399" y="11855"/>
                  </a:lnTo>
                  <a:lnTo>
                    <a:pt x="5517" y="11745"/>
                  </a:lnTo>
                  <a:lnTo>
                    <a:pt x="5627" y="11627"/>
                  </a:lnTo>
                  <a:lnTo>
                    <a:pt x="5727" y="11499"/>
                  </a:lnTo>
                  <a:lnTo>
                    <a:pt x="5809" y="11362"/>
                  </a:lnTo>
                  <a:lnTo>
                    <a:pt x="5882" y="11216"/>
                  </a:lnTo>
                  <a:lnTo>
                    <a:pt x="5937" y="11061"/>
                  </a:lnTo>
                  <a:lnTo>
                    <a:pt x="5973" y="10906"/>
                  </a:lnTo>
                  <a:lnTo>
                    <a:pt x="6001" y="10733"/>
                  </a:lnTo>
                  <a:lnTo>
                    <a:pt x="6010" y="10569"/>
                  </a:lnTo>
                  <a:lnTo>
                    <a:pt x="6010" y="1459"/>
                  </a:lnTo>
                  <a:lnTo>
                    <a:pt x="6001" y="1314"/>
                  </a:lnTo>
                  <a:lnTo>
                    <a:pt x="5982" y="1168"/>
                  </a:lnTo>
                  <a:lnTo>
                    <a:pt x="5946" y="1031"/>
                  </a:lnTo>
                  <a:lnTo>
                    <a:pt x="5891" y="894"/>
                  </a:lnTo>
                  <a:lnTo>
                    <a:pt x="5836" y="766"/>
                  </a:lnTo>
                  <a:lnTo>
                    <a:pt x="5763" y="648"/>
                  </a:lnTo>
                  <a:lnTo>
                    <a:pt x="5672" y="529"/>
                  </a:lnTo>
                  <a:lnTo>
                    <a:pt x="5581" y="429"/>
                  </a:lnTo>
                  <a:lnTo>
                    <a:pt x="5481" y="338"/>
                  </a:lnTo>
                  <a:lnTo>
                    <a:pt x="5362" y="247"/>
                  </a:lnTo>
                  <a:lnTo>
                    <a:pt x="5244" y="174"/>
                  </a:lnTo>
                  <a:lnTo>
                    <a:pt x="5116" y="119"/>
                  </a:lnTo>
                  <a:lnTo>
                    <a:pt x="4979" y="64"/>
                  </a:lnTo>
                  <a:lnTo>
                    <a:pt x="4843" y="28"/>
                  </a:lnTo>
                  <a:lnTo>
                    <a:pt x="4697" y="10"/>
                  </a:lnTo>
                  <a:lnTo>
                    <a:pt x="45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52;p19">
              <a:extLst>
                <a:ext uri="{FF2B5EF4-FFF2-40B4-BE49-F238E27FC236}">
                  <a16:creationId xmlns:a16="http://schemas.microsoft.com/office/drawing/2014/main" id="{9BCEC895-4E70-EF0A-2C43-57D245F2590D}"/>
                </a:ext>
              </a:extLst>
            </p:cNvPr>
            <p:cNvSpPr/>
            <p:nvPr/>
          </p:nvSpPr>
          <p:spPr>
            <a:xfrm>
              <a:off x="1882546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1469" y="1"/>
                  </a:moveTo>
                  <a:lnTo>
                    <a:pt x="1314" y="10"/>
                  </a:lnTo>
                  <a:lnTo>
                    <a:pt x="1168" y="28"/>
                  </a:lnTo>
                  <a:lnTo>
                    <a:pt x="1031" y="64"/>
                  </a:lnTo>
                  <a:lnTo>
                    <a:pt x="894" y="119"/>
                  </a:lnTo>
                  <a:lnTo>
                    <a:pt x="767" y="174"/>
                  </a:lnTo>
                  <a:lnTo>
                    <a:pt x="648" y="247"/>
                  </a:lnTo>
                  <a:lnTo>
                    <a:pt x="539" y="338"/>
                  </a:lnTo>
                  <a:lnTo>
                    <a:pt x="429" y="429"/>
                  </a:lnTo>
                  <a:lnTo>
                    <a:pt x="338" y="529"/>
                  </a:lnTo>
                  <a:lnTo>
                    <a:pt x="256" y="648"/>
                  </a:lnTo>
                  <a:lnTo>
                    <a:pt x="183" y="766"/>
                  </a:lnTo>
                  <a:lnTo>
                    <a:pt x="119" y="894"/>
                  </a:lnTo>
                  <a:lnTo>
                    <a:pt x="74" y="1031"/>
                  </a:lnTo>
                  <a:lnTo>
                    <a:pt x="37" y="1168"/>
                  </a:lnTo>
                  <a:lnTo>
                    <a:pt x="10" y="1314"/>
                  </a:lnTo>
                  <a:lnTo>
                    <a:pt x="1" y="1459"/>
                  </a:lnTo>
                  <a:lnTo>
                    <a:pt x="1" y="10569"/>
                  </a:lnTo>
                  <a:lnTo>
                    <a:pt x="10" y="10733"/>
                  </a:lnTo>
                  <a:lnTo>
                    <a:pt x="37" y="10906"/>
                  </a:lnTo>
                  <a:lnTo>
                    <a:pt x="83" y="11061"/>
                  </a:lnTo>
                  <a:lnTo>
                    <a:pt x="138" y="11216"/>
                  </a:lnTo>
                  <a:lnTo>
                    <a:pt x="201" y="11362"/>
                  </a:lnTo>
                  <a:lnTo>
                    <a:pt x="293" y="11499"/>
                  </a:lnTo>
                  <a:lnTo>
                    <a:pt x="384" y="11627"/>
                  </a:lnTo>
                  <a:lnTo>
                    <a:pt x="493" y="11745"/>
                  </a:lnTo>
                  <a:lnTo>
                    <a:pt x="612" y="11855"/>
                  </a:lnTo>
                  <a:lnTo>
                    <a:pt x="739" y="11955"/>
                  </a:lnTo>
                  <a:lnTo>
                    <a:pt x="876" y="12037"/>
                  </a:lnTo>
                  <a:lnTo>
                    <a:pt x="1022" y="12110"/>
                  </a:lnTo>
                  <a:lnTo>
                    <a:pt x="1177" y="12165"/>
                  </a:lnTo>
                  <a:lnTo>
                    <a:pt x="1341" y="12201"/>
                  </a:lnTo>
                  <a:lnTo>
                    <a:pt x="1505" y="12229"/>
                  </a:lnTo>
                  <a:lnTo>
                    <a:pt x="1679" y="12238"/>
                  </a:lnTo>
                  <a:lnTo>
                    <a:pt x="1825" y="12229"/>
                  </a:lnTo>
                  <a:lnTo>
                    <a:pt x="1961" y="12210"/>
                  </a:lnTo>
                  <a:lnTo>
                    <a:pt x="2098" y="12183"/>
                  </a:lnTo>
                  <a:lnTo>
                    <a:pt x="2235" y="12137"/>
                  </a:lnTo>
                  <a:lnTo>
                    <a:pt x="2363" y="12092"/>
                  </a:lnTo>
                  <a:lnTo>
                    <a:pt x="2490" y="12028"/>
                  </a:lnTo>
                  <a:lnTo>
                    <a:pt x="2609" y="11955"/>
                  </a:lnTo>
                  <a:lnTo>
                    <a:pt x="2718" y="11873"/>
                  </a:lnTo>
                  <a:lnTo>
                    <a:pt x="2818" y="11782"/>
                  </a:lnTo>
                  <a:lnTo>
                    <a:pt x="2919" y="11691"/>
                  </a:lnTo>
                  <a:lnTo>
                    <a:pt x="3001" y="11581"/>
                  </a:lnTo>
                  <a:lnTo>
                    <a:pt x="3083" y="11472"/>
                  </a:lnTo>
                  <a:lnTo>
                    <a:pt x="3147" y="11353"/>
                  </a:lnTo>
                  <a:lnTo>
                    <a:pt x="3211" y="11225"/>
                  </a:lnTo>
                  <a:lnTo>
                    <a:pt x="3256" y="11098"/>
                  </a:lnTo>
                  <a:lnTo>
                    <a:pt x="3302" y="10961"/>
                  </a:lnTo>
                  <a:lnTo>
                    <a:pt x="3493" y="10943"/>
                  </a:lnTo>
                  <a:lnTo>
                    <a:pt x="3676" y="10906"/>
                  </a:lnTo>
                  <a:lnTo>
                    <a:pt x="3849" y="10852"/>
                  </a:lnTo>
                  <a:lnTo>
                    <a:pt x="4022" y="10779"/>
                  </a:lnTo>
                  <a:lnTo>
                    <a:pt x="4186" y="10687"/>
                  </a:lnTo>
                  <a:lnTo>
                    <a:pt x="4341" y="10587"/>
                  </a:lnTo>
                  <a:lnTo>
                    <a:pt x="4478" y="10478"/>
                  </a:lnTo>
                  <a:lnTo>
                    <a:pt x="4615" y="10350"/>
                  </a:lnTo>
                  <a:lnTo>
                    <a:pt x="4733" y="10213"/>
                  </a:lnTo>
                  <a:lnTo>
                    <a:pt x="4834" y="10067"/>
                  </a:lnTo>
                  <a:lnTo>
                    <a:pt x="4925" y="9903"/>
                  </a:lnTo>
                  <a:lnTo>
                    <a:pt x="5007" y="9739"/>
                  </a:lnTo>
                  <a:lnTo>
                    <a:pt x="5071" y="9566"/>
                  </a:lnTo>
                  <a:lnTo>
                    <a:pt x="5116" y="9384"/>
                  </a:lnTo>
                  <a:lnTo>
                    <a:pt x="5144" y="9192"/>
                  </a:lnTo>
                  <a:lnTo>
                    <a:pt x="5153" y="9001"/>
                  </a:lnTo>
                  <a:lnTo>
                    <a:pt x="5144" y="8836"/>
                  </a:lnTo>
                  <a:lnTo>
                    <a:pt x="5125" y="8681"/>
                  </a:lnTo>
                  <a:lnTo>
                    <a:pt x="5226" y="8608"/>
                  </a:lnTo>
                  <a:lnTo>
                    <a:pt x="5317" y="8535"/>
                  </a:lnTo>
                  <a:lnTo>
                    <a:pt x="5408" y="8453"/>
                  </a:lnTo>
                  <a:lnTo>
                    <a:pt x="5490" y="8371"/>
                  </a:lnTo>
                  <a:lnTo>
                    <a:pt x="5563" y="8280"/>
                  </a:lnTo>
                  <a:lnTo>
                    <a:pt x="5636" y="8189"/>
                  </a:lnTo>
                  <a:lnTo>
                    <a:pt x="5709" y="8089"/>
                  </a:lnTo>
                  <a:lnTo>
                    <a:pt x="5773" y="7988"/>
                  </a:lnTo>
                  <a:lnTo>
                    <a:pt x="5828" y="7879"/>
                  </a:lnTo>
                  <a:lnTo>
                    <a:pt x="5873" y="7770"/>
                  </a:lnTo>
                  <a:lnTo>
                    <a:pt x="5910" y="7651"/>
                  </a:lnTo>
                  <a:lnTo>
                    <a:pt x="5946" y="7532"/>
                  </a:lnTo>
                  <a:lnTo>
                    <a:pt x="5973" y="7414"/>
                  </a:lnTo>
                  <a:lnTo>
                    <a:pt x="6001" y="7295"/>
                  </a:lnTo>
                  <a:lnTo>
                    <a:pt x="6010" y="7168"/>
                  </a:lnTo>
                  <a:lnTo>
                    <a:pt x="6010" y="7040"/>
                  </a:lnTo>
                  <a:lnTo>
                    <a:pt x="6010" y="6931"/>
                  </a:lnTo>
                  <a:lnTo>
                    <a:pt x="6001" y="6830"/>
                  </a:lnTo>
                  <a:lnTo>
                    <a:pt x="5973" y="6630"/>
                  </a:lnTo>
                  <a:lnTo>
                    <a:pt x="5919" y="6429"/>
                  </a:lnTo>
                  <a:lnTo>
                    <a:pt x="5846" y="6247"/>
                  </a:lnTo>
                  <a:lnTo>
                    <a:pt x="5755" y="6064"/>
                  </a:lnTo>
                  <a:lnTo>
                    <a:pt x="5654" y="5900"/>
                  </a:lnTo>
                  <a:lnTo>
                    <a:pt x="5527" y="5745"/>
                  </a:lnTo>
                  <a:lnTo>
                    <a:pt x="5390" y="5608"/>
                  </a:lnTo>
                  <a:lnTo>
                    <a:pt x="5390" y="5563"/>
                  </a:lnTo>
                  <a:lnTo>
                    <a:pt x="5390" y="5417"/>
                  </a:lnTo>
                  <a:lnTo>
                    <a:pt x="5372" y="5280"/>
                  </a:lnTo>
                  <a:lnTo>
                    <a:pt x="5353" y="5143"/>
                  </a:lnTo>
                  <a:lnTo>
                    <a:pt x="5317" y="5016"/>
                  </a:lnTo>
                  <a:lnTo>
                    <a:pt x="5271" y="4888"/>
                  </a:lnTo>
                  <a:lnTo>
                    <a:pt x="5226" y="4760"/>
                  </a:lnTo>
                  <a:lnTo>
                    <a:pt x="5162" y="4642"/>
                  </a:lnTo>
                  <a:lnTo>
                    <a:pt x="5098" y="4523"/>
                  </a:lnTo>
                  <a:lnTo>
                    <a:pt x="5162" y="4405"/>
                  </a:lnTo>
                  <a:lnTo>
                    <a:pt x="5217" y="4286"/>
                  </a:lnTo>
                  <a:lnTo>
                    <a:pt x="5262" y="4159"/>
                  </a:lnTo>
                  <a:lnTo>
                    <a:pt x="5308" y="4031"/>
                  </a:lnTo>
                  <a:lnTo>
                    <a:pt x="5335" y="3894"/>
                  </a:lnTo>
                  <a:lnTo>
                    <a:pt x="5363" y="3766"/>
                  </a:lnTo>
                  <a:lnTo>
                    <a:pt x="5372" y="3621"/>
                  </a:lnTo>
                  <a:lnTo>
                    <a:pt x="5381" y="3484"/>
                  </a:lnTo>
                  <a:lnTo>
                    <a:pt x="5363" y="3274"/>
                  </a:lnTo>
                  <a:lnTo>
                    <a:pt x="5335" y="3064"/>
                  </a:lnTo>
                  <a:lnTo>
                    <a:pt x="5280" y="2864"/>
                  </a:lnTo>
                  <a:lnTo>
                    <a:pt x="5217" y="2672"/>
                  </a:lnTo>
                  <a:lnTo>
                    <a:pt x="5125" y="2490"/>
                  </a:lnTo>
                  <a:lnTo>
                    <a:pt x="5025" y="2326"/>
                  </a:lnTo>
                  <a:lnTo>
                    <a:pt x="4907" y="2162"/>
                  </a:lnTo>
                  <a:lnTo>
                    <a:pt x="4770" y="2016"/>
                  </a:lnTo>
                  <a:lnTo>
                    <a:pt x="4624" y="1879"/>
                  </a:lnTo>
                  <a:lnTo>
                    <a:pt x="4460" y="1760"/>
                  </a:lnTo>
                  <a:lnTo>
                    <a:pt x="4287" y="1660"/>
                  </a:lnTo>
                  <a:lnTo>
                    <a:pt x="4113" y="1569"/>
                  </a:lnTo>
                  <a:lnTo>
                    <a:pt x="3922" y="1496"/>
                  </a:lnTo>
                  <a:lnTo>
                    <a:pt x="3721" y="1450"/>
                  </a:lnTo>
                  <a:lnTo>
                    <a:pt x="3511" y="1414"/>
                  </a:lnTo>
                  <a:lnTo>
                    <a:pt x="3302" y="1405"/>
                  </a:lnTo>
                  <a:lnTo>
                    <a:pt x="3110" y="1414"/>
                  </a:lnTo>
                  <a:lnTo>
                    <a:pt x="2928" y="1441"/>
                  </a:lnTo>
                  <a:lnTo>
                    <a:pt x="2919" y="1295"/>
                  </a:lnTo>
                  <a:lnTo>
                    <a:pt x="2891" y="1149"/>
                  </a:lnTo>
                  <a:lnTo>
                    <a:pt x="2855" y="1013"/>
                  </a:lnTo>
                  <a:lnTo>
                    <a:pt x="2809" y="876"/>
                  </a:lnTo>
                  <a:lnTo>
                    <a:pt x="2745" y="757"/>
                  </a:lnTo>
                  <a:lnTo>
                    <a:pt x="2673" y="639"/>
                  </a:lnTo>
                  <a:lnTo>
                    <a:pt x="2590" y="520"/>
                  </a:lnTo>
                  <a:lnTo>
                    <a:pt x="2490" y="420"/>
                  </a:lnTo>
                  <a:lnTo>
                    <a:pt x="2390" y="329"/>
                  </a:lnTo>
                  <a:lnTo>
                    <a:pt x="2280" y="247"/>
                  </a:lnTo>
                  <a:lnTo>
                    <a:pt x="2162" y="174"/>
                  </a:lnTo>
                  <a:lnTo>
                    <a:pt x="2034" y="110"/>
                  </a:lnTo>
                  <a:lnTo>
                    <a:pt x="1897" y="64"/>
                  </a:lnTo>
                  <a:lnTo>
                    <a:pt x="1761" y="28"/>
                  </a:lnTo>
                  <a:lnTo>
                    <a:pt x="1615" y="10"/>
                  </a:lnTo>
                  <a:lnTo>
                    <a:pt x="14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3;p19">
              <a:extLst>
                <a:ext uri="{FF2B5EF4-FFF2-40B4-BE49-F238E27FC236}">
                  <a16:creationId xmlns:a16="http://schemas.microsoft.com/office/drawing/2014/main" id="{50AADBF8-A16C-51B5-DBF4-37BFA5D4420A}"/>
                </a:ext>
              </a:extLst>
            </p:cNvPr>
            <p:cNvSpPr/>
            <p:nvPr/>
          </p:nvSpPr>
          <p:spPr>
            <a:xfrm>
              <a:off x="1435343" y="3175208"/>
              <a:ext cx="428550" cy="855729"/>
            </a:xfrm>
            <a:custGeom>
              <a:avLst/>
              <a:gdLst/>
              <a:ahLst/>
              <a:cxnLst/>
              <a:rect l="l" t="t" r="r" b="b"/>
              <a:pathLst>
                <a:path w="6248" h="12476" extrusionOk="0">
                  <a:moveTo>
                    <a:pt x="4806" y="238"/>
                  </a:moveTo>
                  <a:lnTo>
                    <a:pt x="4934" y="265"/>
                  </a:lnTo>
                  <a:lnTo>
                    <a:pt x="5071" y="293"/>
                  </a:lnTo>
                  <a:lnTo>
                    <a:pt x="5189" y="338"/>
                  </a:lnTo>
                  <a:lnTo>
                    <a:pt x="5308" y="402"/>
                  </a:lnTo>
                  <a:lnTo>
                    <a:pt x="5417" y="466"/>
                  </a:lnTo>
                  <a:lnTo>
                    <a:pt x="5527" y="539"/>
                  </a:lnTo>
                  <a:lnTo>
                    <a:pt x="5618" y="630"/>
                  </a:lnTo>
                  <a:lnTo>
                    <a:pt x="5709" y="730"/>
                  </a:lnTo>
                  <a:lnTo>
                    <a:pt x="5782" y="831"/>
                  </a:lnTo>
                  <a:lnTo>
                    <a:pt x="5855" y="940"/>
                  </a:lnTo>
                  <a:lnTo>
                    <a:pt x="5910" y="1059"/>
                  </a:lnTo>
                  <a:lnTo>
                    <a:pt x="5955" y="1186"/>
                  </a:lnTo>
                  <a:lnTo>
                    <a:pt x="5983" y="1314"/>
                  </a:lnTo>
                  <a:lnTo>
                    <a:pt x="6010" y="1442"/>
                  </a:lnTo>
                  <a:lnTo>
                    <a:pt x="6010" y="1578"/>
                  </a:lnTo>
                  <a:lnTo>
                    <a:pt x="6010" y="10688"/>
                  </a:lnTo>
                  <a:lnTo>
                    <a:pt x="6010" y="10843"/>
                  </a:lnTo>
                  <a:lnTo>
                    <a:pt x="5983" y="10998"/>
                  </a:lnTo>
                  <a:lnTo>
                    <a:pt x="5946" y="11144"/>
                  </a:lnTo>
                  <a:lnTo>
                    <a:pt x="5892" y="11290"/>
                  </a:lnTo>
                  <a:lnTo>
                    <a:pt x="5828" y="11427"/>
                  </a:lnTo>
                  <a:lnTo>
                    <a:pt x="5746" y="11554"/>
                  </a:lnTo>
                  <a:lnTo>
                    <a:pt x="5655" y="11673"/>
                  </a:lnTo>
                  <a:lnTo>
                    <a:pt x="5554" y="11782"/>
                  </a:lnTo>
                  <a:lnTo>
                    <a:pt x="5445" y="11882"/>
                  </a:lnTo>
                  <a:lnTo>
                    <a:pt x="5326" y="11974"/>
                  </a:lnTo>
                  <a:lnTo>
                    <a:pt x="5199" y="12056"/>
                  </a:lnTo>
                  <a:lnTo>
                    <a:pt x="5062" y="12120"/>
                  </a:lnTo>
                  <a:lnTo>
                    <a:pt x="4916" y="12174"/>
                  </a:lnTo>
                  <a:lnTo>
                    <a:pt x="4770" y="12211"/>
                  </a:lnTo>
                  <a:lnTo>
                    <a:pt x="4615" y="12229"/>
                  </a:lnTo>
                  <a:lnTo>
                    <a:pt x="4460" y="12238"/>
                  </a:lnTo>
                  <a:lnTo>
                    <a:pt x="4323" y="12238"/>
                  </a:lnTo>
                  <a:lnTo>
                    <a:pt x="4196" y="12220"/>
                  </a:lnTo>
                  <a:lnTo>
                    <a:pt x="4068" y="12193"/>
                  </a:lnTo>
                  <a:lnTo>
                    <a:pt x="3940" y="12156"/>
                  </a:lnTo>
                  <a:lnTo>
                    <a:pt x="3822" y="12110"/>
                  </a:lnTo>
                  <a:lnTo>
                    <a:pt x="3703" y="12047"/>
                  </a:lnTo>
                  <a:lnTo>
                    <a:pt x="3603" y="11983"/>
                  </a:lnTo>
                  <a:lnTo>
                    <a:pt x="3493" y="11910"/>
                  </a:lnTo>
                  <a:lnTo>
                    <a:pt x="3402" y="11828"/>
                  </a:lnTo>
                  <a:lnTo>
                    <a:pt x="3311" y="11737"/>
                  </a:lnTo>
                  <a:lnTo>
                    <a:pt x="3229" y="11636"/>
                  </a:lnTo>
                  <a:lnTo>
                    <a:pt x="3156" y="11536"/>
                  </a:lnTo>
                  <a:lnTo>
                    <a:pt x="3083" y="11417"/>
                  </a:lnTo>
                  <a:lnTo>
                    <a:pt x="3028" y="11308"/>
                  </a:lnTo>
                  <a:lnTo>
                    <a:pt x="2983" y="11180"/>
                  </a:lnTo>
                  <a:lnTo>
                    <a:pt x="2946" y="11053"/>
                  </a:lnTo>
                  <a:lnTo>
                    <a:pt x="2928" y="10971"/>
                  </a:lnTo>
                  <a:lnTo>
                    <a:pt x="2837" y="10961"/>
                  </a:lnTo>
                  <a:lnTo>
                    <a:pt x="2664" y="10943"/>
                  </a:lnTo>
                  <a:lnTo>
                    <a:pt x="2481" y="10907"/>
                  </a:lnTo>
                  <a:lnTo>
                    <a:pt x="2317" y="10861"/>
                  </a:lnTo>
                  <a:lnTo>
                    <a:pt x="2153" y="10788"/>
                  </a:lnTo>
                  <a:lnTo>
                    <a:pt x="2007" y="10706"/>
                  </a:lnTo>
                  <a:lnTo>
                    <a:pt x="1861" y="10615"/>
                  </a:lnTo>
                  <a:lnTo>
                    <a:pt x="1724" y="10506"/>
                  </a:lnTo>
                  <a:lnTo>
                    <a:pt x="1606" y="10387"/>
                  </a:lnTo>
                  <a:lnTo>
                    <a:pt x="1487" y="10259"/>
                  </a:lnTo>
                  <a:lnTo>
                    <a:pt x="1396" y="10123"/>
                  </a:lnTo>
                  <a:lnTo>
                    <a:pt x="1305" y="9968"/>
                  </a:lnTo>
                  <a:lnTo>
                    <a:pt x="1232" y="9813"/>
                  </a:lnTo>
                  <a:lnTo>
                    <a:pt x="1177" y="9648"/>
                  </a:lnTo>
                  <a:lnTo>
                    <a:pt x="1132" y="9475"/>
                  </a:lnTo>
                  <a:lnTo>
                    <a:pt x="1104" y="9302"/>
                  </a:lnTo>
                  <a:lnTo>
                    <a:pt x="1095" y="9120"/>
                  </a:lnTo>
                  <a:lnTo>
                    <a:pt x="1104" y="8965"/>
                  </a:lnTo>
                  <a:lnTo>
                    <a:pt x="1123" y="8819"/>
                  </a:lnTo>
                  <a:lnTo>
                    <a:pt x="1132" y="8746"/>
                  </a:lnTo>
                  <a:lnTo>
                    <a:pt x="1068" y="8700"/>
                  </a:lnTo>
                  <a:lnTo>
                    <a:pt x="977" y="8636"/>
                  </a:lnTo>
                  <a:lnTo>
                    <a:pt x="885" y="8563"/>
                  </a:lnTo>
                  <a:lnTo>
                    <a:pt x="803" y="8490"/>
                  </a:lnTo>
                  <a:lnTo>
                    <a:pt x="721" y="8408"/>
                  </a:lnTo>
                  <a:lnTo>
                    <a:pt x="648" y="8317"/>
                  </a:lnTo>
                  <a:lnTo>
                    <a:pt x="575" y="8226"/>
                  </a:lnTo>
                  <a:lnTo>
                    <a:pt x="512" y="8135"/>
                  </a:lnTo>
                  <a:lnTo>
                    <a:pt x="457" y="8034"/>
                  </a:lnTo>
                  <a:lnTo>
                    <a:pt x="402" y="7934"/>
                  </a:lnTo>
                  <a:lnTo>
                    <a:pt x="366" y="7834"/>
                  </a:lnTo>
                  <a:lnTo>
                    <a:pt x="320" y="7724"/>
                  </a:lnTo>
                  <a:lnTo>
                    <a:pt x="293" y="7615"/>
                  </a:lnTo>
                  <a:lnTo>
                    <a:pt x="265" y="7506"/>
                  </a:lnTo>
                  <a:lnTo>
                    <a:pt x="247" y="7387"/>
                  </a:lnTo>
                  <a:lnTo>
                    <a:pt x="238" y="7278"/>
                  </a:lnTo>
                  <a:lnTo>
                    <a:pt x="238" y="7159"/>
                  </a:lnTo>
                  <a:lnTo>
                    <a:pt x="247" y="6968"/>
                  </a:lnTo>
                  <a:lnTo>
                    <a:pt x="275" y="6776"/>
                  </a:lnTo>
                  <a:lnTo>
                    <a:pt x="320" y="6594"/>
                  </a:lnTo>
                  <a:lnTo>
                    <a:pt x="384" y="6420"/>
                  </a:lnTo>
                  <a:lnTo>
                    <a:pt x="466" y="6256"/>
                  </a:lnTo>
                  <a:lnTo>
                    <a:pt x="566" y="6092"/>
                  </a:lnTo>
                  <a:lnTo>
                    <a:pt x="685" y="5946"/>
                  </a:lnTo>
                  <a:lnTo>
                    <a:pt x="822" y="5810"/>
                  </a:lnTo>
                  <a:lnTo>
                    <a:pt x="858" y="5773"/>
                  </a:lnTo>
                  <a:lnTo>
                    <a:pt x="858" y="5682"/>
                  </a:lnTo>
                  <a:lnTo>
                    <a:pt x="858" y="5545"/>
                  </a:lnTo>
                  <a:lnTo>
                    <a:pt x="876" y="5417"/>
                  </a:lnTo>
                  <a:lnTo>
                    <a:pt x="895" y="5299"/>
                  </a:lnTo>
                  <a:lnTo>
                    <a:pt x="922" y="5171"/>
                  </a:lnTo>
                  <a:lnTo>
                    <a:pt x="968" y="5053"/>
                  </a:lnTo>
                  <a:lnTo>
                    <a:pt x="1013" y="4934"/>
                  </a:lnTo>
                  <a:lnTo>
                    <a:pt x="1068" y="4816"/>
                  </a:lnTo>
                  <a:lnTo>
                    <a:pt x="1132" y="4706"/>
                  </a:lnTo>
                  <a:lnTo>
                    <a:pt x="1168" y="4642"/>
                  </a:lnTo>
                  <a:lnTo>
                    <a:pt x="1132" y="4588"/>
                  </a:lnTo>
                  <a:lnTo>
                    <a:pt x="1077" y="4469"/>
                  </a:lnTo>
                  <a:lnTo>
                    <a:pt x="1022" y="4351"/>
                  </a:lnTo>
                  <a:lnTo>
                    <a:pt x="977" y="4232"/>
                  </a:lnTo>
                  <a:lnTo>
                    <a:pt x="940" y="4113"/>
                  </a:lnTo>
                  <a:lnTo>
                    <a:pt x="913" y="3986"/>
                  </a:lnTo>
                  <a:lnTo>
                    <a:pt x="885" y="3858"/>
                  </a:lnTo>
                  <a:lnTo>
                    <a:pt x="876" y="3730"/>
                  </a:lnTo>
                  <a:lnTo>
                    <a:pt x="867" y="3603"/>
                  </a:lnTo>
                  <a:lnTo>
                    <a:pt x="876" y="3402"/>
                  </a:lnTo>
                  <a:lnTo>
                    <a:pt x="913" y="3211"/>
                  </a:lnTo>
                  <a:lnTo>
                    <a:pt x="958" y="3019"/>
                  </a:lnTo>
                  <a:lnTo>
                    <a:pt x="1022" y="2837"/>
                  </a:lnTo>
                  <a:lnTo>
                    <a:pt x="1104" y="2664"/>
                  </a:lnTo>
                  <a:lnTo>
                    <a:pt x="1205" y="2509"/>
                  </a:lnTo>
                  <a:lnTo>
                    <a:pt x="1323" y="2354"/>
                  </a:lnTo>
                  <a:lnTo>
                    <a:pt x="1442" y="2217"/>
                  </a:lnTo>
                  <a:lnTo>
                    <a:pt x="1588" y="2089"/>
                  </a:lnTo>
                  <a:lnTo>
                    <a:pt x="1734" y="1980"/>
                  </a:lnTo>
                  <a:lnTo>
                    <a:pt x="1898" y="1879"/>
                  </a:lnTo>
                  <a:lnTo>
                    <a:pt x="2071" y="1797"/>
                  </a:lnTo>
                  <a:lnTo>
                    <a:pt x="2253" y="1724"/>
                  </a:lnTo>
                  <a:lnTo>
                    <a:pt x="2436" y="1679"/>
                  </a:lnTo>
                  <a:lnTo>
                    <a:pt x="2636" y="1651"/>
                  </a:lnTo>
                  <a:lnTo>
                    <a:pt x="2828" y="1642"/>
                  </a:lnTo>
                  <a:lnTo>
                    <a:pt x="3010" y="1651"/>
                  </a:lnTo>
                  <a:lnTo>
                    <a:pt x="3183" y="1670"/>
                  </a:lnTo>
                  <a:lnTo>
                    <a:pt x="3320" y="1697"/>
                  </a:lnTo>
                  <a:lnTo>
                    <a:pt x="3320" y="1560"/>
                  </a:lnTo>
                  <a:lnTo>
                    <a:pt x="3329" y="1423"/>
                  </a:lnTo>
                  <a:lnTo>
                    <a:pt x="3348" y="1296"/>
                  </a:lnTo>
                  <a:lnTo>
                    <a:pt x="3384" y="1168"/>
                  </a:lnTo>
                  <a:lnTo>
                    <a:pt x="3430" y="1050"/>
                  </a:lnTo>
                  <a:lnTo>
                    <a:pt x="3493" y="931"/>
                  </a:lnTo>
                  <a:lnTo>
                    <a:pt x="3557" y="822"/>
                  </a:lnTo>
                  <a:lnTo>
                    <a:pt x="3639" y="721"/>
                  </a:lnTo>
                  <a:lnTo>
                    <a:pt x="3721" y="621"/>
                  </a:lnTo>
                  <a:lnTo>
                    <a:pt x="3822" y="539"/>
                  </a:lnTo>
                  <a:lnTo>
                    <a:pt x="3922" y="466"/>
                  </a:lnTo>
                  <a:lnTo>
                    <a:pt x="4031" y="393"/>
                  </a:lnTo>
                  <a:lnTo>
                    <a:pt x="4150" y="338"/>
                  </a:lnTo>
                  <a:lnTo>
                    <a:pt x="4268" y="293"/>
                  </a:lnTo>
                  <a:lnTo>
                    <a:pt x="4396" y="265"/>
                  </a:lnTo>
                  <a:lnTo>
                    <a:pt x="4533" y="238"/>
                  </a:lnTo>
                  <a:close/>
                  <a:moveTo>
                    <a:pt x="4670" y="1"/>
                  </a:moveTo>
                  <a:lnTo>
                    <a:pt x="4515" y="10"/>
                  </a:lnTo>
                  <a:lnTo>
                    <a:pt x="4369" y="28"/>
                  </a:lnTo>
                  <a:lnTo>
                    <a:pt x="4223" y="65"/>
                  </a:lnTo>
                  <a:lnTo>
                    <a:pt x="4086" y="110"/>
                  </a:lnTo>
                  <a:lnTo>
                    <a:pt x="3958" y="174"/>
                  </a:lnTo>
                  <a:lnTo>
                    <a:pt x="3831" y="247"/>
                  </a:lnTo>
                  <a:lnTo>
                    <a:pt x="3712" y="329"/>
                  </a:lnTo>
                  <a:lnTo>
                    <a:pt x="3603" y="420"/>
                  </a:lnTo>
                  <a:lnTo>
                    <a:pt x="3503" y="521"/>
                  </a:lnTo>
                  <a:lnTo>
                    <a:pt x="3411" y="630"/>
                  </a:lnTo>
                  <a:lnTo>
                    <a:pt x="3329" y="740"/>
                  </a:lnTo>
                  <a:lnTo>
                    <a:pt x="3265" y="867"/>
                  </a:lnTo>
                  <a:lnTo>
                    <a:pt x="3202" y="995"/>
                  </a:lnTo>
                  <a:lnTo>
                    <a:pt x="3156" y="1141"/>
                  </a:lnTo>
                  <a:lnTo>
                    <a:pt x="3120" y="1278"/>
                  </a:lnTo>
                  <a:lnTo>
                    <a:pt x="3101" y="1423"/>
                  </a:lnTo>
                  <a:lnTo>
                    <a:pt x="2965" y="1414"/>
                  </a:lnTo>
                  <a:lnTo>
                    <a:pt x="2828" y="1405"/>
                  </a:lnTo>
                  <a:lnTo>
                    <a:pt x="2718" y="1414"/>
                  </a:lnTo>
                  <a:lnTo>
                    <a:pt x="2609" y="1423"/>
                  </a:lnTo>
                  <a:lnTo>
                    <a:pt x="2499" y="1433"/>
                  </a:lnTo>
                  <a:lnTo>
                    <a:pt x="2390" y="1451"/>
                  </a:lnTo>
                  <a:lnTo>
                    <a:pt x="2180" y="1506"/>
                  </a:lnTo>
                  <a:lnTo>
                    <a:pt x="1980" y="1578"/>
                  </a:lnTo>
                  <a:lnTo>
                    <a:pt x="1788" y="1670"/>
                  </a:lnTo>
                  <a:lnTo>
                    <a:pt x="1606" y="1788"/>
                  </a:lnTo>
                  <a:lnTo>
                    <a:pt x="1442" y="1907"/>
                  </a:lnTo>
                  <a:lnTo>
                    <a:pt x="1287" y="2053"/>
                  </a:lnTo>
                  <a:lnTo>
                    <a:pt x="1141" y="2208"/>
                  </a:lnTo>
                  <a:lnTo>
                    <a:pt x="1013" y="2381"/>
                  </a:lnTo>
                  <a:lnTo>
                    <a:pt x="904" y="2554"/>
                  </a:lnTo>
                  <a:lnTo>
                    <a:pt x="813" y="2746"/>
                  </a:lnTo>
                  <a:lnTo>
                    <a:pt x="740" y="2946"/>
                  </a:lnTo>
                  <a:lnTo>
                    <a:pt x="685" y="3165"/>
                  </a:lnTo>
                  <a:lnTo>
                    <a:pt x="667" y="3265"/>
                  </a:lnTo>
                  <a:lnTo>
                    <a:pt x="648" y="3375"/>
                  </a:lnTo>
                  <a:lnTo>
                    <a:pt x="639" y="3493"/>
                  </a:lnTo>
                  <a:lnTo>
                    <a:pt x="639" y="3603"/>
                  </a:lnTo>
                  <a:lnTo>
                    <a:pt x="648" y="3740"/>
                  </a:lnTo>
                  <a:lnTo>
                    <a:pt x="658" y="3876"/>
                  </a:lnTo>
                  <a:lnTo>
                    <a:pt x="676" y="4004"/>
                  </a:lnTo>
                  <a:lnTo>
                    <a:pt x="703" y="4141"/>
                  </a:lnTo>
                  <a:lnTo>
                    <a:pt x="740" y="4268"/>
                  </a:lnTo>
                  <a:lnTo>
                    <a:pt x="785" y="4396"/>
                  </a:lnTo>
                  <a:lnTo>
                    <a:pt x="840" y="4524"/>
                  </a:lnTo>
                  <a:lnTo>
                    <a:pt x="904" y="4642"/>
                  </a:lnTo>
                  <a:lnTo>
                    <a:pt x="840" y="4761"/>
                  </a:lnTo>
                  <a:lnTo>
                    <a:pt x="785" y="4889"/>
                  </a:lnTo>
                  <a:lnTo>
                    <a:pt x="730" y="5007"/>
                  </a:lnTo>
                  <a:lnTo>
                    <a:pt x="694" y="5144"/>
                  </a:lnTo>
                  <a:lnTo>
                    <a:pt x="667" y="5272"/>
                  </a:lnTo>
                  <a:lnTo>
                    <a:pt x="639" y="5408"/>
                  </a:lnTo>
                  <a:lnTo>
                    <a:pt x="630" y="5536"/>
                  </a:lnTo>
                  <a:lnTo>
                    <a:pt x="621" y="5673"/>
                  </a:lnTo>
                  <a:lnTo>
                    <a:pt x="484" y="5828"/>
                  </a:lnTo>
                  <a:lnTo>
                    <a:pt x="366" y="5992"/>
                  </a:lnTo>
                  <a:lnTo>
                    <a:pt x="256" y="6174"/>
                  </a:lnTo>
                  <a:lnTo>
                    <a:pt x="165" y="6357"/>
                  </a:lnTo>
                  <a:lnTo>
                    <a:pt x="101" y="6548"/>
                  </a:lnTo>
                  <a:lnTo>
                    <a:pt x="47" y="6749"/>
                  </a:lnTo>
                  <a:lnTo>
                    <a:pt x="19" y="6949"/>
                  </a:lnTo>
                  <a:lnTo>
                    <a:pt x="1" y="7159"/>
                  </a:lnTo>
                  <a:lnTo>
                    <a:pt x="10" y="7287"/>
                  </a:lnTo>
                  <a:lnTo>
                    <a:pt x="19" y="7405"/>
                  </a:lnTo>
                  <a:lnTo>
                    <a:pt x="37" y="7533"/>
                  </a:lnTo>
                  <a:lnTo>
                    <a:pt x="65" y="7651"/>
                  </a:lnTo>
                  <a:lnTo>
                    <a:pt x="101" y="7770"/>
                  </a:lnTo>
                  <a:lnTo>
                    <a:pt x="138" y="7889"/>
                  </a:lnTo>
                  <a:lnTo>
                    <a:pt x="183" y="7998"/>
                  </a:lnTo>
                  <a:lnTo>
                    <a:pt x="238" y="8117"/>
                  </a:lnTo>
                  <a:lnTo>
                    <a:pt x="302" y="8217"/>
                  </a:lnTo>
                  <a:lnTo>
                    <a:pt x="366" y="8326"/>
                  </a:lnTo>
                  <a:lnTo>
                    <a:pt x="439" y="8427"/>
                  </a:lnTo>
                  <a:lnTo>
                    <a:pt x="512" y="8518"/>
                  </a:lnTo>
                  <a:lnTo>
                    <a:pt x="603" y="8609"/>
                  </a:lnTo>
                  <a:lnTo>
                    <a:pt x="685" y="8700"/>
                  </a:lnTo>
                  <a:lnTo>
                    <a:pt x="785" y="8782"/>
                  </a:lnTo>
                  <a:lnTo>
                    <a:pt x="885" y="8855"/>
                  </a:lnTo>
                  <a:lnTo>
                    <a:pt x="876" y="8983"/>
                  </a:lnTo>
                  <a:lnTo>
                    <a:pt x="867" y="9120"/>
                  </a:lnTo>
                  <a:lnTo>
                    <a:pt x="876" y="9320"/>
                  </a:lnTo>
                  <a:lnTo>
                    <a:pt x="904" y="9512"/>
                  </a:lnTo>
                  <a:lnTo>
                    <a:pt x="949" y="9703"/>
                  </a:lnTo>
                  <a:lnTo>
                    <a:pt x="1013" y="9886"/>
                  </a:lnTo>
                  <a:lnTo>
                    <a:pt x="1086" y="10059"/>
                  </a:lnTo>
                  <a:lnTo>
                    <a:pt x="1186" y="10223"/>
                  </a:lnTo>
                  <a:lnTo>
                    <a:pt x="1287" y="10378"/>
                  </a:lnTo>
                  <a:lnTo>
                    <a:pt x="1405" y="10515"/>
                  </a:lnTo>
                  <a:lnTo>
                    <a:pt x="1542" y="10651"/>
                  </a:lnTo>
                  <a:lnTo>
                    <a:pt x="1688" y="10770"/>
                  </a:lnTo>
                  <a:lnTo>
                    <a:pt x="1843" y="10879"/>
                  </a:lnTo>
                  <a:lnTo>
                    <a:pt x="2007" y="10971"/>
                  </a:lnTo>
                  <a:lnTo>
                    <a:pt x="2180" y="11053"/>
                  </a:lnTo>
                  <a:lnTo>
                    <a:pt x="2363" y="11117"/>
                  </a:lnTo>
                  <a:lnTo>
                    <a:pt x="2545" y="11162"/>
                  </a:lnTo>
                  <a:lnTo>
                    <a:pt x="2746" y="11189"/>
                  </a:lnTo>
                  <a:lnTo>
                    <a:pt x="2791" y="11326"/>
                  </a:lnTo>
                  <a:lnTo>
                    <a:pt x="2846" y="11463"/>
                  </a:lnTo>
                  <a:lnTo>
                    <a:pt x="2919" y="11591"/>
                  </a:lnTo>
                  <a:lnTo>
                    <a:pt x="2992" y="11709"/>
                  </a:lnTo>
                  <a:lnTo>
                    <a:pt x="3083" y="11819"/>
                  </a:lnTo>
                  <a:lnTo>
                    <a:pt x="3174" y="11928"/>
                  </a:lnTo>
                  <a:lnTo>
                    <a:pt x="3275" y="12028"/>
                  </a:lnTo>
                  <a:lnTo>
                    <a:pt x="3384" y="12110"/>
                  </a:lnTo>
                  <a:lnTo>
                    <a:pt x="3503" y="12193"/>
                  </a:lnTo>
                  <a:lnTo>
                    <a:pt x="3621" y="12265"/>
                  </a:lnTo>
                  <a:lnTo>
                    <a:pt x="3749" y="12329"/>
                  </a:lnTo>
                  <a:lnTo>
                    <a:pt x="3886" y="12375"/>
                  </a:lnTo>
                  <a:lnTo>
                    <a:pt x="4022" y="12420"/>
                  </a:lnTo>
                  <a:lnTo>
                    <a:pt x="4168" y="12448"/>
                  </a:lnTo>
                  <a:lnTo>
                    <a:pt x="4305" y="12466"/>
                  </a:lnTo>
                  <a:lnTo>
                    <a:pt x="4460" y="12475"/>
                  </a:lnTo>
                  <a:lnTo>
                    <a:pt x="4642" y="12466"/>
                  </a:lnTo>
                  <a:lnTo>
                    <a:pt x="4816" y="12439"/>
                  </a:lnTo>
                  <a:lnTo>
                    <a:pt x="4989" y="12393"/>
                  </a:lnTo>
                  <a:lnTo>
                    <a:pt x="5153" y="12329"/>
                  </a:lnTo>
                  <a:lnTo>
                    <a:pt x="5308" y="12256"/>
                  </a:lnTo>
                  <a:lnTo>
                    <a:pt x="5454" y="12165"/>
                  </a:lnTo>
                  <a:lnTo>
                    <a:pt x="5591" y="12065"/>
                  </a:lnTo>
                  <a:lnTo>
                    <a:pt x="5718" y="11946"/>
                  </a:lnTo>
                  <a:lnTo>
                    <a:pt x="5837" y="11819"/>
                  </a:lnTo>
                  <a:lnTo>
                    <a:pt x="5937" y="11682"/>
                  </a:lnTo>
                  <a:lnTo>
                    <a:pt x="6028" y="11536"/>
                  </a:lnTo>
                  <a:lnTo>
                    <a:pt x="6101" y="11381"/>
                  </a:lnTo>
                  <a:lnTo>
                    <a:pt x="6165" y="11217"/>
                  </a:lnTo>
                  <a:lnTo>
                    <a:pt x="6211" y="11044"/>
                  </a:lnTo>
                  <a:lnTo>
                    <a:pt x="6238" y="10870"/>
                  </a:lnTo>
                  <a:lnTo>
                    <a:pt x="6247" y="10688"/>
                  </a:lnTo>
                  <a:lnTo>
                    <a:pt x="6247" y="1578"/>
                  </a:lnTo>
                  <a:lnTo>
                    <a:pt x="6238" y="1423"/>
                  </a:lnTo>
                  <a:lnTo>
                    <a:pt x="6211" y="1268"/>
                  </a:lnTo>
                  <a:lnTo>
                    <a:pt x="6174" y="1113"/>
                  </a:lnTo>
                  <a:lnTo>
                    <a:pt x="6120" y="968"/>
                  </a:lnTo>
                  <a:lnTo>
                    <a:pt x="6056" y="831"/>
                  </a:lnTo>
                  <a:lnTo>
                    <a:pt x="5974" y="703"/>
                  </a:lnTo>
                  <a:lnTo>
                    <a:pt x="5882" y="575"/>
                  </a:lnTo>
                  <a:lnTo>
                    <a:pt x="5782" y="466"/>
                  </a:lnTo>
                  <a:lnTo>
                    <a:pt x="5673" y="366"/>
                  </a:lnTo>
                  <a:lnTo>
                    <a:pt x="5545" y="275"/>
                  </a:lnTo>
                  <a:lnTo>
                    <a:pt x="5417" y="192"/>
                  </a:lnTo>
                  <a:lnTo>
                    <a:pt x="5281" y="129"/>
                  </a:lnTo>
                  <a:lnTo>
                    <a:pt x="5135" y="74"/>
                  </a:lnTo>
                  <a:lnTo>
                    <a:pt x="4980" y="37"/>
                  </a:lnTo>
                  <a:lnTo>
                    <a:pt x="4825" y="10"/>
                  </a:lnTo>
                  <a:lnTo>
                    <a:pt x="467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54;p19">
              <a:extLst>
                <a:ext uri="{FF2B5EF4-FFF2-40B4-BE49-F238E27FC236}">
                  <a16:creationId xmlns:a16="http://schemas.microsoft.com/office/drawing/2014/main" id="{391E4974-BE49-0A35-E5E9-AA7CE29903D5}"/>
                </a:ext>
              </a:extLst>
            </p:cNvPr>
            <p:cNvSpPr/>
            <p:nvPr/>
          </p:nvSpPr>
          <p:spPr>
            <a:xfrm>
              <a:off x="1479172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89" y="0"/>
                  </a:moveTo>
                  <a:lnTo>
                    <a:pt x="2079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51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67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74" y="976"/>
                  </a:lnTo>
                  <a:lnTo>
                    <a:pt x="265" y="1149"/>
                  </a:lnTo>
                  <a:lnTo>
                    <a:pt x="174" y="1341"/>
                  </a:lnTo>
                  <a:lnTo>
                    <a:pt x="101" y="1541"/>
                  </a:lnTo>
                  <a:lnTo>
                    <a:pt x="46" y="1760"/>
                  </a:lnTo>
                  <a:lnTo>
                    <a:pt x="28" y="1860"/>
                  </a:lnTo>
                  <a:lnTo>
                    <a:pt x="9" y="1970"/>
                  </a:lnTo>
                  <a:lnTo>
                    <a:pt x="0" y="2088"/>
                  </a:lnTo>
                  <a:lnTo>
                    <a:pt x="0" y="2198"/>
                  </a:lnTo>
                  <a:lnTo>
                    <a:pt x="228" y="2198"/>
                  </a:lnTo>
                  <a:lnTo>
                    <a:pt x="237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83" y="1432"/>
                  </a:lnTo>
                  <a:lnTo>
                    <a:pt x="465" y="1259"/>
                  </a:lnTo>
                  <a:lnTo>
                    <a:pt x="566" y="1104"/>
                  </a:lnTo>
                  <a:lnTo>
                    <a:pt x="684" y="949"/>
                  </a:lnTo>
                  <a:lnTo>
                    <a:pt x="803" y="812"/>
                  </a:lnTo>
                  <a:lnTo>
                    <a:pt x="949" y="684"/>
                  </a:lnTo>
                  <a:lnTo>
                    <a:pt x="1095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797" y="274"/>
                  </a:lnTo>
                  <a:lnTo>
                    <a:pt x="1997" y="246"/>
                  </a:lnTo>
                  <a:lnTo>
                    <a:pt x="2189" y="237"/>
                  </a:lnTo>
                  <a:lnTo>
                    <a:pt x="2389" y="246"/>
                  </a:lnTo>
                  <a:lnTo>
                    <a:pt x="2590" y="274"/>
                  </a:lnTo>
                  <a:lnTo>
                    <a:pt x="2772" y="319"/>
                  </a:lnTo>
                  <a:lnTo>
                    <a:pt x="2955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38" y="684"/>
                  </a:lnTo>
                  <a:lnTo>
                    <a:pt x="3584" y="812"/>
                  </a:lnTo>
                  <a:lnTo>
                    <a:pt x="3702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13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149" y="2307"/>
                  </a:lnTo>
                  <a:lnTo>
                    <a:pt x="4140" y="2408"/>
                  </a:lnTo>
                  <a:lnTo>
                    <a:pt x="4131" y="2517"/>
                  </a:lnTo>
                  <a:lnTo>
                    <a:pt x="4113" y="2617"/>
                  </a:lnTo>
                  <a:lnTo>
                    <a:pt x="4085" y="2718"/>
                  </a:lnTo>
                  <a:lnTo>
                    <a:pt x="4049" y="2827"/>
                  </a:lnTo>
                  <a:lnTo>
                    <a:pt x="4012" y="2918"/>
                  </a:lnTo>
                  <a:lnTo>
                    <a:pt x="3976" y="3018"/>
                  </a:lnTo>
                  <a:lnTo>
                    <a:pt x="3930" y="3110"/>
                  </a:lnTo>
                  <a:lnTo>
                    <a:pt x="3876" y="3201"/>
                  </a:lnTo>
                  <a:lnTo>
                    <a:pt x="3821" y="3292"/>
                  </a:lnTo>
                  <a:lnTo>
                    <a:pt x="3757" y="3374"/>
                  </a:lnTo>
                  <a:lnTo>
                    <a:pt x="3693" y="3465"/>
                  </a:lnTo>
                  <a:lnTo>
                    <a:pt x="3620" y="3538"/>
                  </a:lnTo>
                  <a:lnTo>
                    <a:pt x="3547" y="3620"/>
                  </a:lnTo>
                  <a:lnTo>
                    <a:pt x="3465" y="3684"/>
                  </a:lnTo>
                  <a:lnTo>
                    <a:pt x="3620" y="3867"/>
                  </a:lnTo>
                  <a:lnTo>
                    <a:pt x="3702" y="3784"/>
                  </a:lnTo>
                  <a:lnTo>
                    <a:pt x="3794" y="3702"/>
                  </a:lnTo>
                  <a:lnTo>
                    <a:pt x="3867" y="3611"/>
                  </a:lnTo>
                  <a:lnTo>
                    <a:pt x="3940" y="3520"/>
                  </a:lnTo>
                  <a:lnTo>
                    <a:pt x="4012" y="3420"/>
                  </a:lnTo>
                  <a:lnTo>
                    <a:pt x="4076" y="3319"/>
                  </a:lnTo>
                  <a:lnTo>
                    <a:pt x="4131" y="3219"/>
                  </a:lnTo>
                  <a:lnTo>
                    <a:pt x="4186" y="3119"/>
                  </a:lnTo>
                  <a:lnTo>
                    <a:pt x="4231" y="3009"/>
                  </a:lnTo>
                  <a:lnTo>
                    <a:pt x="4268" y="2900"/>
                  </a:lnTo>
                  <a:lnTo>
                    <a:pt x="4304" y="2781"/>
                  </a:lnTo>
                  <a:lnTo>
                    <a:pt x="4332" y="2672"/>
                  </a:lnTo>
                  <a:lnTo>
                    <a:pt x="4359" y="2553"/>
                  </a:lnTo>
                  <a:lnTo>
                    <a:pt x="4368" y="2435"/>
                  </a:lnTo>
                  <a:lnTo>
                    <a:pt x="4386" y="2316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59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39" y="648"/>
                  </a:lnTo>
                  <a:lnTo>
                    <a:pt x="3584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6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8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55;p19">
              <a:extLst>
                <a:ext uri="{FF2B5EF4-FFF2-40B4-BE49-F238E27FC236}">
                  <a16:creationId xmlns:a16="http://schemas.microsoft.com/office/drawing/2014/main" id="{D5FEE0E9-D72E-4B38-191D-B8B2B133D243}"/>
                </a:ext>
              </a:extLst>
            </p:cNvPr>
            <p:cNvSpPr/>
            <p:nvPr/>
          </p:nvSpPr>
          <p:spPr>
            <a:xfrm>
              <a:off x="1736245" y="3265334"/>
              <a:ext cx="55078" cy="81348"/>
            </a:xfrm>
            <a:custGeom>
              <a:avLst/>
              <a:gdLst/>
              <a:ahLst/>
              <a:cxnLst/>
              <a:rect l="l" t="t" r="r" b="b"/>
              <a:pathLst>
                <a:path w="803" h="1186" extrusionOk="0">
                  <a:moveTo>
                    <a:pt x="565" y="0"/>
                  </a:moveTo>
                  <a:lnTo>
                    <a:pt x="547" y="146"/>
                  </a:lnTo>
                  <a:lnTo>
                    <a:pt x="520" y="292"/>
                  </a:lnTo>
                  <a:lnTo>
                    <a:pt x="465" y="429"/>
                  </a:lnTo>
                  <a:lnTo>
                    <a:pt x="401" y="556"/>
                  </a:lnTo>
                  <a:lnTo>
                    <a:pt x="319" y="684"/>
                  </a:lnTo>
                  <a:lnTo>
                    <a:pt x="228" y="802"/>
                  </a:lnTo>
                  <a:lnTo>
                    <a:pt x="119" y="903"/>
                  </a:lnTo>
                  <a:lnTo>
                    <a:pt x="0" y="994"/>
                  </a:lnTo>
                  <a:lnTo>
                    <a:pt x="137" y="1185"/>
                  </a:lnTo>
                  <a:lnTo>
                    <a:pt x="274" y="1076"/>
                  </a:lnTo>
                  <a:lnTo>
                    <a:pt x="401" y="948"/>
                  </a:lnTo>
                  <a:lnTo>
                    <a:pt x="511" y="821"/>
                  </a:lnTo>
                  <a:lnTo>
                    <a:pt x="602" y="675"/>
                  </a:lnTo>
                  <a:lnTo>
                    <a:pt x="675" y="520"/>
                  </a:lnTo>
                  <a:lnTo>
                    <a:pt x="739" y="356"/>
                  </a:lnTo>
                  <a:lnTo>
                    <a:pt x="775" y="192"/>
                  </a:lnTo>
                  <a:lnTo>
                    <a:pt x="802" y="1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56;p19">
              <a:extLst>
                <a:ext uri="{FF2B5EF4-FFF2-40B4-BE49-F238E27FC236}">
                  <a16:creationId xmlns:a16="http://schemas.microsoft.com/office/drawing/2014/main" id="{78EEFC64-4CB5-80D4-4E0D-0A309CBB47E4}"/>
                </a:ext>
              </a:extLst>
            </p:cNvPr>
            <p:cNvSpPr/>
            <p:nvPr/>
          </p:nvSpPr>
          <p:spPr>
            <a:xfrm>
              <a:off x="1478554" y="3444832"/>
              <a:ext cx="193287" cy="141364"/>
            </a:xfrm>
            <a:custGeom>
              <a:avLst/>
              <a:gdLst/>
              <a:ahLst/>
              <a:cxnLst/>
              <a:rect l="l" t="t" r="r" b="b"/>
              <a:pathLst>
                <a:path w="2818" h="2061" extrusionOk="0">
                  <a:moveTo>
                    <a:pt x="2590" y="0"/>
                  </a:moveTo>
                  <a:lnTo>
                    <a:pt x="2581" y="119"/>
                  </a:lnTo>
                  <a:lnTo>
                    <a:pt x="2572" y="246"/>
                  </a:lnTo>
                  <a:lnTo>
                    <a:pt x="2544" y="374"/>
                  </a:lnTo>
                  <a:lnTo>
                    <a:pt x="2517" y="492"/>
                  </a:lnTo>
                  <a:lnTo>
                    <a:pt x="2453" y="666"/>
                  </a:lnTo>
                  <a:lnTo>
                    <a:pt x="2380" y="839"/>
                  </a:lnTo>
                  <a:lnTo>
                    <a:pt x="2280" y="994"/>
                  </a:lnTo>
                  <a:lnTo>
                    <a:pt x="2170" y="1149"/>
                  </a:lnTo>
                  <a:lnTo>
                    <a:pt x="2034" y="1286"/>
                  </a:lnTo>
                  <a:lnTo>
                    <a:pt x="1897" y="1404"/>
                  </a:lnTo>
                  <a:lnTo>
                    <a:pt x="1733" y="1523"/>
                  </a:lnTo>
                  <a:lnTo>
                    <a:pt x="1569" y="1614"/>
                  </a:lnTo>
                  <a:lnTo>
                    <a:pt x="1386" y="1696"/>
                  </a:lnTo>
                  <a:lnTo>
                    <a:pt x="1195" y="1760"/>
                  </a:lnTo>
                  <a:lnTo>
                    <a:pt x="1012" y="1806"/>
                  </a:lnTo>
                  <a:lnTo>
                    <a:pt x="821" y="1824"/>
                  </a:lnTo>
                  <a:lnTo>
                    <a:pt x="629" y="1833"/>
                  </a:lnTo>
                  <a:lnTo>
                    <a:pt x="447" y="1815"/>
                  </a:lnTo>
                  <a:lnTo>
                    <a:pt x="265" y="1778"/>
                  </a:lnTo>
                  <a:lnTo>
                    <a:pt x="82" y="1723"/>
                  </a:lnTo>
                  <a:lnTo>
                    <a:pt x="0" y="1942"/>
                  </a:lnTo>
                  <a:lnTo>
                    <a:pt x="173" y="1997"/>
                  </a:lnTo>
                  <a:lnTo>
                    <a:pt x="338" y="2034"/>
                  </a:lnTo>
                  <a:lnTo>
                    <a:pt x="511" y="2052"/>
                  </a:lnTo>
                  <a:lnTo>
                    <a:pt x="693" y="2061"/>
                  </a:lnTo>
                  <a:lnTo>
                    <a:pt x="812" y="2061"/>
                  </a:lnTo>
                  <a:lnTo>
                    <a:pt x="939" y="2043"/>
                  </a:lnTo>
                  <a:lnTo>
                    <a:pt x="1058" y="2024"/>
                  </a:lnTo>
                  <a:lnTo>
                    <a:pt x="1186" y="1997"/>
                  </a:lnTo>
                  <a:lnTo>
                    <a:pt x="1313" y="1970"/>
                  </a:lnTo>
                  <a:lnTo>
                    <a:pt x="1432" y="1924"/>
                  </a:lnTo>
                  <a:lnTo>
                    <a:pt x="1550" y="1879"/>
                  </a:lnTo>
                  <a:lnTo>
                    <a:pt x="1669" y="1824"/>
                  </a:lnTo>
                  <a:lnTo>
                    <a:pt x="1769" y="1769"/>
                  </a:lnTo>
                  <a:lnTo>
                    <a:pt x="1860" y="1714"/>
                  </a:lnTo>
                  <a:lnTo>
                    <a:pt x="2034" y="1587"/>
                  </a:lnTo>
                  <a:lnTo>
                    <a:pt x="2198" y="1450"/>
                  </a:lnTo>
                  <a:lnTo>
                    <a:pt x="2344" y="1295"/>
                  </a:lnTo>
                  <a:lnTo>
                    <a:pt x="2471" y="1122"/>
                  </a:lnTo>
                  <a:lnTo>
                    <a:pt x="2526" y="1030"/>
                  </a:lnTo>
                  <a:lnTo>
                    <a:pt x="2581" y="939"/>
                  </a:lnTo>
                  <a:lnTo>
                    <a:pt x="2626" y="848"/>
                  </a:lnTo>
                  <a:lnTo>
                    <a:pt x="2672" y="757"/>
                  </a:lnTo>
                  <a:lnTo>
                    <a:pt x="2708" y="657"/>
                  </a:lnTo>
                  <a:lnTo>
                    <a:pt x="2736" y="556"/>
                  </a:lnTo>
                  <a:lnTo>
                    <a:pt x="2772" y="420"/>
                  </a:lnTo>
                  <a:lnTo>
                    <a:pt x="2800" y="283"/>
                  </a:lnTo>
                  <a:lnTo>
                    <a:pt x="2809" y="137"/>
                  </a:lnTo>
                  <a:lnTo>
                    <a:pt x="281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57;p19">
              <a:extLst>
                <a:ext uri="{FF2B5EF4-FFF2-40B4-BE49-F238E27FC236}">
                  <a16:creationId xmlns:a16="http://schemas.microsoft.com/office/drawing/2014/main" id="{67182471-82BD-F34D-4491-B31D4DCC615D}"/>
                </a:ext>
              </a:extLst>
            </p:cNvPr>
            <p:cNvSpPr/>
            <p:nvPr/>
          </p:nvSpPr>
          <p:spPr>
            <a:xfrm>
              <a:off x="1621769" y="3527962"/>
              <a:ext cx="182038" cy="117083"/>
            </a:xfrm>
            <a:custGeom>
              <a:avLst/>
              <a:gdLst/>
              <a:ahLst/>
              <a:cxnLst/>
              <a:rect l="l" t="t" r="r" b="b"/>
              <a:pathLst>
                <a:path w="2654" h="1707" extrusionOk="0">
                  <a:moveTo>
                    <a:pt x="9" y="1"/>
                  </a:moveTo>
                  <a:lnTo>
                    <a:pt x="0" y="147"/>
                  </a:lnTo>
                  <a:lnTo>
                    <a:pt x="0" y="302"/>
                  </a:lnTo>
                  <a:lnTo>
                    <a:pt x="19" y="448"/>
                  </a:lnTo>
                  <a:lnTo>
                    <a:pt x="55" y="594"/>
                  </a:lnTo>
                  <a:lnTo>
                    <a:pt x="101" y="730"/>
                  </a:lnTo>
                  <a:lnTo>
                    <a:pt x="155" y="867"/>
                  </a:lnTo>
                  <a:lnTo>
                    <a:pt x="228" y="995"/>
                  </a:lnTo>
                  <a:lnTo>
                    <a:pt x="319" y="1122"/>
                  </a:lnTo>
                  <a:lnTo>
                    <a:pt x="420" y="1232"/>
                  </a:lnTo>
                  <a:lnTo>
                    <a:pt x="529" y="1332"/>
                  </a:lnTo>
                  <a:lnTo>
                    <a:pt x="639" y="1423"/>
                  </a:lnTo>
                  <a:lnTo>
                    <a:pt x="766" y="1505"/>
                  </a:lnTo>
                  <a:lnTo>
                    <a:pt x="894" y="1569"/>
                  </a:lnTo>
                  <a:lnTo>
                    <a:pt x="1040" y="1624"/>
                  </a:lnTo>
                  <a:lnTo>
                    <a:pt x="1177" y="1670"/>
                  </a:lnTo>
                  <a:lnTo>
                    <a:pt x="1332" y="1688"/>
                  </a:lnTo>
                  <a:lnTo>
                    <a:pt x="1423" y="1697"/>
                  </a:lnTo>
                  <a:lnTo>
                    <a:pt x="1514" y="1706"/>
                  </a:lnTo>
                  <a:lnTo>
                    <a:pt x="1678" y="1697"/>
                  </a:lnTo>
                  <a:lnTo>
                    <a:pt x="1833" y="1670"/>
                  </a:lnTo>
                  <a:lnTo>
                    <a:pt x="1988" y="1624"/>
                  </a:lnTo>
                  <a:lnTo>
                    <a:pt x="2143" y="1569"/>
                  </a:lnTo>
                  <a:lnTo>
                    <a:pt x="2280" y="1496"/>
                  </a:lnTo>
                  <a:lnTo>
                    <a:pt x="2417" y="1405"/>
                  </a:lnTo>
                  <a:lnTo>
                    <a:pt x="2544" y="1305"/>
                  </a:lnTo>
                  <a:lnTo>
                    <a:pt x="2654" y="1186"/>
                  </a:lnTo>
                  <a:lnTo>
                    <a:pt x="2481" y="1031"/>
                  </a:lnTo>
                  <a:lnTo>
                    <a:pt x="2371" y="1150"/>
                  </a:lnTo>
                  <a:lnTo>
                    <a:pt x="2253" y="1241"/>
                  </a:lnTo>
                  <a:lnTo>
                    <a:pt x="2116" y="1323"/>
                  </a:lnTo>
                  <a:lnTo>
                    <a:pt x="1970" y="1387"/>
                  </a:lnTo>
                  <a:lnTo>
                    <a:pt x="1824" y="1432"/>
                  </a:lnTo>
                  <a:lnTo>
                    <a:pt x="1669" y="1460"/>
                  </a:lnTo>
                  <a:lnTo>
                    <a:pt x="1514" y="1469"/>
                  </a:lnTo>
                  <a:lnTo>
                    <a:pt x="1359" y="1460"/>
                  </a:lnTo>
                  <a:lnTo>
                    <a:pt x="1222" y="1442"/>
                  </a:lnTo>
                  <a:lnTo>
                    <a:pt x="1104" y="1405"/>
                  </a:lnTo>
                  <a:lnTo>
                    <a:pt x="985" y="1360"/>
                  </a:lnTo>
                  <a:lnTo>
                    <a:pt x="876" y="1305"/>
                  </a:lnTo>
                  <a:lnTo>
                    <a:pt x="766" y="1232"/>
                  </a:lnTo>
                  <a:lnTo>
                    <a:pt x="666" y="1159"/>
                  </a:lnTo>
                  <a:lnTo>
                    <a:pt x="584" y="1068"/>
                  </a:lnTo>
                  <a:lnTo>
                    <a:pt x="502" y="977"/>
                  </a:lnTo>
                  <a:lnTo>
                    <a:pt x="429" y="876"/>
                  </a:lnTo>
                  <a:lnTo>
                    <a:pt x="365" y="767"/>
                  </a:lnTo>
                  <a:lnTo>
                    <a:pt x="319" y="657"/>
                  </a:lnTo>
                  <a:lnTo>
                    <a:pt x="274" y="539"/>
                  </a:lnTo>
                  <a:lnTo>
                    <a:pt x="247" y="411"/>
                  </a:lnTo>
                  <a:lnTo>
                    <a:pt x="237" y="293"/>
                  </a:lnTo>
                  <a:lnTo>
                    <a:pt x="228" y="156"/>
                  </a:lnTo>
                  <a:lnTo>
                    <a:pt x="237" y="28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58;p19">
              <a:extLst>
                <a:ext uri="{FF2B5EF4-FFF2-40B4-BE49-F238E27FC236}">
                  <a16:creationId xmlns:a16="http://schemas.microsoft.com/office/drawing/2014/main" id="{C52FD8C3-BC1B-5C4F-88FD-F85E0198AE9C}"/>
                </a:ext>
              </a:extLst>
            </p:cNvPr>
            <p:cNvSpPr/>
            <p:nvPr/>
          </p:nvSpPr>
          <p:spPr>
            <a:xfrm>
              <a:off x="1657435" y="3763154"/>
              <a:ext cx="205839" cy="212698"/>
            </a:xfrm>
            <a:custGeom>
              <a:avLst/>
              <a:gdLst/>
              <a:ahLst/>
              <a:cxnLst/>
              <a:rect l="l" t="t" r="r" b="b"/>
              <a:pathLst>
                <a:path w="3001" h="3101" extrusionOk="0">
                  <a:moveTo>
                    <a:pt x="857" y="0"/>
                  </a:moveTo>
                  <a:lnTo>
                    <a:pt x="730" y="10"/>
                  </a:lnTo>
                  <a:lnTo>
                    <a:pt x="602" y="28"/>
                  </a:lnTo>
                  <a:lnTo>
                    <a:pt x="483" y="46"/>
                  </a:lnTo>
                  <a:lnTo>
                    <a:pt x="356" y="82"/>
                  </a:lnTo>
                  <a:lnTo>
                    <a:pt x="237" y="119"/>
                  </a:lnTo>
                  <a:lnTo>
                    <a:pt x="119" y="165"/>
                  </a:lnTo>
                  <a:lnTo>
                    <a:pt x="0" y="219"/>
                  </a:lnTo>
                  <a:lnTo>
                    <a:pt x="100" y="429"/>
                  </a:lnTo>
                  <a:lnTo>
                    <a:pt x="201" y="374"/>
                  </a:lnTo>
                  <a:lnTo>
                    <a:pt x="310" y="338"/>
                  </a:lnTo>
                  <a:lnTo>
                    <a:pt x="420" y="301"/>
                  </a:lnTo>
                  <a:lnTo>
                    <a:pt x="529" y="274"/>
                  </a:lnTo>
                  <a:lnTo>
                    <a:pt x="638" y="256"/>
                  </a:lnTo>
                  <a:lnTo>
                    <a:pt x="748" y="238"/>
                  </a:lnTo>
                  <a:lnTo>
                    <a:pt x="866" y="228"/>
                  </a:lnTo>
                  <a:lnTo>
                    <a:pt x="976" y="228"/>
                  </a:lnTo>
                  <a:lnTo>
                    <a:pt x="1085" y="238"/>
                  </a:lnTo>
                  <a:lnTo>
                    <a:pt x="1195" y="247"/>
                  </a:lnTo>
                  <a:lnTo>
                    <a:pt x="1304" y="265"/>
                  </a:lnTo>
                  <a:lnTo>
                    <a:pt x="1413" y="292"/>
                  </a:lnTo>
                  <a:lnTo>
                    <a:pt x="1523" y="329"/>
                  </a:lnTo>
                  <a:lnTo>
                    <a:pt x="1632" y="365"/>
                  </a:lnTo>
                  <a:lnTo>
                    <a:pt x="1733" y="420"/>
                  </a:lnTo>
                  <a:lnTo>
                    <a:pt x="1833" y="465"/>
                  </a:lnTo>
                  <a:lnTo>
                    <a:pt x="1997" y="575"/>
                  </a:lnTo>
                  <a:lnTo>
                    <a:pt x="2143" y="684"/>
                  </a:lnTo>
                  <a:lnTo>
                    <a:pt x="2271" y="812"/>
                  </a:lnTo>
                  <a:lnTo>
                    <a:pt x="2389" y="949"/>
                  </a:lnTo>
                  <a:lnTo>
                    <a:pt x="2489" y="1095"/>
                  </a:lnTo>
                  <a:lnTo>
                    <a:pt x="2581" y="1250"/>
                  </a:lnTo>
                  <a:lnTo>
                    <a:pt x="2654" y="1414"/>
                  </a:lnTo>
                  <a:lnTo>
                    <a:pt x="2708" y="1587"/>
                  </a:lnTo>
                  <a:lnTo>
                    <a:pt x="2745" y="1760"/>
                  </a:lnTo>
                  <a:lnTo>
                    <a:pt x="2772" y="1934"/>
                  </a:lnTo>
                  <a:lnTo>
                    <a:pt x="2772" y="2107"/>
                  </a:lnTo>
                  <a:lnTo>
                    <a:pt x="2763" y="2289"/>
                  </a:lnTo>
                  <a:lnTo>
                    <a:pt x="2736" y="2472"/>
                  </a:lnTo>
                  <a:lnTo>
                    <a:pt x="2690" y="2645"/>
                  </a:lnTo>
                  <a:lnTo>
                    <a:pt x="2617" y="2818"/>
                  </a:lnTo>
                  <a:lnTo>
                    <a:pt x="2535" y="2991"/>
                  </a:lnTo>
                  <a:lnTo>
                    <a:pt x="2736" y="3101"/>
                  </a:lnTo>
                  <a:lnTo>
                    <a:pt x="2836" y="2909"/>
                  </a:lnTo>
                  <a:lnTo>
                    <a:pt x="2909" y="2718"/>
                  </a:lnTo>
                  <a:lnTo>
                    <a:pt x="2955" y="2517"/>
                  </a:lnTo>
                  <a:lnTo>
                    <a:pt x="2991" y="2317"/>
                  </a:lnTo>
                  <a:lnTo>
                    <a:pt x="3000" y="2116"/>
                  </a:lnTo>
                  <a:lnTo>
                    <a:pt x="3000" y="1915"/>
                  </a:lnTo>
                  <a:lnTo>
                    <a:pt x="2973" y="1715"/>
                  </a:lnTo>
                  <a:lnTo>
                    <a:pt x="2927" y="1523"/>
                  </a:lnTo>
                  <a:lnTo>
                    <a:pt x="2863" y="1332"/>
                  </a:lnTo>
                  <a:lnTo>
                    <a:pt x="2781" y="1149"/>
                  </a:lnTo>
                  <a:lnTo>
                    <a:pt x="2690" y="976"/>
                  </a:lnTo>
                  <a:lnTo>
                    <a:pt x="2572" y="812"/>
                  </a:lnTo>
                  <a:lnTo>
                    <a:pt x="2444" y="657"/>
                  </a:lnTo>
                  <a:lnTo>
                    <a:pt x="2289" y="511"/>
                  </a:lnTo>
                  <a:lnTo>
                    <a:pt x="2125" y="383"/>
                  </a:lnTo>
                  <a:lnTo>
                    <a:pt x="1951" y="265"/>
                  </a:lnTo>
                  <a:lnTo>
                    <a:pt x="1833" y="210"/>
                  </a:lnTo>
                  <a:lnTo>
                    <a:pt x="1714" y="155"/>
                  </a:lnTo>
                  <a:lnTo>
                    <a:pt x="1596" y="110"/>
                  </a:lnTo>
                  <a:lnTo>
                    <a:pt x="1477" y="73"/>
                  </a:lnTo>
                  <a:lnTo>
                    <a:pt x="1359" y="46"/>
                  </a:lnTo>
                  <a:lnTo>
                    <a:pt x="1231" y="19"/>
                  </a:lnTo>
                  <a:lnTo>
                    <a:pt x="1103" y="10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59;p19">
              <a:extLst>
                <a:ext uri="{FF2B5EF4-FFF2-40B4-BE49-F238E27FC236}">
                  <a16:creationId xmlns:a16="http://schemas.microsoft.com/office/drawing/2014/main" id="{ABF780FC-4A66-3216-6C2F-476649A48651}"/>
                </a:ext>
              </a:extLst>
            </p:cNvPr>
            <p:cNvSpPr/>
            <p:nvPr/>
          </p:nvSpPr>
          <p:spPr>
            <a:xfrm>
              <a:off x="1621152" y="3835104"/>
              <a:ext cx="81348" cy="100759"/>
            </a:xfrm>
            <a:custGeom>
              <a:avLst/>
              <a:gdLst/>
              <a:ahLst/>
              <a:cxnLst/>
              <a:rect l="l" t="t" r="r" b="b"/>
              <a:pathLst>
                <a:path w="1186" h="1469" extrusionOk="0">
                  <a:moveTo>
                    <a:pt x="1158" y="0"/>
                  </a:moveTo>
                  <a:lnTo>
                    <a:pt x="1031" y="18"/>
                  </a:lnTo>
                  <a:lnTo>
                    <a:pt x="912" y="55"/>
                  </a:lnTo>
                  <a:lnTo>
                    <a:pt x="794" y="100"/>
                  </a:lnTo>
                  <a:lnTo>
                    <a:pt x="675" y="155"/>
                  </a:lnTo>
                  <a:lnTo>
                    <a:pt x="575" y="228"/>
                  </a:lnTo>
                  <a:lnTo>
                    <a:pt x="474" y="310"/>
                  </a:lnTo>
                  <a:lnTo>
                    <a:pt x="383" y="392"/>
                  </a:lnTo>
                  <a:lnTo>
                    <a:pt x="301" y="492"/>
                  </a:lnTo>
                  <a:lnTo>
                    <a:pt x="228" y="593"/>
                  </a:lnTo>
                  <a:lnTo>
                    <a:pt x="155" y="702"/>
                  </a:lnTo>
                  <a:lnTo>
                    <a:pt x="110" y="821"/>
                  </a:lnTo>
                  <a:lnTo>
                    <a:pt x="64" y="948"/>
                  </a:lnTo>
                  <a:lnTo>
                    <a:pt x="28" y="1067"/>
                  </a:lnTo>
                  <a:lnTo>
                    <a:pt x="9" y="1204"/>
                  </a:lnTo>
                  <a:lnTo>
                    <a:pt x="0" y="1331"/>
                  </a:lnTo>
                  <a:lnTo>
                    <a:pt x="9" y="1468"/>
                  </a:lnTo>
                  <a:lnTo>
                    <a:pt x="237" y="1450"/>
                  </a:lnTo>
                  <a:lnTo>
                    <a:pt x="237" y="1331"/>
                  </a:lnTo>
                  <a:lnTo>
                    <a:pt x="237" y="1222"/>
                  </a:lnTo>
                  <a:lnTo>
                    <a:pt x="256" y="1113"/>
                  </a:lnTo>
                  <a:lnTo>
                    <a:pt x="283" y="1012"/>
                  </a:lnTo>
                  <a:lnTo>
                    <a:pt x="319" y="912"/>
                  </a:lnTo>
                  <a:lnTo>
                    <a:pt x="365" y="812"/>
                  </a:lnTo>
                  <a:lnTo>
                    <a:pt x="411" y="720"/>
                  </a:lnTo>
                  <a:lnTo>
                    <a:pt x="474" y="638"/>
                  </a:lnTo>
                  <a:lnTo>
                    <a:pt x="547" y="556"/>
                  </a:lnTo>
                  <a:lnTo>
                    <a:pt x="620" y="483"/>
                  </a:lnTo>
                  <a:lnTo>
                    <a:pt x="702" y="420"/>
                  </a:lnTo>
                  <a:lnTo>
                    <a:pt x="784" y="356"/>
                  </a:lnTo>
                  <a:lnTo>
                    <a:pt x="876" y="310"/>
                  </a:lnTo>
                  <a:lnTo>
                    <a:pt x="976" y="274"/>
                  </a:lnTo>
                  <a:lnTo>
                    <a:pt x="1076" y="246"/>
                  </a:lnTo>
                  <a:lnTo>
                    <a:pt x="1186" y="228"/>
                  </a:lnTo>
                  <a:lnTo>
                    <a:pt x="11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60;p19">
              <a:extLst>
                <a:ext uri="{FF2B5EF4-FFF2-40B4-BE49-F238E27FC236}">
                  <a16:creationId xmlns:a16="http://schemas.microsoft.com/office/drawing/2014/main" id="{1A277169-0E33-E6F2-7AF8-87DBD60B0211}"/>
                </a:ext>
              </a:extLst>
            </p:cNvPr>
            <p:cNvSpPr/>
            <p:nvPr/>
          </p:nvSpPr>
          <p:spPr>
            <a:xfrm>
              <a:off x="1494810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2079" y="1"/>
                  </a:moveTo>
                  <a:lnTo>
                    <a:pt x="1870" y="10"/>
                  </a:lnTo>
                  <a:lnTo>
                    <a:pt x="1660" y="46"/>
                  </a:lnTo>
                  <a:lnTo>
                    <a:pt x="1459" y="92"/>
                  </a:lnTo>
                  <a:lnTo>
                    <a:pt x="1268" y="165"/>
                  </a:lnTo>
                  <a:lnTo>
                    <a:pt x="1085" y="256"/>
                  </a:lnTo>
                  <a:lnTo>
                    <a:pt x="921" y="356"/>
                  </a:lnTo>
                  <a:lnTo>
                    <a:pt x="757" y="475"/>
                  </a:lnTo>
                  <a:lnTo>
                    <a:pt x="611" y="611"/>
                  </a:lnTo>
                  <a:lnTo>
                    <a:pt x="474" y="757"/>
                  </a:lnTo>
                  <a:lnTo>
                    <a:pt x="356" y="921"/>
                  </a:lnTo>
                  <a:lnTo>
                    <a:pt x="256" y="1086"/>
                  </a:lnTo>
                  <a:lnTo>
                    <a:pt x="164" y="1268"/>
                  </a:lnTo>
                  <a:lnTo>
                    <a:pt x="91" y="1459"/>
                  </a:lnTo>
                  <a:lnTo>
                    <a:pt x="46" y="1660"/>
                  </a:lnTo>
                  <a:lnTo>
                    <a:pt x="9" y="1870"/>
                  </a:lnTo>
                  <a:lnTo>
                    <a:pt x="0" y="2080"/>
                  </a:lnTo>
                  <a:lnTo>
                    <a:pt x="228" y="2080"/>
                  </a:lnTo>
                  <a:lnTo>
                    <a:pt x="237" y="1888"/>
                  </a:lnTo>
                  <a:lnTo>
                    <a:pt x="265" y="1706"/>
                  </a:lnTo>
                  <a:lnTo>
                    <a:pt x="310" y="1532"/>
                  </a:lnTo>
                  <a:lnTo>
                    <a:pt x="374" y="1359"/>
                  </a:lnTo>
                  <a:lnTo>
                    <a:pt x="456" y="1195"/>
                  </a:lnTo>
                  <a:lnTo>
                    <a:pt x="547" y="1049"/>
                  </a:lnTo>
                  <a:lnTo>
                    <a:pt x="657" y="903"/>
                  </a:lnTo>
                  <a:lnTo>
                    <a:pt x="775" y="776"/>
                  </a:lnTo>
                  <a:lnTo>
                    <a:pt x="903" y="657"/>
                  </a:lnTo>
                  <a:lnTo>
                    <a:pt x="1049" y="548"/>
                  </a:lnTo>
                  <a:lnTo>
                    <a:pt x="1195" y="456"/>
                  </a:lnTo>
                  <a:lnTo>
                    <a:pt x="1359" y="374"/>
                  </a:lnTo>
                  <a:lnTo>
                    <a:pt x="1532" y="311"/>
                  </a:lnTo>
                  <a:lnTo>
                    <a:pt x="1705" y="265"/>
                  </a:lnTo>
                  <a:lnTo>
                    <a:pt x="1888" y="238"/>
                  </a:lnTo>
                  <a:lnTo>
                    <a:pt x="2079" y="228"/>
                  </a:lnTo>
                  <a:lnTo>
                    <a:pt x="207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61;p19">
              <a:extLst>
                <a:ext uri="{FF2B5EF4-FFF2-40B4-BE49-F238E27FC236}">
                  <a16:creationId xmlns:a16="http://schemas.microsoft.com/office/drawing/2014/main" id="{979B01D3-E94B-2EE5-5038-2F44AA742A8E}"/>
                </a:ext>
              </a:extLst>
            </p:cNvPr>
            <p:cNvSpPr/>
            <p:nvPr/>
          </p:nvSpPr>
          <p:spPr>
            <a:xfrm>
              <a:off x="1726848" y="3688118"/>
              <a:ext cx="81965" cy="82582"/>
            </a:xfrm>
            <a:custGeom>
              <a:avLst/>
              <a:gdLst/>
              <a:ahLst/>
              <a:cxnLst/>
              <a:rect l="l" t="t" r="r" b="b"/>
              <a:pathLst>
                <a:path w="1195" h="1204" extrusionOk="0">
                  <a:moveTo>
                    <a:pt x="1195" y="0"/>
                  </a:moveTo>
                  <a:lnTo>
                    <a:pt x="1076" y="9"/>
                  </a:lnTo>
                  <a:lnTo>
                    <a:pt x="958" y="28"/>
                  </a:lnTo>
                  <a:lnTo>
                    <a:pt x="839" y="55"/>
                  </a:lnTo>
                  <a:lnTo>
                    <a:pt x="730" y="101"/>
                  </a:lnTo>
                  <a:lnTo>
                    <a:pt x="629" y="146"/>
                  </a:lnTo>
                  <a:lnTo>
                    <a:pt x="529" y="210"/>
                  </a:lnTo>
                  <a:lnTo>
                    <a:pt x="438" y="274"/>
                  </a:lnTo>
                  <a:lnTo>
                    <a:pt x="347" y="356"/>
                  </a:lnTo>
                  <a:lnTo>
                    <a:pt x="274" y="438"/>
                  </a:lnTo>
                  <a:lnTo>
                    <a:pt x="201" y="529"/>
                  </a:lnTo>
                  <a:lnTo>
                    <a:pt x="146" y="629"/>
                  </a:lnTo>
                  <a:lnTo>
                    <a:pt x="91" y="739"/>
                  </a:lnTo>
                  <a:lnTo>
                    <a:pt x="55" y="848"/>
                  </a:lnTo>
                  <a:lnTo>
                    <a:pt x="18" y="958"/>
                  </a:lnTo>
                  <a:lnTo>
                    <a:pt x="0" y="1076"/>
                  </a:lnTo>
                  <a:lnTo>
                    <a:pt x="0" y="1204"/>
                  </a:lnTo>
                  <a:lnTo>
                    <a:pt x="228" y="1204"/>
                  </a:lnTo>
                  <a:lnTo>
                    <a:pt x="237" y="1104"/>
                  </a:lnTo>
                  <a:lnTo>
                    <a:pt x="246" y="1003"/>
                  </a:lnTo>
                  <a:lnTo>
                    <a:pt x="274" y="912"/>
                  </a:lnTo>
                  <a:lnTo>
                    <a:pt x="301" y="821"/>
                  </a:lnTo>
                  <a:lnTo>
                    <a:pt x="347" y="739"/>
                  </a:lnTo>
                  <a:lnTo>
                    <a:pt x="392" y="657"/>
                  </a:lnTo>
                  <a:lnTo>
                    <a:pt x="447" y="584"/>
                  </a:lnTo>
                  <a:lnTo>
                    <a:pt x="511" y="520"/>
                  </a:lnTo>
                  <a:lnTo>
                    <a:pt x="584" y="456"/>
                  </a:lnTo>
                  <a:lnTo>
                    <a:pt x="657" y="401"/>
                  </a:lnTo>
                  <a:lnTo>
                    <a:pt x="739" y="347"/>
                  </a:lnTo>
                  <a:lnTo>
                    <a:pt x="821" y="310"/>
                  </a:lnTo>
                  <a:lnTo>
                    <a:pt x="912" y="274"/>
                  </a:lnTo>
                  <a:lnTo>
                    <a:pt x="1003" y="256"/>
                  </a:lnTo>
                  <a:lnTo>
                    <a:pt x="1094" y="237"/>
                  </a:lnTo>
                  <a:lnTo>
                    <a:pt x="1195" y="237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62;p19">
              <a:extLst>
                <a:ext uri="{FF2B5EF4-FFF2-40B4-BE49-F238E27FC236}">
                  <a16:creationId xmlns:a16="http://schemas.microsoft.com/office/drawing/2014/main" id="{94932E9A-0FC9-AEAA-09EB-52F9385EEC11}"/>
                </a:ext>
              </a:extLst>
            </p:cNvPr>
            <p:cNvSpPr/>
            <p:nvPr/>
          </p:nvSpPr>
          <p:spPr>
            <a:xfrm>
              <a:off x="1551053" y="3295307"/>
              <a:ext cx="65160" cy="100759"/>
            </a:xfrm>
            <a:custGeom>
              <a:avLst/>
              <a:gdLst/>
              <a:ahLst/>
              <a:cxnLst/>
              <a:rect l="l" t="t" r="r" b="b"/>
              <a:pathLst>
                <a:path w="950" h="1469" extrusionOk="0">
                  <a:moveTo>
                    <a:pt x="65" y="1"/>
                  </a:moveTo>
                  <a:lnTo>
                    <a:pt x="1" y="229"/>
                  </a:lnTo>
                  <a:lnTo>
                    <a:pt x="92" y="256"/>
                  </a:lnTo>
                  <a:lnTo>
                    <a:pt x="183" y="293"/>
                  </a:lnTo>
                  <a:lnTo>
                    <a:pt x="265" y="338"/>
                  </a:lnTo>
                  <a:lnTo>
                    <a:pt x="347" y="393"/>
                  </a:lnTo>
                  <a:lnTo>
                    <a:pt x="411" y="448"/>
                  </a:lnTo>
                  <a:lnTo>
                    <a:pt x="484" y="520"/>
                  </a:lnTo>
                  <a:lnTo>
                    <a:pt x="539" y="593"/>
                  </a:lnTo>
                  <a:lnTo>
                    <a:pt x="594" y="676"/>
                  </a:lnTo>
                  <a:lnTo>
                    <a:pt x="639" y="758"/>
                  </a:lnTo>
                  <a:lnTo>
                    <a:pt x="676" y="849"/>
                  </a:lnTo>
                  <a:lnTo>
                    <a:pt x="694" y="940"/>
                  </a:lnTo>
                  <a:lnTo>
                    <a:pt x="712" y="1031"/>
                  </a:lnTo>
                  <a:lnTo>
                    <a:pt x="721" y="1122"/>
                  </a:lnTo>
                  <a:lnTo>
                    <a:pt x="721" y="1223"/>
                  </a:lnTo>
                  <a:lnTo>
                    <a:pt x="712" y="1314"/>
                  </a:lnTo>
                  <a:lnTo>
                    <a:pt x="685" y="1405"/>
                  </a:lnTo>
                  <a:lnTo>
                    <a:pt x="913" y="1469"/>
                  </a:lnTo>
                  <a:lnTo>
                    <a:pt x="940" y="1350"/>
                  </a:lnTo>
                  <a:lnTo>
                    <a:pt x="949" y="1232"/>
                  </a:lnTo>
                  <a:lnTo>
                    <a:pt x="949" y="1122"/>
                  </a:lnTo>
                  <a:lnTo>
                    <a:pt x="940" y="1004"/>
                  </a:lnTo>
                  <a:lnTo>
                    <a:pt x="922" y="885"/>
                  </a:lnTo>
                  <a:lnTo>
                    <a:pt x="885" y="776"/>
                  </a:lnTo>
                  <a:lnTo>
                    <a:pt x="849" y="666"/>
                  </a:lnTo>
                  <a:lnTo>
                    <a:pt x="794" y="557"/>
                  </a:lnTo>
                  <a:lnTo>
                    <a:pt x="730" y="457"/>
                  </a:lnTo>
                  <a:lnTo>
                    <a:pt x="657" y="365"/>
                  </a:lnTo>
                  <a:lnTo>
                    <a:pt x="575" y="283"/>
                  </a:lnTo>
                  <a:lnTo>
                    <a:pt x="484" y="210"/>
                  </a:lnTo>
                  <a:lnTo>
                    <a:pt x="384" y="138"/>
                  </a:lnTo>
                  <a:lnTo>
                    <a:pt x="284" y="83"/>
                  </a:lnTo>
                  <a:lnTo>
                    <a:pt x="174" y="37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63;p19">
              <a:extLst>
                <a:ext uri="{FF2B5EF4-FFF2-40B4-BE49-F238E27FC236}">
                  <a16:creationId xmlns:a16="http://schemas.microsoft.com/office/drawing/2014/main" id="{0840D99B-0526-96C7-8B73-623665A73A3A}"/>
                </a:ext>
              </a:extLst>
            </p:cNvPr>
            <p:cNvSpPr/>
            <p:nvPr/>
          </p:nvSpPr>
          <p:spPr>
            <a:xfrm>
              <a:off x="1749345" y="3897589"/>
              <a:ext cx="38822" cy="130801"/>
            </a:xfrm>
            <a:custGeom>
              <a:avLst/>
              <a:gdLst/>
              <a:ahLst/>
              <a:cxnLst/>
              <a:rect l="l" t="t" r="r" b="b"/>
              <a:pathLst>
                <a:path w="566" h="1907" extrusionOk="0">
                  <a:moveTo>
                    <a:pt x="165" y="1"/>
                  </a:moveTo>
                  <a:lnTo>
                    <a:pt x="1" y="165"/>
                  </a:lnTo>
                  <a:lnTo>
                    <a:pt x="73" y="247"/>
                  </a:lnTo>
                  <a:lnTo>
                    <a:pt x="146" y="329"/>
                  </a:lnTo>
                  <a:lnTo>
                    <a:pt x="201" y="429"/>
                  </a:lnTo>
                  <a:lnTo>
                    <a:pt x="247" y="521"/>
                  </a:lnTo>
                  <a:lnTo>
                    <a:pt x="283" y="621"/>
                  </a:lnTo>
                  <a:lnTo>
                    <a:pt x="311" y="730"/>
                  </a:lnTo>
                  <a:lnTo>
                    <a:pt x="329" y="840"/>
                  </a:lnTo>
                  <a:lnTo>
                    <a:pt x="329" y="949"/>
                  </a:lnTo>
                  <a:lnTo>
                    <a:pt x="329" y="1059"/>
                  </a:lnTo>
                  <a:lnTo>
                    <a:pt x="311" y="1168"/>
                  </a:lnTo>
                  <a:lnTo>
                    <a:pt x="283" y="1278"/>
                  </a:lnTo>
                  <a:lnTo>
                    <a:pt x="247" y="1378"/>
                  </a:lnTo>
                  <a:lnTo>
                    <a:pt x="201" y="1478"/>
                  </a:lnTo>
                  <a:lnTo>
                    <a:pt x="146" y="1569"/>
                  </a:lnTo>
                  <a:lnTo>
                    <a:pt x="83" y="1661"/>
                  </a:lnTo>
                  <a:lnTo>
                    <a:pt x="10" y="1743"/>
                  </a:lnTo>
                  <a:lnTo>
                    <a:pt x="165" y="1907"/>
                  </a:lnTo>
                  <a:lnTo>
                    <a:pt x="256" y="1806"/>
                  </a:lnTo>
                  <a:lnTo>
                    <a:pt x="338" y="1697"/>
                  </a:lnTo>
                  <a:lnTo>
                    <a:pt x="402" y="1588"/>
                  </a:lnTo>
                  <a:lnTo>
                    <a:pt x="456" y="1469"/>
                  </a:lnTo>
                  <a:lnTo>
                    <a:pt x="502" y="1341"/>
                  </a:lnTo>
                  <a:lnTo>
                    <a:pt x="539" y="1214"/>
                  </a:lnTo>
                  <a:lnTo>
                    <a:pt x="557" y="1086"/>
                  </a:lnTo>
                  <a:lnTo>
                    <a:pt x="566" y="949"/>
                  </a:lnTo>
                  <a:lnTo>
                    <a:pt x="557" y="822"/>
                  </a:lnTo>
                  <a:lnTo>
                    <a:pt x="539" y="685"/>
                  </a:lnTo>
                  <a:lnTo>
                    <a:pt x="502" y="557"/>
                  </a:lnTo>
                  <a:lnTo>
                    <a:pt x="456" y="439"/>
                  </a:lnTo>
                  <a:lnTo>
                    <a:pt x="402" y="320"/>
                  </a:lnTo>
                  <a:lnTo>
                    <a:pt x="338" y="202"/>
                  </a:lnTo>
                  <a:lnTo>
                    <a:pt x="256" y="101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64;p19">
              <a:extLst>
                <a:ext uri="{FF2B5EF4-FFF2-40B4-BE49-F238E27FC236}">
                  <a16:creationId xmlns:a16="http://schemas.microsoft.com/office/drawing/2014/main" id="{FF233D5B-1FB0-BD08-79D6-ABC6B2B45A32}"/>
                </a:ext>
              </a:extLst>
            </p:cNvPr>
            <p:cNvSpPr/>
            <p:nvPr/>
          </p:nvSpPr>
          <p:spPr>
            <a:xfrm>
              <a:off x="1766218" y="3249010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7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" y="202"/>
                  </a:lnTo>
                  <a:lnTo>
                    <a:pt x="1" y="247"/>
                  </a:lnTo>
                  <a:lnTo>
                    <a:pt x="1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2"/>
                  </a:lnTo>
                  <a:lnTo>
                    <a:pt x="475" y="156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7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265;p19">
              <a:extLst>
                <a:ext uri="{FF2B5EF4-FFF2-40B4-BE49-F238E27FC236}">
                  <a16:creationId xmlns:a16="http://schemas.microsoft.com/office/drawing/2014/main" id="{4359A3C7-2FBF-40AD-4EE1-CE841EB2902C}"/>
                </a:ext>
              </a:extLst>
            </p:cNvPr>
            <p:cNvSpPr/>
            <p:nvPr/>
          </p:nvSpPr>
          <p:spPr>
            <a:xfrm>
              <a:off x="1586720" y="337912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47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266;p19">
              <a:extLst>
                <a:ext uri="{FF2B5EF4-FFF2-40B4-BE49-F238E27FC236}">
                  <a16:creationId xmlns:a16="http://schemas.microsoft.com/office/drawing/2014/main" id="{FAD3116F-5D28-FB22-5D0F-7F1587670B94}"/>
                </a:ext>
              </a:extLst>
            </p:cNvPr>
            <p:cNvSpPr/>
            <p:nvPr/>
          </p:nvSpPr>
          <p:spPr>
            <a:xfrm>
              <a:off x="1700578" y="3516096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4" y="156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267;p19">
              <a:extLst>
                <a:ext uri="{FF2B5EF4-FFF2-40B4-BE49-F238E27FC236}">
                  <a16:creationId xmlns:a16="http://schemas.microsoft.com/office/drawing/2014/main" id="{C61554AB-88B6-B343-3B28-0E01CA37A822}"/>
                </a:ext>
              </a:extLst>
            </p:cNvPr>
            <p:cNvSpPr/>
            <p:nvPr/>
          </p:nvSpPr>
          <p:spPr>
            <a:xfrm>
              <a:off x="1780005" y="3586125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38"/>
                  </a:lnTo>
                  <a:lnTo>
                    <a:pt x="484" y="293"/>
                  </a:lnTo>
                  <a:lnTo>
                    <a:pt x="484" y="247"/>
                  </a:lnTo>
                  <a:lnTo>
                    <a:pt x="484" y="201"/>
                  </a:lnTo>
                  <a:lnTo>
                    <a:pt x="46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268;p19">
              <a:extLst>
                <a:ext uri="{FF2B5EF4-FFF2-40B4-BE49-F238E27FC236}">
                  <a16:creationId xmlns:a16="http://schemas.microsoft.com/office/drawing/2014/main" id="{D5AC53E1-FFC0-71CD-470A-F32B5A7F95D1}"/>
                </a:ext>
              </a:extLst>
            </p:cNvPr>
            <p:cNvSpPr/>
            <p:nvPr/>
          </p:nvSpPr>
          <p:spPr>
            <a:xfrm>
              <a:off x="1646804" y="342727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09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56"/>
                  </a:lnTo>
                  <a:lnTo>
                    <a:pt x="9" y="201"/>
                  </a:lnTo>
                  <a:lnTo>
                    <a:pt x="0" y="256"/>
                  </a:lnTo>
                  <a:lnTo>
                    <a:pt x="9" y="302"/>
                  </a:lnTo>
                  <a:lnTo>
                    <a:pt x="18" y="347"/>
                  </a:lnTo>
                  <a:lnTo>
                    <a:pt x="46" y="393"/>
                  </a:lnTo>
                  <a:lnTo>
                    <a:pt x="73" y="429"/>
                  </a:lnTo>
                  <a:lnTo>
                    <a:pt x="109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92" y="302"/>
                  </a:lnTo>
                  <a:lnTo>
                    <a:pt x="492" y="256"/>
                  </a:lnTo>
                  <a:lnTo>
                    <a:pt x="492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269;p19">
              <a:extLst>
                <a:ext uri="{FF2B5EF4-FFF2-40B4-BE49-F238E27FC236}">
                  <a16:creationId xmlns:a16="http://schemas.microsoft.com/office/drawing/2014/main" id="{95C0EF8D-E793-322F-D403-62177D641B6F}"/>
                </a:ext>
              </a:extLst>
            </p:cNvPr>
            <p:cNvSpPr/>
            <p:nvPr/>
          </p:nvSpPr>
          <p:spPr>
            <a:xfrm>
              <a:off x="1620534" y="3649296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01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47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3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8"/>
                  </a:lnTo>
                  <a:lnTo>
                    <a:pt x="146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37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4" y="338"/>
                  </a:lnTo>
                  <a:lnTo>
                    <a:pt x="483" y="293"/>
                  </a:lnTo>
                  <a:lnTo>
                    <a:pt x="492" y="247"/>
                  </a:lnTo>
                  <a:lnTo>
                    <a:pt x="483" y="192"/>
                  </a:lnTo>
                  <a:lnTo>
                    <a:pt x="474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7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270;p19">
              <a:extLst>
                <a:ext uri="{FF2B5EF4-FFF2-40B4-BE49-F238E27FC236}">
                  <a16:creationId xmlns:a16="http://schemas.microsoft.com/office/drawing/2014/main" id="{E1431E67-32E4-362D-367E-58313E37C7D3}"/>
                </a:ext>
              </a:extLst>
            </p:cNvPr>
            <p:cNvSpPr/>
            <p:nvPr/>
          </p:nvSpPr>
          <p:spPr>
            <a:xfrm>
              <a:off x="1647421" y="3767544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28" y="146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292"/>
                  </a:lnTo>
                  <a:lnTo>
                    <a:pt x="2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4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4"/>
                  </a:lnTo>
                  <a:lnTo>
                    <a:pt x="392" y="447"/>
                  </a:lnTo>
                  <a:lnTo>
                    <a:pt x="429" y="420"/>
                  </a:lnTo>
                  <a:lnTo>
                    <a:pt x="456" y="383"/>
                  </a:lnTo>
                  <a:lnTo>
                    <a:pt x="474" y="338"/>
                  </a:lnTo>
                  <a:lnTo>
                    <a:pt x="493" y="292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9" y="73"/>
                  </a:lnTo>
                  <a:lnTo>
                    <a:pt x="392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271;p19">
              <a:extLst>
                <a:ext uri="{FF2B5EF4-FFF2-40B4-BE49-F238E27FC236}">
                  <a16:creationId xmlns:a16="http://schemas.microsoft.com/office/drawing/2014/main" id="{293D3F21-B40F-A5E4-A45E-E9D0B3500EB8}"/>
                </a:ext>
              </a:extLst>
            </p:cNvPr>
            <p:cNvSpPr/>
            <p:nvPr/>
          </p:nvSpPr>
          <p:spPr>
            <a:xfrm>
              <a:off x="1683019" y="3826325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0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6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37"/>
                  </a:lnTo>
                  <a:lnTo>
                    <a:pt x="347" y="19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72;p19">
              <a:extLst>
                <a:ext uri="{FF2B5EF4-FFF2-40B4-BE49-F238E27FC236}">
                  <a16:creationId xmlns:a16="http://schemas.microsoft.com/office/drawing/2014/main" id="{5F0DCEFA-C072-0E4E-D7CC-0BFF1E0482BF}"/>
                </a:ext>
              </a:extLst>
            </p:cNvPr>
            <p:cNvSpPr/>
            <p:nvPr/>
          </p:nvSpPr>
          <p:spPr>
            <a:xfrm>
              <a:off x="1741183" y="388887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202" y="9"/>
                  </a:lnTo>
                  <a:lnTo>
                    <a:pt x="156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55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301"/>
                  </a:lnTo>
                  <a:lnTo>
                    <a:pt x="19" y="347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56" y="474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47"/>
                  </a:lnTo>
                  <a:lnTo>
                    <a:pt x="493" y="301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5" y="155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7" y="18"/>
                  </a:lnTo>
                  <a:lnTo>
                    <a:pt x="302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273;p19">
              <a:extLst>
                <a:ext uri="{FF2B5EF4-FFF2-40B4-BE49-F238E27FC236}">
                  <a16:creationId xmlns:a16="http://schemas.microsoft.com/office/drawing/2014/main" id="{F3CA3CC8-BF61-3803-E7EC-FF5BBB126CA7}"/>
                </a:ext>
              </a:extLst>
            </p:cNvPr>
            <p:cNvSpPr/>
            <p:nvPr/>
          </p:nvSpPr>
          <p:spPr>
            <a:xfrm>
              <a:off x="1788716" y="367933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48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8" y="19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274;p19">
              <a:extLst>
                <a:ext uri="{FF2B5EF4-FFF2-40B4-BE49-F238E27FC236}">
                  <a16:creationId xmlns:a16="http://schemas.microsoft.com/office/drawing/2014/main" id="{FAA37D75-9A21-78CB-94DB-0DE44FD5F9A6}"/>
                </a:ext>
              </a:extLst>
            </p:cNvPr>
            <p:cNvSpPr/>
            <p:nvPr/>
          </p:nvSpPr>
          <p:spPr>
            <a:xfrm>
              <a:off x="1875070" y="3175208"/>
              <a:ext cx="427864" cy="855729"/>
            </a:xfrm>
            <a:custGeom>
              <a:avLst/>
              <a:gdLst/>
              <a:ahLst/>
              <a:cxnLst/>
              <a:rect l="l" t="t" r="r" b="b"/>
              <a:pathLst>
                <a:path w="6238" h="12476" extrusionOk="0">
                  <a:moveTo>
                    <a:pt x="1715" y="238"/>
                  </a:moveTo>
                  <a:lnTo>
                    <a:pt x="1842" y="265"/>
                  </a:lnTo>
                  <a:lnTo>
                    <a:pt x="1970" y="293"/>
                  </a:lnTo>
                  <a:lnTo>
                    <a:pt x="2089" y="338"/>
                  </a:lnTo>
                  <a:lnTo>
                    <a:pt x="2207" y="393"/>
                  </a:lnTo>
                  <a:lnTo>
                    <a:pt x="2316" y="466"/>
                  </a:lnTo>
                  <a:lnTo>
                    <a:pt x="2426" y="539"/>
                  </a:lnTo>
                  <a:lnTo>
                    <a:pt x="2517" y="621"/>
                  </a:lnTo>
                  <a:lnTo>
                    <a:pt x="2608" y="721"/>
                  </a:lnTo>
                  <a:lnTo>
                    <a:pt x="2681" y="822"/>
                  </a:lnTo>
                  <a:lnTo>
                    <a:pt x="2754" y="931"/>
                  </a:lnTo>
                  <a:lnTo>
                    <a:pt x="2809" y="1050"/>
                  </a:lnTo>
                  <a:lnTo>
                    <a:pt x="2854" y="1168"/>
                  </a:lnTo>
                  <a:lnTo>
                    <a:pt x="2891" y="1296"/>
                  </a:lnTo>
                  <a:lnTo>
                    <a:pt x="2909" y="1423"/>
                  </a:lnTo>
                  <a:lnTo>
                    <a:pt x="2918" y="1560"/>
                  </a:lnTo>
                  <a:lnTo>
                    <a:pt x="2927" y="1697"/>
                  </a:lnTo>
                  <a:lnTo>
                    <a:pt x="3055" y="1670"/>
                  </a:lnTo>
                  <a:lnTo>
                    <a:pt x="3237" y="1651"/>
                  </a:lnTo>
                  <a:lnTo>
                    <a:pt x="3411" y="1642"/>
                  </a:lnTo>
                  <a:lnTo>
                    <a:pt x="3611" y="1651"/>
                  </a:lnTo>
                  <a:lnTo>
                    <a:pt x="3803" y="1679"/>
                  </a:lnTo>
                  <a:lnTo>
                    <a:pt x="3994" y="1724"/>
                  </a:lnTo>
                  <a:lnTo>
                    <a:pt x="4177" y="1797"/>
                  </a:lnTo>
                  <a:lnTo>
                    <a:pt x="4341" y="1879"/>
                  </a:lnTo>
                  <a:lnTo>
                    <a:pt x="4505" y="1980"/>
                  </a:lnTo>
                  <a:lnTo>
                    <a:pt x="4660" y="2089"/>
                  </a:lnTo>
                  <a:lnTo>
                    <a:pt x="4797" y="2217"/>
                  </a:lnTo>
                  <a:lnTo>
                    <a:pt x="4924" y="2354"/>
                  </a:lnTo>
                  <a:lnTo>
                    <a:pt x="5034" y="2509"/>
                  </a:lnTo>
                  <a:lnTo>
                    <a:pt x="5134" y="2664"/>
                  </a:lnTo>
                  <a:lnTo>
                    <a:pt x="5216" y="2837"/>
                  </a:lnTo>
                  <a:lnTo>
                    <a:pt x="5280" y="3019"/>
                  </a:lnTo>
                  <a:lnTo>
                    <a:pt x="5335" y="3211"/>
                  </a:lnTo>
                  <a:lnTo>
                    <a:pt x="5362" y="3402"/>
                  </a:lnTo>
                  <a:lnTo>
                    <a:pt x="5371" y="3603"/>
                  </a:lnTo>
                  <a:lnTo>
                    <a:pt x="5371" y="3730"/>
                  </a:lnTo>
                  <a:lnTo>
                    <a:pt x="5353" y="3858"/>
                  </a:lnTo>
                  <a:lnTo>
                    <a:pt x="5335" y="3986"/>
                  </a:lnTo>
                  <a:lnTo>
                    <a:pt x="5307" y="4113"/>
                  </a:lnTo>
                  <a:lnTo>
                    <a:pt x="5271" y="4232"/>
                  </a:lnTo>
                  <a:lnTo>
                    <a:pt x="5225" y="4351"/>
                  </a:lnTo>
                  <a:lnTo>
                    <a:pt x="5171" y="4469"/>
                  </a:lnTo>
                  <a:lnTo>
                    <a:pt x="5107" y="4588"/>
                  </a:lnTo>
                  <a:lnTo>
                    <a:pt x="5070" y="4642"/>
                  </a:lnTo>
                  <a:lnTo>
                    <a:pt x="5107" y="4706"/>
                  </a:lnTo>
                  <a:lnTo>
                    <a:pt x="5171" y="4816"/>
                  </a:lnTo>
                  <a:lnTo>
                    <a:pt x="5225" y="4934"/>
                  </a:lnTo>
                  <a:lnTo>
                    <a:pt x="5280" y="5053"/>
                  </a:lnTo>
                  <a:lnTo>
                    <a:pt x="5317" y="5171"/>
                  </a:lnTo>
                  <a:lnTo>
                    <a:pt x="5344" y="5299"/>
                  </a:lnTo>
                  <a:lnTo>
                    <a:pt x="5371" y="5417"/>
                  </a:lnTo>
                  <a:lnTo>
                    <a:pt x="5380" y="5545"/>
                  </a:lnTo>
                  <a:lnTo>
                    <a:pt x="5389" y="5682"/>
                  </a:lnTo>
                  <a:lnTo>
                    <a:pt x="5389" y="5700"/>
                  </a:lnTo>
                  <a:lnTo>
                    <a:pt x="5380" y="5773"/>
                  </a:lnTo>
                  <a:lnTo>
                    <a:pt x="5426" y="5810"/>
                  </a:lnTo>
                  <a:lnTo>
                    <a:pt x="5554" y="5946"/>
                  </a:lnTo>
                  <a:lnTo>
                    <a:pt x="5672" y="6092"/>
                  </a:lnTo>
                  <a:lnTo>
                    <a:pt x="5772" y="6256"/>
                  </a:lnTo>
                  <a:lnTo>
                    <a:pt x="5855" y="6420"/>
                  </a:lnTo>
                  <a:lnTo>
                    <a:pt x="5918" y="6594"/>
                  </a:lnTo>
                  <a:lnTo>
                    <a:pt x="5964" y="6776"/>
                  </a:lnTo>
                  <a:lnTo>
                    <a:pt x="6000" y="6968"/>
                  </a:lnTo>
                  <a:lnTo>
                    <a:pt x="6010" y="7159"/>
                  </a:lnTo>
                  <a:lnTo>
                    <a:pt x="6000" y="7278"/>
                  </a:lnTo>
                  <a:lnTo>
                    <a:pt x="5991" y="7387"/>
                  </a:lnTo>
                  <a:lnTo>
                    <a:pt x="5973" y="7506"/>
                  </a:lnTo>
                  <a:lnTo>
                    <a:pt x="5946" y="7615"/>
                  </a:lnTo>
                  <a:lnTo>
                    <a:pt x="5918" y="7724"/>
                  </a:lnTo>
                  <a:lnTo>
                    <a:pt x="5882" y="7834"/>
                  </a:lnTo>
                  <a:lnTo>
                    <a:pt x="5836" y="7934"/>
                  </a:lnTo>
                  <a:lnTo>
                    <a:pt x="5782" y="8034"/>
                  </a:lnTo>
                  <a:lnTo>
                    <a:pt x="5727" y="8135"/>
                  </a:lnTo>
                  <a:lnTo>
                    <a:pt x="5663" y="8226"/>
                  </a:lnTo>
                  <a:lnTo>
                    <a:pt x="5599" y="8317"/>
                  </a:lnTo>
                  <a:lnTo>
                    <a:pt x="5517" y="8408"/>
                  </a:lnTo>
                  <a:lnTo>
                    <a:pt x="5444" y="8490"/>
                  </a:lnTo>
                  <a:lnTo>
                    <a:pt x="5353" y="8563"/>
                  </a:lnTo>
                  <a:lnTo>
                    <a:pt x="5262" y="8636"/>
                  </a:lnTo>
                  <a:lnTo>
                    <a:pt x="5171" y="8700"/>
                  </a:lnTo>
                  <a:lnTo>
                    <a:pt x="5107" y="8746"/>
                  </a:lnTo>
                  <a:lnTo>
                    <a:pt x="5116" y="8819"/>
                  </a:lnTo>
                  <a:lnTo>
                    <a:pt x="5134" y="8965"/>
                  </a:lnTo>
                  <a:lnTo>
                    <a:pt x="5143" y="9120"/>
                  </a:lnTo>
                  <a:lnTo>
                    <a:pt x="5134" y="9302"/>
                  </a:lnTo>
                  <a:lnTo>
                    <a:pt x="5107" y="9475"/>
                  </a:lnTo>
                  <a:lnTo>
                    <a:pt x="5070" y="9648"/>
                  </a:lnTo>
                  <a:lnTo>
                    <a:pt x="5006" y="9813"/>
                  </a:lnTo>
                  <a:lnTo>
                    <a:pt x="4934" y="9968"/>
                  </a:lnTo>
                  <a:lnTo>
                    <a:pt x="4851" y="10123"/>
                  </a:lnTo>
                  <a:lnTo>
                    <a:pt x="4751" y="10259"/>
                  </a:lnTo>
                  <a:lnTo>
                    <a:pt x="4642" y="10387"/>
                  </a:lnTo>
                  <a:lnTo>
                    <a:pt x="4514" y="10506"/>
                  </a:lnTo>
                  <a:lnTo>
                    <a:pt x="4386" y="10615"/>
                  </a:lnTo>
                  <a:lnTo>
                    <a:pt x="4241" y="10706"/>
                  </a:lnTo>
                  <a:lnTo>
                    <a:pt x="4086" y="10788"/>
                  </a:lnTo>
                  <a:lnTo>
                    <a:pt x="3921" y="10861"/>
                  </a:lnTo>
                  <a:lnTo>
                    <a:pt x="3757" y="10907"/>
                  </a:lnTo>
                  <a:lnTo>
                    <a:pt x="3584" y="10943"/>
                  </a:lnTo>
                  <a:lnTo>
                    <a:pt x="3402" y="10961"/>
                  </a:lnTo>
                  <a:lnTo>
                    <a:pt x="3320" y="10971"/>
                  </a:lnTo>
                  <a:lnTo>
                    <a:pt x="3292" y="11053"/>
                  </a:lnTo>
                  <a:lnTo>
                    <a:pt x="3256" y="11180"/>
                  </a:lnTo>
                  <a:lnTo>
                    <a:pt x="3210" y="11308"/>
                  </a:lnTo>
                  <a:lnTo>
                    <a:pt x="3155" y="11417"/>
                  </a:lnTo>
                  <a:lnTo>
                    <a:pt x="3092" y="11536"/>
                  </a:lnTo>
                  <a:lnTo>
                    <a:pt x="3019" y="11636"/>
                  </a:lnTo>
                  <a:lnTo>
                    <a:pt x="2937" y="11737"/>
                  </a:lnTo>
                  <a:lnTo>
                    <a:pt x="2845" y="11828"/>
                  </a:lnTo>
                  <a:lnTo>
                    <a:pt x="2745" y="11910"/>
                  </a:lnTo>
                  <a:lnTo>
                    <a:pt x="2645" y="11983"/>
                  </a:lnTo>
                  <a:lnTo>
                    <a:pt x="2535" y="12047"/>
                  </a:lnTo>
                  <a:lnTo>
                    <a:pt x="2417" y="12110"/>
                  </a:lnTo>
                  <a:lnTo>
                    <a:pt x="2298" y="12156"/>
                  </a:lnTo>
                  <a:lnTo>
                    <a:pt x="2180" y="12193"/>
                  </a:lnTo>
                  <a:lnTo>
                    <a:pt x="2052" y="12220"/>
                  </a:lnTo>
                  <a:lnTo>
                    <a:pt x="1915" y="12238"/>
                  </a:lnTo>
                  <a:lnTo>
                    <a:pt x="1788" y="12238"/>
                  </a:lnTo>
                  <a:lnTo>
                    <a:pt x="1623" y="12229"/>
                  </a:lnTo>
                  <a:lnTo>
                    <a:pt x="1468" y="12211"/>
                  </a:lnTo>
                  <a:lnTo>
                    <a:pt x="1323" y="12174"/>
                  </a:lnTo>
                  <a:lnTo>
                    <a:pt x="1177" y="12120"/>
                  </a:lnTo>
                  <a:lnTo>
                    <a:pt x="1040" y="12056"/>
                  </a:lnTo>
                  <a:lnTo>
                    <a:pt x="912" y="11974"/>
                  </a:lnTo>
                  <a:lnTo>
                    <a:pt x="794" y="11882"/>
                  </a:lnTo>
                  <a:lnTo>
                    <a:pt x="684" y="11782"/>
                  </a:lnTo>
                  <a:lnTo>
                    <a:pt x="584" y="11673"/>
                  </a:lnTo>
                  <a:lnTo>
                    <a:pt x="493" y="11554"/>
                  </a:lnTo>
                  <a:lnTo>
                    <a:pt x="420" y="11427"/>
                  </a:lnTo>
                  <a:lnTo>
                    <a:pt x="347" y="11290"/>
                  </a:lnTo>
                  <a:lnTo>
                    <a:pt x="301" y="11144"/>
                  </a:lnTo>
                  <a:lnTo>
                    <a:pt x="256" y="10998"/>
                  </a:lnTo>
                  <a:lnTo>
                    <a:pt x="237" y="10843"/>
                  </a:lnTo>
                  <a:lnTo>
                    <a:pt x="228" y="10688"/>
                  </a:lnTo>
                  <a:lnTo>
                    <a:pt x="228" y="1578"/>
                  </a:lnTo>
                  <a:lnTo>
                    <a:pt x="237" y="1442"/>
                  </a:lnTo>
                  <a:lnTo>
                    <a:pt x="256" y="1314"/>
                  </a:lnTo>
                  <a:lnTo>
                    <a:pt x="292" y="1186"/>
                  </a:lnTo>
                  <a:lnTo>
                    <a:pt x="338" y="1059"/>
                  </a:lnTo>
                  <a:lnTo>
                    <a:pt x="392" y="940"/>
                  </a:lnTo>
                  <a:lnTo>
                    <a:pt x="456" y="831"/>
                  </a:lnTo>
                  <a:lnTo>
                    <a:pt x="538" y="730"/>
                  </a:lnTo>
                  <a:lnTo>
                    <a:pt x="620" y="630"/>
                  </a:lnTo>
                  <a:lnTo>
                    <a:pt x="721" y="539"/>
                  </a:lnTo>
                  <a:lnTo>
                    <a:pt x="821" y="466"/>
                  </a:lnTo>
                  <a:lnTo>
                    <a:pt x="930" y="402"/>
                  </a:lnTo>
                  <a:lnTo>
                    <a:pt x="1049" y="338"/>
                  </a:lnTo>
                  <a:lnTo>
                    <a:pt x="1177" y="293"/>
                  </a:lnTo>
                  <a:lnTo>
                    <a:pt x="1304" y="265"/>
                  </a:lnTo>
                  <a:lnTo>
                    <a:pt x="1441" y="238"/>
                  </a:lnTo>
                  <a:close/>
                  <a:moveTo>
                    <a:pt x="1578" y="1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4"/>
                  </a:lnTo>
                  <a:lnTo>
                    <a:pt x="958" y="129"/>
                  </a:lnTo>
                  <a:lnTo>
                    <a:pt x="821" y="192"/>
                  </a:lnTo>
                  <a:lnTo>
                    <a:pt x="693" y="275"/>
                  </a:lnTo>
                  <a:lnTo>
                    <a:pt x="575" y="366"/>
                  </a:lnTo>
                  <a:lnTo>
                    <a:pt x="456" y="466"/>
                  </a:lnTo>
                  <a:lnTo>
                    <a:pt x="356" y="575"/>
                  </a:lnTo>
                  <a:lnTo>
                    <a:pt x="265" y="703"/>
                  </a:lnTo>
                  <a:lnTo>
                    <a:pt x="192" y="831"/>
                  </a:lnTo>
                  <a:lnTo>
                    <a:pt x="119" y="968"/>
                  </a:lnTo>
                  <a:lnTo>
                    <a:pt x="73" y="1113"/>
                  </a:lnTo>
                  <a:lnTo>
                    <a:pt x="28" y="1268"/>
                  </a:lnTo>
                  <a:lnTo>
                    <a:pt x="9" y="1423"/>
                  </a:lnTo>
                  <a:lnTo>
                    <a:pt x="0" y="1578"/>
                  </a:lnTo>
                  <a:lnTo>
                    <a:pt x="0" y="10688"/>
                  </a:lnTo>
                  <a:lnTo>
                    <a:pt x="9" y="10870"/>
                  </a:lnTo>
                  <a:lnTo>
                    <a:pt x="37" y="11044"/>
                  </a:lnTo>
                  <a:lnTo>
                    <a:pt x="82" y="11217"/>
                  </a:lnTo>
                  <a:lnTo>
                    <a:pt x="137" y="11381"/>
                  </a:lnTo>
                  <a:lnTo>
                    <a:pt x="210" y="11536"/>
                  </a:lnTo>
                  <a:lnTo>
                    <a:pt x="301" y="11682"/>
                  </a:lnTo>
                  <a:lnTo>
                    <a:pt x="411" y="11819"/>
                  </a:lnTo>
                  <a:lnTo>
                    <a:pt x="520" y="11946"/>
                  </a:lnTo>
                  <a:lnTo>
                    <a:pt x="648" y="12065"/>
                  </a:lnTo>
                  <a:lnTo>
                    <a:pt x="785" y="12165"/>
                  </a:lnTo>
                  <a:lnTo>
                    <a:pt x="930" y="12256"/>
                  </a:lnTo>
                  <a:lnTo>
                    <a:pt x="1085" y="12329"/>
                  </a:lnTo>
                  <a:lnTo>
                    <a:pt x="1250" y="12393"/>
                  </a:lnTo>
                  <a:lnTo>
                    <a:pt x="1423" y="12439"/>
                  </a:lnTo>
                  <a:lnTo>
                    <a:pt x="1605" y="12466"/>
                  </a:lnTo>
                  <a:lnTo>
                    <a:pt x="1788" y="12475"/>
                  </a:lnTo>
                  <a:lnTo>
                    <a:pt x="1934" y="12466"/>
                  </a:lnTo>
                  <a:lnTo>
                    <a:pt x="2079" y="12448"/>
                  </a:lnTo>
                  <a:lnTo>
                    <a:pt x="2216" y="12420"/>
                  </a:lnTo>
                  <a:lnTo>
                    <a:pt x="2362" y="12375"/>
                  </a:lnTo>
                  <a:lnTo>
                    <a:pt x="2490" y="12329"/>
                  </a:lnTo>
                  <a:lnTo>
                    <a:pt x="2617" y="12265"/>
                  </a:lnTo>
                  <a:lnTo>
                    <a:pt x="2745" y="12193"/>
                  </a:lnTo>
                  <a:lnTo>
                    <a:pt x="2854" y="12110"/>
                  </a:lnTo>
                  <a:lnTo>
                    <a:pt x="2964" y="12028"/>
                  </a:lnTo>
                  <a:lnTo>
                    <a:pt x="3064" y="11928"/>
                  </a:lnTo>
                  <a:lnTo>
                    <a:pt x="3165" y="11819"/>
                  </a:lnTo>
                  <a:lnTo>
                    <a:pt x="3247" y="11709"/>
                  </a:lnTo>
                  <a:lnTo>
                    <a:pt x="3329" y="11591"/>
                  </a:lnTo>
                  <a:lnTo>
                    <a:pt x="3392" y="11463"/>
                  </a:lnTo>
                  <a:lnTo>
                    <a:pt x="3447" y="11326"/>
                  </a:lnTo>
                  <a:lnTo>
                    <a:pt x="3502" y="11189"/>
                  </a:lnTo>
                  <a:lnTo>
                    <a:pt x="3693" y="11162"/>
                  </a:lnTo>
                  <a:lnTo>
                    <a:pt x="3885" y="11117"/>
                  </a:lnTo>
                  <a:lnTo>
                    <a:pt x="4067" y="11053"/>
                  </a:lnTo>
                  <a:lnTo>
                    <a:pt x="4241" y="10971"/>
                  </a:lnTo>
                  <a:lnTo>
                    <a:pt x="4405" y="10879"/>
                  </a:lnTo>
                  <a:lnTo>
                    <a:pt x="4560" y="10770"/>
                  </a:lnTo>
                  <a:lnTo>
                    <a:pt x="4696" y="10651"/>
                  </a:lnTo>
                  <a:lnTo>
                    <a:pt x="4833" y="10515"/>
                  </a:lnTo>
                  <a:lnTo>
                    <a:pt x="4952" y="10378"/>
                  </a:lnTo>
                  <a:lnTo>
                    <a:pt x="5061" y="10223"/>
                  </a:lnTo>
                  <a:lnTo>
                    <a:pt x="5152" y="10059"/>
                  </a:lnTo>
                  <a:lnTo>
                    <a:pt x="5234" y="9886"/>
                  </a:lnTo>
                  <a:lnTo>
                    <a:pt x="5289" y="9703"/>
                  </a:lnTo>
                  <a:lnTo>
                    <a:pt x="5335" y="9512"/>
                  </a:lnTo>
                  <a:lnTo>
                    <a:pt x="5362" y="9320"/>
                  </a:lnTo>
                  <a:lnTo>
                    <a:pt x="5371" y="9120"/>
                  </a:lnTo>
                  <a:lnTo>
                    <a:pt x="5371" y="8983"/>
                  </a:lnTo>
                  <a:lnTo>
                    <a:pt x="5353" y="8855"/>
                  </a:lnTo>
                  <a:lnTo>
                    <a:pt x="5462" y="8782"/>
                  </a:lnTo>
                  <a:lnTo>
                    <a:pt x="5554" y="8700"/>
                  </a:lnTo>
                  <a:lnTo>
                    <a:pt x="5645" y="8609"/>
                  </a:lnTo>
                  <a:lnTo>
                    <a:pt x="5727" y="8518"/>
                  </a:lnTo>
                  <a:lnTo>
                    <a:pt x="5809" y="8427"/>
                  </a:lnTo>
                  <a:lnTo>
                    <a:pt x="5882" y="8326"/>
                  </a:lnTo>
                  <a:lnTo>
                    <a:pt x="5946" y="8217"/>
                  </a:lnTo>
                  <a:lnTo>
                    <a:pt x="6000" y="8117"/>
                  </a:lnTo>
                  <a:lnTo>
                    <a:pt x="6055" y="7998"/>
                  </a:lnTo>
                  <a:lnTo>
                    <a:pt x="6101" y="7889"/>
                  </a:lnTo>
                  <a:lnTo>
                    <a:pt x="6146" y="7770"/>
                  </a:lnTo>
                  <a:lnTo>
                    <a:pt x="6174" y="7651"/>
                  </a:lnTo>
                  <a:lnTo>
                    <a:pt x="6201" y="7533"/>
                  </a:lnTo>
                  <a:lnTo>
                    <a:pt x="6219" y="7405"/>
                  </a:lnTo>
                  <a:lnTo>
                    <a:pt x="6228" y="7287"/>
                  </a:lnTo>
                  <a:lnTo>
                    <a:pt x="6237" y="7159"/>
                  </a:lnTo>
                  <a:lnTo>
                    <a:pt x="6228" y="6949"/>
                  </a:lnTo>
                  <a:lnTo>
                    <a:pt x="6192" y="6749"/>
                  </a:lnTo>
                  <a:lnTo>
                    <a:pt x="6146" y="6548"/>
                  </a:lnTo>
                  <a:lnTo>
                    <a:pt x="6073" y="6357"/>
                  </a:lnTo>
                  <a:lnTo>
                    <a:pt x="5982" y="6174"/>
                  </a:lnTo>
                  <a:lnTo>
                    <a:pt x="5882" y="5992"/>
                  </a:lnTo>
                  <a:lnTo>
                    <a:pt x="5754" y="5828"/>
                  </a:lnTo>
                  <a:lnTo>
                    <a:pt x="5617" y="5673"/>
                  </a:lnTo>
                  <a:lnTo>
                    <a:pt x="5608" y="5545"/>
                  </a:lnTo>
                  <a:lnTo>
                    <a:pt x="5599" y="5408"/>
                  </a:lnTo>
                  <a:lnTo>
                    <a:pt x="5581" y="5272"/>
                  </a:lnTo>
                  <a:lnTo>
                    <a:pt x="5544" y="5144"/>
                  </a:lnTo>
                  <a:lnTo>
                    <a:pt x="5508" y="5007"/>
                  </a:lnTo>
                  <a:lnTo>
                    <a:pt x="5462" y="4889"/>
                  </a:lnTo>
                  <a:lnTo>
                    <a:pt x="5408" y="4761"/>
                  </a:lnTo>
                  <a:lnTo>
                    <a:pt x="5344" y="4642"/>
                  </a:lnTo>
                  <a:lnTo>
                    <a:pt x="5399" y="4524"/>
                  </a:lnTo>
                  <a:lnTo>
                    <a:pt x="5453" y="4396"/>
                  </a:lnTo>
                  <a:lnTo>
                    <a:pt x="5499" y="4268"/>
                  </a:lnTo>
                  <a:lnTo>
                    <a:pt x="5535" y="4141"/>
                  </a:lnTo>
                  <a:lnTo>
                    <a:pt x="5563" y="4004"/>
                  </a:lnTo>
                  <a:lnTo>
                    <a:pt x="5581" y="3876"/>
                  </a:lnTo>
                  <a:lnTo>
                    <a:pt x="5599" y="3740"/>
                  </a:lnTo>
                  <a:lnTo>
                    <a:pt x="5599" y="3603"/>
                  </a:lnTo>
                  <a:lnTo>
                    <a:pt x="5599" y="3493"/>
                  </a:lnTo>
                  <a:lnTo>
                    <a:pt x="5590" y="3375"/>
                  </a:lnTo>
                  <a:lnTo>
                    <a:pt x="5581" y="3265"/>
                  </a:lnTo>
                  <a:lnTo>
                    <a:pt x="5554" y="3165"/>
                  </a:lnTo>
                  <a:lnTo>
                    <a:pt x="5499" y="2946"/>
                  </a:lnTo>
                  <a:lnTo>
                    <a:pt x="5426" y="2746"/>
                  </a:lnTo>
                  <a:lnTo>
                    <a:pt x="5335" y="2554"/>
                  </a:lnTo>
                  <a:lnTo>
                    <a:pt x="5225" y="2381"/>
                  </a:lnTo>
                  <a:lnTo>
                    <a:pt x="5098" y="2208"/>
                  </a:lnTo>
                  <a:lnTo>
                    <a:pt x="4961" y="2053"/>
                  </a:lnTo>
                  <a:lnTo>
                    <a:pt x="4806" y="1907"/>
                  </a:lnTo>
                  <a:lnTo>
                    <a:pt x="4633" y="1788"/>
                  </a:lnTo>
                  <a:lnTo>
                    <a:pt x="4450" y="1670"/>
                  </a:lnTo>
                  <a:lnTo>
                    <a:pt x="4259" y="1578"/>
                  </a:lnTo>
                  <a:lnTo>
                    <a:pt x="4058" y="1506"/>
                  </a:lnTo>
                  <a:lnTo>
                    <a:pt x="3848" y="1451"/>
                  </a:lnTo>
                  <a:lnTo>
                    <a:pt x="3739" y="1433"/>
                  </a:lnTo>
                  <a:lnTo>
                    <a:pt x="3630" y="1423"/>
                  </a:lnTo>
                  <a:lnTo>
                    <a:pt x="3520" y="1414"/>
                  </a:lnTo>
                  <a:lnTo>
                    <a:pt x="3411" y="1405"/>
                  </a:lnTo>
                  <a:lnTo>
                    <a:pt x="3274" y="1414"/>
                  </a:lnTo>
                  <a:lnTo>
                    <a:pt x="3146" y="1423"/>
                  </a:lnTo>
                  <a:lnTo>
                    <a:pt x="3119" y="1278"/>
                  </a:lnTo>
                  <a:lnTo>
                    <a:pt x="3092" y="1141"/>
                  </a:lnTo>
                  <a:lnTo>
                    <a:pt x="3037" y="995"/>
                  </a:lnTo>
                  <a:lnTo>
                    <a:pt x="2982" y="867"/>
                  </a:lnTo>
                  <a:lnTo>
                    <a:pt x="2909" y="740"/>
                  </a:lnTo>
                  <a:lnTo>
                    <a:pt x="2827" y="630"/>
                  </a:lnTo>
                  <a:lnTo>
                    <a:pt x="2736" y="521"/>
                  </a:lnTo>
                  <a:lnTo>
                    <a:pt x="2636" y="420"/>
                  </a:lnTo>
                  <a:lnTo>
                    <a:pt x="2526" y="329"/>
                  </a:lnTo>
                  <a:lnTo>
                    <a:pt x="2408" y="247"/>
                  </a:lnTo>
                  <a:lnTo>
                    <a:pt x="2280" y="174"/>
                  </a:lnTo>
                  <a:lnTo>
                    <a:pt x="2152" y="110"/>
                  </a:lnTo>
                  <a:lnTo>
                    <a:pt x="2016" y="65"/>
                  </a:lnTo>
                  <a:lnTo>
                    <a:pt x="1870" y="28"/>
                  </a:lnTo>
                  <a:lnTo>
                    <a:pt x="1724" y="10"/>
                  </a:lnTo>
                  <a:lnTo>
                    <a:pt x="157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275;p19">
              <a:extLst>
                <a:ext uri="{FF2B5EF4-FFF2-40B4-BE49-F238E27FC236}">
                  <a16:creationId xmlns:a16="http://schemas.microsoft.com/office/drawing/2014/main" id="{A7B9374C-F03F-531A-B17F-F1AA80E9A27C}"/>
                </a:ext>
              </a:extLst>
            </p:cNvPr>
            <p:cNvSpPr/>
            <p:nvPr/>
          </p:nvSpPr>
          <p:spPr>
            <a:xfrm>
              <a:off x="1958269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98" y="0"/>
                  </a:moveTo>
                  <a:lnTo>
                    <a:pt x="2088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60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76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83" y="976"/>
                  </a:lnTo>
                  <a:lnTo>
                    <a:pt x="274" y="1149"/>
                  </a:lnTo>
                  <a:lnTo>
                    <a:pt x="173" y="1341"/>
                  </a:lnTo>
                  <a:lnTo>
                    <a:pt x="100" y="1541"/>
                  </a:lnTo>
                  <a:lnTo>
                    <a:pt x="46" y="1760"/>
                  </a:lnTo>
                  <a:lnTo>
                    <a:pt x="27" y="1860"/>
                  </a:lnTo>
                  <a:lnTo>
                    <a:pt x="18" y="1970"/>
                  </a:lnTo>
                  <a:lnTo>
                    <a:pt x="9" y="2088"/>
                  </a:lnTo>
                  <a:lnTo>
                    <a:pt x="0" y="2198"/>
                  </a:lnTo>
                  <a:lnTo>
                    <a:pt x="9" y="2316"/>
                  </a:lnTo>
                  <a:lnTo>
                    <a:pt x="18" y="2435"/>
                  </a:lnTo>
                  <a:lnTo>
                    <a:pt x="37" y="2553"/>
                  </a:lnTo>
                  <a:lnTo>
                    <a:pt x="55" y="2672"/>
                  </a:lnTo>
                  <a:lnTo>
                    <a:pt x="82" y="2781"/>
                  </a:lnTo>
                  <a:lnTo>
                    <a:pt x="119" y="2900"/>
                  </a:lnTo>
                  <a:lnTo>
                    <a:pt x="155" y="3009"/>
                  </a:lnTo>
                  <a:lnTo>
                    <a:pt x="210" y="3119"/>
                  </a:lnTo>
                  <a:lnTo>
                    <a:pt x="255" y="3219"/>
                  </a:lnTo>
                  <a:lnTo>
                    <a:pt x="319" y="3319"/>
                  </a:lnTo>
                  <a:lnTo>
                    <a:pt x="374" y="3420"/>
                  </a:lnTo>
                  <a:lnTo>
                    <a:pt x="447" y="3520"/>
                  </a:lnTo>
                  <a:lnTo>
                    <a:pt x="520" y="3611"/>
                  </a:lnTo>
                  <a:lnTo>
                    <a:pt x="602" y="3702"/>
                  </a:lnTo>
                  <a:lnTo>
                    <a:pt x="684" y="3784"/>
                  </a:lnTo>
                  <a:lnTo>
                    <a:pt x="775" y="3867"/>
                  </a:lnTo>
                  <a:lnTo>
                    <a:pt x="921" y="3684"/>
                  </a:lnTo>
                  <a:lnTo>
                    <a:pt x="839" y="3620"/>
                  </a:lnTo>
                  <a:lnTo>
                    <a:pt x="766" y="3538"/>
                  </a:lnTo>
                  <a:lnTo>
                    <a:pt x="693" y="3465"/>
                  </a:lnTo>
                  <a:lnTo>
                    <a:pt x="629" y="3374"/>
                  </a:lnTo>
                  <a:lnTo>
                    <a:pt x="565" y="3292"/>
                  </a:lnTo>
                  <a:lnTo>
                    <a:pt x="511" y="3201"/>
                  </a:lnTo>
                  <a:lnTo>
                    <a:pt x="465" y="3110"/>
                  </a:lnTo>
                  <a:lnTo>
                    <a:pt x="410" y="3018"/>
                  </a:lnTo>
                  <a:lnTo>
                    <a:pt x="374" y="2918"/>
                  </a:lnTo>
                  <a:lnTo>
                    <a:pt x="338" y="2827"/>
                  </a:lnTo>
                  <a:lnTo>
                    <a:pt x="310" y="2718"/>
                  </a:lnTo>
                  <a:lnTo>
                    <a:pt x="283" y="2617"/>
                  </a:lnTo>
                  <a:lnTo>
                    <a:pt x="265" y="2517"/>
                  </a:lnTo>
                  <a:lnTo>
                    <a:pt x="246" y="2408"/>
                  </a:lnTo>
                  <a:lnTo>
                    <a:pt x="237" y="2307"/>
                  </a:lnTo>
                  <a:lnTo>
                    <a:pt x="237" y="2198"/>
                  </a:lnTo>
                  <a:lnTo>
                    <a:pt x="246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92" y="1432"/>
                  </a:lnTo>
                  <a:lnTo>
                    <a:pt x="474" y="1259"/>
                  </a:lnTo>
                  <a:lnTo>
                    <a:pt x="575" y="1104"/>
                  </a:lnTo>
                  <a:lnTo>
                    <a:pt x="684" y="949"/>
                  </a:lnTo>
                  <a:lnTo>
                    <a:pt x="812" y="812"/>
                  </a:lnTo>
                  <a:lnTo>
                    <a:pt x="948" y="684"/>
                  </a:lnTo>
                  <a:lnTo>
                    <a:pt x="1103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806" y="274"/>
                  </a:lnTo>
                  <a:lnTo>
                    <a:pt x="1997" y="246"/>
                  </a:lnTo>
                  <a:lnTo>
                    <a:pt x="2198" y="237"/>
                  </a:lnTo>
                  <a:lnTo>
                    <a:pt x="2398" y="246"/>
                  </a:lnTo>
                  <a:lnTo>
                    <a:pt x="2590" y="274"/>
                  </a:lnTo>
                  <a:lnTo>
                    <a:pt x="2781" y="319"/>
                  </a:lnTo>
                  <a:lnTo>
                    <a:pt x="2964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47" y="684"/>
                  </a:lnTo>
                  <a:lnTo>
                    <a:pt x="3584" y="812"/>
                  </a:lnTo>
                  <a:lnTo>
                    <a:pt x="3711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22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68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48" y="648"/>
                  </a:lnTo>
                  <a:lnTo>
                    <a:pt x="3593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5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9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276;p19">
              <a:extLst>
                <a:ext uri="{FF2B5EF4-FFF2-40B4-BE49-F238E27FC236}">
                  <a16:creationId xmlns:a16="http://schemas.microsoft.com/office/drawing/2014/main" id="{EA23AF25-DE76-45EA-8E78-B7B40F4A19A9}"/>
                </a:ext>
              </a:extLst>
            </p:cNvPr>
            <p:cNvSpPr/>
            <p:nvPr/>
          </p:nvSpPr>
          <p:spPr>
            <a:xfrm>
              <a:off x="1947637" y="3265334"/>
              <a:ext cx="54460" cy="81348"/>
            </a:xfrm>
            <a:custGeom>
              <a:avLst/>
              <a:gdLst/>
              <a:ahLst/>
              <a:cxnLst/>
              <a:rect l="l" t="t" r="r" b="b"/>
              <a:pathLst>
                <a:path w="794" h="1186" extrusionOk="0">
                  <a:moveTo>
                    <a:pt x="228" y="0"/>
                  </a:moveTo>
                  <a:lnTo>
                    <a:pt x="0" y="18"/>
                  </a:lnTo>
                  <a:lnTo>
                    <a:pt x="18" y="192"/>
                  </a:lnTo>
                  <a:lnTo>
                    <a:pt x="55" y="356"/>
                  </a:lnTo>
                  <a:lnTo>
                    <a:pt x="119" y="520"/>
                  </a:lnTo>
                  <a:lnTo>
                    <a:pt x="192" y="675"/>
                  </a:lnTo>
                  <a:lnTo>
                    <a:pt x="292" y="821"/>
                  </a:lnTo>
                  <a:lnTo>
                    <a:pt x="401" y="948"/>
                  </a:lnTo>
                  <a:lnTo>
                    <a:pt x="529" y="1076"/>
                  </a:lnTo>
                  <a:lnTo>
                    <a:pt x="666" y="1185"/>
                  </a:lnTo>
                  <a:lnTo>
                    <a:pt x="793" y="994"/>
                  </a:lnTo>
                  <a:lnTo>
                    <a:pt x="675" y="903"/>
                  </a:lnTo>
                  <a:lnTo>
                    <a:pt x="565" y="802"/>
                  </a:lnTo>
                  <a:lnTo>
                    <a:pt x="474" y="684"/>
                  </a:lnTo>
                  <a:lnTo>
                    <a:pt x="392" y="556"/>
                  </a:lnTo>
                  <a:lnTo>
                    <a:pt x="328" y="429"/>
                  </a:lnTo>
                  <a:lnTo>
                    <a:pt x="283" y="292"/>
                  </a:lnTo>
                  <a:lnTo>
                    <a:pt x="246" y="146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277;p19">
              <a:extLst>
                <a:ext uri="{FF2B5EF4-FFF2-40B4-BE49-F238E27FC236}">
                  <a16:creationId xmlns:a16="http://schemas.microsoft.com/office/drawing/2014/main" id="{BED1AA15-603F-C46B-18E1-680F463688C9}"/>
                </a:ext>
              </a:extLst>
            </p:cNvPr>
            <p:cNvSpPr/>
            <p:nvPr/>
          </p:nvSpPr>
          <p:spPr>
            <a:xfrm>
              <a:off x="2067051" y="3444832"/>
              <a:ext cx="192738" cy="141364"/>
            </a:xfrm>
            <a:custGeom>
              <a:avLst/>
              <a:gdLst/>
              <a:ahLst/>
              <a:cxnLst/>
              <a:rect l="l" t="t" r="r" b="b"/>
              <a:pathLst>
                <a:path w="2810" h="2061" extrusionOk="0">
                  <a:moveTo>
                    <a:pt x="1" y="0"/>
                  </a:moveTo>
                  <a:lnTo>
                    <a:pt x="1" y="137"/>
                  </a:lnTo>
                  <a:lnTo>
                    <a:pt x="19" y="283"/>
                  </a:lnTo>
                  <a:lnTo>
                    <a:pt x="37" y="420"/>
                  </a:lnTo>
                  <a:lnTo>
                    <a:pt x="74" y="556"/>
                  </a:lnTo>
                  <a:lnTo>
                    <a:pt x="110" y="657"/>
                  </a:lnTo>
                  <a:lnTo>
                    <a:pt x="147" y="757"/>
                  </a:lnTo>
                  <a:lnTo>
                    <a:pt x="183" y="848"/>
                  </a:lnTo>
                  <a:lnTo>
                    <a:pt x="229" y="939"/>
                  </a:lnTo>
                  <a:lnTo>
                    <a:pt x="283" y="1030"/>
                  </a:lnTo>
                  <a:lnTo>
                    <a:pt x="338" y="1122"/>
                  </a:lnTo>
                  <a:lnTo>
                    <a:pt x="466" y="1295"/>
                  </a:lnTo>
                  <a:lnTo>
                    <a:pt x="612" y="1450"/>
                  </a:lnTo>
                  <a:lnTo>
                    <a:pt x="776" y="1587"/>
                  </a:lnTo>
                  <a:lnTo>
                    <a:pt x="949" y="1714"/>
                  </a:lnTo>
                  <a:lnTo>
                    <a:pt x="1049" y="1769"/>
                  </a:lnTo>
                  <a:lnTo>
                    <a:pt x="1141" y="1824"/>
                  </a:lnTo>
                  <a:lnTo>
                    <a:pt x="1259" y="1879"/>
                  </a:lnTo>
                  <a:lnTo>
                    <a:pt x="1378" y="1924"/>
                  </a:lnTo>
                  <a:lnTo>
                    <a:pt x="1505" y="1970"/>
                  </a:lnTo>
                  <a:lnTo>
                    <a:pt x="1624" y="1997"/>
                  </a:lnTo>
                  <a:lnTo>
                    <a:pt x="1752" y="2024"/>
                  </a:lnTo>
                  <a:lnTo>
                    <a:pt x="1879" y="2043"/>
                  </a:lnTo>
                  <a:lnTo>
                    <a:pt x="1998" y="2061"/>
                  </a:lnTo>
                  <a:lnTo>
                    <a:pt x="2125" y="2061"/>
                  </a:lnTo>
                  <a:lnTo>
                    <a:pt x="2299" y="2052"/>
                  </a:lnTo>
                  <a:lnTo>
                    <a:pt x="2472" y="2034"/>
                  </a:lnTo>
                  <a:lnTo>
                    <a:pt x="2645" y="1997"/>
                  </a:lnTo>
                  <a:lnTo>
                    <a:pt x="2809" y="1942"/>
                  </a:lnTo>
                  <a:lnTo>
                    <a:pt x="2727" y="1723"/>
                  </a:lnTo>
                  <a:lnTo>
                    <a:pt x="2554" y="1778"/>
                  </a:lnTo>
                  <a:lnTo>
                    <a:pt x="2372" y="1815"/>
                  </a:lnTo>
                  <a:lnTo>
                    <a:pt x="2180" y="1833"/>
                  </a:lnTo>
                  <a:lnTo>
                    <a:pt x="1989" y="1824"/>
                  </a:lnTo>
                  <a:lnTo>
                    <a:pt x="1806" y="1806"/>
                  </a:lnTo>
                  <a:lnTo>
                    <a:pt x="1615" y="1760"/>
                  </a:lnTo>
                  <a:lnTo>
                    <a:pt x="1432" y="1696"/>
                  </a:lnTo>
                  <a:lnTo>
                    <a:pt x="1250" y="1614"/>
                  </a:lnTo>
                  <a:lnTo>
                    <a:pt x="1077" y="1523"/>
                  </a:lnTo>
                  <a:lnTo>
                    <a:pt x="922" y="1404"/>
                  </a:lnTo>
                  <a:lnTo>
                    <a:pt x="776" y="1286"/>
                  </a:lnTo>
                  <a:lnTo>
                    <a:pt x="648" y="1149"/>
                  </a:lnTo>
                  <a:lnTo>
                    <a:pt x="530" y="994"/>
                  </a:lnTo>
                  <a:lnTo>
                    <a:pt x="438" y="839"/>
                  </a:lnTo>
                  <a:lnTo>
                    <a:pt x="356" y="666"/>
                  </a:lnTo>
                  <a:lnTo>
                    <a:pt x="293" y="492"/>
                  </a:lnTo>
                  <a:lnTo>
                    <a:pt x="265" y="374"/>
                  </a:lnTo>
                  <a:lnTo>
                    <a:pt x="247" y="246"/>
                  </a:lnTo>
                  <a:lnTo>
                    <a:pt x="229" y="119"/>
                  </a:lnTo>
                  <a:lnTo>
                    <a:pt x="22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278;p19">
              <a:extLst>
                <a:ext uri="{FF2B5EF4-FFF2-40B4-BE49-F238E27FC236}">
                  <a16:creationId xmlns:a16="http://schemas.microsoft.com/office/drawing/2014/main" id="{97838044-3B7D-BB1B-B0D9-1E1F0C2A3190}"/>
                </a:ext>
              </a:extLst>
            </p:cNvPr>
            <p:cNvSpPr/>
            <p:nvPr/>
          </p:nvSpPr>
          <p:spPr>
            <a:xfrm>
              <a:off x="1934468" y="3527962"/>
              <a:ext cx="182106" cy="117083"/>
            </a:xfrm>
            <a:custGeom>
              <a:avLst/>
              <a:gdLst/>
              <a:ahLst/>
              <a:cxnLst/>
              <a:rect l="l" t="t" r="r" b="b"/>
              <a:pathLst>
                <a:path w="2655" h="1707" extrusionOk="0">
                  <a:moveTo>
                    <a:pt x="2645" y="1"/>
                  </a:moveTo>
                  <a:lnTo>
                    <a:pt x="2417" y="28"/>
                  </a:lnTo>
                  <a:lnTo>
                    <a:pt x="2426" y="156"/>
                  </a:lnTo>
                  <a:lnTo>
                    <a:pt x="2426" y="284"/>
                  </a:lnTo>
                  <a:lnTo>
                    <a:pt x="2408" y="402"/>
                  </a:lnTo>
                  <a:lnTo>
                    <a:pt x="2381" y="530"/>
                  </a:lnTo>
                  <a:lnTo>
                    <a:pt x="2344" y="648"/>
                  </a:lnTo>
                  <a:lnTo>
                    <a:pt x="2289" y="767"/>
                  </a:lnTo>
                  <a:lnTo>
                    <a:pt x="2235" y="876"/>
                  </a:lnTo>
                  <a:lnTo>
                    <a:pt x="2162" y="977"/>
                  </a:lnTo>
                  <a:lnTo>
                    <a:pt x="2071" y="1077"/>
                  </a:lnTo>
                  <a:lnTo>
                    <a:pt x="1979" y="1159"/>
                  </a:lnTo>
                  <a:lnTo>
                    <a:pt x="1888" y="1241"/>
                  </a:lnTo>
                  <a:lnTo>
                    <a:pt x="1779" y="1305"/>
                  </a:lnTo>
                  <a:lnTo>
                    <a:pt x="1669" y="1360"/>
                  </a:lnTo>
                  <a:lnTo>
                    <a:pt x="1551" y="1405"/>
                  </a:lnTo>
                  <a:lnTo>
                    <a:pt x="1423" y="1442"/>
                  </a:lnTo>
                  <a:lnTo>
                    <a:pt x="1305" y="1460"/>
                  </a:lnTo>
                  <a:lnTo>
                    <a:pt x="1140" y="1469"/>
                  </a:lnTo>
                  <a:lnTo>
                    <a:pt x="985" y="1460"/>
                  </a:lnTo>
                  <a:lnTo>
                    <a:pt x="830" y="1432"/>
                  </a:lnTo>
                  <a:lnTo>
                    <a:pt x="685" y="1387"/>
                  </a:lnTo>
                  <a:lnTo>
                    <a:pt x="539" y="1323"/>
                  </a:lnTo>
                  <a:lnTo>
                    <a:pt x="411" y="1241"/>
                  </a:lnTo>
                  <a:lnTo>
                    <a:pt x="283" y="1150"/>
                  </a:lnTo>
                  <a:lnTo>
                    <a:pt x="174" y="1031"/>
                  </a:lnTo>
                  <a:lnTo>
                    <a:pt x="1" y="1186"/>
                  </a:lnTo>
                  <a:lnTo>
                    <a:pt x="110" y="1305"/>
                  </a:lnTo>
                  <a:lnTo>
                    <a:pt x="238" y="1405"/>
                  </a:lnTo>
                  <a:lnTo>
                    <a:pt x="374" y="1496"/>
                  </a:lnTo>
                  <a:lnTo>
                    <a:pt x="520" y="1569"/>
                  </a:lnTo>
                  <a:lnTo>
                    <a:pt x="666" y="1624"/>
                  </a:lnTo>
                  <a:lnTo>
                    <a:pt x="821" y="1670"/>
                  </a:lnTo>
                  <a:lnTo>
                    <a:pt x="976" y="1697"/>
                  </a:lnTo>
                  <a:lnTo>
                    <a:pt x="1140" y="1706"/>
                  </a:lnTo>
                  <a:lnTo>
                    <a:pt x="1232" y="1697"/>
                  </a:lnTo>
                  <a:lnTo>
                    <a:pt x="1332" y="1688"/>
                  </a:lnTo>
                  <a:lnTo>
                    <a:pt x="1478" y="1670"/>
                  </a:lnTo>
                  <a:lnTo>
                    <a:pt x="1624" y="1624"/>
                  </a:lnTo>
                  <a:lnTo>
                    <a:pt x="1761" y="1569"/>
                  </a:lnTo>
                  <a:lnTo>
                    <a:pt x="1888" y="1505"/>
                  </a:lnTo>
                  <a:lnTo>
                    <a:pt x="2016" y="1423"/>
                  </a:lnTo>
                  <a:lnTo>
                    <a:pt x="2134" y="1332"/>
                  </a:lnTo>
                  <a:lnTo>
                    <a:pt x="2244" y="1232"/>
                  </a:lnTo>
                  <a:lnTo>
                    <a:pt x="2335" y="1122"/>
                  </a:lnTo>
                  <a:lnTo>
                    <a:pt x="2426" y="995"/>
                  </a:lnTo>
                  <a:lnTo>
                    <a:pt x="2499" y="867"/>
                  </a:lnTo>
                  <a:lnTo>
                    <a:pt x="2563" y="730"/>
                  </a:lnTo>
                  <a:lnTo>
                    <a:pt x="2609" y="594"/>
                  </a:lnTo>
                  <a:lnTo>
                    <a:pt x="2636" y="448"/>
                  </a:lnTo>
                  <a:lnTo>
                    <a:pt x="2654" y="302"/>
                  </a:lnTo>
                  <a:lnTo>
                    <a:pt x="2654" y="147"/>
                  </a:lnTo>
                  <a:lnTo>
                    <a:pt x="264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279;p19">
              <a:extLst>
                <a:ext uri="{FF2B5EF4-FFF2-40B4-BE49-F238E27FC236}">
                  <a16:creationId xmlns:a16="http://schemas.microsoft.com/office/drawing/2014/main" id="{90C0958F-7C5F-BD19-4D11-E3541DA2DD76}"/>
                </a:ext>
              </a:extLst>
            </p:cNvPr>
            <p:cNvSpPr/>
            <p:nvPr/>
          </p:nvSpPr>
          <p:spPr>
            <a:xfrm>
              <a:off x="1875070" y="3763154"/>
              <a:ext cx="206456" cy="212698"/>
            </a:xfrm>
            <a:custGeom>
              <a:avLst/>
              <a:gdLst/>
              <a:ahLst/>
              <a:cxnLst/>
              <a:rect l="l" t="t" r="r" b="b"/>
              <a:pathLst>
                <a:path w="3010" h="3101" extrusionOk="0">
                  <a:moveTo>
                    <a:pt x="2025" y="0"/>
                  </a:moveTo>
                  <a:lnTo>
                    <a:pt x="1897" y="10"/>
                  </a:lnTo>
                  <a:lnTo>
                    <a:pt x="1769" y="19"/>
                  </a:lnTo>
                  <a:lnTo>
                    <a:pt x="1651" y="46"/>
                  </a:lnTo>
                  <a:lnTo>
                    <a:pt x="1523" y="73"/>
                  </a:lnTo>
                  <a:lnTo>
                    <a:pt x="1405" y="110"/>
                  </a:lnTo>
                  <a:lnTo>
                    <a:pt x="1286" y="155"/>
                  </a:lnTo>
                  <a:lnTo>
                    <a:pt x="1168" y="210"/>
                  </a:lnTo>
                  <a:lnTo>
                    <a:pt x="1058" y="265"/>
                  </a:lnTo>
                  <a:lnTo>
                    <a:pt x="876" y="383"/>
                  </a:lnTo>
                  <a:lnTo>
                    <a:pt x="712" y="511"/>
                  </a:lnTo>
                  <a:lnTo>
                    <a:pt x="566" y="657"/>
                  </a:lnTo>
                  <a:lnTo>
                    <a:pt x="429" y="812"/>
                  </a:lnTo>
                  <a:lnTo>
                    <a:pt x="320" y="976"/>
                  </a:lnTo>
                  <a:lnTo>
                    <a:pt x="219" y="1149"/>
                  </a:lnTo>
                  <a:lnTo>
                    <a:pt x="137" y="1332"/>
                  </a:lnTo>
                  <a:lnTo>
                    <a:pt x="73" y="1523"/>
                  </a:lnTo>
                  <a:lnTo>
                    <a:pt x="28" y="1715"/>
                  </a:lnTo>
                  <a:lnTo>
                    <a:pt x="9" y="1915"/>
                  </a:lnTo>
                  <a:lnTo>
                    <a:pt x="0" y="2116"/>
                  </a:lnTo>
                  <a:lnTo>
                    <a:pt x="9" y="2317"/>
                  </a:lnTo>
                  <a:lnTo>
                    <a:pt x="46" y="2517"/>
                  </a:lnTo>
                  <a:lnTo>
                    <a:pt x="101" y="2718"/>
                  </a:lnTo>
                  <a:lnTo>
                    <a:pt x="174" y="2909"/>
                  </a:lnTo>
                  <a:lnTo>
                    <a:pt x="265" y="3101"/>
                  </a:lnTo>
                  <a:lnTo>
                    <a:pt x="465" y="2991"/>
                  </a:lnTo>
                  <a:lnTo>
                    <a:pt x="383" y="2818"/>
                  </a:lnTo>
                  <a:lnTo>
                    <a:pt x="320" y="2645"/>
                  </a:lnTo>
                  <a:lnTo>
                    <a:pt x="274" y="2472"/>
                  </a:lnTo>
                  <a:lnTo>
                    <a:pt x="237" y="2289"/>
                  </a:lnTo>
                  <a:lnTo>
                    <a:pt x="228" y="2107"/>
                  </a:lnTo>
                  <a:lnTo>
                    <a:pt x="237" y="1934"/>
                  </a:lnTo>
                  <a:lnTo>
                    <a:pt x="256" y="1760"/>
                  </a:lnTo>
                  <a:lnTo>
                    <a:pt x="301" y="1587"/>
                  </a:lnTo>
                  <a:lnTo>
                    <a:pt x="356" y="1414"/>
                  </a:lnTo>
                  <a:lnTo>
                    <a:pt x="420" y="1250"/>
                  </a:lnTo>
                  <a:lnTo>
                    <a:pt x="511" y="1095"/>
                  </a:lnTo>
                  <a:lnTo>
                    <a:pt x="611" y="949"/>
                  </a:lnTo>
                  <a:lnTo>
                    <a:pt x="730" y="812"/>
                  </a:lnTo>
                  <a:lnTo>
                    <a:pt x="867" y="684"/>
                  </a:lnTo>
                  <a:lnTo>
                    <a:pt x="1013" y="575"/>
                  </a:lnTo>
                  <a:lnTo>
                    <a:pt x="1168" y="465"/>
                  </a:lnTo>
                  <a:lnTo>
                    <a:pt x="1268" y="420"/>
                  </a:lnTo>
                  <a:lnTo>
                    <a:pt x="1377" y="365"/>
                  </a:lnTo>
                  <a:lnTo>
                    <a:pt x="1478" y="329"/>
                  </a:lnTo>
                  <a:lnTo>
                    <a:pt x="1587" y="292"/>
                  </a:lnTo>
                  <a:lnTo>
                    <a:pt x="1696" y="265"/>
                  </a:lnTo>
                  <a:lnTo>
                    <a:pt x="1806" y="247"/>
                  </a:lnTo>
                  <a:lnTo>
                    <a:pt x="1915" y="238"/>
                  </a:lnTo>
                  <a:lnTo>
                    <a:pt x="2034" y="228"/>
                  </a:lnTo>
                  <a:lnTo>
                    <a:pt x="2143" y="228"/>
                  </a:lnTo>
                  <a:lnTo>
                    <a:pt x="2253" y="238"/>
                  </a:lnTo>
                  <a:lnTo>
                    <a:pt x="2362" y="256"/>
                  </a:lnTo>
                  <a:lnTo>
                    <a:pt x="2472" y="274"/>
                  </a:lnTo>
                  <a:lnTo>
                    <a:pt x="2581" y="301"/>
                  </a:lnTo>
                  <a:lnTo>
                    <a:pt x="2690" y="338"/>
                  </a:lnTo>
                  <a:lnTo>
                    <a:pt x="2800" y="374"/>
                  </a:lnTo>
                  <a:lnTo>
                    <a:pt x="2900" y="429"/>
                  </a:lnTo>
                  <a:lnTo>
                    <a:pt x="3010" y="219"/>
                  </a:lnTo>
                  <a:lnTo>
                    <a:pt x="2891" y="165"/>
                  </a:lnTo>
                  <a:lnTo>
                    <a:pt x="2772" y="119"/>
                  </a:lnTo>
                  <a:lnTo>
                    <a:pt x="2645" y="82"/>
                  </a:lnTo>
                  <a:lnTo>
                    <a:pt x="2526" y="46"/>
                  </a:lnTo>
                  <a:lnTo>
                    <a:pt x="2399" y="28"/>
                  </a:lnTo>
                  <a:lnTo>
                    <a:pt x="2271" y="10"/>
                  </a:lnTo>
                  <a:lnTo>
                    <a:pt x="215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280;p19">
              <a:extLst>
                <a:ext uri="{FF2B5EF4-FFF2-40B4-BE49-F238E27FC236}">
                  <a16:creationId xmlns:a16="http://schemas.microsoft.com/office/drawing/2014/main" id="{523984BC-04F1-604C-E6EC-1F38AA414FCB}"/>
                </a:ext>
              </a:extLst>
            </p:cNvPr>
            <p:cNvSpPr/>
            <p:nvPr/>
          </p:nvSpPr>
          <p:spPr>
            <a:xfrm>
              <a:off x="2035775" y="3835104"/>
              <a:ext cx="81416" cy="100759"/>
            </a:xfrm>
            <a:custGeom>
              <a:avLst/>
              <a:gdLst/>
              <a:ahLst/>
              <a:cxnLst/>
              <a:rect l="l" t="t" r="r" b="b"/>
              <a:pathLst>
                <a:path w="1187" h="1469" extrusionOk="0">
                  <a:moveTo>
                    <a:pt x="28" y="0"/>
                  </a:moveTo>
                  <a:lnTo>
                    <a:pt x="1" y="228"/>
                  </a:lnTo>
                  <a:lnTo>
                    <a:pt x="110" y="246"/>
                  </a:lnTo>
                  <a:lnTo>
                    <a:pt x="211" y="274"/>
                  </a:lnTo>
                  <a:lnTo>
                    <a:pt x="311" y="310"/>
                  </a:lnTo>
                  <a:lnTo>
                    <a:pt x="402" y="356"/>
                  </a:lnTo>
                  <a:lnTo>
                    <a:pt x="493" y="420"/>
                  </a:lnTo>
                  <a:lnTo>
                    <a:pt x="575" y="483"/>
                  </a:lnTo>
                  <a:lnTo>
                    <a:pt x="648" y="556"/>
                  </a:lnTo>
                  <a:lnTo>
                    <a:pt x="712" y="638"/>
                  </a:lnTo>
                  <a:lnTo>
                    <a:pt x="776" y="720"/>
                  </a:lnTo>
                  <a:lnTo>
                    <a:pt x="831" y="812"/>
                  </a:lnTo>
                  <a:lnTo>
                    <a:pt x="876" y="912"/>
                  </a:lnTo>
                  <a:lnTo>
                    <a:pt x="913" y="1012"/>
                  </a:lnTo>
                  <a:lnTo>
                    <a:pt x="931" y="1113"/>
                  </a:lnTo>
                  <a:lnTo>
                    <a:pt x="949" y="1222"/>
                  </a:lnTo>
                  <a:lnTo>
                    <a:pt x="958" y="1331"/>
                  </a:lnTo>
                  <a:lnTo>
                    <a:pt x="949" y="1450"/>
                  </a:lnTo>
                  <a:lnTo>
                    <a:pt x="1177" y="1468"/>
                  </a:lnTo>
                  <a:lnTo>
                    <a:pt x="1186" y="1331"/>
                  </a:lnTo>
                  <a:lnTo>
                    <a:pt x="1177" y="1204"/>
                  </a:lnTo>
                  <a:lnTo>
                    <a:pt x="1159" y="1067"/>
                  </a:lnTo>
                  <a:lnTo>
                    <a:pt x="1132" y="948"/>
                  </a:lnTo>
                  <a:lnTo>
                    <a:pt x="1086" y="821"/>
                  </a:lnTo>
                  <a:lnTo>
                    <a:pt x="1031" y="702"/>
                  </a:lnTo>
                  <a:lnTo>
                    <a:pt x="967" y="593"/>
                  </a:lnTo>
                  <a:lnTo>
                    <a:pt x="894" y="492"/>
                  </a:lnTo>
                  <a:lnTo>
                    <a:pt x="812" y="392"/>
                  </a:lnTo>
                  <a:lnTo>
                    <a:pt x="721" y="310"/>
                  </a:lnTo>
                  <a:lnTo>
                    <a:pt x="621" y="228"/>
                  </a:lnTo>
                  <a:lnTo>
                    <a:pt x="511" y="155"/>
                  </a:lnTo>
                  <a:lnTo>
                    <a:pt x="402" y="100"/>
                  </a:lnTo>
                  <a:lnTo>
                    <a:pt x="284" y="55"/>
                  </a:lnTo>
                  <a:lnTo>
                    <a:pt x="156" y="1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281;p19">
              <a:extLst>
                <a:ext uri="{FF2B5EF4-FFF2-40B4-BE49-F238E27FC236}">
                  <a16:creationId xmlns:a16="http://schemas.microsoft.com/office/drawing/2014/main" id="{4298F171-39D3-82F4-253F-9965E7275A37}"/>
                </a:ext>
              </a:extLst>
            </p:cNvPr>
            <p:cNvSpPr/>
            <p:nvPr/>
          </p:nvSpPr>
          <p:spPr>
            <a:xfrm>
              <a:off x="2100866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0" y="1"/>
                  </a:moveTo>
                  <a:lnTo>
                    <a:pt x="0" y="228"/>
                  </a:lnTo>
                  <a:lnTo>
                    <a:pt x="192" y="238"/>
                  </a:lnTo>
                  <a:lnTo>
                    <a:pt x="374" y="265"/>
                  </a:lnTo>
                  <a:lnTo>
                    <a:pt x="556" y="311"/>
                  </a:lnTo>
                  <a:lnTo>
                    <a:pt x="721" y="374"/>
                  </a:lnTo>
                  <a:lnTo>
                    <a:pt x="885" y="456"/>
                  </a:lnTo>
                  <a:lnTo>
                    <a:pt x="1040" y="548"/>
                  </a:lnTo>
                  <a:lnTo>
                    <a:pt x="1176" y="657"/>
                  </a:lnTo>
                  <a:lnTo>
                    <a:pt x="1313" y="776"/>
                  </a:lnTo>
                  <a:lnTo>
                    <a:pt x="1432" y="903"/>
                  </a:lnTo>
                  <a:lnTo>
                    <a:pt x="1532" y="1049"/>
                  </a:lnTo>
                  <a:lnTo>
                    <a:pt x="1632" y="1195"/>
                  </a:lnTo>
                  <a:lnTo>
                    <a:pt x="1705" y="1359"/>
                  </a:lnTo>
                  <a:lnTo>
                    <a:pt x="1769" y="1532"/>
                  </a:lnTo>
                  <a:lnTo>
                    <a:pt x="1815" y="1706"/>
                  </a:lnTo>
                  <a:lnTo>
                    <a:pt x="1842" y="1888"/>
                  </a:lnTo>
                  <a:lnTo>
                    <a:pt x="1851" y="2080"/>
                  </a:lnTo>
                  <a:lnTo>
                    <a:pt x="2079" y="2080"/>
                  </a:lnTo>
                  <a:lnTo>
                    <a:pt x="2070" y="1870"/>
                  </a:lnTo>
                  <a:lnTo>
                    <a:pt x="2043" y="1660"/>
                  </a:lnTo>
                  <a:lnTo>
                    <a:pt x="1988" y="1459"/>
                  </a:lnTo>
                  <a:lnTo>
                    <a:pt x="1915" y="1268"/>
                  </a:lnTo>
                  <a:lnTo>
                    <a:pt x="1833" y="1086"/>
                  </a:lnTo>
                  <a:lnTo>
                    <a:pt x="1724" y="921"/>
                  </a:lnTo>
                  <a:lnTo>
                    <a:pt x="1605" y="757"/>
                  </a:lnTo>
                  <a:lnTo>
                    <a:pt x="1477" y="611"/>
                  </a:lnTo>
                  <a:lnTo>
                    <a:pt x="1322" y="475"/>
                  </a:lnTo>
                  <a:lnTo>
                    <a:pt x="1167" y="356"/>
                  </a:lnTo>
                  <a:lnTo>
                    <a:pt x="994" y="256"/>
                  </a:lnTo>
                  <a:lnTo>
                    <a:pt x="812" y="165"/>
                  </a:lnTo>
                  <a:lnTo>
                    <a:pt x="620" y="92"/>
                  </a:lnTo>
                  <a:lnTo>
                    <a:pt x="420" y="46"/>
                  </a:lnTo>
                  <a:lnTo>
                    <a:pt x="219" y="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282;p19">
              <a:extLst>
                <a:ext uri="{FF2B5EF4-FFF2-40B4-BE49-F238E27FC236}">
                  <a16:creationId xmlns:a16="http://schemas.microsoft.com/office/drawing/2014/main" id="{270B0FBF-5ACC-36F2-5D30-7A6CA8A3597B}"/>
                </a:ext>
              </a:extLst>
            </p:cNvPr>
            <p:cNvSpPr/>
            <p:nvPr/>
          </p:nvSpPr>
          <p:spPr>
            <a:xfrm>
              <a:off x="1929461" y="3688118"/>
              <a:ext cx="82651" cy="82582"/>
            </a:xfrm>
            <a:custGeom>
              <a:avLst/>
              <a:gdLst/>
              <a:ahLst/>
              <a:cxnLst/>
              <a:rect l="l" t="t" r="r" b="b"/>
              <a:pathLst>
                <a:path w="1205" h="1204" extrusionOk="0">
                  <a:moveTo>
                    <a:pt x="1" y="0"/>
                  </a:moveTo>
                  <a:lnTo>
                    <a:pt x="1" y="237"/>
                  </a:lnTo>
                  <a:lnTo>
                    <a:pt x="101" y="237"/>
                  </a:lnTo>
                  <a:lnTo>
                    <a:pt x="201" y="256"/>
                  </a:lnTo>
                  <a:lnTo>
                    <a:pt x="292" y="274"/>
                  </a:lnTo>
                  <a:lnTo>
                    <a:pt x="384" y="310"/>
                  </a:lnTo>
                  <a:lnTo>
                    <a:pt x="466" y="347"/>
                  </a:lnTo>
                  <a:lnTo>
                    <a:pt x="548" y="401"/>
                  </a:lnTo>
                  <a:lnTo>
                    <a:pt x="621" y="456"/>
                  </a:lnTo>
                  <a:lnTo>
                    <a:pt x="685" y="520"/>
                  </a:lnTo>
                  <a:lnTo>
                    <a:pt x="748" y="584"/>
                  </a:lnTo>
                  <a:lnTo>
                    <a:pt x="803" y="657"/>
                  </a:lnTo>
                  <a:lnTo>
                    <a:pt x="858" y="739"/>
                  </a:lnTo>
                  <a:lnTo>
                    <a:pt x="894" y="821"/>
                  </a:lnTo>
                  <a:lnTo>
                    <a:pt x="931" y="912"/>
                  </a:lnTo>
                  <a:lnTo>
                    <a:pt x="949" y="1003"/>
                  </a:lnTo>
                  <a:lnTo>
                    <a:pt x="967" y="1104"/>
                  </a:lnTo>
                  <a:lnTo>
                    <a:pt x="967" y="1204"/>
                  </a:lnTo>
                  <a:lnTo>
                    <a:pt x="1204" y="1204"/>
                  </a:lnTo>
                  <a:lnTo>
                    <a:pt x="1195" y="1076"/>
                  </a:lnTo>
                  <a:lnTo>
                    <a:pt x="1177" y="958"/>
                  </a:lnTo>
                  <a:lnTo>
                    <a:pt x="1150" y="848"/>
                  </a:lnTo>
                  <a:lnTo>
                    <a:pt x="1104" y="739"/>
                  </a:lnTo>
                  <a:lnTo>
                    <a:pt x="1058" y="629"/>
                  </a:lnTo>
                  <a:lnTo>
                    <a:pt x="995" y="529"/>
                  </a:lnTo>
                  <a:lnTo>
                    <a:pt x="931" y="438"/>
                  </a:lnTo>
                  <a:lnTo>
                    <a:pt x="849" y="356"/>
                  </a:lnTo>
                  <a:lnTo>
                    <a:pt x="767" y="274"/>
                  </a:lnTo>
                  <a:lnTo>
                    <a:pt x="675" y="210"/>
                  </a:lnTo>
                  <a:lnTo>
                    <a:pt x="575" y="146"/>
                  </a:lnTo>
                  <a:lnTo>
                    <a:pt x="466" y="101"/>
                  </a:lnTo>
                  <a:lnTo>
                    <a:pt x="356" y="55"/>
                  </a:lnTo>
                  <a:lnTo>
                    <a:pt x="247" y="28"/>
                  </a:lnTo>
                  <a:lnTo>
                    <a:pt x="128" y="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283;p19">
              <a:extLst>
                <a:ext uri="{FF2B5EF4-FFF2-40B4-BE49-F238E27FC236}">
                  <a16:creationId xmlns:a16="http://schemas.microsoft.com/office/drawing/2014/main" id="{D15567EF-93C7-3E7D-4B72-8EB2406E9B6E}"/>
                </a:ext>
              </a:extLst>
            </p:cNvPr>
            <p:cNvSpPr/>
            <p:nvPr/>
          </p:nvSpPr>
          <p:spPr>
            <a:xfrm>
              <a:off x="2122129" y="3295307"/>
              <a:ext cx="65092" cy="100759"/>
            </a:xfrm>
            <a:custGeom>
              <a:avLst/>
              <a:gdLst/>
              <a:ahLst/>
              <a:cxnLst/>
              <a:rect l="l" t="t" r="r" b="b"/>
              <a:pathLst>
                <a:path w="949" h="1469" extrusionOk="0">
                  <a:moveTo>
                    <a:pt x="885" y="1"/>
                  </a:moveTo>
                  <a:lnTo>
                    <a:pt x="775" y="37"/>
                  </a:lnTo>
                  <a:lnTo>
                    <a:pt x="666" y="83"/>
                  </a:lnTo>
                  <a:lnTo>
                    <a:pt x="566" y="138"/>
                  </a:lnTo>
                  <a:lnTo>
                    <a:pt x="465" y="210"/>
                  </a:lnTo>
                  <a:lnTo>
                    <a:pt x="383" y="283"/>
                  </a:lnTo>
                  <a:lnTo>
                    <a:pt x="301" y="365"/>
                  </a:lnTo>
                  <a:lnTo>
                    <a:pt x="228" y="457"/>
                  </a:lnTo>
                  <a:lnTo>
                    <a:pt x="164" y="557"/>
                  </a:lnTo>
                  <a:lnTo>
                    <a:pt x="110" y="666"/>
                  </a:lnTo>
                  <a:lnTo>
                    <a:pt x="64" y="776"/>
                  </a:lnTo>
                  <a:lnTo>
                    <a:pt x="28" y="885"/>
                  </a:lnTo>
                  <a:lnTo>
                    <a:pt x="9" y="1004"/>
                  </a:lnTo>
                  <a:lnTo>
                    <a:pt x="0" y="1122"/>
                  </a:lnTo>
                  <a:lnTo>
                    <a:pt x="0" y="1232"/>
                  </a:lnTo>
                  <a:lnTo>
                    <a:pt x="18" y="1350"/>
                  </a:lnTo>
                  <a:lnTo>
                    <a:pt x="46" y="1469"/>
                  </a:lnTo>
                  <a:lnTo>
                    <a:pt x="265" y="1405"/>
                  </a:lnTo>
                  <a:lnTo>
                    <a:pt x="246" y="1314"/>
                  </a:lnTo>
                  <a:lnTo>
                    <a:pt x="228" y="1223"/>
                  </a:lnTo>
                  <a:lnTo>
                    <a:pt x="228" y="1122"/>
                  </a:lnTo>
                  <a:lnTo>
                    <a:pt x="237" y="1031"/>
                  </a:lnTo>
                  <a:lnTo>
                    <a:pt x="256" y="940"/>
                  </a:lnTo>
                  <a:lnTo>
                    <a:pt x="283" y="849"/>
                  </a:lnTo>
                  <a:lnTo>
                    <a:pt x="319" y="758"/>
                  </a:lnTo>
                  <a:lnTo>
                    <a:pt x="365" y="676"/>
                  </a:lnTo>
                  <a:lnTo>
                    <a:pt x="411" y="593"/>
                  </a:lnTo>
                  <a:lnTo>
                    <a:pt x="474" y="520"/>
                  </a:lnTo>
                  <a:lnTo>
                    <a:pt x="538" y="448"/>
                  </a:lnTo>
                  <a:lnTo>
                    <a:pt x="611" y="393"/>
                  </a:lnTo>
                  <a:lnTo>
                    <a:pt x="684" y="338"/>
                  </a:lnTo>
                  <a:lnTo>
                    <a:pt x="766" y="293"/>
                  </a:lnTo>
                  <a:lnTo>
                    <a:pt x="857" y="256"/>
                  </a:lnTo>
                  <a:lnTo>
                    <a:pt x="949" y="229"/>
                  </a:lnTo>
                  <a:lnTo>
                    <a:pt x="88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284;p19">
              <a:extLst>
                <a:ext uri="{FF2B5EF4-FFF2-40B4-BE49-F238E27FC236}">
                  <a16:creationId xmlns:a16="http://schemas.microsoft.com/office/drawing/2014/main" id="{2D164BC9-0965-064D-6D7C-2CD8F980D22C}"/>
                </a:ext>
              </a:extLst>
            </p:cNvPr>
            <p:cNvSpPr/>
            <p:nvPr/>
          </p:nvSpPr>
          <p:spPr>
            <a:xfrm>
              <a:off x="1950724" y="3897589"/>
              <a:ext cx="38205" cy="130801"/>
            </a:xfrm>
            <a:custGeom>
              <a:avLst/>
              <a:gdLst/>
              <a:ahLst/>
              <a:cxnLst/>
              <a:rect l="l" t="t" r="r" b="b"/>
              <a:pathLst>
                <a:path w="557" h="1907" extrusionOk="0">
                  <a:moveTo>
                    <a:pt x="393" y="1"/>
                  </a:moveTo>
                  <a:lnTo>
                    <a:pt x="302" y="101"/>
                  </a:lnTo>
                  <a:lnTo>
                    <a:pt x="220" y="211"/>
                  </a:lnTo>
                  <a:lnTo>
                    <a:pt x="156" y="320"/>
                  </a:lnTo>
                  <a:lnTo>
                    <a:pt x="101" y="448"/>
                  </a:lnTo>
                  <a:lnTo>
                    <a:pt x="55" y="566"/>
                  </a:lnTo>
                  <a:lnTo>
                    <a:pt x="28" y="694"/>
                  </a:lnTo>
                  <a:lnTo>
                    <a:pt x="10" y="822"/>
                  </a:lnTo>
                  <a:lnTo>
                    <a:pt x="1" y="949"/>
                  </a:lnTo>
                  <a:lnTo>
                    <a:pt x="10" y="1077"/>
                  </a:lnTo>
                  <a:lnTo>
                    <a:pt x="28" y="1205"/>
                  </a:lnTo>
                  <a:lnTo>
                    <a:pt x="55" y="1332"/>
                  </a:lnTo>
                  <a:lnTo>
                    <a:pt x="101" y="1460"/>
                  </a:lnTo>
                  <a:lnTo>
                    <a:pt x="156" y="1578"/>
                  </a:lnTo>
                  <a:lnTo>
                    <a:pt x="220" y="1697"/>
                  </a:lnTo>
                  <a:lnTo>
                    <a:pt x="302" y="1806"/>
                  </a:lnTo>
                  <a:lnTo>
                    <a:pt x="393" y="1907"/>
                  </a:lnTo>
                  <a:lnTo>
                    <a:pt x="557" y="1743"/>
                  </a:lnTo>
                  <a:lnTo>
                    <a:pt x="475" y="1661"/>
                  </a:lnTo>
                  <a:lnTo>
                    <a:pt x="411" y="1569"/>
                  </a:lnTo>
                  <a:lnTo>
                    <a:pt x="356" y="1469"/>
                  </a:lnTo>
                  <a:lnTo>
                    <a:pt x="311" y="1369"/>
                  </a:lnTo>
                  <a:lnTo>
                    <a:pt x="274" y="1268"/>
                  </a:lnTo>
                  <a:lnTo>
                    <a:pt x="247" y="1168"/>
                  </a:lnTo>
                  <a:lnTo>
                    <a:pt x="238" y="1059"/>
                  </a:lnTo>
                  <a:lnTo>
                    <a:pt x="229" y="949"/>
                  </a:lnTo>
                  <a:lnTo>
                    <a:pt x="238" y="849"/>
                  </a:lnTo>
                  <a:lnTo>
                    <a:pt x="247" y="740"/>
                  </a:lnTo>
                  <a:lnTo>
                    <a:pt x="274" y="630"/>
                  </a:lnTo>
                  <a:lnTo>
                    <a:pt x="311" y="530"/>
                  </a:lnTo>
                  <a:lnTo>
                    <a:pt x="356" y="429"/>
                  </a:lnTo>
                  <a:lnTo>
                    <a:pt x="411" y="338"/>
                  </a:lnTo>
                  <a:lnTo>
                    <a:pt x="484" y="247"/>
                  </a:lnTo>
                  <a:lnTo>
                    <a:pt x="557" y="165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285;p19">
              <a:extLst>
                <a:ext uri="{FF2B5EF4-FFF2-40B4-BE49-F238E27FC236}">
                  <a16:creationId xmlns:a16="http://schemas.microsoft.com/office/drawing/2014/main" id="{E277D128-B516-E2D3-380A-33521B2D113C}"/>
                </a:ext>
              </a:extLst>
            </p:cNvPr>
            <p:cNvSpPr/>
            <p:nvPr/>
          </p:nvSpPr>
          <p:spPr>
            <a:xfrm>
              <a:off x="1938858" y="3249010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38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7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56"/>
                  </a:lnTo>
                  <a:lnTo>
                    <a:pt x="0" y="202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9" y="347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6" y="347"/>
                  </a:lnTo>
                  <a:lnTo>
                    <a:pt x="484" y="302"/>
                  </a:lnTo>
                  <a:lnTo>
                    <a:pt x="484" y="247"/>
                  </a:lnTo>
                  <a:lnTo>
                    <a:pt x="484" y="202"/>
                  </a:lnTo>
                  <a:lnTo>
                    <a:pt x="466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7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286;p19">
              <a:extLst>
                <a:ext uri="{FF2B5EF4-FFF2-40B4-BE49-F238E27FC236}">
                  <a16:creationId xmlns:a16="http://schemas.microsoft.com/office/drawing/2014/main" id="{13177E4A-ACD2-BB83-FE6D-45EB97F32420}"/>
                </a:ext>
              </a:extLst>
            </p:cNvPr>
            <p:cNvSpPr/>
            <p:nvPr/>
          </p:nvSpPr>
          <p:spPr>
            <a:xfrm>
              <a:off x="2117739" y="337912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5" y="19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28" y="147"/>
                  </a:lnTo>
                  <a:lnTo>
                    <a:pt x="10" y="201"/>
                  </a:lnTo>
                  <a:lnTo>
                    <a:pt x="0" y="247"/>
                  </a:lnTo>
                  <a:lnTo>
                    <a:pt x="10" y="292"/>
                  </a:lnTo>
                  <a:lnTo>
                    <a:pt x="2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7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287;p19">
              <a:extLst>
                <a:ext uri="{FF2B5EF4-FFF2-40B4-BE49-F238E27FC236}">
                  <a16:creationId xmlns:a16="http://schemas.microsoft.com/office/drawing/2014/main" id="{1EBB8EBD-1951-AFC7-FEDC-828AB067CE2B}"/>
                </a:ext>
              </a:extLst>
            </p:cNvPr>
            <p:cNvSpPr/>
            <p:nvPr/>
          </p:nvSpPr>
          <p:spPr>
            <a:xfrm>
              <a:off x="2003880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1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288;p19">
              <a:extLst>
                <a:ext uri="{FF2B5EF4-FFF2-40B4-BE49-F238E27FC236}">
                  <a16:creationId xmlns:a16="http://schemas.microsoft.com/office/drawing/2014/main" id="{8697FDE4-78BA-5CE0-6EBB-E4B13396DC07}"/>
                </a:ext>
              </a:extLst>
            </p:cNvPr>
            <p:cNvSpPr/>
            <p:nvPr/>
          </p:nvSpPr>
          <p:spPr>
            <a:xfrm>
              <a:off x="1925071" y="3586125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84" y="293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289;p19">
              <a:extLst>
                <a:ext uri="{FF2B5EF4-FFF2-40B4-BE49-F238E27FC236}">
                  <a16:creationId xmlns:a16="http://schemas.microsoft.com/office/drawing/2014/main" id="{7D347D8F-72E7-1835-4BA9-8CD907C8C5E1}"/>
                </a:ext>
              </a:extLst>
            </p:cNvPr>
            <p:cNvSpPr/>
            <p:nvPr/>
          </p:nvSpPr>
          <p:spPr>
            <a:xfrm>
              <a:off x="2057655" y="342727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56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93"/>
                  </a:lnTo>
                  <a:lnTo>
                    <a:pt x="74" y="429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8" y="475"/>
                  </a:lnTo>
                  <a:lnTo>
                    <a:pt x="384" y="457"/>
                  </a:lnTo>
                  <a:lnTo>
                    <a:pt x="420" y="429"/>
                  </a:lnTo>
                  <a:lnTo>
                    <a:pt x="457" y="393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56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8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290;p19">
              <a:extLst>
                <a:ext uri="{FF2B5EF4-FFF2-40B4-BE49-F238E27FC236}">
                  <a16:creationId xmlns:a16="http://schemas.microsoft.com/office/drawing/2014/main" id="{BACF45E8-C43F-15C0-3BCA-94ED29288867}"/>
                </a:ext>
              </a:extLst>
            </p:cNvPr>
            <p:cNvSpPr/>
            <p:nvPr/>
          </p:nvSpPr>
          <p:spPr>
            <a:xfrm>
              <a:off x="2083924" y="3649296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28" y="147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3"/>
                  </a:lnTo>
                  <a:lnTo>
                    <a:pt x="28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93" y="448"/>
                  </a:lnTo>
                  <a:lnTo>
                    <a:pt x="430" y="420"/>
                  </a:lnTo>
                  <a:lnTo>
                    <a:pt x="457" y="384"/>
                  </a:lnTo>
                  <a:lnTo>
                    <a:pt x="475" y="338"/>
                  </a:lnTo>
                  <a:lnTo>
                    <a:pt x="493" y="293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7"/>
                  </a:lnTo>
                  <a:lnTo>
                    <a:pt x="457" y="110"/>
                  </a:lnTo>
                  <a:lnTo>
                    <a:pt x="430" y="74"/>
                  </a:lnTo>
                  <a:lnTo>
                    <a:pt x="393" y="37"/>
                  </a:lnTo>
                  <a:lnTo>
                    <a:pt x="347" y="19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291;p19">
              <a:extLst>
                <a:ext uri="{FF2B5EF4-FFF2-40B4-BE49-F238E27FC236}">
                  <a16:creationId xmlns:a16="http://schemas.microsoft.com/office/drawing/2014/main" id="{747622F6-E98A-C487-0AC8-FF803D7C310C}"/>
                </a:ext>
              </a:extLst>
            </p:cNvPr>
            <p:cNvSpPr/>
            <p:nvPr/>
          </p:nvSpPr>
          <p:spPr>
            <a:xfrm>
              <a:off x="2057037" y="3767544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6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47" y="474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4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8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292;p19">
              <a:extLst>
                <a:ext uri="{FF2B5EF4-FFF2-40B4-BE49-F238E27FC236}">
                  <a16:creationId xmlns:a16="http://schemas.microsoft.com/office/drawing/2014/main" id="{2AE931AE-A40D-BBCC-1577-B7E9E0ACCA83}"/>
                </a:ext>
              </a:extLst>
            </p:cNvPr>
            <p:cNvSpPr/>
            <p:nvPr/>
          </p:nvSpPr>
          <p:spPr>
            <a:xfrm>
              <a:off x="2021439" y="382632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0"/>
                  </a:moveTo>
                  <a:lnTo>
                    <a:pt x="155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4" y="338"/>
                  </a:lnTo>
                  <a:lnTo>
                    <a:pt x="483" y="292"/>
                  </a:lnTo>
                  <a:lnTo>
                    <a:pt x="493" y="247"/>
                  </a:lnTo>
                  <a:lnTo>
                    <a:pt x="483" y="192"/>
                  </a:lnTo>
                  <a:lnTo>
                    <a:pt x="474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47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293;p19">
              <a:extLst>
                <a:ext uri="{FF2B5EF4-FFF2-40B4-BE49-F238E27FC236}">
                  <a16:creationId xmlns:a16="http://schemas.microsoft.com/office/drawing/2014/main" id="{70949E5B-A6D2-E340-02FD-9F9BF4288452}"/>
                </a:ext>
              </a:extLst>
            </p:cNvPr>
            <p:cNvSpPr/>
            <p:nvPr/>
          </p:nvSpPr>
          <p:spPr>
            <a:xfrm>
              <a:off x="1963276" y="388887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55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301"/>
                  </a:lnTo>
                  <a:lnTo>
                    <a:pt x="18" y="347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56"/>
                  </a:lnTo>
                  <a:lnTo>
                    <a:pt x="155" y="474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4"/>
                  </a:lnTo>
                  <a:lnTo>
                    <a:pt x="383" y="456"/>
                  </a:lnTo>
                  <a:lnTo>
                    <a:pt x="420" y="420"/>
                  </a:lnTo>
                  <a:lnTo>
                    <a:pt x="456" y="383"/>
                  </a:lnTo>
                  <a:lnTo>
                    <a:pt x="474" y="347"/>
                  </a:lnTo>
                  <a:lnTo>
                    <a:pt x="492" y="301"/>
                  </a:lnTo>
                  <a:lnTo>
                    <a:pt x="492" y="246"/>
                  </a:lnTo>
                  <a:lnTo>
                    <a:pt x="492" y="201"/>
                  </a:lnTo>
                  <a:lnTo>
                    <a:pt x="474" y="155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294;p19">
              <a:extLst>
                <a:ext uri="{FF2B5EF4-FFF2-40B4-BE49-F238E27FC236}">
                  <a16:creationId xmlns:a16="http://schemas.microsoft.com/office/drawing/2014/main" id="{5BAB239E-6460-E165-F390-9D43D2688DFA}"/>
                </a:ext>
              </a:extLst>
            </p:cNvPr>
            <p:cNvSpPr/>
            <p:nvPr/>
          </p:nvSpPr>
          <p:spPr>
            <a:xfrm>
              <a:off x="1915743" y="367933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1"/>
                  </a:moveTo>
                  <a:lnTo>
                    <a:pt x="155" y="19"/>
                  </a:lnTo>
                  <a:lnTo>
                    <a:pt x="109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09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38"/>
                  </a:lnTo>
                  <a:lnTo>
                    <a:pt x="492" y="292"/>
                  </a:lnTo>
                  <a:lnTo>
                    <a:pt x="492" y="247"/>
                  </a:lnTo>
                  <a:lnTo>
                    <a:pt x="492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295;p19">
              <a:extLst>
                <a:ext uri="{FF2B5EF4-FFF2-40B4-BE49-F238E27FC236}">
                  <a16:creationId xmlns:a16="http://schemas.microsoft.com/office/drawing/2014/main" id="{43022092-0916-88DA-873B-207F6177C0D6}"/>
                </a:ext>
              </a:extLst>
            </p:cNvPr>
            <p:cNvSpPr/>
            <p:nvPr/>
          </p:nvSpPr>
          <p:spPr>
            <a:xfrm>
              <a:off x="2474198" y="3569252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1"/>
                  </a:moveTo>
                  <a:lnTo>
                    <a:pt x="1" y="302"/>
                  </a:lnTo>
                  <a:lnTo>
                    <a:pt x="329" y="375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7" y="530"/>
                  </a:lnTo>
                  <a:lnTo>
                    <a:pt x="667" y="2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296;p19">
              <a:extLst>
                <a:ext uri="{FF2B5EF4-FFF2-40B4-BE49-F238E27FC236}">
                  <a16:creationId xmlns:a16="http://schemas.microsoft.com/office/drawing/2014/main" id="{27EB1F7B-28FA-2A44-4187-12F8C0F8361E}"/>
                </a:ext>
              </a:extLst>
            </p:cNvPr>
            <p:cNvSpPr/>
            <p:nvPr/>
          </p:nvSpPr>
          <p:spPr>
            <a:xfrm>
              <a:off x="2474198" y="391576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5"/>
                  </a:lnTo>
                  <a:lnTo>
                    <a:pt x="667" y="538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297;p19">
              <a:extLst>
                <a:ext uri="{FF2B5EF4-FFF2-40B4-BE49-F238E27FC236}">
                  <a16:creationId xmlns:a16="http://schemas.microsoft.com/office/drawing/2014/main" id="{1F52E7C4-49D5-52AB-D7E8-634185D38613}"/>
                </a:ext>
              </a:extLst>
            </p:cNvPr>
            <p:cNvSpPr/>
            <p:nvPr/>
          </p:nvSpPr>
          <p:spPr>
            <a:xfrm>
              <a:off x="2474198" y="403147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298;p19">
              <a:extLst>
                <a:ext uri="{FF2B5EF4-FFF2-40B4-BE49-F238E27FC236}">
                  <a16:creationId xmlns:a16="http://schemas.microsoft.com/office/drawing/2014/main" id="{41B0AE33-E364-9D58-21D9-389C5C8EEDCC}"/>
                </a:ext>
              </a:extLst>
            </p:cNvPr>
            <p:cNvSpPr/>
            <p:nvPr/>
          </p:nvSpPr>
          <p:spPr>
            <a:xfrm>
              <a:off x="2552390" y="3684345"/>
              <a:ext cx="45750" cy="53843"/>
            </a:xfrm>
            <a:custGeom>
              <a:avLst/>
              <a:gdLst/>
              <a:ahLst/>
              <a:cxnLst/>
              <a:rect l="l" t="t" r="r" b="b"/>
              <a:pathLst>
                <a:path w="667" h="785" extrusionOk="0">
                  <a:moveTo>
                    <a:pt x="1" y="0"/>
                  </a:moveTo>
                  <a:lnTo>
                    <a:pt x="1" y="31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85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299;p19">
              <a:extLst>
                <a:ext uri="{FF2B5EF4-FFF2-40B4-BE49-F238E27FC236}">
                  <a16:creationId xmlns:a16="http://schemas.microsoft.com/office/drawing/2014/main" id="{4FDF4C80-743C-217D-0038-70B90E3E0610}"/>
                </a:ext>
              </a:extLst>
            </p:cNvPr>
            <p:cNvSpPr/>
            <p:nvPr/>
          </p:nvSpPr>
          <p:spPr>
            <a:xfrm>
              <a:off x="2552390" y="380005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300;p19">
              <a:extLst>
                <a:ext uri="{FF2B5EF4-FFF2-40B4-BE49-F238E27FC236}">
                  <a16:creationId xmlns:a16="http://schemas.microsoft.com/office/drawing/2014/main" id="{46019E96-9643-CC6D-6925-81FDCD739003}"/>
                </a:ext>
              </a:extLst>
            </p:cNvPr>
            <p:cNvSpPr/>
            <p:nvPr/>
          </p:nvSpPr>
          <p:spPr>
            <a:xfrm>
              <a:off x="2552390" y="3568018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24" y="803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301;p19">
              <a:extLst>
                <a:ext uri="{FF2B5EF4-FFF2-40B4-BE49-F238E27FC236}">
                  <a16:creationId xmlns:a16="http://schemas.microsoft.com/office/drawing/2014/main" id="{57786EA0-343F-9FEF-6554-D9D518DA098D}"/>
                </a:ext>
              </a:extLst>
            </p:cNvPr>
            <p:cNvSpPr/>
            <p:nvPr/>
          </p:nvSpPr>
          <p:spPr>
            <a:xfrm>
              <a:off x="2634354" y="3683728"/>
              <a:ext cx="238350" cy="55078"/>
            </a:xfrm>
            <a:custGeom>
              <a:avLst/>
              <a:gdLst/>
              <a:ahLst/>
              <a:cxnLst/>
              <a:rect l="l" t="t" r="r" b="b"/>
              <a:pathLst>
                <a:path w="3475" h="803" extrusionOk="0">
                  <a:moveTo>
                    <a:pt x="0" y="0"/>
                  </a:moveTo>
                  <a:lnTo>
                    <a:pt x="0" y="803"/>
                  </a:lnTo>
                  <a:lnTo>
                    <a:pt x="3475" y="803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302;p19">
              <a:extLst>
                <a:ext uri="{FF2B5EF4-FFF2-40B4-BE49-F238E27FC236}">
                  <a16:creationId xmlns:a16="http://schemas.microsoft.com/office/drawing/2014/main" id="{F8B6CC8A-C404-D2B5-5B77-50C19BF87662}"/>
                </a:ext>
              </a:extLst>
            </p:cNvPr>
            <p:cNvSpPr/>
            <p:nvPr/>
          </p:nvSpPr>
          <p:spPr>
            <a:xfrm>
              <a:off x="2634354" y="3799438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303;p19">
              <a:extLst>
                <a:ext uri="{FF2B5EF4-FFF2-40B4-BE49-F238E27FC236}">
                  <a16:creationId xmlns:a16="http://schemas.microsoft.com/office/drawing/2014/main" id="{9C44A82F-5844-52F9-C4F0-ED768192914F}"/>
                </a:ext>
              </a:extLst>
            </p:cNvPr>
            <p:cNvSpPr/>
            <p:nvPr/>
          </p:nvSpPr>
          <p:spPr>
            <a:xfrm>
              <a:off x="2552390" y="4030240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2"/>
                  </a:lnTo>
                  <a:lnTo>
                    <a:pt x="10724" y="802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304;p19">
              <a:extLst>
                <a:ext uri="{FF2B5EF4-FFF2-40B4-BE49-F238E27FC236}">
                  <a16:creationId xmlns:a16="http://schemas.microsoft.com/office/drawing/2014/main" id="{80EC26A2-9424-2957-C4E4-1D71BEE91E98}"/>
                </a:ext>
              </a:extLst>
            </p:cNvPr>
            <p:cNvSpPr/>
            <p:nvPr/>
          </p:nvSpPr>
          <p:spPr>
            <a:xfrm>
              <a:off x="2551773" y="3915148"/>
              <a:ext cx="736245" cy="55078"/>
            </a:xfrm>
            <a:custGeom>
              <a:avLst/>
              <a:gdLst/>
              <a:ahLst/>
              <a:cxnLst/>
              <a:rect l="l" t="t" r="r" b="b"/>
              <a:pathLst>
                <a:path w="10734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305;p19">
              <a:extLst>
                <a:ext uri="{FF2B5EF4-FFF2-40B4-BE49-F238E27FC236}">
                  <a16:creationId xmlns:a16="http://schemas.microsoft.com/office/drawing/2014/main" id="{1E260EA4-2D91-D995-866E-87BF41D7E4EC}"/>
                </a:ext>
              </a:extLst>
            </p:cNvPr>
            <p:cNvSpPr/>
            <p:nvPr/>
          </p:nvSpPr>
          <p:spPr>
            <a:xfrm>
              <a:off x="2474198" y="333975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306;p19">
              <a:extLst>
                <a:ext uri="{FF2B5EF4-FFF2-40B4-BE49-F238E27FC236}">
                  <a16:creationId xmlns:a16="http://schemas.microsoft.com/office/drawing/2014/main" id="{939B8A76-B653-0917-717E-48CEE3F72E8A}"/>
                </a:ext>
              </a:extLst>
            </p:cNvPr>
            <p:cNvSpPr/>
            <p:nvPr/>
          </p:nvSpPr>
          <p:spPr>
            <a:xfrm>
              <a:off x="2474198" y="3455463"/>
              <a:ext cx="38273" cy="53226"/>
            </a:xfrm>
            <a:custGeom>
              <a:avLst/>
              <a:gdLst/>
              <a:ahLst/>
              <a:cxnLst/>
              <a:rect l="l" t="t" r="r" b="b"/>
              <a:pathLst>
                <a:path w="558" h="776" extrusionOk="0">
                  <a:moveTo>
                    <a:pt x="1" y="0"/>
                  </a:moveTo>
                  <a:lnTo>
                    <a:pt x="1" y="301"/>
                  </a:lnTo>
                  <a:lnTo>
                    <a:pt x="275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557" y="529"/>
                  </a:lnTo>
                  <a:lnTo>
                    <a:pt x="55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307;p19">
              <a:extLst>
                <a:ext uri="{FF2B5EF4-FFF2-40B4-BE49-F238E27FC236}">
                  <a16:creationId xmlns:a16="http://schemas.microsoft.com/office/drawing/2014/main" id="{B037DC63-C370-ECE2-B49E-87847EC4B750}"/>
                </a:ext>
              </a:extLst>
            </p:cNvPr>
            <p:cNvSpPr/>
            <p:nvPr/>
          </p:nvSpPr>
          <p:spPr>
            <a:xfrm>
              <a:off x="2552390" y="310833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308;p19">
              <a:extLst>
                <a:ext uri="{FF2B5EF4-FFF2-40B4-BE49-F238E27FC236}">
                  <a16:creationId xmlns:a16="http://schemas.microsoft.com/office/drawing/2014/main" id="{62842983-1F11-2B29-F34F-C15C9764EF9A}"/>
                </a:ext>
              </a:extLst>
            </p:cNvPr>
            <p:cNvSpPr/>
            <p:nvPr/>
          </p:nvSpPr>
          <p:spPr>
            <a:xfrm>
              <a:off x="2552390" y="322404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309;p19">
              <a:extLst>
                <a:ext uri="{FF2B5EF4-FFF2-40B4-BE49-F238E27FC236}">
                  <a16:creationId xmlns:a16="http://schemas.microsoft.com/office/drawing/2014/main" id="{445BF1F6-BF4B-EEC7-DA66-A51058B9181D}"/>
                </a:ext>
              </a:extLst>
            </p:cNvPr>
            <p:cNvSpPr/>
            <p:nvPr/>
          </p:nvSpPr>
          <p:spPr>
            <a:xfrm>
              <a:off x="2634354" y="3107716"/>
              <a:ext cx="388494" cy="55078"/>
            </a:xfrm>
            <a:custGeom>
              <a:avLst/>
              <a:gdLst/>
              <a:ahLst/>
              <a:cxnLst/>
              <a:rect l="l" t="t" r="r" b="b"/>
              <a:pathLst>
                <a:path w="5664" h="803" extrusionOk="0">
                  <a:moveTo>
                    <a:pt x="0" y="0"/>
                  </a:moveTo>
                  <a:lnTo>
                    <a:pt x="0" y="803"/>
                  </a:lnTo>
                  <a:lnTo>
                    <a:pt x="5663" y="803"/>
                  </a:lnTo>
                  <a:lnTo>
                    <a:pt x="5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310;p19">
              <a:extLst>
                <a:ext uri="{FF2B5EF4-FFF2-40B4-BE49-F238E27FC236}">
                  <a16:creationId xmlns:a16="http://schemas.microsoft.com/office/drawing/2014/main" id="{6886788F-FD95-747C-B73B-728827F55CA1}"/>
                </a:ext>
              </a:extLst>
            </p:cNvPr>
            <p:cNvSpPr/>
            <p:nvPr/>
          </p:nvSpPr>
          <p:spPr>
            <a:xfrm>
              <a:off x="2634354" y="3223426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311;p19">
              <a:extLst>
                <a:ext uri="{FF2B5EF4-FFF2-40B4-BE49-F238E27FC236}">
                  <a16:creationId xmlns:a16="http://schemas.microsoft.com/office/drawing/2014/main" id="{8F7BFB0B-2C6E-70C3-BAC3-E531FA3FF1F8}"/>
                </a:ext>
              </a:extLst>
            </p:cNvPr>
            <p:cNvSpPr/>
            <p:nvPr/>
          </p:nvSpPr>
          <p:spPr>
            <a:xfrm>
              <a:off x="2539289" y="3454160"/>
              <a:ext cx="616761" cy="55146"/>
            </a:xfrm>
            <a:custGeom>
              <a:avLst/>
              <a:gdLst/>
              <a:ahLst/>
              <a:cxnLst/>
              <a:rect l="l" t="t" r="r" b="b"/>
              <a:pathLst>
                <a:path w="8992" h="804" extrusionOk="0">
                  <a:moveTo>
                    <a:pt x="0" y="1"/>
                  </a:moveTo>
                  <a:lnTo>
                    <a:pt x="0" y="803"/>
                  </a:lnTo>
                  <a:lnTo>
                    <a:pt x="8991" y="803"/>
                  </a:lnTo>
                  <a:lnTo>
                    <a:pt x="89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312;p19">
              <a:extLst>
                <a:ext uri="{FF2B5EF4-FFF2-40B4-BE49-F238E27FC236}">
                  <a16:creationId xmlns:a16="http://schemas.microsoft.com/office/drawing/2014/main" id="{209830F7-D11A-8957-1AF0-022D738CE913}"/>
                </a:ext>
              </a:extLst>
            </p:cNvPr>
            <p:cNvSpPr/>
            <p:nvPr/>
          </p:nvSpPr>
          <p:spPr>
            <a:xfrm>
              <a:off x="2551773" y="3338450"/>
              <a:ext cx="736245" cy="55146"/>
            </a:xfrm>
            <a:custGeom>
              <a:avLst/>
              <a:gdLst/>
              <a:ahLst/>
              <a:cxnLst/>
              <a:rect l="l" t="t" r="r" b="b"/>
              <a:pathLst>
                <a:path w="10734" h="804" extrusionOk="0">
                  <a:moveTo>
                    <a:pt x="1" y="1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86" name="Imagen 1485">
            <a:extLst>
              <a:ext uri="{FF2B5EF4-FFF2-40B4-BE49-F238E27FC236}">
                <a16:creationId xmlns:a16="http://schemas.microsoft.com/office/drawing/2014/main" id="{995B85A2-C44A-DAD9-8E33-99098C5E22F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4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3020" y="-212403"/>
            <a:ext cx="3436239" cy="29221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CDFDCB7-4808-4038-4AF9-43A21AE72E6D}"/>
              </a:ext>
            </a:extLst>
          </p:cNvPr>
          <p:cNvSpPr/>
          <p:nvPr/>
        </p:nvSpPr>
        <p:spPr>
          <a:xfrm>
            <a:off x="2826792" y="1314605"/>
            <a:ext cx="5990106" cy="2463180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3106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32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Strenghs and Limitations</a:t>
            </a:r>
            <a:endParaRPr dirty="0"/>
          </a:p>
        </p:txBody>
      </p:sp>
      <p:graphicFrame>
        <p:nvGraphicFramePr>
          <p:cNvPr id="2" name="Google Shape;978;p32">
            <a:extLst>
              <a:ext uri="{FF2B5EF4-FFF2-40B4-BE49-F238E27FC236}">
                <a16:creationId xmlns:a16="http://schemas.microsoft.com/office/drawing/2014/main" id="{54399220-6EF6-4AB4-B5C5-27D13637671D}"/>
              </a:ext>
            </a:extLst>
          </p:cNvPr>
          <p:cNvGraphicFramePr/>
          <p:nvPr/>
        </p:nvGraphicFramePr>
        <p:xfrm>
          <a:off x="596590" y="1119895"/>
          <a:ext cx="7950820" cy="1943571"/>
        </p:xfrm>
        <a:graphic>
          <a:graphicData uri="http://schemas.openxmlformats.org/drawingml/2006/table">
            <a:tbl>
              <a:tblPr>
                <a:noFill/>
                <a:tableStyleId>{979BFA9B-003B-4A43-8745-FA9A13E0D8D4}</a:tableStyleId>
              </a:tblPr>
              <a:tblGrid>
                <a:gridCol w="7950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4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Stenghs</a:t>
                      </a:r>
                      <a:endParaRPr sz="18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6401">
                <a:tc>
                  <a:txBody>
                    <a:bodyPr/>
                    <a:lstStyle/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Predictive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detected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majority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Parkinson’s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Disease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Patients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Components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are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scalable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and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fast-performing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allowing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prediction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huge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in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seconds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has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great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flexibility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Consequently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can be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adjusted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and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re-trained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with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new data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with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training times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less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than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one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minute in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train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2000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registers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89761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7">
          <a:extLst>
            <a:ext uri="{FF2B5EF4-FFF2-40B4-BE49-F238E27FC236}">
              <a16:creationId xmlns:a16="http://schemas.microsoft.com/office/drawing/2014/main" id="{7C7B63FB-818E-0073-D6C9-473389A40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8" name="Google Shape;978;p32">
            <a:extLst>
              <a:ext uri="{FF2B5EF4-FFF2-40B4-BE49-F238E27FC236}">
                <a16:creationId xmlns:a16="http://schemas.microsoft.com/office/drawing/2014/main" id="{D50034DF-F93D-AC86-95D1-A0DB5FB55E7C}"/>
              </a:ext>
            </a:extLst>
          </p:cNvPr>
          <p:cNvGraphicFramePr/>
          <p:nvPr/>
        </p:nvGraphicFramePr>
        <p:xfrm>
          <a:off x="596590" y="3252536"/>
          <a:ext cx="7950820" cy="1393172"/>
        </p:xfrm>
        <a:graphic>
          <a:graphicData uri="http://schemas.openxmlformats.org/drawingml/2006/table">
            <a:tbl>
              <a:tblPr>
                <a:noFill/>
                <a:tableStyleId>{979BFA9B-003B-4A43-8745-FA9A13E0D8D4}</a:tableStyleId>
              </a:tblPr>
              <a:tblGrid>
                <a:gridCol w="7950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600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1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Limitations</a:t>
                      </a:r>
                      <a:endParaRPr sz="21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0282">
                <a:tc>
                  <a:txBody>
                    <a:bodyPr/>
                    <a:lstStyle/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Although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detected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majority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Parkinson’s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Disease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Patients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sometimes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healthy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patients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are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diagnosed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with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Parkinson’s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Disease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has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been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tested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in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with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missing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information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DA4BA">
                        <a:alpha val="250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79" name="Google Shape;979;p32">
            <a:extLst>
              <a:ext uri="{FF2B5EF4-FFF2-40B4-BE49-F238E27FC236}">
                <a16:creationId xmlns:a16="http://schemas.microsoft.com/office/drawing/2014/main" id="{581AE60E-48F3-F74F-F8B4-E53A02ABE6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Strenghs and Limitations</a:t>
            </a:r>
            <a:endParaRPr dirty="0"/>
          </a:p>
        </p:txBody>
      </p:sp>
      <p:graphicFrame>
        <p:nvGraphicFramePr>
          <p:cNvPr id="2" name="Google Shape;978;p32">
            <a:extLst>
              <a:ext uri="{FF2B5EF4-FFF2-40B4-BE49-F238E27FC236}">
                <a16:creationId xmlns:a16="http://schemas.microsoft.com/office/drawing/2014/main" id="{09964E5E-9AA3-D488-43F3-55FD35219A2E}"/>
              </a:ext>
            </a:extLst>
          </p:cNvPr>
          <p:cNvGraphicFramePr/>
          <p:nvPr/>
        </p:nvGraphicFramePr>
        <p:xfrm>
          <a:off x="596590" y="1119895"/>
          <a:ext cx="7950820" cy="1943571"/>
        </p:xfrm>
        <a:graphic>
          <a:graphicData uri="http://schemas.openxmlformats.org/drawingml/2006/table">
            <a:tbl>
              <a:tblPr>
                <a:noFill/>
                <a:tableStyleId>{979BFA9B-003B-4A43-8745-FA9A13E0D8D4}</a:tableStyleId>
              </a:tblPr>
              <a:tblGrid>
                <a:gridCol w="7950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4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Stenghs</a:t>
                      </a:r>
                      <a:endParaRPr sz="18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6401">
                <a:tc>
                  <a:txBody>
                    <a:bodyPr/>
                    <a:lstStyle/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Predictive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detected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majority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Parkinson’s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Disease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Patients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Components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are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scalable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and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fast-performing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allowing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prediction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huge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in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seconds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has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great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flexibility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Consequently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can be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adjusted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and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re-trained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with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new data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with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training times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less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than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one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minute in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train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2000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registers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897618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A99D0484-AF44-1280-C572-DF3139726DA1}"/>
              </a:ext>
            </a:extLst>
          </p:cNvPr>
          <p:cNvSpPr/>
          <p:nvPr/>
        </p:nvSpPr>
        <p:spPr>
          <a:xfrm>
            <a:off x="289483" y="896875"/>
            <a:ext cx="8497678" cy="2232902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041745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7;p15">
            <a:extLst>
              <a:ext uri="{FF2B5EF4-FFF2-40B4-BE49-F238E27FC236}">
                <a16:creationId xmlns:a16="http://schemas.microsoft.com/office/drawing/2014/main" id="{7D6BD622-520E-91D6-F053-7ED3AC1C5FC5}"/>
              </a:ext>
            </a:extLst>
          </p:cNvPr>
          <p:cNvSpPr txBox="1"/>
          <p:nvPr/>
        </p:nvSpPr>
        <p:spPr>
          <a:xfrm>
            <a:off x="1325880" y="1348350"/>
            <a:ext cx="7010400" cy="24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THANKS FOR YOUR ATTENTION</a:t>
            </a:r>
            <a:endParaRPr sz="5400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3F9C3E7-ED9D-5548-72D8-339AD51747A3}"/>
              </a:ext>
            </a:extLst>
          </p:cNvPr>
          <p:cNvSpPr txBox="1"/>
          <p:nvPr/>
        </p:nvSpPr>
        <p:spPr>
          <a:xfrm>
            <a:off x="4053839" y="3136918"/>
            <a:ext cx="311568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u="sng" dirty="0" err="1">
                <a:solidFill>
                  <a:schemeClr val="tx2"/>
                </a:solidFill>
                <a:hlinkClick r:id="rId3"/>
              </a:rPr>
              <a:t>Github</a:t>
            </a:r>
            <a:r>
              <a:rPr lang="en-GB" b="1" u="sng" dirty="0">
                <a:solidFill>
                  <a:schemeClr val="tx2"/>
                </a:solidFill>
                <a:hlinkClick r:id="rId3"/>
              </a:rPr>
              <a:t> Repository</a:t>
            </a:r>
            <a:endParaRPr lang="en-GB" b="1" u="sng" dirty="0">
              <a:solidFill>
                <a:schemeClr val="tx2"/>
              </a:solidFill>
            </a:endParaRPr>
          </a:p>
          <a:p>
            <a:pPr algn="ctr"/>
            <a:r>
              <a:rPr lang="en-GB" sz="800" b="1" u="sng" dirty="0">
                <a:solidFill>
                  <a:schemeClr val="tx2"/>
                </a:solidFill>
              </a:rPr>
              <a:t> </a:t>
            </a:r>
          </a:p>
          <a:p>
            <a:r>
              <a:rPr lang="en-GB" b="1" u="sng" dirty="0" err="1">
                <a:solidFill>
                  <a:schemeClr val="tx1"/>
                </a:solidFill>
                <a:hlinkClick r:id="rId4"/>
              </a:rPr>
              <a:t>Streamlit</a:t>
            </a:r>
            <a:r>
              <a:rPr lang="en-GB" b="1" u="sng" dirty="0">
                <a:solidFill>
                  <a:schemeClr val="tx1"/>
                </a:solidFill>
                <a:hlinkClick r:id="rId4"/>
              </a:rPr>
              <a:t> Webpage</a:t>
            </a:r>
            <a:endParaRPr lang="en-GB" b="1" u="sng" dirty="0">
              <a:solidFill>
                <a:schemeClr val="tx1"/>
              </a:solidFill>
            </a:endParaRPr>
          </a:p>
          <a:p>
            <a:pPr algn="ctr"/>
            <a:endParaRPr lang="en-GB" b="1" u="sng" dirty="0">
              <a:solidFill>
                <a:schemeClr val="tx2"/>
              </a:solidFill>
            </a:endParaRPr>
          </a:p>
        </p:txBody>
      </p:sp>
      <p:pic>
        <p:nvPicPr>
          <p:cNvPr id="8" name="Imagen 7" descr="Icono&#10;&#10;El contenido generado por IA puede ser incorrecto.">
            <a:extLst>
              <a:ext uri="{FF2B5EF4-FFF2-40B4-BE49-F238E27FC236}">
                <a16:creationId xmlns:a16="http://schemas.microsoft.com/office/drawing/2014/main" id="{F2744E08-B256-FE52-3FD8-72BDA34B70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5903" y="3202033"/>
            <a:ext cx="217937" cy="217937"/>
          </a:xfrm>
          <a:prstGeom prst="rect">
            <a:avLst/>
          </a:prstGeom>
        </p:spPr>
      </p:pic>
      <p:pic>
        <p:nvPicPr>
          <p:cNvPr id="10" name="Imagen 9" descr="Forma, Flecha&#10;&#10;El contenido generado por IA puede ser incorrecto.">
            <a:extLst>
              <a:ext uri="{FF2B5EF4-FFF2-40B4-BE49-F238E27FC236}">
                <a16:creationId xmlns:a16="http://schemas.microsoft.com/office/drawing/2014/main" id="{08A0F472-9927-D7C9-4DDD-4F2F5258D8D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710" t="34810" r="35834" b="33007"/>
          <a:stretch>
            <a:fillRect/>
          </a:stretch>
        </p:blipFill>
        <p:spPr>
          <a:xfrm>
            <a:off x="3711317" y="3524642"/>
            <a:ext cx="401571" cy="238439"/>
          </a:xfrm>
          <a:prstGeom prst="rect">
            <a:avLst/>
          </a:prstGeom>
        </p:spPr>
      </p:pic>
      <p:pic>
        <p:nvPicPr>
          <p:cNvPr id="12" name="Imagen 11" descr="Un dibujo con letras&#10;&#10;El contenido generado por IA puede ser incorrecto.">
            <a:extLst>
              <a:ext uri="{FF2B5EF4-FFF2-40B4-BE49-F238E27FC236}">
                <a16:creationId xmlns:a16="http://schemas.microsoft.com/office/drawing/2014/main" id="{815BAF1C-5997-77C6-2066-7B6F780517B3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2000"/>
          </a:blip>
          <a:srcRect t="19866" r="4680" b="11008"/>
          <a:stretch>
            <a:fillRect/>
          </a:stretch>
        </p:blipFill>
        <p:spPr>
          <a:xfrm>
            <a:off x="2384554" y="336734"/>
            <a:ext cx="4734677" cy="88427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DE7706D-2E3C-A8B6-6140-590164CA759A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16000"/>
          </a:blip>
          <a:stretch>
            <a:fillRect/>
          </a:stretch>
        </p:blipFill>
        <p:spPr>
          <a:xfrm>
            <a:off x="-27984" y="114791"/>
            <a:ext cx="4458193" cy="4861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Neuron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D9D9D9"/>
      </a:lt2>
      <a:accent1>
        <a:srgbClr val="8DA4BA"/>
      </a:accent1>
      <a:accent2>
        <a:srgbClr val="419AB0"/>
      </a:accent2>
      <a:accent3>
        <a:srgbClr val="2F8094"/>
      </a:accent3>
      <a:accent4>
        <a:srgbClr val="366D8B"/>
      </a:accent4>
      <a:accent5>
        <a:srgbClr val="B9C9D5"/>
      </a:accent5>
      <a:accent6>
        <a:srgbClr val="61C5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1632</Words>
  <Application>Microsoft Office PowerPoint</Application>
  <PresentationFormat>Presentación en pantalla (16:9)</PresentationFormat>
  <Paragraphs>178</Paragraphs>
  <Slides>37</Slides>
  <Notes>37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2" baseType="lpstr">
      <vt:lpstr>Fira Sans Extra Condensed</vt:lpstr>
      <vt:lpstr>Fira Sans Extra Condensed SemiBold</vt:lpstr>
      <vt:lpstr>Arial</vt:lpstr>
      <vt:lpstr>Roboto</vt:lpstr>
      <vt:lpstr>Neuron Infographics by Slidesgo</vt:lpstr>
      <vt:lpstr>Parkinson's Disease Predictive Machine Learning Model</vt:lpstr>
      <vt:lpstr>Introduction</vt:lpstr>
      <vt:lpstr>Introduction</vt:lpstr>
      <vt:lpstr>Introduction</vt:lpstr>
      <vt:lpstr>Introduction</vt:lpstr>
      <vt:lpstr>Why develop a predictive model?</vt:lpstr>
      <vt:lpstr>Why develop a predictive model?</vt:lpstr>
      <vt:lpstr>Why develop a predictive model?</vt:lpstr>
      <vt:lpstr>Why develop a predictive model?</vt:lpstr>
      <vt:lpstr>Why develop a predictive model?</vt:lpstr>
      <vt:lpstr>Objective</vt:lpstr>
      <vt:lpstr>Data Description and Sources</vt:lpstr>
      <vt:lpstr>Data Description and Sources</vt:lpstr>
      <vt:lpstr>Data Description and Sources</vt:lpstr>
      <vt:lpstr>Data Description and Sources</vt:lpstr>
      <vt:lpstr>Data Description and Sources</vt:lpstr>
      <vt:lpstr>Data Description and Sources</vt:lpstr>
      <vt:lpstr>Data Description and Sources</vt:lpstr>
      <vt:lpstr>Data Description and Sources</vt:lpstr>
      <vt:lpstr>RESULTS: Final Models</vt:lpstr>
      <vt:lpstr>RESULTS: Final Models</vt:lpstr>
      <vt:lpstr>RESULTS: Final Models</vt:lpstr>
      <vt:lpstr>MODEL 1: Test Results</vt:lpstr>
      <vt:lpstr>MODEL 1: Test Results</vt:lpstr>
      <vt:lpstr>MODEL 1: Test Results</vt:lpstr>
      <vt:lpstr>MODEL 1: Test Results</vt:lpstr>
      <vt:lpstr>MODEL 2: Test Results</vt:lpstr>
      <vt:lpstr>MODEL 2: Test Results</vt:lpstr>
      <vt:lpstr>MODEL 2: Test Results</vt:lpstr>
      <vt:lpstr>MODEL 2: Test Results</vt:lpstr>
      <vt:lpstr>Conclusions</vt:lpstr>
      <vt:lpstr>Conclusions</vt:lpstr>
      <vt:lpstr>Conclusions</vt:lpstr>
      <vt:lpstr>Conclusions</vt:lpstr>
      <vt:lpstr>Strenghs and Limitations</vt:lpstr>
      <vt:lpstr>Strenghs and Limitations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Luna Pérez Troncoso</cp:lastModifiedBy>
  <cp:revision>34</cp:revision>
  <dcterms:modified xsi:type="dcterms:W3CDTF">2025-11-25T00:59:12Z</dcterms:modified>
</cp:coreProperties>
</file>